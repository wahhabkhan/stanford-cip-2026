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Do Hyeon"/>
      <p:regular r:id="rId31"/>
    </p:embeddedFont>
    <p:embeddedFont>
      <p:font typeface="Bebas Neue"/>
      <p:regular r:id="rId32"/>
    </p:embeddedFont>
    <p:embeddedFont>
      <p:font typeface="Didact Gothic"/>
      <p:regular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oHyeon-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DidactGothic-regular.fntdata"/><Relationship Id="rId10" Type="http://schemas.openxmlformats.org/officeDocument/2006/relationships/slide" Target="slides/slide5.xml"/><Relationship Id="rId32" Type="http://schemas.openxmlformats.org/officeDocument/2006/relationships/font" Target="fonts/BebasNeue-regular.fntdata"/><Relationship Id="rId13" Type="http://schemas.openxmlformats.org/officeDocument/2006/relationships/slide" Target="slides/slide8.xml"/><Relationship Id="rId35" Type="http://schemas.openxmlformats.org/officeDocument/2006/relationships/font" Target="fonts/CenturyGothic-bold.fntdata"/><Relationship Id="rId12" Type="http://schemas.openxmlformats.org/officeDocument/2006/relationships/slide" Target="slides/slide7.xml"/><Relationship Id="rId34" Type="http://schemas.openxmlformats.org/officeDocument/2006/relationships/font" Target="fonts/CenturyGothic-regular.fntdata"/><Relationship Id="rId15" Type="http://schemas.openxmlformats.org/officeDocument/2006/relationships/slide" Target="slides/slide10.xml"/><Relationship Id="rId37" Type="http://schemas.openxmlformats.org/officeDocument/2006/relationships/font" Target="fonts/CenturyGothic-boldItalic.fntdata"/><Relationship Id="rId14" Type="http://schemas.openxmlformats.org/officeDocument/2006/relationships/slide" Target="slides/slide9.xml"/><Relationship Id="rId36" Type="http://schemas.openxmlformats.org/officeDocument/2006/relationships/font" Target="fonts/CenturyGothic-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cbf7b0891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cbf7b0891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d233b779b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d233b779b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d233b779b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d233b779b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d233b779b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d233b779b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END 7:15</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cbfa9d426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cbfa9d426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cbfa9d426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cbfa9d426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cbf7b0891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cbf7b0891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cbf7b0891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cbf7b0891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ce1202e94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ce1202e94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cbfa9d426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cbfa9d426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2cbfa9d426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2cbfa9d426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cbfa9d426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cbfa9d426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cd0b2859b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2cd0b2859b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cbfa9d426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cbfa9d426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cbfa9d426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cbfa9d426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cbf7b0891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cbf7b0891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2cbf7b0891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2cbf7b0891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cbf7b08918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cbf7b08918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2cbf7b0891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2cbf7b0891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cbfa9d426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2cbfa9d4269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2cbf7b0891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2cbf7b0891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cbfa9d426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2cbfa9d426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cd0b2859b7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cd0b2859b7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2cbfa9d426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2cbfa9d426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949500" y="1300850"/>
            <a:ext cx="52449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165350" y="3388075"/>
            <a:ext cx="4813200" cy="421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p:nvPr/>
        </p:nvSpPr>
        <p:spPr>
          <a:xfrm rot="10800000">
            <a:off x="1876923" y="330286"/>
            <a:ext cx="641976" cy="52779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10800000">
            <a:off x="139019" y="642424"/>
            <a:ext cx="355060" cy="326917"/>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1533202" y="369464"/>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1261513" y="1146669"/>
            <a:ext cx="303979" cy="242305"/>
          </a:xfrm>
          <a:custGeom>
            <a:rect b="b" l="l" r="r" t="t"/>
            <a:pathLst>
              <a:path extrusionOk="0" h="24164" w="92960">
                <a:moveTo>
                  <a:pt x="50479" y="1"/>
                </a:moveTo>
                <a:lnTo>
                  <a:pt x="50051" y="8"/>
                </a:lnTo>
                <a:lnTo>
                  <a:pt x="49623" y="24"/>
                </a:lnTo>
                <a:lnTo>
                  <a:pt x="49195" y="39"/>
                </a:lnTo>
                <a:lnTo>
                  <a:pt x="48767" y="62"/>
                </a:lnTo>
                <a:lnTo>
                  <a:pt x="48366" y="85"/>
                </a:lnTo>
                <a:lnTo>
                  <a:pt x="47938" y="116"/>
                </a:lnTo>
                <a:lnTo>
                  <a:pt x="47537" y="155"/>
                </a:lnTo>
                <a:lnTo>
                  <a:pt x="47135" y="194"/>
                </a:lnTo>
                <a:lnTo>
                  <a:pt x="46761" y="240"/>
                </a:lnTo>
                <a:lnTo>
                  <a:pt x="46386" y="286"/>
                </a:lnTo>
                <a:lnTo>
                  <a:pt x="46012" y="340"/>
                </a:lnTo>
                <a:lnTo>
                  <a:pt x="45637" y="402"/>
                </a:lnTo>
                <a:lnTo>
                  <a:pt x="45316" y="471"/>
                </a:lnTo>
                <a:lnTo>
                  <a:pt x="44969" y="533"/>
                </a:lnTo>
                <a:lnTo>
                  <a:pt x="44648" y="610"/>
                </a:lnTo>
                <a:lnTo>
                  <a:pt x="44353" y="688"/>
                </a:lnTo>
                <a:lnTo>
                  <a:pt x="44059" y="773"/>
                </a:lnTo>
                <a:lnTo>
                  <a:pt x="43792" y="857"/>
                </a:lnTo>
                <a:lnTo>
                  <a:pt x="43524" y="950"/>
                </a:lnTo>
                <a:lnTo>
                  <a:pt x="43283" y="1050"/>
                </a:lnTo>
                <a:lnTo>
                  <a:pt x="43069" y="1151"/>
                </a:lnTo>
                <a:lnTo>
                  <a:pt x="42882" y="1259"/>
                </a:lnTo>
                <a:lnTo>
                  <a:pt x="42695" y="1375"/>
                </a:lnTo>
                <a:lnTo>
                  <a:pt x="42534" y="1490"/>
                </a:lnTo>
                <a:lnTo>
                  <a:pt x="42400" y="1614"/>
                </a:lnTo>
                <a:lnTo>
                  <a:pt x="42293" y="1738"/>
                </a:lnTo>
                <a:lnTo>
                  <a:pt x="42213" y="1869"/>
                </a:lnTo>
                <a:lnTo>
                  <a:pt x="42160" y="2008"/>
                </a:lnTo>
                <a:lnTo>
                  <a:pt x="42133" y="2147"/>
                </a:lnTo>
                <a:lnTo>
                  <a:pt x="42133" y="2293"/>
                </a:lnTo>
                <a:lnTo>
                  <a:pt x="42160" y="2440"/>
                </a:lnTo>
                <a:lnTo>
                  <a:pt x="42374" y="3359"/>
                </a:lnTo>
                <a:lnTo>
                  <a:pt x="42534" y="4277"/>
                </a:lnTo>
                <a:lnTo>
                  <a:pt x="42668" y="5196"/>
                </a:lnTo>
                <a:lnTo>
                  <a:pt x="42775" y="6115"/>
                </a:lnTo>
                <a:lnTo>
                  <a:pt x="42882" y="7041"/>
                </a:lnTo>
                <a:lnTo>
                  <a:pt x="42935" y="7960"/>
                </a:lnTo>
                <a:lnTo>
                  <a:pt x="43016" y="9813"/>
                </a:lnTo>
                <a:lnTo>
                  <a:pt x="40662" y="9828"/>
                </a:lnTo>
                <a:lnTo>
                  <a:pt x="38334" y="9851"/>
                </a:lnTo>
                <a:lnTo>
                  <a:pt x="35980" y="9882"/>
                </a:lnTo>
                <a:lnTo>
                  <a:pt x="33653" y="9913"/>
                </a:lnTo>
                <a:lnTo>
                  <a:pt x="31299" y="9951"/>
                </a:lnTo>
                <a:lnTo>
                  <a:pt x="28972" y="10006"/>
                </a:lnTo>
                <a:lnTo>
                  <a:pt x="26644" y="10052"/>
                </a:lnTo>
                <a:lnTo>
                  <a:pt x="24317" y="10114"/>
                </a:lnTo>
                <a:lnTo>
                  <a:pt x="22017" y="10183"/>
                </a:lnTo>
                <a:lnTo>
                  <a:pt x="19689" y="10253"/>
                </a:lnTo>
                <a:lnTo>
                  <a:pt x="17389" y="10330"/>
                </a:lnTo>
                <a:lnTo>
                  <a:pt x="15088" y="10415"/>
                </a:lnTo>
                <a:lnTo>
                  <a:pt x="12814" y="10507"/>
                </a:lnTo>
                <a:lnTo>
                  <a:pt x="10514" y="10608"/>
                </a:lnTo>
                <a:lnTo>
                  <a:pt x="8240" y="10716"/>
                </a:lnTo>
                <a:lnTo>
                  <a:pt x="5993" y="10832"/>
                </a:lnTo>
                <a:lnTo>
                  <a:pt x="5565" y="10855"/>
                </a:lnTo>
                <a:lnTo>
                  <a:pt x="5164" y="10886"/>
                </a:lnTo>
                <a:lnTo>
                  <a:pt x="4762" y="10924"/>
                </a:lnTo>
                <a:lnTo>
                  <a:pt x="4388" y="10963"/>
                </a:lnTo>
                <a:lnTo>
                  <a:pt x="4013" y="11009"/>
                </a:lnTo>
                <a:lnTo>
                  <a:pt x="3666" y="11063"/>
                </a:lnTo>
                <a:lnTo>
                  <a:pt x="3345" y="11117"/>
                </a:lnTo>
                <a:lnTo>
                  <a:pt x="3024" y="11179"/>
                </a:lnTo>
                <a:lnTo>
                  <a:pt x="2729" y="11248"/>
                </a:lnTo>
                <a:lnTo>
                  <a:pt x="2462" y="11318"/>
                </a:lnTo>
                <a:lnTo>
                  <a:pt x="2194" y="11387"/>
                </a:lnTo>
                <a:lnTo>
                  <a:pt x="1927" y="11465"/>
                </a:lnTo>
                <a:lnTo>
                  <a:pt x="1713" y="11542"/>
                </a:lnTo>
                <a:lnTo>
                  <a:pt x="1472" y="11627"/>
                </a:lnTo>
                <a:lnTo>
                  <a:pt x="1285" y="11712"/>
                </a:lnTo>
                <a:lnTo>
                  <a:pt x="1098" y="11804"/>
                </a:lnTo>
                <a:lnTo>
                  <a:pt x="910" y="11897"/>
                </a:lnTo>
                <a:lnTo>
                  <a:pt x="750" y="11990"/>
                </a:lnTo>
                <a:lnTo>
                  <a:pt x="616" y="12082"/>
                </a:lnTo>
                <a:lnTo>
                  <a:pt x="482" y="12183"/>
                </a:lnTo>
                <a:lnTo>
                  <a:pt x="268" y="12383"/>
                </a:lnTo>
                <a:lnTo>
                  <a:pt x="135" y="12592"/>
                </a:lnTo>
                <a:lnTo>
                  <a:pt x="28" y="12808"/>
                </a:lnTo>
                <a:lnTo>
                  <a:pt x="1" y="13024"/>
                </a:lnTo>
                <a:lnTo>
                  <a:pt x="1" y="13240"/>
                </a:lnTo>
                <a:lnTo>
                  <a:pt x="81" y="13456"/>
                </a:lnTo>
                <a:lnTo>
                  <a:pt x="215" y="13672"/>
                </a:lnTo>
                <a:lnTo>
                  <a:pt x="402" y="13881"/>
                </a:lnTo>
                <a:lnTo>
                  <a:pt x="643" y="14089"/>
                </a:lnTo>
                <a:lnTo>
                  <a:pt x="910" y="14290"/>
                </a:lnTo>
                <a:lnTo>
                  <a:pt x="1258" y="14483"/>
                </a:lnTo>
                <a:lnTo>
                  <a:pt x="1659" y="14661"/>
                </a:lnTo>
                <a:lnTo>
                  <a:pt x="1873" y="14746"/>
                </a:lnTo>
                <a:lnTo>
                  <a:pt x="2087" y="14830"/>
                </a:lnTo>
                <a:lnTo>
                  <a:pt x="2328" y="14915"/>
                </a:lnTo>
                <a:lnTo>
                  <a:pt x="2596" y="14993"/>
                </a:lnTo>
                <a:lnTo>
                  <a:pt x="2863" y="15062"/>
                </a:lnTo>
                <a:lnTo>
                  <a:pt x="3131" y="15132"/>
                </a:lnTo>
                <a:lnTo>
                  <a:pt x="3425" y="15201"/>
                </a:lnTo>
                <a:lnTo>
                  <a:pt x="3719" y="15255"/>
                </a:lnTo>
                <a:lnTo>
                  <a:pt x="4040" y="15317"/>
                </a:lnTo>
                <a:lnTo>
                  <a:pt x="4361" y="15371"/>
                </a:lnTo>
                <a:lnTo>
                  <a:pt x="4682" y="15417"/>
                </a:lnTo>
                <a:lnTo>
                  <a:pt x="5030" y="15456"/>
                </a:lnTo>
                <a:lnTo>
                  <a:pt x="5404" y="15494"/>
                </a:lnTo>
                <a:lnTo>
                  <a:pt x="5752" y="15525"/>
                </a:lnTo>
                <a:lnTo>
                  <a:pt x="6153" y="15556"/>
                </a:lnTo>
                <a:lnTo>
                  <a:pt x="6528" y="15572"/>
                </a:lnTo>
                <a:lnTo>
                  <a:pt x="6956" y="15587"/>
                </a:lnTo>
                <a:lnTo>
                  <a:pt x="7357" y="15595"/>
                </a:lnTo>
                <a:lnTo>
                  <a:pt x="7785" y="15602"/>
                </a:lnTo>
                <a:lnTo>
                  <a:pt x="8213" y="15595"/>
                </a:lnTo>
                <a:lnTo>
                  <a:pt x="25842" y="15286"/>
                </a:lnTo>
                <a:lnTo>
                  <a:pt x="34589" y="15139"/>
                </a:lnTo>
                <a:lnTo>
                  <a:pt x="43337" y="15000"/>
                </a:lnTo>
                <a:lnTo>
                  <a:pt x="43444" y="15950"/>
                </a:lnTo>
                <a:lnTo>
                  <a:pt x="43524" y="16892"/>
                </a:lnTo>
                <a:lnTo>
                  <a:pt x="43658" y="17826"/>
                </a:lnTo>
                <a:lnTo>
                  <a:pt x="43845" y="18768"/>
                </a:lnTo>
                <a:lnTo>
                  <a:pt x="44032" y="19709"/>
                </a:lnTo>
                <a:lnTo>
                  <a:pt x="44300" y="20644"/>
                </a:lnTo>
                <a:lnTo>
                  <a:pt x="44594" y="21578"/>
                </a:lnTo>
                <a:lnTo>
                  <a:pt x="44781" y="22049"/>
                </a:lnTo>
                <a:lnTo>
                  <a:pt x="44969" y="22512"/>
                </a:lnTo>
                <a:lnTo>
                  <a:pt x="45102" y="22712"/>
                </a:lnTo>
                <a:lnTo>
                  <a:pt x="45263" y="22898"/>
                </a:lnTo>
                <a:lnTo>
                  <a:pt x="45477" y="23068"/>
                </a:lnTo>
                <a:lnTo>
                  <a:pt x="45718" y="23230"/>
                </a:lnTo>
                <a:lnTo>
                  <a:pt x="46012" y="23384"/>
                </a:lnTo>
                <a:lnTo>
                  <a:pt x="46333" y="23515"/>
                </a:lnTo>
                <a:lnTo>
                  <a:pt x="46707" y="23639"/>
                </a:lnTo>
                <a:lnTo>
                  <a:pt x="47109" y="23747"/>
                </a:lnTo>
                <a:lnTo>
                  <a:pt x="47510" y="23847"/>
                </a:lnTo>
                <a:lnTo>
                  <a:pt x="47965" y="23924"/>
                </a:lnTo>
                <a:lnTo>
                  <a:pt x="48419" y="24002"/>
                </a:lnTo>
                <a:lnTo>
                  <a:pt x="48901" y="24056"/>
                </a:lnTo>
                <a:lnTo>
                  <a:pt x="49382" y="24102"/>
                </a:lnTo>
                <a:lnTo>
                  <a:pt x="49891" y="24133"/>
                </a:lnTo>
                <a:lnTo>
                  <a:pt x="50399" y="24156"/>
                </a:lnTo>
                <a:lnTo>
                  <a:pt x="50907" y="24164"/>
                </a:lnTo>
                <a:lnTo>
                  <a:pt x="51415" y="24156"/>
                </a:lnTo>
                <a:lnTo>
                  <a:pt x="51924" y="24133"/>
                </a:lnTo>
                <a:lnTo>
                  <a:pt x="52432" y="24102"/>
                </a:lnTo>
                <a:lnTo>
                  <a:pt x="52913" y="24056"/>
                </a:lnTo>
                <a:lnTo>
                  <a:pt x="53395" y="24002"/>
                </a:lnTo>
                <a:lnTo>
                  <a:pt x="53850" y="23932"/>
                </a:lnTo>
                <a:lnTo>
                  <a:pt x="54304" y="23847"/>
                </a:lnTo>
                <a:lnTo>
                  <a:pt x="54706" y="23747"/>
                </a:lnTo>
                <a:lnTo>
                  <a:pt x="55107" y="23639"/>
                </a:lnTo>
                <a:lnTo>
                  <a:pt x="55482" y="23515"/>
                </a:lnTo>
                <a:lnTo>
                  <a:pt x="55803" y="23384"/>
                </a:lnTo>
                <a:lnTo>
                  <a:pt x="56097" y="23237"/>
                </a:lnTo>
                <a:lnTo>
                  <a:pt x="56338" y="23075"/>
                </a:lnTo>
                <a:lnTo>
                  <a:pt x="56552" y="22898"/>
                </a:lnTo>
                <a:lnTo>
                  <a:pt x="56739" y="22712"/>
                </a:lnTo>
                <a:lnTo>
                  <a:pt x="56846" y="22512"/>
                </a:lnTo>
                <a:lnTo>
                  <a:pt x="57033" y="22033"/>
                </a:lnTo>
                <a:lnTo>
                  <a:pt x="57220" y="21562"/>
                </a:lnTo>
                <a:lnTo>
                  <a:pt x="57541" y="20605"/>
                </a:lnTo>
                <a:lnTo>
                  <a:pt x="57782" y="19648"/>
                </a:lnTo>
                <a:lnTo>
                  <a:pt x="57996" y="18690"/>
                </a:lnTo>
                <a:lnTo>
                  <a:pt x="58183" y="17725"/>
                </a:lnTo>
                <a:lnTo>
                  <a:pt x="58290" y="16768"/>
                </a:lnTo>
                <a:lnTo>
                  <a:pt x="58397" y="15803"/>
                </a:lnTo>
                <a:lnTo>
                  <a:pt x="58478" y="14838"/>
                </a:lnTo>
                <a:lnTo>
                  <a:pt x="65245" y="14784"/>
                </a:lnTo>
                <a:lnTo>
                  <a:pt x="68643" y="14769"/>
                </a:lnTo>
                <a:lnTo>
                  <a:pt x="72013" y="14753"/>
                </a:lnTo>
                <a:lnTo>
                  <a:pt x="75411" y="14746"/>
                </a:lnTo>
                <a:lnTo>
                  <a:pt x="78808" y="14746"/>
                </a:lnTo>
                <a:lnTo>
                  <a:pt x="82232" y="14753"/>
                </a:lnTo>
                <a:lnTo>
                  <a:pt x="85656" y="14776"/>
                </a:lnTo>
                <a:lnTo>
                  <a:pt x="86111" y="14776"/>
                </a:lnTo>
                <a:lnTo>
                  <a:pt x="86566" y="14769"/>
                </a:lnTo>
                <a:lnTo>
                  <a:pt x="86994" y="14753"/>
                </a:lnTo>
                <a:lnTo>
                  <a:pt x="87395" y="14738"/>
                </a:lnTo>
                <a:lnTo>
                  <a:pt x="87796" y="14715"/>
                </a:lnTo>
                <a:lnTo>
                  <a:pt x="88198" y="14684"/>
                </a:lnTo>
                <a:lnTo>
                  <a:pt x="88545" y="14653"/>
                </a:lnTo>
                <a:lnTo>
                  <a:pt x="88920" y="14614"/>
                </a:lnTo>
                <a:lnTo>
                  <a:pt x="89241" y="14576"/>
                </a:lnTo>
                <a:lnTo>
                  <a:pt x="89562" y="14529"/>
                </a:lnTo>
                <a:lnTo>
                  <a:pt x="89883" y="14475"/>
                </a:lnTo>
                <a:lnTo>
                  <a:pt x="90177" y="14421"/>
                </a:lnTo>
                <a:lnTo>
                  <a:pt x="90445" y="14360"/>
                </a:lnTo>
                <a:lnTo>
                  <a:pt x="90712" y="14298"/>
                </a:lnTo>
                <a:lnTo>
                  <a:pt x="90953" y="14228"/>
                </a:lnTo>
                <a:lnTo>
                  <a:pt x="91194" y="14159"/>
                </a:lnTo>
                <a:lnTo>
                  <a:pt x="91408" y="14089"/>
                </a:lnTo>
                <a:lnTo>
                  <a:pt x="91622" y="14012"/>
                </a:lnTo>
                <a:lnTo>
                  <a:pt x="91809" y="13927"/>
                </a:lnTo>
                <a:lnTo>
                  <a:pt x="91996" y="13850"/>
                </a:lnTo>
                <a:lnTo>
                  <a:pt x="92157" y="13765"/>
                </a:lnTo>
                <a:lnTo>
                  <a:pt x="92290" y="13680"/>
                </a:lnTo>
                <a:lnTo>
                  <a:pt x="92424" y="13588"/>
                </a:lnTo>
                <a:lnTo>
                  <a:pt x="92531" y="13495"/>
                </a:lnTo>
                <a:lnTo>
                  <a:pt x="92718" y="13310"/>
                </a:lnTo>
                <a:lnTo>
                  <a:pt x="92852" y="13117"/>
                </a:lnTo>
                <a:lnTo>
                  <a:pt x="92932" y="12924"/>
                </a:lnTo>
                <a:lnTo>
                  <a:pt x="92959" y="12723"/>
                </a:lnTo>
                <a:lnTo>
                  <a:pt x="92906" y="12522"/>
                </a:lnTo>
                <a:lnTo>
                  <a:pt x="92825" y="12321"/>
                </a:lnTo>
                <a:lnTo>
                  <a:pt x="92665" y="12128"/>
                </a:lnTo>
                <a:lnTo>
                  <a:pt x="92451" y="11928"/>
                </a:lnTo>
                <a:lnTo>
                  <a:pt x="92183" y="11742"/>
                </a:lnTo>
                <a:lnTo>
                  <a:pt x="91862" y="11557"/>
                </a:lnTo>
                <a:lnTo>
                  <a:pt x="91488" y="11380"/>
                </a:lnTo>
                <a:lnTo>
                  <a:pt x="91274" y="11295"/>
                </a:lnTo>
                <a:lnTo>
                  <a:pt x="91060" y="11218"/>
                </a:lnTo>
                <a:lnTo>
                  <a:pt x="90819" y="11133"/>
                </a:lnTo>
                <a:lnTo>
                  <a:pt x="90578" y="11063"/>
                </a:lnTo>
                <a:lnTo>
                  <a:pt x="90311" y="10986"/>
                </a:lnTo>
                <a:lnTo>
                  <a:pt x="90017" y="10916"/>
                </a:lnTo>
                <a:lnTo>
                  <a:pt x="89722" y="10847"/>
                </a:lnTo>
                <a:lnTo>
                  <a:pt x="89428" y="10785"/>
                </a:lnTo>
                <a:lnTo>
                  <a:pt x="89107" y="10723"/>
                </a:lnTo>
                <a:lnTo>
                  <a:pt x="88786" y="10669"/>
                </a:lnTo>
                <a:lnTo>
                  <a:pt x="88438" y="10623"/>
                </a:lnTo>
                <a:lnTo>
                  <a:pt x="88091" y="10569"/>
                </a:lnTo>
                <a:lnTo>
                  <a:pt x="87716" y="10530"/>
                </a:lnTo>
                <a:lnTo>
                  <a:pt x="87315" y="10492"/>
                </a:lnTo>
                <a:lnTo>
                  <a:pt x="86913" y="10461"/>
                </a:lnTo>
                <a:lnTo>
                  <a:pt x="86512" y="10430"/>
                </a:lnTo>
                <a:lnTo>
                  <a:pt x="86084" y="10407"/>
                </a:lnTo>
                <a:lnTo>
                  <a:pt x="85656" y="10392"/>
                </a:lnTo>
                <a:lnTo>
                  <a:pt x="82339" y="10291"/>
                </a:lnTo>
                <a:lnTo>
                  <a:pt x="79022" y="10191"/>
                </a:lnTo>
                <a:lnTo>
                  <a:pt x="75678" y="10114"/>
                </a:lnTo>
                <a:lnTo>
                  <a:pt x="72334" y="10036"/>
                </a:lnTo>
                <a:lnTo>
                  <a:pt x="68964" y="9967"/>
                </a:lnTo>
                <a:lnTo>
                  <a:pt x="65566" y="9913"/>
                </a:lnTo>
                <a:lnTo>
                  <a:pt x="62196" y="9867"/>
                </a:lnTo>
                <a:lnTo>
                  <a:pt x="58799" y="9836"/>
                </a:lnTo>
                <a:lnTo>
                  <a:pt x="58879" y="7983"/>
                </a:lnTo>
                <a:lnTo>
                  <a:pt x="58959" y="7057"/>
                </a:lnTo>
                <a:lnTo>
                  <a:pt x="59039" y="6130"/>
                </a:lnTo>
                <a:lnTo>
                  <a:pt x="59146" y="5204"/>
                </a:lnTo>
                <a:lnTo>
                  <a:pt x="59280" y="4285"/>
                </a:lnTo>
                <a:lnTo>
                  <a:pt x="59441" y="3359"/>
                </a:lnTo>
                <a:lnTo>
                  <a:pt x="59655" y="2440"/>
                </a:lnTo>
                <a:lnTo>
                  <a:pt x="59681" y="2293"/>
                </a:lnTo>
                <a:lnTo>
                  <a:pt x="59681" y="2147"/>
                </a:lnTo>
                <a:lnTo>
                  <a:pt x="59655" y="2008"/>
                </a:lnTo>
                <a:lnTo>
                  <a:pt x="59601" y="1869"/>
                </a:lnTo>
                <a:lnTo>
                  <a:pt x="59521" y="1738"/>
                </a:lnTo>
                <a:lnTo>
                  <a:pt x="59414" y="1614"/>
                </a:lnTo>
                <a:lnTo>
                  <a:pt x="59280" y="1490"/>
                </a:lnTo>
                <a:lnTo>
                  <a:pt x="59120" y="1375"/>
                </a:lnTo>
                <a:lnTo>
                  <a:pt x="58932" y="1267"/>
                </a:lnTo>
                <a:lnTo>
                  <a:pt x="58745" y="1159"/>
                </a:lnTo>
                <a:lnTo>
                  <a:pt x="58531" y="1050"/>
                </a:lnTo>
                <a:lnTo>
                  <a:pt x="58290" y="958"/>
                </a:lnTo>
                <a:lnTo>
                  <a:pt x="58023" y="865"/>
                </a:lnTo>
                <a:lnTo>
                  <a:pt x="57755" y="773"/>
                </a:lnTo>
                <a:lnTo>
                  <a:pt x="57461" y="688"/>
                </a:lnTo>
                <a:lnTo>
                  <a:pt x="57167" y="610"/>
                </a:lnTo>
                <a:lnTo>
                  <a:pt x="56846" y="541"/>
                </a:lnTo>
                <a:lnTo>
                  <a:pt x="56525" y="471"/>
                </a:lnTo>
                <a:lnTo>
                  <a:pt x="56177" y="402"/>
                </a:lnTo>
                <a:lnTo>
                  <a:pt x="55803" y="348"/>
                </a:lnTo>
                <a:lnTo>
                  <a:pt x="55428" y="294"/>
                </a:lnTo>
                <a:lnTo>
                  <a:pt x="55054" y="240"/>
                </a:lnTo>
                <a:lnTo>
                  <a:pt x="54679" y="194"/>
                </a:lnTo>
                <a:lnTo>
                  <a:pt x="54278" y="155"/>
                </a:lnTo>
                <a:lnTo>
                  <a:pt x="53876" y="116"/>
                </a:lnTo>
                <a:lnTo>
                  <a:pt x="53448" y="85"/>
                </a:lnTo>
                <a:lnTo>
                  <a:pt x="53047" y="62"/>
                </a:lnTo>
                <a:lnTo>
                  <a:pt x="52619" y="39"/>
                </a:lnTo>
                <a:lnTo>
                  <a:pt x="52191" y="24"/>
                </a:lnTo>
                <a:lnTo>
                  <a:pt x="51763" y="8"/>
                </a:lnTo>
                <a:lnTo>
                  <a:pt x="5133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rot="10800000">
            <a:off x="368955" y="233707"/>
            <a:ext cx="428717" cy="299902"/>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10800000">
            <a:off x="455277" y="176423"/>
            <a:ext cx="380079" cy="277692"/>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10800000">
            <a:off x="765638" y="624693"/>
            <a:ext cx="495896" cy="400538"/>
          </a:xfrm>
          <a:custGeom>
            <a:rect b="b" l="l" r="r" t="t"/>
            <a:pathLst>
              <a:path extrusionOk="0" h="39944" w="151650">
                <a:moveTo>
                  <a:pt x="92129" y="0"/>
                </a:moveTo>
                <a:lnTo>
                  <a:pt x="91567" y="8"/>
                </a:lnTo>
                <a:lnTo>
                  <a:pt x="91006" y="16"/>
                </a:lnTo>
                <a:lnTo>
                  <a:pt x="90417" y="31"/>
                </a:lnTo>
                <a:lnTo>
                  <a:pt x="89855" y="55"/>
                </a:lnTo>
                <a:lnTo>
                  <a:pt x="89267" y="85"/>
                </a:lnTo>
                <a:lnTo>
                  <a:pt x="88652" y="116"/>
                </a:lnTo>
                <a:lnTo>
                  <a:pt x="88063" y="163"/>
                </a:lnTo>
                <a:lnTo>
                  <a:pt x="86832" y="255"/>
                </a:lnTo>
                <a:lnTo>
                  <a:pt x="85602" y="363"/>
                </a:lnTo>
                <a:lnTo>
                  <a:pt x="84318" y="495"/>
                </a:lnTo>
                <a:lnTo>
                  <a:pt x="83034" y="641"/>
                </a:lnTo>
                <a:lnTo>
                  <a:pt x="81750" y="803"/>
                </a:lnTo>
                <a:lnTo>
                  <a:pt x="80439" y="973"/>
                </a:lnTo>
                <a:lnTo>
                  <a:pt x="79128" y="1158"/>
                </a:lnTo>
                <a:lnTo>
                  <a:pt x="77818" y="1351"/>
                </a:lnTo>
                <a:lnTo>
                  <a:pt x="76480" y="1560"/>
                </a:lnTo>
                <a:lnTo>
                  <a:pt x="75169" y="1768"/>
                </a:lnTo>
                <a:lnTo>
                  <a:pt x="73858" y="1984"/>
                </a:lnTo>
                <a:lnTo>
                  <a:pt x="72548" y="2208"/>
                </a:lnTo>
                <a:lnTo>
                  <a:pt x="69980" y="2664"/>
                </a:lnTo>
                <a:lnTo>
                  <a:pt x="67465" y="3119"/>
                </a:lnTo>
                <a:lnTo>
                  <a:pt x="65057" y="3559"/>
                </a:lnTo>
                <a:lnTo>
                  <a:pt x="62757" y="3984"/>
                </a:lnTo>
                <a:lnTo>
                  <a:pt x="60590" y="4378"/>
                </a:lnTo>
                <a:lnTo>
                  <a:pt x="58584" y="4725"/>
                </a:lnTo>
                <a:lnTo>
                  <a:pt x="57648" y="4879"/>
                </a:lnTo>
                <a:lnTo>
                  <a:pt x="56792" y="5018"/>
                </a:lnTo>
                <a:lnTo>
                  <a:pt x="43604" y="7026"/>
                </a:lnTo>
                <a:lnTo>
                  <a:pt x="30442" y="9040"/>
                </a:lnTo>
                <a:lnTo>
                  <a:pt x="23862" y="10060"/>
                </a:lnTo>
                <a:lnTo>
                  <a:pt x="17281" y="11071"/>
                </a:lnTo>
                <a:lnTo>
                  <a:pt x="10727" y="12098"/>
                </a:lnTo>
                <a:lnTo>
                  <a:pt x="4173" y="13124"/>
                </a:lnTo>
                <a:lnTo>
                  <a:pt x="3558" y="13232"/>
                </a:lnTo>
                <a:lnTo>
                  <a:pt x="2969" y="13356"/>
                </a:lnTo>
                <a:lnTo>
                  <a:pt x="2408" y="13495"/>
                </a:lnTo>
                <a:lnTo>
                  <a:pt x="1873" y="13649"/>
                </a:lnTo>
                <a:lnTo>
                  <a:pt x="1659" y="13726"/>
                </a:lnTo>
                <a:lnTo>
                  <a:pt x="1418" y="13811"/>
                </a:lnTo>
                <a:lnTo>
                  <a:pt x="1204" y="13896"/>
                </a:lnTo>
                <a:lnTo>
                  <a:pt x="1017" y="13981"/>
                </a:lnTo>
                <a:lnTo>
                  <a:pt x="829" y="14074"/>
                </a:lnTo>
                <a:lnTo>
                  <a:pt x="669" y="14166"/>
                </a:lnTo>
                <a:lnTo>
                  <a:pt x="508" y="14259"/>
                </a:lnTo>
                <a:lnTo>
                  <a:pt x="375" y="14359"/>
                </a:lnTo>
                <a:lnTo>
                  <a:pt x="268" y="14452"/>
                </a:lnTo>
                <a:lnTo>
                  <a:pt x="161" y="14552"/>
                </a:lnTo>
                <a:lnTo>
                  <a:pt x="107" y="14653"/>
                </a:lnTo>
                <a:lnTo>
                  <a:pt x="54" y="14753"/>
                </a:lnTo>
                <a:lnTo>
                  <a:pt x="0" y="14854"/>
                </a:lnTo>
                <a:lnTo>
                  <a:pt x="0" y="14954"/>
                </a:lnTo>
                <a:lnTo>
                  <a:pt x="27" y="15054"/>
                </a:lnTo>
                <a:lnTo>
                  <a:pt x="54" y="15162"/>
                </a:lnTo>
                <a:lnTo>
                  <a:pt x="107" y="15263"/>
                </a:lnTo>
                <a:lnTo>
                  <a:pt x="214" y="15363"/>
                </a:lnTo>
                <a:lnTo>
                  <a:pt x="321" y="15463"/>
                </a:lnTo>
                <a:lnTo>
                  <a:pt x="455" y="15564"/>
                </a:lnTo>
                <a:lnTo>
                  <a:pt x="642" y="15664"/>
                </a:lnTo>
                <a:lnTo>
                  <a:pt x="829" y="15765"/>
                </a:lnTo>
                <a:lnTo>
                  <a:pt x="1070" y="15865"/>
                </a:lnTo>
                <a:lnTo>
                  <a:pt x="1311" y="15965"/>
                </a:lnTo>
                <a:lnTo>
                  <a:pt x="5404" y="17409"/>
                </a:lnTo>
                <a:lnTo>
                  <a:pt x="9470" y="18852"/>
                </a:lnTo>
                <a:lnTo>
                  <a:pt x="13509" y="20312"/>
                </a:lnTo>
                <a:lnTo>
                  <a:pt x="17548" y="21763"/>
                </a:lnTo>
                <a:lnTo>
                  <a:pt x="25600" y="24681"/>
                </a:lnTo>
                <a:lnTo>
                  <a:pt x="33599" y="27607"/>
                </a:lnTo>
                <a:lnTo>
                  <a:pt x="49622" y="33459"/>
                </a:lnTo>
                <a:lnTo>
                  <a:pt x="57648" y="36377"/>
                </a:lnTo>
                <a:lnTo>
                  <a:pt x="61687" y="37836"/>
                </a:lnTo>
                <a:lnTo>
                  <a:pt x="65726" y="39287"/>
                </a:lnTo>
                <a:lnTo>
                  <a:pt x="66101" y="39411"/>
                </a:lnTo>
                <a:lnTo>
                  <a:pt x="66502" y="39526"/>
                </a:lnTo>
                <a:lnTo>
                  <a:pt x="66930" y="39627"/>
                </a:lnTo>
                <a:lnTo>
                  <a:pt x="67412" y="39712"/>
                </a:lnTo>
                <a:lnTo>
                  <a:pt x="67866" y="39781"/>
                </a:lnTo>
                <a:lnTo>
                  <a:pt x="68375" y="39843"/>
                </a:lnTo>
                <a:lnTo>
                  <a:pt x="68883" y="39889"/>
                </a:lnTo>
                <a:lnTo>
                  <a:pt x="69418" y="39920"/>
                </a:lnTo>
                <a:lnTo>
                  <a:pt x="69926" y="39943"/>
                </a:lnTo>
                <a:lnTo>
                  <a:pt x="70461" y="39943"/>
                </a:lnTo>
                <a:lnTo>
                  <a:pt x="70996" y="39936"/>
                </a:lnTo>
                <a:lnTo>
                  <a:pt x="71531" y="39905"/>
                </a:lnTo>
                <a:lnTo>
                  <a:pt x="72066" y="39866"/>
                </a:lnTo>
                <a:lnTo>
                  <a:pt x="72574" y="39812"/>
                </a:lnTo>
                <a:lnTo>
                  <a:pt x="73083" y="39735"/>
                </a:lnTo>
                <a:lnTo>
                  <a:pt x="73591" y="39642"/>
                </a:lnTo>
                <a:lnTo>
                  <a:pt x="91327" y="36006"/>
                </a:lnTo>
                <a:lnTo>
                  <a:pt x="100181" y="34184"/>
                </a:lnTo>
                <a:lnTo>
                  <a:pt x="104595" y="33266"/>
                </a:lnTo>
                <a:lnTo>
                  <a:pt x="108982" y="32339"/>
                </a:lnTo>
                <a:lnTo>
                  <a:pt x="113342" y="31413"/>
                </a:lnTo>
                <a:lnTo>
                  <a:pt x="117703" y="30471"/>
                </a:lnTo>
                <a:lnTo>
                  <a:pt x="122036" y="29529"/>
                </a:lnTo>
                <a:lnTo>
                  <a:pt x="126343" y="28572"/>
                </a:lnTo>
                <a:lnTo>
                  <a:pt x="130623" y="27607"/>
                </a:lnTo>
                <a:lnTo>
                  <a:pt x="134877" y="26626"/>
                </a:lnTo>
                <a:lnTo>
                  <a:pt x="139076" y="25638"/>
                </a:lnTo>
                <a:lnTo>
                  <a:pt x="143250" y="24635"/>
                </a:lnTo>
                <a:lnTo>
                  <a:pt x="143758" y="24650"/>
                </a:lnTo>
                <a:lnTo>
                  <a:pt x="144239" y="24650"/>
                </a:lnTo>
                <a:lnTo>
                  <a:pt x="144748" y="24642"/>
                </a:lnTo>
                <a:lnTo>
                  <a:pt x="145229" y="24627"/>
                </a:lnTo>
                <a:lnTo>
                  <a:pt x="145737" y="24596"/>
                </a:lnTo>
                <a:lnTo>
                  <a:pt x="146219" y="24557"/>
                </a:lnTo>
                <a:lnTo>
                  <a:pt x="146674" y="24511"/>
                </a:lnTo>
                <a:lnTo>
                  <a:pt x="147155" y="24457"/>
                </a:lnTo>
                <a:lnTo>
                  <a:pt x="147610" y="24388"/>
                </a:lnTo>
                <a:lnTo>
                  <a:pt x="148038" y="24318"/>
                </a:lnTo>
                <a:lnTo>
                  <a:pt x="148466" y="24233"/>
                </a:lnTo>
                <a:lnTo>
                  <a:pt x="148867" y="24148"/>
                </a:lnTo>
                <a:lnTo>
                  <a:pt x="149242" y="24048"/>
                </a:lnTo>
                <a:lnTo>
                  <a:pt x="149616" y="23948"/>
                </a:lnTo>
                <a:lnTo>
                  <a:pt x="149937" y="23840"/>
                </a:lnTo>
                <a:lnTo>
                  <a:pt x="150258" y="23724"/>
                </a:lnTo>
                <a:lnTo>
                  <a:pt x="150552" y="23608"/>
                </a:lnTo>
                <a:lnTo>
                  <a:pt x="150793" y="23477"/>
                </a:lnTo>
                <a:lnTo>
                  <a:pt x="151034" y="23345"/>
                </a:lnTo>
                <a:lnTo>
                  <a:pt x="151221" y="23214"/>
                </a:lnTo>
                <a:lnTo>
                  <a:pt x="151382" y="23075"/>
                </a:lnTo>
                <a:lnTo>
                  <a:pt x="151515" y="22936"/>
                </a:lnTo>
                <a:lnTo>
                  <a:pt x="151596" y="22790"/>
                </a:lnTo>
                <a:lnTo>
                  <a:pt x="151622" y="22643"/>
                </a:lnTo>
                <a:lnTo>
                  <a:pt x="151649" y="22496"/>
                </a:lnTo>
                <a:lnTo>
                  <a:pt x="151596" y="22342"/>
                </a:lnTo>
                <a:lnTo>
                  <a:pt x="151515" y="22187"/>
                </a:lnTo>
                <a:lnTo>
                  <a:pt x="151355" y="22033"/>
                </a:lnTo>
                <a:lnTo>
                  <a:pt x="151194" y="21879"/>
                </a:lnTo>
                <a:lnTo>
                  <a:pt x="150954" y="21724"/>
                </a:lnTo>
                <a:lnTo>
                  <a:pt x="150659" y="21570"/>
                </a:lnTo>
                <a:lnTo>
                  <a:pt x="150312" y="21408"/>
                </a:lnTo>
                <a:lnTo>
                  <a:pt x="119575" y="8739"/>
                </a:lnTo>
                <a:lnTo>
                  <a:pt x="119013" y="8508"/>
                </a:lnTo>
                <a:lnTo>
                  <a:pt x="118452" y="8253"/>
                </a:lnTo>
                <a:lnTo>
                  <a:pt x="117275" y="7705"/>
                </a:lnTo>
                <a:lnTo>
                  <a:pt x="116044" y="7103"/>
                </a:lnTo>
                <a:lnTo>
                  <a:pt x="114760" y="6470"/>
                </a:lnTo>
                <a:lnTo>
                  <a:pt x="113423" y="5806"/>
                </a:lnTo>
                <a:lnTo>
                  <a:pt x="112032" y="5119"/>
                </a:lnTo>
                <a:lnTo>
                  <a:pt x="110587" y="4439"/>
                </a:lnTo>
                <a:lnTo>
                  <a:pt x="109838" y="4100"/>
                </a:lnTo>
                <a:lnTo>
                  <a:pt x="109089" y="3760"/>
                </a:lnTo>
                <a:lnTo>
                  <a:pt x="108313" y="3436"/>
                </a:lnTo>
                <a:lnTo>
                  <a:pt x="107511" y="3104"/>
                </a:lnTo>
                <a:lnTo>
                  <a:pt x="106708" y="2787"/>
                </a:lnTo>
                <a:lnTo>
                  <a:pt x="105879" y="2486"/>
                </a:lnTo>
                <a:lnTo>
                  <a:pt x="105050" y="2185"/>
                </a:lnTo>
                <a:lnTo>
                  <a:pt x="104194" y="1907"/>
                </a:lnTo>
                <a:lnTo>
                  <a:pt x="103338" y="1637"/>
                </a:lnTo>
                <a:lnTo>
                  <a:pt x="102455" y="1382"/>
                </a:lnTo>
                <a:lnTo>
                  <a:pt x="101545" y="1143"/>
                </a:lnTo>
                <a:lnTo>
                  <a:pt x="100636" y="927"/>
                </a:lnTo>
                <a:lnTo>
                  <a:pt x="100154" y="819"/>
                </a:lnTo>
                <a:lnTo>
                  <a:pt x="99700" y="726"/>
                </a:lnTo>
                <a:lnTo>
                  <a:pt x="99218" y="634"/>
                </a:lnTo>
                <a:lnTo>
                  <a:pt x="98737" y="549"/>
                </a:lnTo>
                <a:lnTo>
                  <a:pt x="98255" y="464"/>
                </a:lnTo>
                <a:lnTo>
                  <a:pt x="97773" y="386"/>
                </a:lnTo>
                <a:lnTo>
                  <a:pt x="97265" y="317"/>
                </a:lnTo>
                <a:lnTo>
                  <a:pt x="96784" y="255"/>
                </a:lnTo>
                <a:lnTo>
                  <a:pt x="96275" y="201"/>
                </a:lnTo>
                <a:lnTo>
                  <a:pt x="95767" y="155"/>
                </a:lnTo>
                <a:lnTo>
                  <a:pt x="95259" y="109"/>
                </a:lnTo>
                <a:lnTo>
                  <a:pt x="94751" y="70"/>
                </a:lnTo>
                <a:lnTo>
                  <a:pt x="94242" y="47"/>
                </a:lnTo>
                <a:lnTo>
                  <a:pt x="93734" y="24"/>
                </a:lnTo>
                <a:lnTo>
                  <a:pt x="93199" y="8"/>
                </a:lnTo>
                <a:lnTo>
                  <a:pt x="926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10800000">
            <a:off x="1292461" y="228610"/>
            <a:ext cx="59923" cy="105900"/>
          </a:xfrm>
          <a:custGeom>
            <a:rect b="b" l="l" r="r" t="t"/>
            <a:pathLst>
              <a:path extrusionOk="0" h="10561" w="18325">
                <a:moveTo>
                  <a:pt x="4574" y="0"/>
                </a:moveTo>
                <a:lnTo>
                  <a:pt x="4173" y="8"/>
                </a:lnTo>
                <a:lnTo>
                  <a:pt x="3772" y="31"/>
                </a:lnTo>
                <a:lnTo>
                  <a:pt x="3397" y="62"/>
                </a:lnTo>
                <a:lnTo>
                  <a:pt x="3023" y="101"/>
                </a:lnTo>
                <a:lnTo>
                  <a:pt x="2648" y="147"/>
                </a:lnTo>
                <a:lnTo>
                  <a:pt x="2274" y="201"/>
                </a:lnTo>
                <a:lnTo>
                  <a:pt x="1926" y="270"/>
                </a:lnTo>
                <a:lnTo>
                  <a:pt x="1605" y="340"/>
                </a:lnTo>
                <a:lnTo>
                  <a:pt x="1311" y="425"/>
                </a:lnTo>
                <a:lnTo>
                  <a:pt x="1043" y="517"/>
                </a:lnTo>
                <a:lnTo>
                  <a:pt x="776" y="610"/>
                </a:lnTo>
                <a:lnTo>
                  <a:pt x="562" y="718"/>
                </a:lnTo>
                <a:lnTo>
                  <a:pt x="375" y="834"/>
                </a:lnTo>
                <a:lnTo>
                  <a:pt x="214" y="957"/>
                </a:lnTo>
                <a:lnTo>
                  <a:pt x="107" y="1089"/>
                </a:lnTo>
                <a:lnTo>
                  <a:pt x="27" y="1220"/>
                </a:lnTo>
                <a:lnTo>
                  <a:pt x="0" y="1367"/>
                </a:lnTo>
                <a:lnTo>
                  <a:pt x="27" y="1668"/>
                </a:lnTo>
                <a:lnTo>
                  <a:pt x="54" y="1961"/>
                </a:lnTo>
                <a:lnTo>
                  <a:pt x="107" y="2254"/>
                </a:lnTo>
                <a:lnTo>
                  <a:pt x="214" y="2555"/>
                </a:lnTo>
                <a:lnTo>
                  <a:pt x="321" y="2849"/>
                </a:lnTo>
                <a:lnTo>
                  <a:pt x="482" y="3150"/>
                </a:lnTo>
                <a:lnTo>
                  <a:pt x="642" y="3443"/>
                </a:lnTo>
                <a:lnTo>
                  <a:pt x="829" y="3737"/>
                </a:lnTo>
                <a:lnTo>
                  <a:pt x="1070" y="4030"/>
                </a:lnTo>
                <a:lnTo>
                  <a:pt x="1311" y="4323"/>
                </a:lnTo>
                <a:lnTo>
                  <a:pt x="1578" y="4617"/>
                </a:lnTo>
                <a:lnTo>
                  <a:pt x="1873" y="4902"/>
                </a:lnTo>
                <a:lnTo>
                  <a:pt x="2194" y="5196"/>
                </a:lnTo>
                <a:lnTo>
                  <a:pt x="2541" y="5481"/>
                </a:lnTo>
                <a:lnTo>
                  <a:pt x="2889" y="5767"/>
                </a:lnTo>
                <a:lnTo>
                  <a:pt x="3264" y="6053"/>
                </a:lnTo>
                <a:lnTo>
                  <a:pt x="3665" y="6330"/>
                </a:lnTo>
                <a:lnTo>
                  <a:pt x="4093" y="6608"/>
                </a:lnTo>
                <a:lnTo>
                  <a:pt x="4548" y="6886"/>
                </a:lnTo>
                <a:lnTo>
                  <a:pt x="5002" y="7157"/>
                </a:lnTo>
                <a:lnTo>
                  <a:pt x="5484" y="7427"/>
                </a:lnTo>
                <a:lnTo>
                  <a:pt x="5966" y="7697"/>
                </a:lnTo>
                <a:lnTo>
                  <a:pt x="6474" y="7959"/>
                </a:lnTo>
                <a:lnTo>
                  <a:pt x="7009" y="8222"/>
                </a:lnTo>
                <a:lnTo>
                  <a:pt x="7544" y="8477"/>
                </a:lnTo>
                <a:lnTo>
                  <a:pt x="8106" y="8731"/>
                </a:lnTo>
                <a:lnTo>
                  <a:pt x="8694" y="8978"/>
                </a:lnTo>
                <a:lnTo>
                  <a:pt x="9283" y="9225"/>
                </a:lnTo>
                <a:lnTo>
                  <a:pt x="9871" y="9465"/>
                </a:lnTo>
                <a:lnTo>
                  <a:pt x="10486" y="9704"/>
                </a:lnTo>
                <a:lnTo>
                  <a:pt x="11128" y="9936"/>
                </a:lnTo>
                <a:lnTo>
                  <a:pt x="11770" y="10160"/>
                </a:lnTo>
                <a:lnTo>
                  <a:pt x="12065" y="10252"/>
                </a:lnTo>
                <a:lnTo>
                  <a:pt x="12359" y="10329"/>
                </a:lnTo>
                <a:lnTo>
                  <a:pt x="12653" y="10391"/>
                </a:lnTo>
                <a:lnTo>
                  <a:pt x="12974" y="10445"/>
                </a:lnTo>
                <a:lnTo>
                  <a:pt x="13322" y="10492"/>
                </a:lnTo>
                <a:lnTo>
                  <a:pt x="13643" y="10522"/>
                </a:lnTo>
                <a:lnTo>
                  <a:pt x="13964" y="10546"/>
                </a:lnTo>
                <a:lnTo>
                  <a:pt x="14312" y="10561"/>
                </a:lnTo>
                <a:lnTo>
                  <a:pt x="14659" y="10561"/>
                </a:lnTo>
                <a:lnTo>
                  <a:pt x="14980" y="10553"/>
                </a:lnTo>
                <a:lnTo>
                  <a:pt x="15301" y="10538"/>
                </a:lnTo>
                <a:lnTo>
                  <a:pt x="15622" y="10515"/>
                </a:lnTo>
                <a:lnTo>
                  <a:pt x="15943" y="10484"/>
                </a:lnTo>
                <a:lnTo>
                  <a:pt x="16238" y="10445"/>
                </a:lnTo>
                <a:lnTo>
                  <a:pt x="16532" y="10399"/>
                </a:lnTo>
                <a:lnTo>
                  <a:pt x="16826" y="10345"/>
                </a:lnTo>
                <a:lnTo>
                  <a:pt x="17067" y="10291"/>
                </a:lnTo>
                <a:lnTo>
                  <a:pt x="17308" y="10221"/>
                </a:lnTo>
                <a:lnTo>
                  <a:pt x="17549" y="10152"/>
                </a:lnTo>
                <a:lnTo>
                  <a:pt x="17736" y="10082"/>
                </a:lnTo>
                <a:lnTo>
                  <a:pt x="17896" y="9997"/>
                </a:lnTo>
                <a:lnTo>
                  <a:pt x="18057" y="9913"/>
                </a:lnTo>
                <a:lnTo>
                  <a:pt x="18164" y="9828"/>
                </a:lnTo>
                <a:lnTo>
                  <a:pt x="18271" y="9735"/>
                </a:lnTo>
                <a:lnTo>
                  <a:pt x="18324" y="9642"/>
                </a:lnTo>
                <a:lnTo>
                  <a:pt x="18324" y="9542"/>
                </a:lnTo>
                <a:lnTo>
                  <a:pt x="18324" y="9442"/>
                </a:lnTo>
                <a:lnTo>
                  <a:pt x="18271" y="9341"/>
                </a:lnTo>
                <a:lnTo>
                  <a:pt x="18164" y="9241"/>
                </a:lnTo>
                <a:lnTo>
                  <a:pt x="18030" y="9133"/>
                </a:lnTo>
                <a:lnTo>
                  <a:pt x="17870" y="9032"/>
                </a:lnTo>
                <a:lnTo>
                  <a:pt x="17629" y="8924"/>
                </a:lnTo>
                <a:lnTo>
                  <a:pt x="17094" y="8693"/>
                </a:lnTo>
                <a:lnTo>
                  <a:pt x="16586" y="8469"/>
                </a:lnTo>
                <a:lnTo>
                  <a:pt x="16077" y="8237"/>
                </a:lnTo>
                <a:lnTo>
                  <a:pt x="15596" y="8006"/>
                </a:lnTo>
                <a:lnTo>
                  <a:pt x="15141" y="7774"/>
                </a:lnTo>
                <a:lnTo>
                  <a:pt x="14713" y="7542"/>
                </a:lnTo>
                <a:lnTo>
                  <a:pt x="14285" y="7311"/>
                </a:lnTo>
                <a:lnTo>
                  <a:pt x="13884" y="7079"/>
                </a:lnTo>
                <a:lnTo>
                  <a:pt x="13509" y="6848"/>
                </a:lnTo>
                <a:lnTo>
                  <a:pt x="13161" y="6608"/>
                </a:lnTo>
                <a:lnTo>
                  <a:pt x="12814" y="6377"/>
                </a:lnTo>
                <a:lnTo>
                  <a:pt x="12466" y="6137"/>
                </a:lnTo>
                <a:lnTo>
                  <a:pt x="12145" y="5898"/>
                </a:lnTo>
                <a:lnTo>
                  <a:pt x="11851" y="5659"/>
                </a:lnTo>
                <a:lnTo>
                  <a:pt x="11316" y="5180"/>
                </a:lnTo>
                <a:lnTo>
                  <a:pt x="10807" y="4694"/>
                </a:lnTo>
                <a:lnTo>
                  <a:pt x="10379" y="4200"/>
                </a:lnTo>
                <a:lnTo>
                  <a:pt x="9978" y="3698"/>
                </a:lnTo>
                <a:lnTo>
                  <a:pt x="9657" y="3188"/>
                </a:lnTo>
                <a:lnTo>
                  <a:pt x="9336" y="2679"/>
                </a:lnTo>
                <a:lnTo>
                  <a:pt x="9095" y="2154"/>
                </a:lnTo>
                <a:lnTo>
                  <a:pt x="8881" y="1621"/>
                </a:lnTo>
                <a:lnTo>
                  <a:pt x="8694" y="1081"/>
                </a:lnTo>
                <a:lnTo>
                  <a:pt x="8614" y="934"/>
                </a:lnTo>
                <a:lnTo>
                  <a:pt x="8507" y="795"/>
                </a:lnTo>
                <a:lnTo>
                  <a:pt x="8346" y="664"/>
                </a:lnTo>
                <a:lnTo>
                  <a:pt x="8159" y="556"/>
                </a:lnTo>
                <a:lnTo>
                  <a:pt x="7945" y="448"/>
                </a:lnTo>
                <a:lnTo>
                  <a:pt x="7704" y="355"/>
                </a:lnTo>
                <a:lnTo>
                  <a:pt x="7437" y="278"/>
                </a:lnTo>
                <a:lnTo>
                  <a:pt x="7116" y="209"/>
                </a:lnTo>
                <a:lnTo>
                  <a:pt x="6795" y="147"/>
                </a:lnTo>
                <a:lnTo>
                  <a:pt x="6447" y="93"/>
                </a:lnTo>
                <a:lnTo>
                  <a:pt x="6099" y="54"/>
                </a:lnTo>
                <a:lnTo>
                  <a:pt x="5725" y="31"/>
                </a:lnTo>
                <a:lnTo>
                  <a:pt x="5350" y="8"/>
                </a:lnTo>
                <a:lnTo>
                  <a:pt x="49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10800000">
            <a:off x="1321501" y="420350"/>
            <a:ext cx="32196" cy="94299"/>
          </a:xfrm>
          <a:custGeom>
            <a:rect b="b" l="l" r="r" t="t"/>
            <a:pathLst>
              <a:path extrusionOk="0" h="9404" w="9846">
                <a:moveTo>
                  <a:pt x="6154" y="1"/>
                </a:moveTo>
                <a:lnTo>
                  <a:pt x="5886" y="9"/>
                </a:lnTo>
                <a:lnTo>
                  <a:pt x="5645" y="16"/>
                </a:lnTo>
                <a:lnTo>
                  <a:pt x="5404" y="40"/>
                </a:lnTo>
                <a:lnTo>
                  <a:pt x="5190" y="55"/>
                </a:lnTo>
                <a:lnTo>
                  <a:pt x="4950" y="86"/>
                </a:lnTo>
                <a:lnTo>
                  <a:pt x="4736" y="117"/>
                </a:lnTo>
                <a:lnTo>
                  <a:pt x="4522" y="155"/>
                </a:lnTo>
                <a:lnTo>
                  <a:pt x="4334" y="194"/>
                </a:lnTo>
                <a:lnTo>
                  <a:pt x="4120" y="248"/>
                </a:lnTo>
                <a:lnTo>
                  <a:pt x="3960" y="302"/>
                </a:lnTo>
                <a:lnTo>
                  <a:pt x="3799" y="364"/>
                </a:lnTo>
                <a:lnTo>
                  <a:pt x="3318" y="572"/>
                </a:lnTo>
                <a:lnTo>
                  <a:pt x="2863" y="788"/>
                </a:lnTo>
                <a:lnTo>
                  <a:pt x="2462" y="1012"/>
                </a:lnTo>
                <a:lnTo>
                  <a:pt x="2087" y="1244"/>
                </a:lnTo>
                <a:lnTo>
                  <a:pt x="1740" y="1483"/>
                </a:lnTo>
                <a:lnTo>
                  <a:pt x="1445" y="1730"/>
                </a:lnTo>
                <a:lnTo>
                  <a:pt x="1178" y="1977"/>
                </a:lnTo>
                <a:lnTo>
                  <a:pt x="937" y="2232"/>
                </a:lnTo>
                <a:lnTo>
                  <a:pt x="723" y="2494"/>
                </a:lnTo>
                <a:lnTo>
                  <a:pt x="536" y="2757"/>
                </a:lnTo>
                <a:lnTo>
                  <a:pt x="402" y="3019"/>
                </a:lnTo>
                <a:lnTo>
                  <a:pt x="268" y="3290"/>
                </a:lnTo>
                <a:lnTo>
                  <a:pt x="161" y="3568"/>
                </a:lnTo>
                <a:lnTo>
                  <a:pt x="81" y="3838"/>
                </a:lnTo>
                <a:lnTo>
                  <a:pt x="28" y="4116"/>
                </a:lnTo>
                <a:lnTo>
                  <a:pt x="1" y="4394"/>
                </a:lnTo>
                <a:lnTo>
                  <a:pt x="1" y="4671"/>
                </a:lnTo>
                <a:lnTo>
                  <a:pt x="1" y="4949"/>
                </a:lnTo>
                <a:lnTo>
                  <a:pt x="28" y="5235"/>
                </a:lnTo>
                <a:lnTo>
                  <a:pt x="81" y="5513"/>
                </a:lnTo>
                <a:lnTo>
                  <a:pt x="135" y="5791"/>
                </a:lnTo>
                <a:lnTo>
                  <a:pt x="215" y="6061"/>
                </a:lnTo>
                <a:lnTo>
                  <a:pt x="429" y="6609"/>
                </a:lnTo>
                <a:lnTo>
                  <a:pt x="670" y="7142"/>
                </a:lnTo>
                <a:lnTo>
                  <a:pt x="964" y="7667"/>
                </a:lnTo>
                <a:lnTo>
                  <a:pt x="1285" y="8169"/>
                </a:lnTo>
                <a:lnTo>
                  <a:pt x="1633" y="8647"/>
                </a:lnTo>
                <a:lnTo>
                  <a:pt x="1740" y="8748"/>
                </a:lnTo>
                <a:lnTo>
                  <a:pt x="1847" y="8840"/>
                </a:lnTo>
                <a:lnTo>
                  <a:pt x="1980" y="8925"/>
                </a:lnTo>
                <a:lnTo>
                  <a:pt x="2168" y="9002"/>
                </a:lnTo>
                <a:lnTo>
                  <a:pt x="2328" y="9072"/>
                </a:lnTo>
                <a:lnTo>
                  <a:pt x="2542" y="9141"/>
                </a:lnTo>
                <a:lnTo>
                  <a:pt x="2756" y="9195"/>
                </a:lnTo>
                <a:lnTo>
                  <a:pt x="2997" y="9242"/>
                </a:lnTo>
                <a:lnTo>
                  <a:pt x="3238" y="9288"/>
                </a:lnTo>
                <a:lnTo>
                  <a:pt x="3505" y="9327"/>
                </a:lnTo>
                <a:lnTo>
                  <a:pt x="3773" y="9357"/>
                </a:lnTo>
                <a:lnTo>
                  <a:pt x="4040" y="9373"/>
                </a:lnTo>
                <a:lnTo>
                  <a:pt x="4308" y="9388"/>
                </a:lnTo>
                <a:lnTo>
                  <a:pt x="4602" y="9404"/>
                </a:lnTo>
                <a:lnTo>
                  <a:pt x="4869" y="9404"/>
                </a:lnTo>
                <a:lnTo>
                  <a:pt x="5137" y="9396"/>
                </a:lnTo>
                <a:lnTo>
                  <a:pt x="5431" y="9388"/>
                </a:lnTo>
                <a:lnTo>
                  <a:pt x="5699" y="9365"/>
                </a:lnTo>
                <a:lnTo>
                  <a:pt x="5940" y="9342"/>
                </a:lnTo>
                <a:lnTo>
                  <a:pt x="6207" y="9311"/>
                </a:lnTo>
                <a:lnTo>
                  <a:pt x="6448" y="9273"/>
                </a:lnTo>
                <a:lnTo>
                  <a:pt x="6662" y="9234"/>
                </a:lnTo>
                <a:lnTo>
                  <a:pt x="6876" y="9180"/>
                </a:lnTo>
                <a:lnTo>
                  <a:pt x="7090" y="9126"/>
                </a:lnTo>
                <a:lnTo>
                  <a:pt x="7250" y="9064"/>
                </a:lnTo>
                <a:lnTo>
                  <a:pt x="7411" y="8995"/>
                </a:lnTo>
                <a:lnTo>
                  <a:pt x="7545" y="8917"/>
                </a:lnTo>
                <a:lnTo>
                  <a:pt x="7652" y="8833"/>
                </a:lnTo>
                <a:lnTo>
                  <a:pt x="7732" y="8748"/>
                </a:lnTo>
                <a:lnTo>
                  <a:pt x="7785" y="8647"/>
                </a:lnTo>
                <a:lnTo>
                  <a:pt x="7812" y="8547"/>
                </a:lnTo>
                <a:lnTo>
                  <a:pt x="7812" y="8439"/>
                </a:lnTo>
                <a:lnTo>
                  <a:pt x="7678" y="7929"/>
                </a:lnTo>
                <a:lnTo>
                  <a:pt x="7598" y="7420"/>
                </a:lnTo>
                <a:lnTo>
                  <a:pt x="7571" y="6910"/>
                </a:lnTo>
                <a:lnTo>
                  <a:pt x="7571" y="6401"/>
                </a:lnTo>
                <a:lnTo>
                  <a:pt x="7625" y="5891"/>
                </a:lnTo>
                <a:lnTo>
                  <a:pt x="7732" y="5382"/>
                </a:lnTo>
                <a:lnTo>
                  <a:pt x="7892" y="4872"/>
                </a:lnTo>
                <a:lnTo>
                  <a:pt x="8106" y="4363"/>
                </a:lnTo>
                <a:lnTo>
                  <a:pt x="8240" y="4147"/>
                </a:lnTo>
                <a:lnTo>
                  <a:pt x="8374" y="3930"/>
                </a:lnTo>
                <a:lnTo>
                  <a:pt x="8668" y="3490"/>
                </a:lnTo>
                <a:lnTo>
                  <a:pt x="8962" y="3058"/>
                </a:lnTo>
                <a:lnTo>
                  <a:pt x="9283" y="2626"/>
                </a:lnTo>
                <a:lnTo>
                  <a:pt x="9551" y="2193"/>
                </a:lnTo>
                <a:lnTo>
                  <a:pt x="9658" y="1977"/>
                </a:lnTo>
                <a:lnTo>
                  <a:pt x="9738" y="1753"/>
                </a:lnTo>
                <a:lnTo>
                  <a:pt x="9818" y="1537"/>
                </a:lnTo>
                <a:lnTo>
                  <a:pt x="9845" y="1313"/>
                </a:lnTo>
                <a:lnTo>
                  <a:pt x="9845" y="1097"/>
                </a:lnTo>
                <a:lnTo>
                  <a:pt x="9818" y="873"/>
                </a:lnTo>
                <a:lnTo>
                  <a:pt x="9792" y="796"/>
                </a:lnTo>
                <a:lnTo>
                  <a:pt x="9765" y="727"/>
                </a:lnTo>
                <a:lnTo>
                  <a:pt x="9685" y="649"/>
                </a:lnTo>
                <a:lnTo>
                  <a:pt x="9578" y="588"/>
                </a:lnTo>
                <a:lnTo>
                  <a:pt x="9471" y="518"/>
                </a:lnTo>
                <a:lnTo>
                  <a:pt x="9364" y="464"/>
                </a:lnTo>
                <a:lnTo>
                  <a:pt x="9203" y="402"/>
                </a:lnTo>
                <a:lnTo>
                  <a:pt x="9043" y="348"/>
                </a:lnTo>
                <a:lnTo>
                  <a:pt x="8882" y="302"/>
                </a:lnTo>
                <a:lnTo>
                  <a:pt x="8695" y="248"/>
                </a:lnTo>
                <a:lnTo>
                  <a:pt x="8481" y="209"/>
                </a:lnTo>
                <a:lnTo>
                  <a:pt x="8294" y="171"/>
                </a:lnTo>
                <a:lnTo>
                  <a:pt x="8080" y="132"/>
                </a:lnTo>
                <a:lnTo>
                  <a:pt x="7839" y="101"/>
                </a:lnTo>
                <a:lnTo>
                  <a:pt x="7384" y="55"/>
                </a:lnTo>
                <a:lnTo>
                  <a:pt x="7143" y="32"/>
                </a:lnTo>
                <a:lnTo>
                  <a:pt x="6876" y="16"/>
                </a:lnTo>
                <a:lnTo>
                  <a:pt x="6635" y="9"/>
                </a:lnTo>
                <a:lnTo>
                  <a:pt x="639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10800000">
            <a:off x="1236756" y="562395"/>
            <a:ext cx="76194" cy="84923"/>
          </a:xfrm>
          <a:custGeom>
            <a:rect b="b" l="l" r="r" t="t"/>
            <a:pathLst>
              <a:path extrusionOk="0" h="8469" w="23301">
                <a:moveTo>
                  <a:pt x="18298" y="0"/>
                </a:moveTo>
                <a:lnTo>
                  <a:pt x="17763" y="8"/>
                </a:lnTo>
                <a:lnTo>
                  <a:pt x="17228" y="15"/>
                </a:lnTo>
                <a:lnTo>
                  <a:pt x="16666" y="39"/>
                </a:lnTo>
                <a:lnTo>
                  <a:pt x="16131" y="70"/>
                </a:lnTo>
                <a:lnTo>
                  <a:pt x="15596" y="108"/>
                </a:lnTo>
                <a:lnTo>
                  <a:pt x="15061" y="162"/>
                </a:lnTo>
                <a:lnTo>
                  <a:pt x="14526" y="216"/>
                </a:lnTo>
                <a:lnTo>
                  <a:pt x="14018" y="278"/>
                </a:lnTo>
                <a:lnTo>
                  <a:pt x="13483" y="347"/>
                </a:lnTo>
                <a:lnTo>
                  <a:pt x="12975" y="425"/>
                </a:lnTo>
                <a:lnTo>
                  <a:pt x="12466" y="510"/>
                </a:lnTo>
                <a:lnTo>
                  <a:pt x="11985" y="594"/>
                </a:lnTo>
                <a:lnTo>
                  <a:pt x="11477" y="687"/>
                </a:lnTo>
                <a:lnTo>
                  <a:pt x="10995" y="787"/>
                </a:lnTo>
                <a:lnTo>
                  <a:pt x="10514" y="896"/>
                </a:lnTo>
                <a:lnTo>
                  <a:pt x="10059" y="1004"/>
                </a:lnTo>
                <a:lnTo>
                  <a:pt x="9149" y="1227"/>
                </a:lnTo>
                <a:lnTo>
                  <a:pt x="8267" y="1467"/>
                </a:lnTo>
                <a:lnTo>
                  <a:pt x="7437" y="1714"/>
                </a:lnTo>
                <a:lnTo>
                  <a:pt x="6635" y="1976"/>
                </a:lnTo>
                <a:lnTo>
                  <a:pt x="5886" y="2231"/>
                </a:lnTo>
                <a:lnTo>
                  <a:pt x="5190" y="2494"/>
                </a:lnTo>
                <a:lnTo>
                  <a:pt x="4575" y="2748"/>
                </a:lnTo>
                <a:lnTo>
                  <a:pt x="3986" y="3003"/>
                </a:lnTo>
                <a:lnTo>
                  <a:pt x="3398" y="3273"/>
                </a:lnTo>
                <a:lnTo>
                  <a:pt x="2863" y="3551"/>
                </a:lnTo>
                <a:lnTo>
                  <a:pt x="2381" y="3837"/>
                </a:lnTo>
                <a:lnTo>
                  <a:pt x="1927" y="4122"/>
                </a:lnTo>
                <a:lnTo>
                  <a:pt x="1525" y="4416"/>
                </a:lnTo>
                <a:lnTo>
                  <a:pt x="1178" y="4709"/>
                </a:lnTo>
                <a:lnTo>
                  <a:pt x="857" y="5010"/>
                </a:lnTo>
                <a:lnTo>
                  <a:pt x="589" y="5319"/>
                </a:lnTo>
                <a:lnTo>
                  <a:pt x="375" y="5620"/>
                </a:lnTo>
                <a:lnTo>
                  <a:pt x="215" y="5929"/>
                </a:lnTo>
                <a:lnTo>
                  <a:pt x="81" y="6245"/>
                </a:lnTo>
                <a:lnTo>
                  <a:pt x="27" y="6554"/>
                </a:lnTo>
                <a:lnTo>
                  <a:pt x="1" y="6871"/>
                </a:lnTo>
                <a:lnTo>
                  <a:pt x="27" y="7187"/>
                </a:lnTo>
                <a:lnTo>
                  <a:pt x="134" y="7504"/>
                </a:lnTo>
                <a:lnTo>
                  <a:pt x="268" y="7820"/>
                </a:lnTo>
                <a:lnTo>
                  <a:pt x="322" y="7897"/>
                </a:lnTo>
                <a:lnTo>
                  <a:pt x="402" y="7967"/>
                </a:lnTo>
                <a:lnTo>
                  <a:pt x="509" y="8036"/>
                </a:lnTo>
                <a:lnTo>
                  <a:pt x="616" y="8098"/>
                </a:lnTo>
                <a:lnTo>
                  <a:pt x="750" y="8152"/>
                </a:lnTo>
                <a:lnTo>
                  <a:pt x="883" y="8206"/>
                </a:lnTo>
                <a:lnTo>
                  <a:pt x="1044" y="8253"/>
                </a:lnTo>
                <a:lnTo>
                  <a:pt x="1204" y="8299"/>
                </a:lnTo>
                <a:lnTo>
                  <a:pt x="1392" y="8338"/>
                </a:lnTo>
                <a:lnTo>
                  <a:pt x="1606" y="8368"/>
                </a:lnTo>
                <a:lnTo>
                  <a:pt x="1793" y="8399"/>
                </a:lnTo>
                <a:lnTo>
                  <a:pt x="2007" y="8422"/>
                </a:lnTo>
                <a:lnTo>
                  <a:pt x="2221" y="8446"/>
                </a:lnTo>
                <a:lnTo>
                  <a:pt x="2435" y="8453"/>
                </a:lnTo>
                <a:lnTo>
                  <a:pt x="2649" y="8469"/>
                </a:lnTo>
                <a:lnTo>
                  <a:pt x="3318" y="8469"/>
                </a:lnTo>
                <a:lnTo>
                  <a:pt x="3532" y="8453"/>
                </a:lnTo>
                <a:lnTo>
                  <a:pt x="3746" y="8438"/>
                </a:lnTo>
                <a:lnTo>
                  <a:pt x="3960" y="8422"/>
                </a:lnTo>
                <a:lnTo>
                  <a:pt x="4174" y="8399"/>
                </a:lnTo>
                <a:lnTo>
                  <a:pt x="4361" y="8368"/>
                </a:lnTo>
                <a:lnTo>
                  <a:pt x="4548" y="8330"/>
                </a:lnTo>
                <a:lnTo>
                  <a:pt x="4709" y="8291"/>
                </a:lnTo>
                <a:lnTo>
                  <a:pt x="4869" y="8245"/>
                </a:lnTo>
                <a:lnTo>
                  <a:pt x="5003" y="8191"/>
                </a:lnTo>
                <a:lnTo>
                  <a:pt x="5137" y="8137"/>
                </a:lnTo>
                <a:lnTo>
                  <a:pt x="5244" y="8067"/>
                </a:lnTo>
                <a:lnTo>
                  <a:pt x="5351" y="8006"/>
                </a:lnTo>
                <a:lnTo>
                  <a:pt x="5431" y="7928"/>
                </a:lnTo>
                <a:lnTo>
                  <a:pt x="5485" y="7851"/>
                </a:lnTo>
                <a:lnTo>
                  <a:pt x="5618" y="7604"/>
                </a:lnTo>
                <a:lnTo>
                  <a:pt x="5779" y="7365"/>
                </a:lnTo>
                <a:lnTo>
                  <a:pt x="5966" y="7133"/>
                </a:lnTo>
                <a:lnTo>
                  <a:pt x="6180" y="6894"/>
                </a:lnTo>
                <a:lnTo>
                  <a:pt x="6421" y="6662"/>
                </a:lnTo>
                <a:lnTo>
                  <a:pt x="6688" y="6438"/>
                </a:lnTo>
                <a:lnTo>
                  <a:pt x="6956" y="6215"/>
                </a:lnTo>
                <a:lnTo>
                  <a:pt x="7277" y="5991"/>
                </a:lnTo>
                <a:lnTo>
                  <a:pt x="7625" y="5775"/>
                </a:lnTo>
                <a:lnTo>
                  <a:pt x="7999" y="5566"/>
                </a:lnTo>
                <a:lnTo>
                  <a:pt x="8374" y="5358"/>
                </a:lnTo>
                <a:lnTo>
                  <a:pt x="8802" y="5149"/>
                </a:lnTo>
                <a:lnTo>
                  <a:pt x="9283" y="4948"/>
                </a:lnTo>
                <a:lnTo>
                  <a:pt x="9765" y="4748"/>
                </a:lnTo>
                <a:lnTo>
                  <a:pt x="10273" y="4555"/>
                </a:lnTo>
                <a:lnTo>
                  <a:pt x="10835" y="4369"/>
                </a:lnTo>
                <a:lnTo>
                  <a:pt x="11423" y="4184"/>
                </a:lnTo>
                <a:lnTo>
                  <a:pt x="12038" y="4022"/>
                </a:lnTo>
                <a:lnTo>
                  <a:pt x="12654" y="3875"/>
                </a:lnTo>
                <a:lnTo>
                  <a:pt x="13296" y="3736"/>
                </a:lnTo>
                <a:lnTo>
                  <a:pt x="13964" y="3605"/>
                </a:lnTo>
                <a:lnTo>
                  <a:pt x="14633" y="3489"/>
                </a:lnTo>
                <a:lnTo>
                  <a:pt x="15329" y="3374"/>
                </a:lnTo>
                <a:lnTo>
                  <a:pt x="15998" y="3266"/>
                </a:lnTo>
                <a:lnTo>
                  <a:pt x="17389" y="3057"/>
                </a:lnTo>
                <a:lnTo>
                  <a:pt x="18780" y="2841"/>
                </a:lnTo>
                <a:lnTo>
                  <a:pt x="19475" y="2725"/>
                </a:lnTo>
                <a:lnTo>
                  <a:pt x="20144" y="2609"/>
                </a:lnTo>
                <a:lnTo>
                  <a:pt x="20813" y="2478"/>
                </a:lnTo>
                <a:lnTo>
                  <a:pt x="21481" y="2331"/>
                </a:lnTo>
                <a:lnTo>
                  <a:pt x="21802" y="2254"/>
                </a:lnTo>
                <a:lnTo>
                  <a:pt x="22097" y="2169"/>
                </a:lnTo>
                <a:lnTo>
                  <a:pt x="22364" y="2077"/>
                </a:lnTo>
                <a:lnTo>
                  <a:pt x="22605" y="1984"/>
                </a:lnTo>
                <a:lnTo>
                  <a:pt x="22792" y="1891"/>
                </a:lnTo>
                <a:lnTo>
                  <a:pt x="22953" y="1799"/>
                </a:lnTo>
                <a:lnTo>
                  <a:pt x="23086" y="1706"/>
                </a:lnTo>
                <a:lnTo>
                  <a:pt x="23167" y="1606"/>
                </a:lnTo>
                <a:lnTo>
                  <a:pt x="23247" y="1513"/>
                </a:lnTo>
                <a:lnTo>
                  <a:pt x="23274" y="1413"/>
                </a:lnTo>
                <a:lnTo>
                  <a:pt x="23300" y="1320"/>
                </a:lnTo>
                <a:lnTo>
                  <a:pt x="23274" y="1220"/>
                </a:lnTo>
                <a:lnTo>
                  <a:pt x="23220" y="1127"/>
                </a:lnTo>
                <a:lnTo>
                  <a:pt x="23140" y="1035"/>
                </a:lnTo>
                <a:lnTo>
                  <a:pt x="23060" y="942"/>
                </a:lnTo>
                <a:lnTo>
                  <a:pt x="22926" y="849"/>
                </a:lnTo>
                <a:lnTo>
                  <a:pt x="22792" y="764"/>
                </a:lnTo>
                <a:lnTo>
                  <a:pt x="22605" y="679"/>
                </a:lnTo>
                <a:lnTo>
                  <a:pt x="22418" y="594"/>
                </a:lnTo>
                <a:lnTo>
                  <a:pt x="22204" y="517"/>
                </a:lnTo>
                <a:lnTo>
                  <a:pt x="21963" y="440"/>
                </a:lnTo>
                <a:lnTo>
                  <a:pt x="21722" y="371"/>
                </a:lnTo>
                <a:lnTo>
                  <a:pt x="21455" y="309"/>
                </a:lnTo>
                <a:lnTo>
                  <a:pt x="21160" y="247"/>
                </a:lnTo>
                <a:lnTo>
                  <a:pt x="20866" y="193"/>
                </a:lnTo>
                <a:lnTo>
                  <a:pt x="20545" y="147"/>
                </a:lnTo>
                <a:lnTo>
                  <a:pt x="20197" y="108"/>
                </a:lnTo>
                <a:lnTo>
                  <a:pt x="19850" y="70"/>
                </a:lnTo>
                <a:lnTo>
                  <a:pt x="19475" y="39"/>
                </a:lnTo>
                <a:lnTo>
                  <a:pt x="19101" y="23"/>
                </a:lnTo>
                <a:lnTo>
                  <a:pt x="18699" y="8"/>
                </a:lnTo>
                <a:lnTo>
                  <a:pt x="1829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rot="10800000">
            <a:off x="696553" y="1040931"/>
            <a:ext cx="83977" cy="81834"/>
          </a:xfrm>
          <a:custGeom>
            <a:rect b="b" l="l" r="r" t="t"/>
            <a:pathLst>
              <a:path extrusionOk="0" h="8161" w="25681">
                <a:moveTo>
                  <a:pt x="20839" y="0"/>
                </a:moveTo>
                <a:lnTo>
                  <a:pt x="20438" y="16"/>
                </a:lnTo>
                <a:lnTo>
                  <a:pt x="20036" y="47"/>
                </a:lnTo>
                <a:lnTo>
                  <a:pt x="19635" y="78"/>
                </a:lnTo>
                <a:lnTo>
                  <a:pt x="19234" y="132"/>
                </a:lnTo>
                <a:lnTo>
                  <a:pt x="18859" y="193"/>
                </a:lnTo>
                <a:lnTo>
                  <a:pt x="18485" y="271"/>
                </a:lnTo>
                <a:lnTo>
                  <a:pt x="18137" y="363"/>
                </a:lnTo>
                <a:lnTo>
                  <a:pt x="16880" y="718"/>
                </a:lnTo>
                <a:lnTo>
                  <a:pt x="15649" y="1081"/>
                </a:lnTo>
                <a:lnTo>
                  <a:pt x="14445" y="1452"/>
                </a:lnTo>
                <a:lnTo>
                  <a:pt x="13242" y="1830"/>
                </a:lnTo>
                <a:lnTo>
                  <a:pt x="12091" y="2216"/>
                </a:lnTo>
                <a:lnTo>
                  <a:pt x="10941" y="2602"/>
                </a:lnTo>
                <a:lnTo>
                  <a:pt x="9818" y="2996"/>
                </a:lnTo>
                <a:lnTo>
                  <a:pt x="8721" y="3397"/>
                </a:lnTo>
                <a:lnTo>
                  <a:pt x="7651" y="3799"/>
                </a:lnTo>
                <a:lnTo>
                  <a:pt x="6581" y="4208"/>
                </a:lnTo>
                <a:lnTo>
                  <a:pt x="5537" y="4617"/>
                </a:lnTo>
                <a:lnTo>
                  <a:pt x="4521" y="5034"/>
                </a:lnTo>
                <a:lnTo>
                  <a:pt x="3504" y="5451"/>
                </a:lnTo>
                <a:lnTo>
                  <a:pt x="2515" y="5868"/>
                </a:lnTo>
                <a:lnTo>
                  <a:pt x="1525" y="6292"/>
                </a:lnTo>
                <a:lnTo>
                  <a:pt x="562" y="6717"/>
                </a:lnTo>
                <a:lnTo>
                  <a:pt x="401" y="6802"/>
                </a:lnTo>
                <a:lnTo>
                  <a:pt x="241" y="6894"/>
                </a:lnTo>
                <a:lnTo>
                  <a:pt x="134" y="6979"/>
                </a:lnTo>
                <a:lnTo>
                  <a:pt x="54" y="7072"/>
                </a:lnTo>
                <a:lnTo>
                  <a:pt x="27" y="7157"/>
                </a:lnTo>
                <a:lnTo>
                  <a:pt x="0" y="7242"/>
                </a:lnTo>
                <a:lnTo>
                  <a:pt x="27" y="7327"/>
                </a:lnTo>
                <a:lnTo>
                  <a:pt x="54" y="7412"/>
                </a:lnTo>
                <a:lnTo>
                  <a:pt x="107" y="7489"/>
                </a:lnTo>
                <a:lnTo>
                  <a:pt x="214" y="7566"/>
                </a:lnTo>
                <a:lnTo>
                  <a:pt x="321" y="7643"/>
                </a:lnTo>
                <a:lnTo>
                  <a:pt x="455" y="7713"/>
                </a:lnTo>
                <a:lnTo>
                  <a:pt x="615" y="7774"/>
                </a:lnTo>
                <a:lnTo>
                  <a:pt x="776" y="7844"/>
                </a:lnTo>
                <a:lnTo>
                  <a:pt x="963" y="7898"/>
                </a:lnTo>
                <a:lnTo>
                  <a:pt x="1150" y="7952"/>
                </a:lnTo>
                <a:lnTo>
                  <a:pt x="1391" y="7998"/>
                </a:lnTo>
                <a:lnTo>
                  <a:pt x="1605" y="8045"/>
                </a:lnTo>
                <a:lnTo>
                  <a:pt x="1846" y="8075"/>
                </a:lnTo>
                <a:lnTo>
                  <a:pt x="2087" y="8106"/>
                </a:lnTo>
                <a:lnTo>
                  <a:pt x="2354" y="8129"/>
                </a:lnTo>
                <a:lnTo>
                  <a:pt x="2622" y="8145"/>
                </a:lnTo>
                <a:lnTo>
                  <a:pt x="2889" y="8153"/>
                </a:lnTo>
                <a:lnTo>
                  <a:pt x="3157" y="8160"/>
                </a:lnTo>
                <a:lnTo>
                  <a:pt x="3424" y="8153"/>
                </a:lnTo>
                <a:lnTo>
                  <a:pt x="3718" y="8129"/>
                </a:lnTo>
                <a:lnTo>
                  <a:pt x="3986" y="8106"/>
                </a:lnTo>
                <a:lnTo>
                  <a:pt x="4253" y="8075"/>
                </a:lnTo>
                <a:lnTo>
                  <a:pt x="4521" y="8029"/>
                </a:lnTo>
                <a:lnTo>
                  <a:pt x="4788" y="7975"/>
                </a:lnTo>
                <a:lnTo>
                  <a:pt x="5056" y="7906"/>
                </a:lnTo>
                <a:lnTo>
                  <a:pt x="5323" y="7828"/>
                </a:lnTo>
                <a:lnTo>
                  <a:pt x="7651" y="7072"/>
                </a:lnTo>
                <a:lnTo>
                  <a:pt x="10032" y="6315"/>
                </a:lnTo>
                <a:lnTo>
                  <a:pt x="12439" y="5574"/>
                </a:lnTo>
                <a:lnTo>
                  <a:pt x="14847" y="4833"/>
                </a:lnTo>
                <a:lnTo>
                  <a:pt x="19715" y="3359"/>
                </a:lnTo>
                <a:lnTo>
                  <a:pt x="22150" y="2617"/>
                </a:lnTo>
                <a:lnTo>
                  <a:pt x="24557" y="1876"/>
                </a:lnTo>
                <a:lnTo>
                  <a:pt x="24878" y="1768"/>
                </a:lnTo>
                <a:lnTo>
                  <a:pt x="25146" y="1660"/>
                </a:lnTo>
                <a:lnTo>
                  <a:pt x="25360" y="1552"/>
                </a:lnTo>
                <a:lnTo>
                  <a:pt x="25520" y="1436"/>
                </a:lnTo>
                <a:lnTo>
                  <a:pt x="25627" y="1328"/>
                </a:lnTo>
                <a:lnTo>
                  <a:pt x="25681" y="1220"/>
                </a:lnTo>
                <a:lnTo>
                  <a:pt x="25681" y="1112"/>
                </a:lnTo>
                <a:lnTo>
                  <a:pt x="25654" y="1012"/>
                </a:lnTo>
                <a:lnTo>
                  <a:pt x="25600" y="904"/>
                </a:lnTo>
                <a:lnTo>
                  <a:pt x="25467" y="803"/>
                </a:lnTo>
                <a:lnTo>
                  <a:pt x="25333" y="711"/>
                </a:lnTo>
                <a:lnTo>
                  <a:pt x="25146" y="618"/>
                </a:lnTo>
                <a:lnTo>
                  <a:pt x="24932" y="533"/>
                </a:lnTo>
                <a:lnTo>
                  <a:pt x="24718" y="448"/>
                </a:lnTo>
                <a:lnTo>
                  <a:pt x="24450" y="371"/>
                </a:lnTo>
                <a:lnTo>
                  <a:pt x="24156" y="301"/>
                </a:lnTo>
                <a:lnTo>
                  <a:pt x="23835" y="232"/>
                </a:lnTo>
                <a:lnTo>
                  <a:pt x="23514" y="178"/>
                </a:lnTo>
                <a:lnTo>
                  <a:pt x="23166" y="124"/>
                </a:lnTo>
                <a:lnTo>
                  <a:pt x="22792" y="78"/>
                </a:lnTo>
                <a:lnTo>
                  <a:pt x="22417" y="47"/>
                </a:lnTo>
                <a:lnTo>
                  <a:pt x="22043" y="24"/>
                </a:lnTo>
                <a:lnTo>
                  <a:pt x="2164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10800000">
            <a:off x="507329" y="1216727"/>
            <a:ext cx="99984" cy="102190"/>
          </a:xfrm>
          <a:custGeom>
            <a:rect b="b" l="l" r="r" t="t"/>
            <a:pathLst>
              <a:path extrusionOk="0" h="10191" w="30576">
                <a:moveTo>
                  <a:pt x="26189" y="0"/>
                </a:moveTo>
                <a:lnTo>
                  <a:pt x="25841" y="8"/>
                </a:lnTo>
                <a:lnTo>
                  <a:pt x="25493" y="23"/>
                </a:lnTo>
                <a:lnTo>
                  <a:pt x="25146" y="46"/>
                </a:lnTo>
                <a:lnTo>
                  <a:pt x="24825" y="85"/>
                </a:lnTo>
                <a:lnTo>
                  <a:pt x="24504" y="131"/>
                </a:lnTo>
                <a:lnTo>
                  <a:pt x="24209" y="193"/>
                </a:lnTo>
                <a:lnTo>
                  <a:pt x="23915" y="270"/>
                </a:lnTo>
                <a:lnTo>
                  <a:pt x="23621" y="348"/>
                </a:lnTo>
                <a:lnTo>
                  <a:pt x="23353" y="448"/>
                </a:lnTo>
                <a:lnTo>
                  <a:pt x="20732" y="1536"/>
                </a:lnTo>
                <a:lnTo>
                  <a:pt x="18110" y="2609"/>
                </a:lnTo>
                <a:lnTo>
                  <a:pt x="16799" y="3142"/>
                </a:lnTo>
                <a:lnTo>
                  <a:pt x="15489" y="3667"/>
                </a:lnTo>
                <a:lnTo>
                  <a:pt x="14178" y="4192"/>
                </a:lnTo>
                <a:lnTo>
                  <a:pt x="12814" y="4709"/>
                </a:lnTo>
                <a:lnTo>
                  <a:pt x="11449" y="5219"/>
                </a:lnTo>
                <a:lnTo>
                  <a:pt x="10058" y="5728"/>
                </a:lnTo>
                <a:lnTo>
                  <a:pt x="8641" y="6230"/>
                </a:lnTo>
                <a:lnTo>
                  <a:pt x="7169" y="6724"/>
                </a:lnTo>
                <a:lnTo>
                  <a:pt x="5671" y="7211"/>
                </a:lnTo>
                <a:lnTo>
                  <a:pt x="4120" y="7697"/>
                </a:lnTo>
                <a:lnTo>
                  <a:pt x="2515" y="8176"/>
                </a:lnTo>
                <a:lnTo>
                  <a:pt x="856" y="8646"/>
                </a:lnTo>
                <a:lnTo>
                  <a:pt x="615" y="8716"/>
                </a:lnTo>
                <a:lnTo>
                  <a:pt x="428" y="8793"/>
                </a:lnTo>
                <a:lnTo>
                  <a:pt x="268" y="8870"/>
                </a:lnTo>
                <a:lnTo>
                  <a:pt x="161" y="8948"/>
                </a:lnTo>
                <a:lnTo>
                  <a:pt x="54" y="9025"/>
                </a:lnTo>
                <a:lnTo>
                  <a:pt x="27" y="9110"/>
                </a:lnTo>
                <a:lnTo>
                  <a:pt x="0" y="9187"/>
                </a:lnTo>
                <a:lnTo>
                  <a:pt x="0" y="9272"/>
                </a:lnTo>
                <a:lnTo>
                  <a:pt x="54" y="9349"/>
                </a:lnTo>
                <a:lnTo>
                  <a:pt x="107" y="9426"/>
                </a:lnTo>
                <a:lnTo>
                  <a:pt x="214" y="9503"/>
                </a:lnTo>
                <a:lnTo>
                  <a:pt x="321" y="9581"/>
                </a:lnTo>
                <a:lnTo>
                  <a:pt x="455" y="9650"/>
                </a:lnTo>
                <a:lnTo>
                  <a:pt x="615" y="9727"/>
                </a:lnTo>
                <a:lnTo>
                  <a:pt x="803" y="9789"/>
                </a:lnTo>
                <a:lnTo>
                  <a:pt x="990" y="9851"/>
                </a:lnTo>
                <a:lnTo>
                  <a:pt x="1204" y="9913"/>
                </a:lnTo>
                <a:lnTo>
                  <a:pt x="1445" y="9967"/>
                </a:lnTo>
                <a:lnTo>
                  <a:pt x="1685" y="10021"/>
                </a:lnTo>
                <a:lnTo>
                  <a:pt x="1926" y="10067"/>
                </a:lnTo>
                <a:lnTo>
                  <a:pt x="2194" y="10106"/>
                </a:lnTo>
                <a:lnTo>
                  <a:pt x="2461" y="10136"/>
                </a:lnTo>
                <a:lnTo>
                  <a:pt x="2755" y="10160"/>
                </a:lnTo>
                <a:lnTo>
                  <a:pt x="3050" y="10175"/>
                </a:lnTo>
                <a:lnTo>
                  <a:pt x="3317" y="10190"/>
                </a:lnTo>
                <a:lnTo>
                  <a:pt x="3611" y="10190"/>
                </a:lnTo>
                <a:lnTo>
                  <a:pt x="3906" y="10183"/>
                </a:lnTo>
                <a:lnTo>
                  <a:pt x="4200" y="10167"/>
                </a:lnTo>
                <a:lnTo>
                  <a:pt x="4494" y="10144"/>
                </a:lnTo>
                <a:lnTo>
                  <a:pt x="4788" y="10113"/>
                </a:lnTo>
                <a:lnTo>
                  <a:pt x="5083" y="10067"/>
                </a:lnTo>
                <a:lnTo>
                  <a:pt x="5350" y="10013"/>
                </a:lnTo>
                <a:lnTo>
                  <a:pt x="7196" y="9596"/>
                </a:lnTo>
                <a:lnTo>
                  <a:pt x="9042" y="9164"/>
                </a:lnTo>
                <a:lnTo>
                  <a:pt x="10861" y="8716"/>
                </a:lnTo>
                <a:lnTo>
                  <a:pt x="12653" y="8253"/>
                </a:lnTo>
                <a:lnTo>
                  <a:pt x="14419" y="7774"/>
                </a:lnTo>
                <a:lnTo>
                  <a:pt x="16157" y="7280"/>
                </a:lnTo>
                <a:lnTo>
                  <a:pt x="17013" y="7033"/>
                </a:lnTo>
                <a:lnTo>
                  <a:pt x="17843" y="6778"/>
                </a:lnTo>
                <a:lnTo>
                  <a:pt x="18672" y="6516"/>
                </a:lnTo>
                <a:lnTo>
                  <a:pt x="19501" y="6253"/>
                </a:lnTo>
                <a:lnTo>
                  <a:pt x="20304" y="5991"/>
                </a:lnTo>
                <a:lnTo>
                  <a:pt x="21106" y="5721"/>
                </a:lnTo>
                <a:lnTo>
                  <a:pt x="21882" y="5450"/>
                </a:lnTo>
                <a:lnTo>
                  <a:pt x="22631" y="5180"/>
                </a:lnTo>
                <a:lnTo>
                  <a:pt x="23380" y="4902"/>
                </a:lnTo>
                <a:lnTo>
                  <a:pt x="24102" y="4617"/>
                </a:lnTo>
                <a:lnTo>
                  <a:pt x="24798" y="4339"/>
                </a:lnTo>
                <a:lnTo>
                  <a:pt x="25493" y="4053"/>
                </a:lnTo>
                <a:lnTo>
                  <a:pt x="26162" y="3760"/>
                </a:lnTo>
                <a:lnTo>
                  <a:pt x="26804" y="3474"/>
                </a:lnTo>
                <a:lnTo>
                  <a:pt x="27446" y="3181"/>
                </a:lnTo>
                <a:lnTo>
                  <a:pt x="28035" y="2880"/>
                </a:lnTo>
                <a:lnTo>
                  <a:pt x="28623" y="2579"/>
                </a:lnTo>
                <a:lnTo>
                  <a:pt x="29185" y="2278"/>
                </a:lnTo>
                <a:lnTo>
                  <a:pt x="29693" y="1976"/>
                </a:lnTo>
                <a:lnTo>
                  <a:pt x="30201" y="1668"/>
                </a:lnTo>
                <a:lnTo>
                  <a:pt x="30362" y="1560"/>
                </a:lnTo>
                <a:lnTo>
                  <a:pt x="30469" y="1452"/>
                </a:lnTo>
                <a:lnTo>
                  <a:pt x="30549" y="1343"/>
                </a:lnTo>
                <a:lnTo>
                  <a:pt x="30576" y="1235"/>
                </a:lnTo>
                <a:lnTo>
                  <a:pt x="30549" y="1127"/>
                </a:lnTo>
                <a:lnTo>
                  <a:pt x="30522" y="1027"/>
                </a:lnTo>
                <a:lnTo>
                  <a:pt x="30442" y="927"/>
                </a:lnTo>
                <a:lnTo>
                  <a:pt x="30308" y="826"/>
                </a:lnTo>
                <a:lnTo>
                  <a:pt x="30175" y="734"/>
                </a:lnTo>
                <a:lnTo>
                  <a:pt x="30014" y="641"/>
                </a:lnTo>
                <a:lnTo>
                  <a:pt x="29800" y="556"/>
                </a:lnTo>
                <a:lnTo>
                  <a:pt x="29586" y="471"/>
                </a:lnTo>
                <a:lnTo>
                  <a:pt x="29345" y="402"/>
                </a:lnTo>
                <a:lnTo>
                  <a:pt x="29078" y="324"/>
                </a:lnTo>
                <a:lnTo>
                  <a:pt x="28810" y="263"/>
                </a:lnTo>
                <a:lnTo>
                  <a:pt x="28516" y="201"/>
                </a:lnTo>
                <a:lnTo>
                  <a:pt x="28195" y="147"/>
                </a:lnTo>
                <a:lnTo>
                  <a:pt x="27874" y="108"/>
                </a:lnTo>
                <a:lnTo>
                  <a:pt x="27553" y="70"/>
                </a:lnTo>
                <a:lnTo>
                  <a:pt x="27205" y="39"/>
                </a:lnTo>
                <a:lnTo>
                  <a:pt x="26858" y="16"/>
                </a:lnTo>
                <a:lnTo>
                  <a:pt x="2653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rot="10800000">
            <a:off x="399265" y="1388803"/>
            <a:ext cx="72957" cy="104597"/>
          </a:xfrm>
          <a:custGeom>
            <a:rect b="b" l="l" r="r" t="t"/>
            <a:pathLst>
              <a:path extrusionOk="0" h="10431" w="22311">
                <a:moveTo>
                  <a:pt x="18753" y="1"/>
                </a:moveTo>
                <a:lnTo>
                  <a:pt x="18459" y="8"/>
                </a:lnTo>
                <a:lnTo>
                  <a:pt x="18164" y="16"/>
                </a:lnTo>
                <a:lnTo>
                  <a:pt x="17870" y="31"/>
                </a:lnTo>
                <a:lnTo>
                  <a:pt x="17576" y="55"/>
                </a:lnTo>
                <a:lnTo>
                  <a:pt x="17282" y="85"/>
                </a:lnTo>
                <a:lnTo>
                  <a:pt x="17014" y="116"/>
                </a:lnTo>
                <a:lnTo>
                  <a:pt x="16747" y="155"/>
                </a:lnTo>
                <a:lnTo>
                  <a:pt x="16506" y="201"/>
                </a:lnTo>
                <a:lnTo>
                  <a:pt x="16265" y="248"/>
                </a:lnTo>
                <a:lnTo>
                  <a:pt x="16051" y="309"/>
                </a:lnTo>
                <a:lnTo>
                  <a:pt x="15837" y="371"/>
                </a:lnTo>
                <a:lnTo>
                  <a:pt x="15650" y="441"/>
                </a:lnTo>
                <a:lnTo>
                  <a:pt x="15489" y="518"/>
                </a:lnTo>
                <a:lnTo>
                  <a:pt x="15356" y="595"/>
                </a:lnTo>
                <a:lnTo>
                  <a:pt x="14553" y="1151"/>
                </a:lnTo>
                <a:lnTo>
                  <a:pt x="13751" y="1707"/>
                </a:lnTo>
                <a:lnTo>
                  <a:pt x="12226" y="2787"/>
                </a:lnTo>
                <a:lnTo>
                  <a:pt x="11450" y="3320"/>
                </a:lnTo>
                <a:lnTo>
                  <a:pt x="10674" y="3845"/>
                </a:lnTo>
                <a:lnTo>
                  <a:pt x="9898" y="4370"/>
                </a:lnTo>
                <a:lnTo>
                  <a:pt x="9069" y="4887"/>
                </a:lnTo>
                <a:lnTo>
                  <a:pt x="8240" y="5397"/>
                </a:lnTo>
                <a:lnTo>
                  <a:pt x="7357" y="5899"/>
                </a:lnTo>
                <a:lnTo>
                  <a:pt x="6421" y="6408"/>
                </a:lnTo>
                <a:lnTo>
                  <a:pt x="5431" y="6902"/>
                </a:lnTo>
                <a:lnTo>
                  <a:pt x="4896" y="7149"/>
                </a:lnTo>
                <a:lnTo>
                  <a:pt x="4361" y="7396"/>
                </a:lnTo>
                <a:lnTo>
                  <a:pt x="3799" y="7643"/>
                </a:lnTo>
                <a:lnTo>
                  <a:pt x="3211" y="7890"/>
                </a:lnTo>
                <a:lnTo>
                  <a:pt x="2622" y="8137"/>
                </a:lnTo>
                <a:lnTo>
                  <a:pt x="2007" y="8384"/>
                </a:lnTo>
                <a:lnTo>
                  <a:pt x="1338" y="8624"/>
                </a:lnTo>
                <a:lnTo>
                  <a:pt x="670" y="8871"/>
                </a:lnTo>
                <a:lnTo>
                  <a:pt x="482" y="8948"/>
                </a:lnTo>
                <a:lnTo>
                  <a:pt x="322" y="9025"/>
                </a:lnTo>
                <a:lnTo>
                  <a:pt x="215" y="9110"/>
                </a:lnTo>
                <a:lnTo>
                  <a:pt x="108" y="9187"/>
                </a:lnTo>
                <a:lnTo>
                  <a:pt x="54" y="9272"/>
                </a:lnTo>
                <a:lnTo>
                  <a:pt x="1" y="9357"/>
                </a:lnTo>
                <a:lnTo>
                  <a:pt x="1" y="9434"/>
                </a:lnTo>
                <a:lnTo>
                  <a:pt x="27" y="9519"/>
                </a:lnTo>
                <a:lnTo>
                  <a:pt x="54" y="9604"/>
                </a:lnTo>
                <a:lnTo>
                  <a:pt x="134" y="9681"/>
                </a:lnTo>
                <a:lnTo>
                  <a:pt x="215" y="9758"/>
                </a:lnTo>
                <a:lnTo>
                  <a:pt x="349" y="9836"/>
                </a:lnTo>
                <a:lnTo>
                  <a:pt x="482" y="9913"/>
                </a:lnTo>
                <a:lnTo>
                  <a:pt x="616" y="9982"/>
                </a:lnTo>
                <a:lnTo>
                  <a:pt x="803" y="10052"/>
                </a:lnTo>
                <a:lnTo>
                  <a:pt x="964" y="10114"/>
                </a:lnTo>
                <a:lnTo>
                  <a:pt x="1178" y="10168"/>
                </a:lnTo>
                <a:lnTo>
                  <a:pt x="1392" y="10222"/>
                </a:lnTo>
                <a:lnTo>
                  <a:pt x="1606" y="10276"/>
                </a:lnTo>
                <a:lnTo>
                  <a:pt x="1847" y="10314"/>
                </a:lnTo>
                <a:lnTo>
                  <a:pt x="2114" y="10353"/>
                </a:lnTo>
                <a:lnTo>
                  <a:pt x="2355" y="10384"/>
                </a:lnTo>
                <a:lnTo>
                  <a:pt x="2622" y="10407"/>
                </a:lnTo>
                <a:lnTo>
                  <a:pt x="2890" y="10422"/>
                </a:lnTo>
                <a:lnTo>
                  <a:pt x="3157" y="10430"/>
                </a:lnTo>
                <a:lnTo>
                  <a:pt x="3452" y="10430"/>
                </a:lnTo>
                <a:lnTo>
                  <a:pt x="3719" y="10415"/>
                </a:lnTo>
                <a:lnTo>
                  <a:pt x="4013" y="10399"/>
                </a:lnTo>
                <a:lnTo>
                  <a:pt x="4281" y="10368"/>
                </a:lnTo>
                <a:lnTo>
                  <a:pt x="4575" y="10330"/>
                </a:lnTo>
                <a:lnTo>
                  <a:pt x="4843" y="10283"/>
                </a:lnTo>
                <a:lnTo>
                  <a:pt x="5110" y="10222"/>
                </a:lnTo>
                <a:lnTo>
                  <a:pt x="5966" y="9998"/>
                </a:lnTo>
                <a:lnTo>
                  <a:pt x="6822" y="9774"/>
                </a:lnTo>
                <a:lnTo>
                  <a:pt x="7678" y="9550"/>
                </a:lnTo>
                <a:lnTo>
                  <a:pt x="8507" y="9311"/>
                </a:lnTo>
                <a:lnTo>
                  <a:pt x="9310" y="9071"/>
                </a:lnTo>
                <a:lnTo>
                  <a:pt x="10139" y="8824"/>
                </a:lnTo>
                <a:lnTo>
                  <a:pt x="10915" y="8570"/>
                </a:lnTo>
                <a:lnTo>
                  <a:pt x="11691" y="8307"/>
                </a:lnTo>
                <a:lnTo>
                  <a:pt x="12440" y="8045"/>
                </a:lnTo>
                <a:lnTo>
                  <a:pt x="13189" y="7774"/>
                </a:lnTo>
                <a:lnTo>
                  <a:pt x="13911" y="7504"/>
                </a:lnTo>
                <a:lnTo>
                  <a:pt x="14607" y="7226"/>
                </a:lnTo>
                <a:lnTo>
                  <a:pt x="15275" y="6941"/>
                </a:lnTo>
                <a:lnTo>
                  <a:pt x="15944" y="6655"/>
                </a:lnTo>
                <a:lnTo>
                  <a:pt x="16559" y="6362"/>
                </a:lnTo>
                <a:lnTo>
                  <a:pt x="17175" y="6061"/>
                </a:lnTo>
                <a:lnTo>
                  <a:pt x="17736" y="5760"/>
                </a:lnTo>
                <a:lnTo>
                  <a:pt x="18298" y="5458"/>
                </a:lnTo>
                <a:lnTo>
                  <a:pt x="18806" y="5150"/>
                </a:lnTo>
                <a:lnTo>
                  <a:pt x="19288" y="4841"/>
                </a:lnTo>
                <a:lnTo>
                  <a:pt x="19743" y="4524"/>
                </a:lnTo>
                <a:lnTo>
                  <a:pt x="20171" y="4208"/>
                </a:lnTo>
                <a:lnTo>
                  <a:pt x="20545" y="3891"/>
                </a:lnTo>
                <a:lnTo>
                  <a:pt x="20920" y="3567"/>
                </a:lnTo>
                <a:lnTo>
                  <a:pt x="21241" y="3243"/>
                </a:lnTo>
                <a:lnTo>
                  <a:pt x="21508" y="2919"/>
                </a:lnTo>
                <a:lnTo>
                  <a:pt x="21749" y="2587"/>
                </a:lnTo>
                <a:lnTo>
                  <a:pt x="21936" y="2255"/>
                </a:lnTo>
                <a:lnTo>
                  <a:pt x="22097" y="1923"/>
                </a:lnTo>
                <a:lnTo>
                  <a:pt x="22230" y="1583"/>
                </a:lnTo>
                <a:lnTo>
                  <a:pt x="22284" y="1243"/>
                </a:lnTo>
                <a:lnTo>
                  <a:pt x="22311" y="911"/>
                </a:lnTo>
                <a:lnTo>
                  <a:pt x="22311" y="811"/>
                </a:lnTo>
                <a:lnTo>
                  <a:pt x="22257" y="718"/>
                </a:lnTo>
                <a:lnTo>
                  <a:pt x="22177" y="634"/>
                </a:lnTo>
                <a:lnTo>
                  <a:pt x="22097" y="549"/>
                </a:lnTo>
                <a:lnTo>
                  <a:pt x="21963" y="471"/>
                </a:lnTo>
                <a:lnTo>
                  <a:pt x="21802" y="402"/>
                </a:lnTo>
                <a:lnTo>
                  <a:pt x="21615" y="340"/>
                </a:lnTo>
                <a:lnTo>
                  <a:pt x="21428" y="278"/>
                </a:lnTo>
                <a:lnTo>
                  <a:pt x="21214" y="224"/>
                </a:lnTo>
                <a:lnTo>
                  <a:pt x="20973" y="178"/>
                </a:lnTo>
                <a:lnTo>
                  <a:pt x="20732" y="139"/>
                </a:lnTo>
                <a:lnTo>
                  <a:pt x="20492" y="101"/>
                </a:lnTo>
                <a:lnTo>
                  <a:pt x="20197" y="70"/>
                </a:lnTo>
                <a:lnTo>
                  <a:pt x="19930" y="47"/>
                </a:lnTo>
                <a:lnTo>
                  <a:pt x="19636" y="24"/>
                </a:lnTo>
                <a:lnTo>
                  <a:pt x="19341" y="16"/>
                </a:lnTo>
                <a:lnTo>
                  <a:pt x="19047" y="8"/>
                </a:lnTo>
                <a:lnTo>
                  <a:pt x="1875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10800000">
            <a:off x="390535" y="1535812"/>
            <a:ext cx="36742" cy="80591"/>
          </a:xfrm>
          <a:custGeom>
            <a:rect b="b" l="l" r="r" t="t"/>
            <a:pathLst>
              <a:path extrusionOk="0" h="8037" w="11236">
                <a:moveTo>
                  <a:pt x="3318" y="1"/>
                </a:moveTo>
                <a:lnTo>
                  <a:pt x="3023" y="16"/>
                </a:lnTo>
                <a:lnTo>
                  <a:pt x="2756" y="31"/>
                </a:lnTo>
                <a:lnTo>
                  <a:pt x="2462" y="55"/>
                </a:lnTo>
                <a:lnTo>
                  <a:pt x="2194" y="86"/>
                </a:lnTo>
                <a:lnTo>
                  <a:pt x="1953" y="124"/>
                </a:lnTo>
                <a:lnTo>
                  <a:pt x="1686" y="170"/>
                </a:lnTo>
                <a:lnTo>
                  <a:pt x="1472" y="217"/>
                </a:lnTo>
                <a:lnTo>
                  <a:pt x="1231" y="271"/>
                </a:lnTo>
                <a:lnTo>
                  <a:pt x="1017" y="333"/>
                </a:lnTo>
                <a:lnTo>
                  <a:pt x="830" y="402"/>
                </a:lnTo>
                <a:lnTo>
                  <a:pt x="643" y="472"/>
                </a:lnTo>
                <a:lnTo>
                  <a:pt x="482" y="549"/>
                </a:lnTo>
                <a:lnTo>
                  <a:pt x="348" y="634"/>
                </a:lnTo>
                <a:lnTo>
                  <a:pt x="241" y="726"/>
                </a:lnTo>
                <a:lnTo>
                  <a:pt x="134" y="819"/>
                </a:lnTo>
                <a:lnTo>
                  <a:pt x="54" y="912"/>
                </a:lnTo>
                <a:lnTo>
                  <a:pt x="1" y="1020"/>
                </a:lnTo>
                <a:lnTo>
                  <a:pt x="1" y="1128"/>
                </a:lnTo>
                <a:lnTo>
                  <a:pt x="1" y="1328"/>
                </a:lnTo>
                <a:lnTo>
                  <a:pt x="54" y="1529"/>
                </a:lnTo>
                <a:lnTo>
                  <a:pt x="108" y="1730"/>
                </a:lnTo>
                <a:lnTo>
                  <a:pt x="215" y="1931"/>
                </a:lnTo>
                <a:lnTo>
                  <a:pt x="348" y="2131"/>
                </a:lnTo>
                <a:lnTo>
                  <a:pt x="509" y="2332"/>
                </a:lnTo>
                <a:lnTo>
                  <a:pt x="669" y="2533"/>
                </a:lnTo>
                <a:lnTo>
                  <a:pt x="857" y="2733"/>
                </a:lnTo>
                <a:lnTo>
                  <a:pt x="1258" y="3127"/>
                </a:lnTo>
                <a:lnTo>
                  <a:pt x="1686" y="3529"/>
                </a:lnTo>
                <a:lnTo>
                  <a:pt x="2114" y="3915"/>
                </a:lnTo>
                <a:lnTo>
                  <a:pt x="2488" y="4301"/>
                </a:lnTo>
                <a:lnTo>
                  <a:pt x="3291" y="5127"/>
                </a:lnTo>
                <a:lnTo>
                  <a:pt x="3692" y="5536"/>
                </a:lnTo>
                <a:lnTo>
                  <a:pt x="4120" y="5953"/>
                </a:lnTo>
                <a:lnTo>
                  <a:pt x="4548" y="6362"/>
                </a:lnTo>
                <a:lnTo>
                  <a:pt x="5030" y="6763"/>
                </a:lnTo>
                <a:lnTo>
                  <a:pt x="5538" y="7165"/>
                </a:lnTo>
                <a:lnTo>
                  <a:pt x="6100" y="7558"/>
                </a:lnTo>
                <a:lnTo>
                  <a:pt x="6207" y="7636"/>
                </a:lnTo>
                <a:lnTo>
                  <a:pt x="6340" y="7705"/>
                </a:lnTo>
                <a:lnTo>
                  <a:pt x="6501" y="7759"/>
                </a:lnTo>
                <a:lnTo>
                  <a:pt x="6661" y="7813"/>
                </a:lnTo>
                <a:lnTo>
                  <a:pt x="6849" y="7867"/>
                </a:lnTo>
                <a:lnTo>
                  <a:pt x="7036" y="7906"/>
                </a:lnTo>
                <a:lnTo>
                  <a:pt x="7223" y="7944"/>
                </a:lnTo>
                <a:lnTo>
                  <a:pt x="7437" y="7968"/>
                </a:lnTo>
                <a:lnTo>
                  <a:pt x="7651" y="7998"/>
                </a:lnTo>
                <a:lnTo>
                  <a:pt x="7865" y="8014"/>
                </a:lnTo>
                <a:lnTo>
                  <a:pt x="8079" y="8029"/>
                </a:lnTo>
                <a:lnTo>
                  <a:pt x="8293" y="8037"/>
                </a:lnTo>
                <a:lnTo>
                  <a:pt x="8507" y="8037"/>
                </a:lnTo>
                <a:lnTo>
                  <a:pt x="8748" y="8029"/>
                </a:lnTo>
                <a:lnTo>
                  <a:pt x="8962" y="8022"/>
                </a:lnTo>
                <a:lnTo>
                  <a:pt x="9176" y="8006"/>
                </a:lnTo>
                <a:lnTo>
                  <a:pt x="9390" y="7991"/>
                </a:lnTo>
                <a:lnTo>
                  <a:pt x="9604" y="7968"/>
                </a:lnTo>
                <a:lnTo>
                  <a:pt x="9818" y="7937"/>
                </a:lnTo>
                <a:lnTo>
                  <a:pt x="10005" y="7906"/>
                </a:lnTo>
                <a:lnTo>
                  <a:pt x="10193" y="7867"/>
                </a:lnTo>
                <a:lnTo>
                  <a:pt x="10353" y="7829"/>
                </a:lnTo>
                <a:lnTo>
                  <a:pt x="10514" y="7782"/>
                </a:lnTo>
                <a:lnTo>
                  <a:pt x="10674" y="7728"/>
                </a:lnTo>
                <a:lnTo>
                  <a:pt x="10808" y="7674"/>
                </a:lnTo>
                <a:lnTo>
                  <a:pt x="10915" y="7620"/>
                </a:lnTo>
                <a:lnTo>
                  <a:pt x="11022" y="7558"/>
                </a:lnTo>
                <a:lnTo>
                  <a:pt x="11102" y="7489"/>
                </a:lnTo>
                <a:lnTo>
                  <a:pt x="11182" y="7419"/>
                </a:lnTo>
                <a:lnTo>
                  <a:pt x="11209" y="7350"/>
                </a:lnTo>
                <a:lnTo>
                  <a:pt x="11236" y="7273"/>
                </a:lnTo>
                <a:lnTo>
                  <a:pt x="11236" y="7188"/>
                </a:lnTo>
                <a:lnTo>
                  <a:pt x="11129" y="6763"/>
                </a:lnTo>
                <a:lnTo>
                  <a:pt x="10968" y="6339"/>
                </a:lnTo>
                <a:lnTo>
                  <a:pt x="10781" y="5914"/>
                </a:lnTo>
                <a:lnTo>
                  <a:pt x="10567" y="5489"/>
                </a:lnTo>
                <a:lnTo>
                  <a:pt x="10300" y="5065"/>
                </a:lnTo>
                <a:lnTo>
                  <a:pt x="10032" y="4640"/>
                </a:lnTo>
                <a:lnTo>
                  <a:pt x="9497" y="3799"/>
                </a:lnTo>
                <a:lnTo>
                  <a:pt x="9256" y="3405"/>
                </a:lnTo>
                <a:lnTo>
                  <a:pt x="9042" y="2996"/>
                </a:lnTo>
                <a:lnTo>
                  <a:pt x="8828" y="2587"/>
                </a:lnTo>
                <a:lnTo>
                  <a:pt x="8588" y="2178"/>
                </a:lnTo>
                <a:lnTo>
                  <a:pt x="8427" y="1977"/>
                </a:lnTo>
                <a:lnTo>
                  <a:pt x="8266" y="1776"/>
                </a:lnTo>
                <a:lnTo>
                  <a:pt x="8106" y="1575"/>
                </a:lnTo>
                <a:lnTo>
                  <a:pt x="7919" y="1382"/>
                </a:lnTo>
                <a:lnTo>
                  <a:pt x="7705" y="1189"/>
                </a:lnTo>
                <a:lnTo>
                  <a:pt x="7464" y="996"/>
                </a:lnTo>
                <a:lnTo>
                  <a:pt x="7196" y="811"/>
                </a:lnTo>
                <a:lnTo>
                  <a:pt x="6875" y="634"/>
                </a:lnTo>
                <a:lnTo>
                  <a:pt x="6688" y="533"/>
                </a:lnTo>
                <a:lnTo>
                  <a:pt x="6501" y="448"/>
                </a:lnTo>
                <a:lnTo>
                  <a:pt x="6287" y="363"/>
                </a:lnTo>
                <a:lnTo>
                  <a:pt x="6046" y="294"/>
                </a:lnTo>
                <a:lnTo>
                  <a:pt x="5805" y="232"/>
                </a:lnTo>
                <a:lnTo>
                  <a:pt x="5538" y="178"/>
                </a:lnTo>
                <a:lnTo>
                  <a:pt x="5270" y="124"/>
                </a:lnTo>
                <a:lnTo>
                  <a:pt x="5003" y="86"/>
                </a:lnTo>
                <a:lnTo>
                  <a:pt x="4735" y="55"/>
                </a:lnTo>
                <a:lnTo>
                  <a:pt x="4441" y="31"/>
                </a:lnTo>
                <a:lnTo>
                  <a:pt x="4174" y="16"/>
                </a:lnTo>
                <a:lnTo>
                  <a:pt x="387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10800000">
            <a:off x="3923804" y="4654173"/>
            <a:ext cx="1289220" cy="570377"/>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rot="10800000">
            <a:off x="2845321" y="4512188"/>
            <a:ext cx="798311" cy="533414"/>
          </a:xfrm>
          <a:custGeom>
            <a:rect b="b" l="l" r="r" t="t"/>
            <a:pathLst>
              <a:path extrusionOk="0" h="57854" w="265661">
                <a:moveTo>
                  <a:pt x="6688" y="1"/>
                </a:moveTo>
                <a:lnTo>
                  <a:pt x="6126" y="16"/>
                </a:lnTo>
                <a:lnTo>
                  <a:pt x="5538" y="47"/>
                </a:lnTo>
                <a:lnTo>
                  <a:pt x="4976" y="93"/>
                </a:lnTo>
                <a:lnTo>
                  <a:pt x="4414" y="147"/>
                </a:lnTo>
                <a:lnTo>
                  <a:pt x="3879" y="217"/>
                </a:lnTo>
                <a:lnTo>
                  <a:pt x="3344" y="302"/>
                </a:lnTo>
                <a:lnTo>
                  <a:pt x="2863" y="402"/>
                </a:lnTo>
                <a:lnTo>
                  <a:pt x="2381" y="510"/>
                </a:lnTo>
                <a:lnTo>
                  <a:pt x="1926" y="626"/>
                </a:lnTo>
                <a:lnTo>
                  <a:pt x="1525" y="757"/>
                </a:lnTo>
                <a:lnTo>
                  <a:pt x="1151" y="904"/>
                </a:lnTo>
                <a:lnTo>
                  <a:pt x="830" y="1058"/>
                </a:lnTo>
                <a:lnTo>
                  <a:pt x="562" y="1228"/>
                </a:lnTo>
                <a:lnTo>
                  <a:pt x="428" y="1313"/>
                </a:lnTo>
                <a:lnTo>
                  <a:pt x="321" y="1406"/>
                </a:lnTo>
                <a:lnTo>
                  <a:pt x="241" y="1498"/>
                </a:lnTo>
                <a:lnTo>
                  <a:pt x="161" y="1591"/>
                </a:lnTo>
                <a:lnTo>
                  <a:pt x="107" y="1691"/>
                </a:lnTo>
                <a:lnTo>
                  <a:pt x="54" y="1792"/>
                </a:lnTo>
                <a:lnTo>
                  <a:pt x="27" y="1892"/>
                </a:lnTo>
                <a:lnTo>
                  <a:pt x="27" y="2000"/>
                </a:lnTo>
                <a:lnTo>
                  <a:pt x="0" y="2942"/>
                </a:lnTo>
                <a:lnTo>
                  <a:pt x="27" y="3891"/>
                </a:lnTo>
                <a:lnTo>
                  <a:pt x="81" y="4833"/>
                </a:lnTo>
                <a:lnTo>
                  <a:pt x="188" y="5775"/>
                </a:lnTo>
                <a:lnTo>
                  <a:pt x="321" y="6717"/>
                </a:lnTo>
                <a:lnTo>
                  <a:pt x="482" y="7659"/>
                </a:lnTo>
                <a:lnTo>
                  <a:pt x="696" y="8601"/>
                </a:lnTo>
                <a:lnTo>
                  <a:pt x="910" y="9535"/>
                </a:lnTo>
                <a:lnTo>
                  <a:pt x="1177" y="10476"/>
                </a:lnTo>
                <a:lnTo>
                  <a:pt x="1498" y="11411"/>
                </a:lnTo>
                <a:lnTo>
                  <a:pt x="1819" y="12345"/>
                </a:lnTo>
                <a:lnTo>
                  <a:pt x="2167" y="13279"/>
                </a:lnTo>
                <a:lnTo>
                  <a:pt x="2568" y="14213"/>
                </a:lnTo>
                <a:lnTo>
                  <a:pt x="2996" y="15147"/>
                </a:lnTo>
                <a:lnTo>
                  <a:pt x="3424" y="16081"/>
                </a:lnTo>
                <a:lnTo>
                  <a:pt x="3906" y="17007"/>
                </a:lnTo>
                <a:lnTo>
                  <a:pt x="4414" y="17934"/>
                </a:lnTo>
                <a:lnTo>
                  <a:pt x="4949" y="18868"/>
                </a:lnTo>
                <a:lnTo>
                  <a:pt x="5484" y="19794"/>
                </a:lnTo>
                <a:lnTo>
                  <a:pt x="6073" y="20721"/>
                </a:lnTo>
                <a:lnTo>
                  <a:pt x="6661" y="21647"/>
                </a:lnTo>
                <a:lnTo>
                  <a:pt x="7303" y="22566"/>
                </a:lnTo>
                <a:lnTo>
                  <a:pt x="7945" y="23492"/>
                </a:lnTo>
                <a:lnTo>
                  <a:pt x="8614" y="24411"/>
                </a:lnTo>
                <a:lnTo>
                  <a:pt x="9310" y="25337"/>
                </a:lnTo>
                <a:lnTo>
                  <a:pt x="10005" y="26256"/>
                </a:lnTo>
                <a:lnTo>
                  <a:pt x="10754" y="27175"/>
                </a:lnTo>
                <a:lnTo>
                  <a:pt x="11503" y="28093"/>
                </a:lnTo>
                <a:lnTo>
                  <a:pt x="12252" y="29004"/>
                </a:lnTo>
                <a:lnTo>
                  <a:pt x="13055" y="29923"/>
                </a:lnTo>
                <a:lnTo>
                  <a:pt x="13857" y="30834"/>
                </a:lnTo>
                <a:lnTo>
                  <a:pt x="14660" y="31752"/>
                </a:lnTo>
                <a:lnTo>
                  <a:pt x="14793" y="31868"/>
                </a:lnTo>
                <a:lnTo>
                  <a:pt x="14954" y="31976"/>
                </a:lnTo>
                <a:lnTo>
                  <a:pt x="15114" y="32077"/>
                </a:lnTo>
                <a:lnTo>
                  <a:pt x="15328" y="32177"/>
                </a:lnTo>
                <a:lnTo>
                  <a:pt x="15542" y="32270"/>
                </a:lnTo>
                <a:lnTo>
                  <a:pt x="15783" y="32355"/>
                </a:lnTo>
                <a:lnTo>
                  <a:pt x="16051" y="32432"/>
                </a:lnTo>
                <a:lnTo>
                  <a:pt x="16345" y="32509"/>
                </a:lnTo>
                <a:lnTo>
                  <a:pt x="16639" y="32571"/>
                </a:lnTo>
                <a:lnTo>
                  <a:pt x="16960" y="32640"/>
                </a:lnTo>
                <a:lnTo>
                  <a:pt x="17308" y="32694"/>
                </a:lnTo>
                <a:lnTo>
                  <a:pt x="17656" y="32741"/>
                </a:lnTo>
                <a:lnTo>
                  <a:pt x="18003" y="32787"/>
                </a:lnTo>
                <a:lnTo>
                  <a:pt x="18378" y="32826"/>
                </a:lnTo>
                <a:lnTo>
                  <a:pt x="18752" y="32856"/>
                </a:lnTo>
                <a:lnTo>
                  <a:pt x="19154" y="32887"/>
                </a:lnTo>
                <a:lnTo>
                  <a:pt x="19528" y="32910"/>
                </a:lnTo>
                <a:lnTo>
                  <a:pt x="19929" y="32926"/>
                </a:lnTo>
                <a:lnTo>
                  <a:pt x="20331" y="32934"/>
                </a:lnTo>
                <a:lnTo>
                  <a:pt x="21535" y="32934"/>
                </a:lnTo>
                <a:lnTo>
                  <a:pt x="21936" y="32918"/>
                </a:lnTo>
                <a:lnTo>
                  <a:pt x="22310" y="32903"/>
                </a:lnTo>
                <a:lnTo>
                  <a:pt x="22712" y="32880"/>
                </a:lnTo>
                <a:lnTo>
                  <a:pt x="23086" y="32849"/>
                </a:lnTo>
                <a:lnTo>
                  <a:pt x="23461" y="32818"/>
                </a:lnTo>
                <a:lnTo>
                  <a:pt x="23808" y="32779"/>
                </a:lnTo>
                <a:lnTo>
                  <a:pt x="24156" y="32733"/>
                </a:lnTo>
                <a:lnTo>
                  <a:pt x="24477" y="32679"/>
                </a:lnTo>
                <a:lnTo>
                  <a:pt x="24798" y="32625"/>
                </a:lnTo>
                <a:lnTo>
                  <a:pt x="25119" y="32563"/>
                </a:lnTo>
                <a:lnTo>
                  <a:pt x="29105" y="31722"/>
                </a:lnTo>
                <a:lnTo>
                  <a:pt x="33118" y="30888"/>
                </a:lnTo>
                <a:lnTo>
                  <a:pt x="37157" y="30070"/>
                </a:lnTo>
                <a:lnTo>
                  <a:pt x="41223" y="29267"/>
                </a:lnTo>
                <a:lnTo>
                  <a:pt x="45316" y="28479"/>
                </a:lnTo>
                <a:lnTo>
                  <a:pt x="49435" y="27700"/>
                </a:lnTo>
                <a:lnTo>
                  <a:pt x="53582" y="26935"/>
                </a:lnTo>
                <a:lnTo>
                  <a:pt x="57755" y="26194"/>
                </a:lnTo>
                <a:lnTo>
                  <a:pt x="61955" y="25453"/>
                </a:lnTo>
                <a:lnTo>
                  <a:pt x="66181" y="24735"/>
                </a:lnTo>
                <a:lnTo>
                  <a:pt x="70435" y="24025"/>
                </a:lnTo>
                <a:lnTo>
                  <a:pt x="74715" y="23330"/>
                </a:lnTo>
                <a:lnTo>
                  <a:pt x="79022" y="22651"/>
                </a:lnTo>
                <a:lnTo>
                  <a:pt x="83382" y="21979"/>
                </a:lnTo>
                <a:lnTo>
                  <a:pt x="87742" y="21323"/>
                </a:lnTo>
                <a:lnTo>
                  <a:pt x="92156" y="20682"/>
                </a:lnTo>
                <a:lnTo>
                  <a:pt x="99325" y="33374"/>
                </a:lnTo>
                <a:lnTo>
                  <a:pt x="102910" y="39719"/>
                </a:lnTo>
                <a:lnTo>
                  <a:pt x="106548" y="46065"/>
                </a:lnTo>
                <a:lnTo>
                  <a:pt x="106628" y="46204"/>
                </a:lnTo>
                <a:lnTo>
                  <a:pt x="106762" y="46335"/>
                </a:lnTo>
                <a:lnTo>
                  <a:pt x="106922" y="46467"/>
                </a:lnTo>
                <a:lnTo>
                  <a:pt x="107083" y="46590"/>
                </a:lnTo>
                <a:lnTo>
                  <a:pt x="107270" y="46706"/>
                </a:lnTo>
                <a:lnTo>
                  <a:pt x="107484" y="46814"/>
                </a:lnTo>
                <a:lnTo>
                  <a:pt x="107725" y="46922"/>
                </a:lnTo>
                <a:lnTo>
                  <a:pt x="107992" y="47022"/>
                </a:lnTo>
                <a:lnTo>
                  <a:pt x="108287" y="47123"/>
                </a:lnTo>
                <a:lnTo>
                  <a:pt x="108581" y="47208"/>
                </a:lnTo>
                <a:lnTo>
                  <a:pt x="108875" y="47293"/>
                </a:lnTo>
                <a:lnTo>
                  <a:pt x="109223" y="47370"/>
                </a:lnTo>
                <a:lnTo>
                  <a:pt x="109571" y="47439"/>
                </a:lnTo>
                <a:lnTo>
                  <a:pt x="109919" y="47501"/>
                </a:lnTo>
                <a:lnTo>
                  <a:pt x="110293" y="47563"/>
                </a:lnTo>
                <a:lnTo>
                  <a:pt x="110668" y="47609"/>
                </a:lnTo>
                <a:lnTo>
                  <a:pt x="111069" y="47655"/>
                </a:lnTo>
                <a:lnTo>
                  <a:pt x="111470" y="47694"/>
                </a:lnTo>
                <a:lnTo>
                  <a:pt x="111871" y="47717"/>
                </a:lnTo>
                <a:lnTo>
                  <a:pt x="112273" y="47740"/>
                </a:lnTo>
                <a:lnTo>
                  <a:pt x="112701" y="47756"/>
                </a:lnTo>
                <a:lnTo>
                  <a:pt x="113129" y="47764"/>
                </a:lnTo>
                <a:lnTo>
                  <a:pt x="113557" y="47764"/>
                </a:lnTo>
                <a:lnTo>
                  <a:pt x="113985" y="47756"/>
                </a:lnTo>
                <a:lnTo>
                  <a:pt x="114413" y="47740"/>
                </a:lnTo>
                <a:lnTo>
                  <a:pt x="114841" y="47717"/>
                </a:lnTo>
                <a:lnTo>
                  <a:pt x="115269" y="47679"/>
                </a:lnTo>
                <a:lnTo>
                  <a:pt x="115697" y="47640"/>
                </a:lnTo>
                <a:lnTo>
                  <a:pt x="116125" y="47586"/>
                </a:lnTo>
                <a:lnTo>
                  <a:pt x="116553" y="47532"/>
                </a:lnTo>
                <a:lnTo>
                  <a:pt x="116954" y="47462"/>
                </a:lnTo>
                <a:lnTo>
                  <a:pt x="117382" y="47385"/>
                </a:lnTo>
                <a:lnTo>
                  <a:pt x="133807" y="44097"/>
                </a:lnTo>
                <a:lnTo>
                  <a:pt x="150232" y="40800"/>
                </a:lnTo>
                <a:lnTo>
                  <a:pt x="166657" y="37496"/>
                </a:lnTo>
                <a:lnTo>
                  <a:pt x="174842" y="35836"/>
                </a:lnTo>
                <a:lnTo>
                  <a:pt x="183001" y="34177"/>
                </a:lnTo>
                <a:lnTo>
                  <a:pt x="183590" y="35574"/>
                </a:lnTo>
                <a:lnTo>
                  <a:pt x="184178" y="36971"/>
                </a:lnTo>
                <a:lnTo>
                  <a:pt x="184793" y="38361"/>
                </a:lnTo>
                <a:lnTo>
                  <a:pt x="185462" y="39750"/>
                </a:lnTo>
                <a:lnTo>
                  <a:pt x="186131" y="41148"/>
                </a:lnTo>
                <a:lnTo>
                  <a:pt x="186827" y="42537"/>
                </a:lnTo>
                <a:lnTo>
                  <a:pt x="187576" y="43919"/>
                </a:lnTo>
                <a:lnTo>
                  <a:pt x="188325" y="45309"/>
                </a:lnTo>
                <a:lnTo>
                  <a:pt x="189127" y="46690"/>
                </a:lnTo>
                <a:lnTo>
                  <a:pt x="189930" y="48080"/>
                </a:lnTo>
                <a:lnTo>
                  <a:pt x="190786" y="49462"/>
                </a:lnTo>
                <a:lnTo>
                  <a:pt x="191668" y="50844"/>
                </a:lnTo>
                <a:lnTo>
                  <a:pt x="192578" y="52226"/>
                </a:lnTo>
                <a:lnTo>
                  <a:pt x="193514" y="53608"/>
                </a:lnTo>
                <a:lnTo>
                  <a:pt x="194477" y="54982"/>
                </a:lnTo>
                <a:lnTo>
                  <a:pt x="195494" y="56364"/>
                </a:lnTo>
                <a:lnTo>
                  <a:pt x="195601" y="56487"/>
                </a:lnTo>
                <a:lnTo>
                  <a:pt x="195708" y="56611"/>
                </a:lnTo>
                <a:lnTo>
                  <a:pt x="195868" y="56726"/>
                </a:lnTo>
                <a:lnTo>
                  <a:pt x="196029" y="56834"/>
                </a:lnTo>
                <a:lnTo>
                  <a:pt x="196216" y="56935"/>
                </a:lnTo>
                <a:lnTo>
                  <a:pt x="196403" y="57035"/>
                </a:lnTo>
                <a:lnTo>
                  <a:pt x="196617" y="57136"/>
                </a:lnTo>
                <a:lnTo>
                  <a:pt x="196858" y="57220"/>
                </a:lnTo>
                <a:lnTo>
                  <a:pt x="197099" y="57305"/>
                </a:lnTo>
                <a:lnTo>
                  <a:pt x="197366" y="57383"/>
                </a:lnTo>
                <a:lnTo>
                  <a:pt x="197634" y="57452"/>
                </a:lnTo>
                <a:lnTo>
                  <a:pt x="197901" y="57522"/>
                </a:lnTo>
                <a:lnTo>
                  <a:pt x="198196" y="57583"/>
                </a:lnTo>
                <a:lnTo>
                  <a:pt x="198517" y="57637"/>
                </a:lnTo>
                <a:lnTo>
                  <a:pt x="198838" y="57684"/>
                </a:lnTo>
                <a:lnTo>
                  <a:pt x="199159" y="57730"/>
                </a:lnTo>
                <a:lnTo>
                  <a:pt x="199506" y="57769"/>
                </a:lnTo>
                <a:lnTo>
                  <a:pt x="199854" y="57792"/>
                </a:lnTo>
                <a:lnTo>
                  <a:pt x="200202" y="57823"/>
                </a:lnTo>
                <a:lnTo>
                  <a:pt x="200550" y="57838"/>
                </a:lnTo>
                <a:lnTo>
                  <a:pt x="200924" y="57846"/>
                </a:lnTo>
                <a:lnTo>
                  <a:pt x="201299" y="57853"/>
                </a:lnTo>
                <a:lnTo>
                  <a:pt x="201673" y="57853"/>
                </a:lnTo>
                <a:lnTo>
                  <a:pt x="202048" y="57846"/>
                </a:lnTo>
                <a:lnTo>
                  <a:pt x="202422" y="57830"/>
                </a:lnTo>
                <a:lnTo>
                  <a:pt x="202823" y="57807"/>
                </a:lnTo>
                <a:lnTo>
                  <a:pt x="203198" y="57784"/>
                </a:lnTo>
                <a:lnTo>
                  <a:pt x="203599" y="57745"/>
                </a:lnTo>
                <a:lnTo>
                  <a:pt x="203974" y="57707"/>
                </a:lnTo>
                <a:lnTo>
                  <a:pt x="204375" y="57653"/>
                </a:lnTo>
                <a:lnTo>
                  <a:pt x="204749" y="57599"/>
                </a:lnTo>
                <a:lnTo>
                  <a:pt x="205124" y="57537"/>
                </a:lnTo>
                <a:lnTo>
                  <a:pt x="209083" y="56834"/>
                </a:lnTo>
                <a:lnTo>
                  <a:pt x="213015" y="56124"/>
                </a:lnTo>
                <a:lnTo>
                  <a:pt x="216894" y="55406"/>
                </a:lnTo>
                <a:lnTo>
                  <a:pt x="220746" y="54673"/>
                </a:lnTo>
                <a:lnTo>
                  <a:pt x="224572" y="53932"/>
                </a:lnTo>
                <a:lnTo>
                  <a:pt x="228343" y="53175"/>
                </a:lnTo>
                <a:lnTo>
                  <a:pt x="232089" y="52411"/>
                </a:lnTo>
                <a:lnTo>
                  <a:pt x="235780" y="51631"/>
                </a:lnTo>
                <a:lnTo>
                  <a:pt x="239445" y="50836"/>
                </a:lnTo>
                <a:lnTo>
                  <a:pt x="243083" y="50025"/>
                </a:lnTo>
                <a:lnTo>
                  <a:pt x="246694" y="49207"/>
                </a:lnTo>
                <a:lnTo>
                  <a:pt x="250252" y="48366"/>
                </a:lnTo>
                <a:lnTo>
                  <a:pt x="253783" y="47517"/>
                </a:lnTo>
                <a:lnTo>
                  <a:pt x="255549" y="47084"/>
                </a:lnTo>
                <a:lnTo>
                  <a:pt x="257288" y="46644"/>
                </a:lnTo>
                <a:lnTo>
                  <a:pt x="259026" y="46204"/>
                </a:lnTo>
                <a:lnTo>
                  <a:pt x="260765" y="45756"/>
                </a:lnTo>
                <a:lnTo>
                  <a:pt x="262477" y="45309"/>
                </a:lnTo>
                <a:lnTo>
                  <a:pt x="264189" y="44853"/>
                </a:lnTo>
                <a:lnTo>
                  <a:pt x="264537" y="44753"/>
                </a:lnTo>
                <a:lnTo>
                  <a:pt x="264831" y="44652"/>
                </a:lnTo>
                <a:lnTo>
                  <a:pt x="265072" y="44544"/>
                </a:lnTo>
                <a:lnTo>
                  <a:pt x="265286" y="44429"/>
                </a:lnTo>
                <a:lnTo>
                  <a:pt x="265447" y="44313"/>
                </a:lnTo>
                <a:lnTo>
                  <a:pt x="265554" y="44197"/>
                </a:lnTo>
                <a:lnTo>
                  <a:pt x="265634" y="44081"/>
                </a:lnTo>
                <a:lnTo>
                  <a:pt x="265661" y="43965"/>
                </a:lnTo>
                <a:lnTo>
                  <a:pt x="265661" y="43850"/>
                </a:lnTo>
                <a:lnTo>
                  <a:pt x="265634" y="43734"/>
                </a:lnTo>
                <a:lnTo>
                  <a:pt x="265554" y="43626"/>
                </a:lnTo>
                <a:lnTo>
                  <a:pt x="265447" y="43510"/>
                </a:lnTo>
                <a:lnTo>
                  <a:pt x="265313" y="43402"/>
                </a:lnTo>
                <a:lnTo>
                  <a:pt x="265152" y="43301"/>
                </a:lnTo>
                <a:lnTo>
                  <a:pt x="264965" y="43201"/>
                </a:lnTo>
                <a:lnTo>
                  <a:pt x="264751" y="43108"/>
                </a:lnTo>
                <a:lnTo>
                  <a:pt x="264510" y="43024"/>
                </a:lnTo>
                <a:lnTo>
                  <a:pt x="264243" y="42939"/>
                </a:lnTo>
                <a:lnTo>
                  <a:pt x="263949" y="42869"/>
                </a:lnTo>
                <a:lnTo>
                  <a:pt x="263628" y="42800"/>
                </a:lnTo>
                <a:lnTo>
                  <a:pt x="263307" y="42746"/>
                </a:lnTo>
                <a:lnTo>
                  <a:pt x="262986" y="42699"/>
                </a:lnTo>
                <a:lnTo>
                  <a:pt x="262611" y="42661"/>
                </a:lnTo>
                <a:lnTo>
                  <a:pt x="262263" y="42638"/>
                </a:lnTo>
                <a:lnTo>
                  <a:pt x="261862" y="42622"/>
                </a:lnTo>
                <a:lnTo>
                  <a:pt x="261487" y="42622"/>
                </a:lnTo>
                <a:lnTo>
                  <a:pt x="261086" y="42630"/>
                </a:lnTo>
                <a:lnTo>
                  <a:pt x="260685" y="42653"/>
                </a:lnTo>
                <a:lnTo>
                  <a:pt x="260284" y="42692"/>
                </a:lnTo>
                <a:lnTo>
                  <a:pt x="259856" y="42746"/>
                </a:lnTo>
                <a:lnTo>
                  <a:pt x="259454" y="42815"/>
                </a:lnTo>
                <a:lnTo>
                  <a:pt x="259026" y="42900"/>
                </a:lnTo>
                <a:lnTo>
                  <a:pt x="255843" y="43626"/>
                </a:lnTo>
                <a:lnTo>
                  <a:pt x="252606" y="44336"/>
                </a:lnTo>
                <a:lnTo>
                  <a:pt x="249396" y="45038"/>
                </a:lnTo>
                <a:lnTo>
                  <a:pt x="246159" y="45741"/>
                </a:lnTo>
                <a:lnTo>
                  <a:pt x="242896" y="46428"/>
                </a:lnTo>
                <a:lnTo>
                  <a:pt x="239632" y="47107"/>
                </a:lnTo>
                <a:lnTo>
                  <a:pt x="236342" y="47779"/>
                </a:lnTo>
                <a:lnTo>
                  <a:pt x="233052" y="48435"/>
                </a:lnTo>
                <a:lnTo>
                  <a:pt x="229708" y="49091"/>
                </a:lnTo>
                <a:lnTo>
                  <a:pt x="226391" y="49740"/>
                </a:lnTo>
                <a:lnTo>
                  <a:pt x="223020" y="50373"/>
                </a:lnTo>
                <a:lnTo>
                  <a:pt x="219623" y="50998"/>
                </a:lnTo>
                <a:lnTo>
                  <a:pt x="216225" y="51616"/>
                </a:lnTo>
                <a:lnTo>
                  <a:pt x="212775" y="52226"/>
                </a:lnTo>
                <a:lnTo>
                  <a:pt x="209297" y="52828"/>
                </a:lnTo>
                <a:lnTo>
                  <a:pt x="205819" y="53422"/>
                </a:lnTo>
                <a:lnTo>
                  <a:pt x="204883" y="52010"/>
                </a:lnTo>
                <a:lnTo>
                  <a:pt x="203974" y="50597"/>
                </a:lnTo>
                <a:lnTo>
                  <a:pt x="203118" y="49192"/>
                </a:lnTo>
                <a:lnTo>
                  <a:pt x="202262" y="47779"/>
                </a:lnTo>
                <a:lnTo>
                  <a:pt x="201432" y="46366"/>
                </a:lnTo>
                <a:lnTo>
                  <a:pt x="200630" y="44954"/>
                </a:lnTo>
                <a:lnTo>
                  <a:pt x="199881" y="43533"/>
                </a:lnTo>
                <a:lnTo>
                  <a:pt x="199132" y="42120"/>
                </a:lnTo>
                <a:lnTo>
                  <a:pt x="198410" y="40700"/>
                </a:lnTo>
                <a:lnTo>
                  <a:pt x="197741" y="39279"/>
                </a:lnTo>
                <a:lnTo>
                  <a:pt x="197072" y="37859"/>
                </a:lnTo>
                <a:lnTo>
                  <a:pt x="196457" y="36438"/>
                </a:lnTo>
                <a:lnTo>
                  <a:pt x="195841" y="35018"/>
                </a:lnTo>
                <a:lnTo>
                  <a:pt x="195280" y="33590"/>
                </a:lnTo>
                <a:lnTo>
                  <a:pt x="194745" y="32162"/>
                </a:lnTo>
                <a:lnTo>
                  <a:pt x="194236" y="30733"/>
                </a:lnTo>
                <a:lnTo>
                  <a:pt x="194183" y="30602"/>
                </a:lnTo>
                <a:lnTo>
                  <a:pt x="194076" y="30479"/>
                </a:lnTo>
                <a:lnTo>
                  <a:pt x="193969" y="30355"/>
                </a:lnTo>
                <a:lnTo>
                  <a:pt x="193835" y="30239"/>
                </a:lnTo>
                <a:lnTo>
                  <a:pt x="193648" y="30131"/>
                </a:lnTo>
                <a:lnTo>
                  <a:pt x="193461" y="30023"/>
                </a:lnTo>
                <a:lnTo>
                  <a:pt x="193247" y="29923"/>
                </a:lnTo>
                <a:lnTo>
                  <a:pt x="193006" y="29830"/>
                </a:lnTo>
                <a:lnTo>
                  <a:pt x="192738" y="29745"/>
                </a:lnTo>
                <a:lnTo>
                  <a:pt x="192471" y="29668"/>
                </a:lnTo>
                <a:lnTo>
                  <a:pt x="192177" y="29591"/>
                </a:lnTo>
                <a:lnTo>
                  <a:pt x="191856" y="29521"/>
                </a:lnTo>
                <a:lnTo>
                  <a:pt x="191535" y="29460"/>
                </a:lnTo>
                <a:lnTo>
                  <a:pt x="191187" y="29406"/>
                </a:lnTo>
                <a:lnTo>
                  <a:pt x="190839" y="29352"/>
                </a:lnTo>
                <a:lnTo>
                  <a:pt x="190491" y="29313"/>
                </a:lnTo>
                <a:lnTo>
                  <a:pt x="190117" y="29274"/>
                </a:lnTo>
                <a:lnTo>
                  <a:pt x="189716" y="29244"/>
                </a:lnTo>
                <a:lnTo>
                  <a:pt x="189341" y="29220"/>
                </a:lnTo>
                <a:lnTo>
                  <a:pt x="188940" y="29197"/>
                </a:lnTo>
                <a:lnTo>
                  <a:pt x="188539" y="29189"/>
                </a:lnTo>
                <a:lnTo>
                  <a:pt x="188137" y="29182"/>
                </a:lnTo>
                <a:lnTo>
                  <a:pt x="187736" y="29182"/>
                </a:lnTo>
                <a:lnTo>
                  <a:pt x="187335" y="29189"/>
                </a:lnTo>
                <a:lnTo>
                  <a:pt x="186934" y="29205"/>
                </a:lnTo>
                <a:lnTo>
                  <a:pt x="186532" y="29228"/>
                </a:lnTo>
                <a:lnTo>
                  <a:pt x="186131" y="29259"/>
                </a:lnTo>
                <a:lnTo>
                  <a:pt x="185730" y="29298"/>
                </a:lnTo>
                <a:lnTo>
                  <a:pt x="185355" y="29344"/>
                </a:lnTo>
                <a:lnTo>
                  <a:pt x="184954" y="29390"/>
                </a:lnTo>
                <a:lnTo>
                  <a:pt x="184579" y="29452"/>
                </a:lnTo>
                <a:lnTo>
                  <a:pt x="184232" y="29514"/>
                </a:lnTo>
                <a:lnTo>
                  <a:pt x="175939" y="31119"/>
                </a:lnTo>
                <a:lnTo>
                  <a:pt x="167673" y="32725"/>
                </a:lnTo>
                <a:lnTo>
                  <a:pt x="159407" y="34346"/>
                </a:lnTo>
                <a:lnTo>
                  <a:pt x="151168" y="35968"/>
                </a:lnTo>
                <a:lnTo>
                  <a:pt x="134690" y="39218"/>
                </a:lnTo>
                <a:lnTo>
                  <a:pt x="118238" y="42475"/>
                </a:lnTo>
                <a:lnTo>
                  <a:pt x="114734" y="36230"/>
                </a:lnTo>
                <a:lnTo>
                  <a:pt x="111203" y="29977"/>
                </a:lnTo>
                <a:lnTo>
                  <a:pt x="104140" y="17478"/>
                </a:lnTo>
                <a:lnTo>
                  <a:pt x="104060" y="17370"/>
                </a:lnTo>
                <a:lnTo>
                  <a:pt x="103953" y="17262"/>
                </a:lnTo>
                <a:lnTo>
                  <a:pt x="103846" y="17154"/>
                </a:lnTo>
                <a:lnTo>
                  <a:pt x="103712" y="17046"/>
                </a:lnTo>
                <a:lnTo>
                  <a:pt x="103552" y="16946"/>
                </a:lnTo>
                <a:lnTo>
                  <a:pt x="103365" y="16845"/>
                </a:lnTo>
                <a:lnTo>
                  <a:pt x="103177" y="16745"/>
                </a:lnTo>
                <a:lnTo>
                  <a:pt x="102963" y="16652"/>
                </a:lnTo>
                <a:lnTo>
                  <a:pt x="102749" y="16560"/>
                </a:lnTo>
                <a:lnTo>
                  <a:pt x="102509" y="16467"/>
                </a:lnTo>
                <a:lnTo>
                  <a:pt x="102241" y="16382"/>
                </a:lnTo>
                <a:lnTo>
                  <a:pt x="101974" y="16305"/>
                </a:lnTo>
                <a:lnTo>
                  <a:pt x="101679" y="16228"/>
                </a:lnTo>
                <a:lnTo>
                  <a:pt x="101385" y="16158"/>
                </a:lnTo>
                <a:lnTo>
                  <a:pt x="101091" y="16089"/>
                </a:lnTo>
                <a:lnTo>
                  <a:pt x="100770" y="16027"/>
                </a:lnTo>
                <a:lnTo>
                  <a:pt x="100422" y="15973"/>
                </a:lnTo>
                <a:lnTo>
                  <a:pt x="100101" y="15919"/>
                </a:lnTo>
                <a:lnTo>
                  <a:pt x="99753" y="15873"/>
                </a:lnTo>
                <a:lnTo>
                  <a:pt x="99379" y="15834"/>
                </a:lnTo>
                <a:lnTo>
                  <a:pt x="99031" y="15803"/>
                </a:lnTo>
                <a:lnTo>
                  <a:pt x="98657" y="15772"/>
                </a:lnTo>
                <a:lnTo>
                  <a:pt x="98282" y="15749"/>
                </a:lnTo>
                <a:lnTo>
                  <a:pt x="97908" y="15741"/>
                </a:lnTo>
                <a:lnTo>
                  <a:pt x="97506" y="15734"/>
                </a:lnTo>
                <a:lnTo>
                  <a:pt x="97132" y="15734"/>
                </a:lnTo>
                <a:lnTo>
                  <a:pt x="96730" y="15741"/>
                </a:lnTo>
                <a:lnTo>
                  <a:pt x="96356" y="15757"/>
                </a:lnTo>
                <a:lnTo>
                  <a:pt x="95955" y="15780"/>
                </a:lnTo>
                <a:lnTo>
                  <a:pt x="95553" y="15811"/>
                </a:lnTo>
                <a:lnTo>
                  <a:pt x="95179" y="15849"/>
                </a:lnTo>
                <a:lnTo>
                  <a:pt x="94778" y="15904"/>
                </a:lnTo>
                <a:lnTo>
                  <a:pt x="90203" y="16537"/>
                </a:lnTo>
                <a:lnTo>
                  <a:pt x="85656" y="17193"/>
                </a:lnTo>
                <a:lnTo>
                  <a:pt x="81135" y="17857"/>
                </a:lnTo>
                <a:lnTo>
                  <a:pt x="76641" y="18536"/>
                </a:lnTo>
                <a:lnTo>
                  <a:pt x="72200" y="19231"/>
                </a:lnTo>
                <a:lnTo>
                  <a:pt x="67786" y="19933"/>
                </a:lnTo>
                <a:lnTo>
                  <a:pt x="63399" y="20651"/>
                </a:lnTo>
                <a:lnTo>
                  <a:pt x="59039" y="21385"/>
                </a:lnTo>
                <a:lnTo>
                  <a:pt x="54705" y="22133"/>
                </a:lnTo>
                <a:lnTo>
                  <a:pt x="50425" y="22890"/>
                </a:lnTo>
                <a:lnTo>
                  <a:pt x="46145" y="23662"/>
                </a:lnTo>
                <a:lnTo>
                  <a:pt x="41892" y="24449"/>
                </a:lnTo>
                <a:lnTo>
                  <a:pt x="37692" y="25252"/>
                </a:lnTo>
                <a:lnTo>
                  <a:pt x="33492" y="26063"/>
                </a:lnTo>
                <a:lnTo>
                  <a:pt x="29319" y="26897"/>
                </a:lnTo>
                <a:lnTo>
                  <a:pt x="25173" y="27738"/>
                </a:lnTo>
                <a:lnTo>
                  <a:pt x="24531" y="26928"/>
                </a:lnTo>
                <a:lnTo>
                  <a:pt x="23889" y="26109"/>
                </a:lnTo>
                <a:lnTo>
                  <a:pt x="23273" y="25299"/>
                </a:lnTo>
                <a:lnTo>
                  <a:pt x="22685" y="24488"/>
                </a:lnTo>
                <a:lnTo>
                  <a:pt x="22123" y="23677"/>
                </a:lnTo>
                <a:lnTo>
                  <a:pt x="21588" y="22867"/>
                </a:lnTo>
                <a:lnTo>
                  <a:pt x="21053" y="22056"/>
                </a:lnTo>
                <a:lnTo>
                  <a:pt x="20545" y="21246"/>
                </a:lnTo>
                <a:lnTo>
                  <a:pt x="20063" y="20435"/>
                </a:lnTo>
                <a:lnTo>
                  <a:pt x="19582" y="19617"/>
                </a:lnTo>
                <a:lnTo>
                  <a:pt x="19127" y="18806"/>
                </a:lnTo>
                <a:lnTo>
                  <a:pt x="18699" y="17996"/>
                </a:lnTo>
                <a:lnTo>
                  <a:pt x="17870" y="16367"/>
                </a:lnTo>
                <a:lnTo>
                  <a:pt x="17094" y="14738"/>
                </a:lnTo>
                <a:lnTo>
                  <a:pt x="16398" y="13109"/>
                </a:lnTo>
                <a:lnTo>
                  <a:pt x="15730" y="11472"/>
                </a:lnTo>
                <a:lnTo>
                  <a:pt x="15114" y="9828"/>
                </a:lnTo>
                <a:lnTo>
                  <a:pt x="14553" y="8184"/>
                </a:lnTo>
                <a:lnTo>
                  <a:pt x="14018" y="6539"/>
                </a:lnTo>
                <a:lnTo>
                  <a:pt x="13536" y="4880"/>
                </a:lnTo>
                <a:lnTo>
                  <a:pt x="13055" y="3220"/>
                </a:lnTo>
                <a:lnTo>
                  <a:pt x="12627" y="1552"/>
                </a:lnTo>
                <a:lnTo>
                  <a:pt x="12573" y="1444"/>
                </a:lnTo>
                <a:lnTo>
                  <a:pt x="12520" y="1336"/>
                </a:lnTo>
                <a:lnTo>
                  <a:pt x="12466" y="1236"/>
                </a:lnTo>
                <a:lnTo>
                  <a:pt x="12386" y="1135"/>
                </a:lnTo>
                <a:lnTo>
                  <a:pt x="12279" y="1043"/>
                </a:lnTo>
                <a:lnTo>
                  <a:pt x="12172" y="958"/>
                </a:lnTo>
                <a:lnTo>
                  <a:pt x="12038" y="865"/>
                </a:lnTo>
                <a:lnTo>
                  <a:pt x="11904" y="788"/>
                </a:lnTo>
                <a:lnTo>
                  <a:pt x="11744" y="711"/>
                </a:lnTo>
                <a:lnTo>
                  <a:pt x="11583" y="641"/>
                </a:lnTo>
                <a:lnTo>
                  <a:pt x="11423" y="572"/>
                </a:lnTo>
                <a:lnTo>
                  <a:pt x="11236" y="502"/>
                </a:lnTo>
                <a:lnTo>
                  <a:pt x="11048" y="441"/>
                </a:lnTo>
                <a:lnTo>
                  <a:pt x="10834" y="387"/>
                </a:lnTo>
                <a:lnTo>
                  <a:pt x="10620" y="332"/>
                </a:lnTo>
                <a:lnTo>
                  <a:pt x="10406" y="286"/>
                </a:lnTo>
                <a:lnTo>
                  <a:pt x="9925" y="201"/>
                </a:lnTo>
                <a:lnTo>
                  <a:pt x="9443" y="132"/>
                </a:lnTo>
                <a:lnTo>
                  <a:pt x="8908" y="78"/>
                </a:lnTo>
                <a:lnTo>
                  <a:pt x="8373" y="31"/>
                </a:lnTo>
                <a:lnTo>
                  <a:pt x="7838" y="8"/>
                </a:lnTo>
                <a:lnTo>
                  <a:pt x="72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10800000">
            <a:off x="5236333" y="4414150"/>
            <a:ext cx="591942" cy="545250"/>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rot="-9204418">
            <a:off x="8344845" y="4807735"/>
            <a:ext cx="680816" cy="187424"/>
          </a:xfrm>
          <a:custGeom>
            <a:rect b="b" l="l" r="r" t="t"/>
            <a:pathLst>
              <a:path extrusionOk="0" h="26681" w="297334">
                <a:moveTo>
                  <a:pt x="7036" y="1"/>
                </a:moveTo>
                <a:lnTo>
                  <a:pt x="6662" y="8"/>
                </a:lnTo>
                <a:lnTo>
                  <a:pt x="6287" y="16"/>
                </a:lnTo>
                <a:lnTo>
                  <a:pt x="5939" y="39"/>
                </a:lnTo>
                <a:lnTo>
                  <a:pt x="5618" y="62"/>
                </a:lnTo>
                <a:lnTo>
                  <a:pt x="5271" y="86"/>
                </a:lnTo>
                <a:lnTo>
                  <a:pt x="4976" y="124"/>
                </a:lnTo>
                <a:lnTo>
                  <a:pt x="4682" y="163"/>
                </a:lnTo>
                <a:lnTo>
                  <a:pt x="4388" y="201"/>
                </a:lnTo>
                <a:lnTo>
                  <a:pt x="4120" y="248"/>
                </a:lnTo>
                <a:lnTo>
                  <a:pt x="3853" y="302"/>
                </a:lnTo>
                <a:lnTo>
                  <a:pt x="3612" y="356"/>
                </a:lnTo>
                <a:lnTo>
                  <a:pt x="3398" y="417"/>
                </a:lnTo>
                <a:lnTo>
                  <a:pt x="3184" y="479"/>
                </a:lnTo>
                <a:lnTo>
                  <a:pt x="2970" y="541"/>
                </a:lnTo>
                <a:lnTo>
                  <a:pt x="2783" y="610"/>
                </a:lnTo>
                <a:lnTo>
                  <a:pt x="2596" y="680"/>
                </a:lnTo>
                <a:lnTo>
                  <a:pt x="2435" y="757"/>
                </a:lnTo>
                <a:lnTo>
                  <a:pt x="2141" y="919"/>
                </a:lnTo>
                <a:lnTo>
                  <a:pt x="1927" y="1081"/>
                </a:lnTo>
                <a:lnTo>
                  <a:pt x="1740" y="1259"/>
                </a:lnTo>
                <a:lnTo>
                  <a:pt x="1606" y="1444"/>
                </a:lnTo>
                <a:lnTo>
                  <a:pt x="1526" y="1629"/>
                </a:lnTo>
                <a:lnTo>
                  <a:pt x="1526" y="1815"/>
                </a:lnTo>
                <a:lnTo>
                  <a:pt x="1552" y="2008"/>
                </a:lnTo>
                <a:lnTo>
                  <a:pt x="1633" y="2201"/>
                </a:lnTo>
                <a:lnTo>
                  <a:pt x="1766" y="2394"/>
                </a:lnTo>
                <a:lnTo>
                  <a:pt x="1954" y="2579"/>
                </a:lnTo>
                <a:lnTo>
                  <a:pt x="2194" y="2764"/>
                </a:lnTo>
                <a:lnTo>
                  <a:pt x="2489" y="2942"/>
                </a:lnTo>
                <a:lnTo>
                  <a:pt x="2836" y="3119"/>
                </a:lnTo>
                <a:lnTo>
                  <a:pt x="3238" y="3282"/>
                </a:lnTo>
                <a:lnTo>
                  <a:pt x="3692" y="3436"/>
                </a:lnTo>
                <a:lnTo>
                  <a:pt x="3933" y="3505"/>
                </a:lnTo>
                <a:lnTo>
                  <a:pt x="4174" y="3575"/>
                </a:lnTo>
                <a:lnTo>
                  <a:pt x="4441" y="3644"/>
                </a:lnTo>
                <a:lnTo>
                  <a:pt x="4736" y="3706"/>
                </a:lnTo>
                <a:lnTo>
                  <a:pt x="5030" y="3768"/>
                </a:lnTo>
                <a:lnTo>
                  <a:pt x="5324" y="3822"/>
                </a:lnTo>
                <a:lnTo>
                  <a:pt x="5645" y="3876"/>
                </a:lnTo>
                <a:lnTo>
                  <a:pt x="5993" y="3922"/>
                </a:lnTo>
                <a:lnTo>
                  <a:pt x="6341" y="3961"/>
                </a:lnTo>
                <a:lnTo>
                  <a:pt x="6689" y="3999"/>
                </a:lnTo>
                <a:lnTo>
                  <a:pt x="7063" y="4038"/>
                </a:lnTo>
                <a:lnTo>
                  <a:pt x="7438" y="4061"/>
                </a:lnTo>
                <a:lnTo>
                  <a:pt x="7839" y="4092"/>
                </a:lnTo>
                <a:lnTo>
                  <a:pt x="8267" y="4108"/>
                </a:lnTo>
                <a:lnTo>
                  <a:pt x="16880" y="4440"/>
                </a:lnTo>
                <a:lnTo>
                  <a:pt x="25494" y="4764"/>
                </a:lnTo>
                <a:lnTo>
                  <a:pt x="34108" y="5080"/>
                </a:lnTo>
                <a:lnTo>
                  <a:pt x="42748" y="5389"/>
                </a:lnTo>
                <a:lnTo>
                  <a:pt x="51389" y="5698"/>
                </a:lnTo>
                <a:lnTo>
                  <a:pt x="60029" y="6007"/>
                </a:lnTo>
                <a:lnTo>
                  <a:pt x="68670" y="6300"/>
                </a:lnTo>
                <a:lnTo>
                  <a:pt x="77310" y="6593"/>
                </a:lnTo>
                <a:lnTo>
                  <a:pt x="85977" y="6879"/>
                </a:lnTo>
                <a:lnTo>
                  <a:pt x="94618" y="7165"/>
                </a:lnTo>
                <a:lnTo>
                  <a:pt x="103285" y="7443"/>
                </a:lnTo>
                <a:lnTo>
                  <a:pt x="111952" y="7713"/>
                </a:lnTo>
                <a:lnTo>
                  <a:pt x="120619" y="7975"/>
                </a:lnTo>
                <a:lnTo>
                  <a:pt x="129287" y="8230"/>
                </a:lnTo>
                <a:lnTo>
                  <a:pt x="137954" y="8485"/>
                </a:lnTo>
                <a:lnTo>
                  <a:pt x="146621" y="8732"/>
                </a:lnTo>
                <a:lnTo>
                  <a:pt x="155315" y="8971"/>
                </a:lnTo>
                <a:lnTo>
                  <a:pt x="163982" y="9203"/>
                </a:lnTo>
                <a:lnTo>
                  <a:pt x="172676" y="9434"/>
                </a:lnTo>
                <a:lnTo>
                  <a:pt x="181343" y="9650"/>
                </a:lnTo>
                <a:lnTo>
                  <a:pt x="190037" y="9867"/>
                </a:lnTo>
                <a:lnTo>
                  <a:pt x="198704" y="10075"/>
                </a:lnTo>
                <a:lnTo>
                  <a:pt x="207398" y="10276"/>
                </a:lnTo>
                <a:lnTo>
                  <a:pt x="216092" y="10469"/>
                </a:lnTo>
                <a:lnTo>
                  <a:pt x="224759" y="10654"/>
                </a:lnTo>
                <a:lnTo>
                  <a:pt x="233453" y="10832"/>
                </a:lnTo>
                <a:lnTo>
                  <a:pt x="242121" y="11009"/>
                </a:lnTo>
                <a:lnTo>
                  <a:pt x="250815" y="11171"/>
                </a:lnTo>
                <a:lnTo>
                  <a:pt x="259508" y="11333"/>
                </a:lnTo>
                <a:lnTo>
                  <a:pt x="268176" y="11480"/>
                </a:lnTo>
                <a:lnTo>
                  <a:pt x="276870" y="11627"/>
                </a:lnTo>
                <a:lnTo>
                  <a:pt x="285537" y="11758"/>
                </a:lnTo>
                <a:lnTo>
                  <a:pt x="285350" y="12491"/>
                </a:lnTo>
                <a:lnTo>
                  <a:pt x="285136" y="13217"/>
                </a:lnTo>
                <a:lnTo>
                  <a:pt x="284895" y="13943"/>
                </a:lnTo>
                <a:lnTo>
                  <a:pt x="284627" y="14661"/>
                </a:lnTo>
                <a:lnTo>
                  <a:pt x="284360" y="15379"/>
                </a:lnTo>
                <a:lnTo>
                  <a:pt x="284066" y="16097"/>
                </a:lnTo>
                <a:lnTo>
                  <a:pt x="283745" y="16815"/>
                </a:lnTo>
                <a:lnTo>
                  <a:pt x="283397" y="17525"/>
                </a:lnTo>
                <a:lnTo>
                  <a:pt x="283049" y="18235"/>
                </a:lnTo>
                <a:lnTo>
                  <a:pt x="282648" y="18945"/>
                </a:lnTo>
                <a:lnTo>
                  <a:pt x="282220" y="19655"/>
                </a:lnTo>
                <a:lnTo>
                  <a:pt x="281738" y="20358"/>
                </a:lnTo>
                <a:lnTo>
                  <a:pt x="281257" y="21068"/>
                </a:lnTo>
                <a:lnTo>
                  <a:pt x="280722" y="21771"/>
                </a:lnTo>
                <a:lnTo>
                  <a:pt x="280133" y="22481"/>
                </a:lnTo>
                <a:lnTo>
                  <a:pt x="279545" y="23183"/>
                </a:lnTo>
                <a:lnTo>
                  <a:pt x="271118" y="22828"/>
                </a:lnTo>
                <a:lnTo>
                  <a:pt x="262692" y="22481"/>
                </a:lnTo>
                <a:lnTo>
                  <a:pt x="254239" y="22141"/>
                </a:lnTo>
                <a:lnTo>
                  <a:pt x="245812" y="21809"/>
                </a:lnTo>
                <a:lnTo>
                  <a:pt x="237359" y="21485"/>
                </a:lnTo>
                <a:lnTo>
                  <a:pt x="228933" y="21169"/>
                </a:lnTo>
                <a:lnTo>
                  <a:pt x="220479" y="20852"/>
                </a:lnTo>
                <a:lnTo>
                  <a:pt x="212026" y="20551"/>
                </a:lnTo>
                <a:lnTo>
                  <a:pt x="195120" y="19957"/>
                </a:lnTo>
                <a:lnTo>
                  <a:pt x="178187" y="19378"/>
                </a:lnTo>
                <a:lnTo>
                  <a:pt x="161254" y="18799"/>
                </a:lnTo>
                <a:lnTo>
                  <a:pt x="144320" y="18235"/>
                </a:lnTo>
                <a:lnTo>
                  <a:pt x="127414" y="17664"/>
                </a:lnTo>
                <a:lnTo>
                  <a:pt x="110481" y="17085"/>
                </a:lnTo>
                <a:lnTo>
                  <a:pt x="93548" y="16490"/>
                </a:lnTo>
                <a:lnTo>
                  <a:pt x="85095" y="16189"/>
                </a:lnTo>
                <a:lnTo>
                  <a:pt x="76641" y="15880"/>
                </a:lnTo>
                <a:lnTo>
                  <a:pt x="68188" y="15564"/>
                </a:lnTo>
                <a:lnTo>
                  <a:pt x="59735" y="15247"/>
                </a:lnTo>
                <a:lnTo>
                  <a:pt x="51282" y="14915"/>
                </a:lnTo>
                <a:lnTo>
                  <a:pt x="42855" y="14583"/>
                </a:lnTo>
                <a:lnTo>
                  <a:pt x="34402" y="14236"/>
                </a:lnTo>
                <a:lnTo>
                  <a:pt x="25976" y="13881"/>
                </a:lnTo>
                <a:lnTo>
                  <a:pt x="17549" y="13518"/>
                </a:lnTo>
                <a:lnTo>
                  <a:pt x="9123" y="13140"/>
                </a:lnTo>
                <a:lnTo>
                  <a:pt x="8695" y="13124"/>
                </a:lnTo>
                <a:lnTo>
                  <a:pt x="8294" y="13117"/>
                </a:lnTo>
                <a:lnTo>
                  <a:pt x="7464" y="13117"/>
                </a:lnTo>
                <a:lnTo>
                  <a:pt x="7090" y="13124"/>
                </a:lnTo>
                <a:lnTo>
                  <a:pt x="6689" y="13140"/>
                </a:lnTo>
                <a:lnTo>
                  <a:pt x="6314" y="13163"/>
                </a:lnTo>
                <a:lnTo>
                  <a:pt x="5966" y="13186"/>
                </a:lnTo>
                <a:lnTo>
                  <a:pt x="5592" y="13217"/>
                </a:lnTo>
                <a:lnTo>
                  <a:pt x="5244" y="13248"/>
                </a:lnTo>
                <a:lnTo>
                  <a:pt x="4923" y="13287"/>
                </a:lnTo>
                <a:lnTo>
                  <a:pt x="4575" y="13333"/>
                </a:lnTo>
                <a:lnTo>
                  <a:pt x="4254" y="13379"/>
                </a:lnTo>
                <a:lnTo>
                  <a:pt x="3960" y="13433"/>
                </a:lnTo>
                <a:lnTo>
                  <a:pt x="3666" y="13487"/>
                </a:lnTo>
                <a:lnTo>
                  <a:pt x="3371" y="13549"/>
                </a:lnTo>
                <a:lnTo>
                  <a:pt x="2810" y="13680"/>
                </a:lnTo>
                <a:lnTo>
                  <a:pt x="2328" y="13827"/>
                </a:lnTo>
                <a:lnTo>
                  <a:pt x="1873" y="13974"/>
                </a:lnTo>
                <a:lnTo>
                  <a:pt x="1445" y="14143"/>
                </a:lnTo>
                <a:lnTo>
                  <a:pt x="1098" y="14313"/>
                </a:lnTo>
                <a:lnTo>
                  <a:pt x="777" y="14491"/>
                </a:lnTo>
                <a:lnTo>
                  <a:pt x="509" y="14676"/>
                </a:lnTo>
                <a:lnTo>
                  <a:pt x="295" y="14861"/>
                </a:lnTo>
                <a:lnTo>
                  <a:pt x="135" y="15054"/>
                </a:lnTo>
                <a:lnTo>
                  <a:pt x="28" y="15247"/>
                </a:lnTo>
                <a:lnTo>
                  <a:pt x="1" y="15433"/>
                </a:lnTo>
                <a:lnTo>
                  <a:pt x="1" y="15626"/>
                </a:lnTo>
                <a:lnTo>
                  <a:pt x="81" y="15811"/>
                </a:lnTo>
                <a:lnTo>
                  <a:pt x="135" y="15896"/>
                </a:lnTo>
                <a:lnTo>
                  <a:pt x="215" y="15988"/>
                </a:lnTo>
                <a:lnTo>
                  <a:pt x="295" y="16073"/>
                </a:lnTo>
                <a:lnTo>
                  <a:pt x="402" y="16158"/>
                </a:lnTo>
                <a:lnTo>
                  <a:pt x="536" y="16243"/>
                </a:lnTo>
                <a:lnTo>
                  <a:pt x="670" y="16328"/>
                </a:lnTo>
                <a:lnTo>
                  <a:pt x="830" y="16405"/>
                </a:lnTo>
                <a:lnTo>
                  <a:pt x="991" y="16483"/>
                </a:lnTo>
                <a:lnTo>
                  <a:pt x="1178" y="16560"/>
                </a:lnTo>
                <a:lnTo>
                  <a:pt x="1392" y="16629"/>
                </a:lnTo>
                <a:lnTo>
                  <a:pt x="1633" y="16699"/>
                </a:lnTo>
                <a:lnTo>
                  <a:pt x="1873" y="16760"/>
                </a:lnTo>
                <a:lnTo>
                  <a:pt x="2114" y="16822"/>
                </a:lnTo>
                <a:lnTo>
                  <a:pt x="2382" y="16876"/>
                </a:lnTo>
                <a:lnTo>
                  <a:pt x="2676" y="16930"/>
                </a:lnTo>
                <a:lnTo>
                  <a:pt x="2997" y="16984"/>
                </a:lnTo>
                <a:lnTo>
                  <a:pt x="3318" y="17031"/>
                </a:lnTo>
                <a:lnTo>
                  <a:pt x="3666" y="17069"/>
                </a:lnTo>
                <a:lnTo>
                  <a:pt x="4040" y="17108"/>
                </a:lnTo>
                <a:lnTo>
                  <a:pt x="4441" y="17139"/>
                </a:lnTo>
                <a:lnTo>
                  <a:pt x="4843" y="17170"/>
                </a:lnTo>
                <a:lnTo>
                  <a:pt x="5271" y="17185"/>
                </a:lnTo>
                <a:lnTo>
                  <a:pt x="22124" y="17942"/>
                </a:lnTo>
                <a:lnTo>
                  <a:pt x="39057" y="18690"/>
                </a:lnTo>
                <a:lnTo>
                  <a:pt x="56017" y="19432"/>
                </a:lnTo>
                <a:lnTo>
                  <a:pt x="64523" y="19802"/>
                </a:lnTo>
                <a:lnTo>
                  <a:pt x="73030" y="20165"/>
                </a:lnTo>
                <a:lnTo>
                  <a:pt x="81537" y="20520"/>
                </a:lnTo>
                <a:lnTo>
                  <a:pt x="90070" y="20875"/>
                </a:lnTo>
                <a:lnTo>
                  <a:pt x="98604" y="21223"/>
                </a:lnTo>
                <a:lnTo>
                  <a:pt x="107164" y="21562"/>
                </a:lnTo>
                <a:lnTo>
                  <a:pt x="115724" y="21894"/>
                </a:lnTo>
                <a:lnTo>
                  <a:pt x="124257" y="22211"/>
                </a:lnTo>
                <a:lnTo>
                  <a:pt x="132844" y="22527"/>
                </a:lnTo>
                <a:lnTo>
                  <a:pt x="141405" y="22828"/>
                </a:lnTo>
                <a:lnTo>
                  <a:pt x="149965" y="23122"/>
                </a:lnTo>
                <a:lnTo>
                  <a:pt x="158552" y="23407"/>
                </a:lnTo>
                <a:lnTo>
                  <a:pt x="167112" y="23678"/>
                </a:lnTo>
                <a:lnTo>
                  <a:pt x="175699" y="23932"/>
                </a:lnTo>
                <a:lnTo>
                  <a:pt x="184286" y="24179"/>
                </a:lnTo>
                <a:lnTo>
                  <a:pt x="192846" y="24403"/>
                </a:lnTo>
                <a:lnTo>
                  <a:pt x="201433" y="24619"/>
                </a:lnTo>
                <a:lnTo>
                  <a:pt x="210020" y="24820"/>
                </a:lnTo>
                <a:lnTo>
                  <a:pt x="218580" y="24998"/>
                </a:lnTo>
                <a:lnTo>
                  <a:pt x="227167" y="25167"/>
                </a:lnTo>
                <a:lnTo>
                  <a:pt x="235727" y="25314"/>
                </a:lnTo>
                <a:lnTo>
                  <a:pt x="240007" y="25376"/>
                </a:lnTo>
                <a:lnTo>
                  <a:pt x="244287" y="25438"/>
                </a:lnTo>
                <a:lnTo>
                  <a:pt x="248567" y="25499"/>
                </a:lnTo>
                <a:lnTo>
                  <a:pt x="252848" y="25553"/>
                </a:lnTo>
                <a:lnTo>
                  <a:pt x="257128" y="25600"/>
                </a:lnTo>
                <a:lnTo>
                  <a:pt x="261408" y="25638"/>
                </a:lnTo>
                <a:lnTo>
                  <a:pt x="265688" y="25677"/>
                </a:lnTo>
                <a:lnTo>
                  <a:pt x="269968" y="25708"/>
                </a:lnTo>
                <a:lnTo>
                  <a:pt x="274248" y="25731"/>
                </a:lnTo>
                <a:lnTo>
                  <a:pt x="278501" y="25754"/>
                </a:lnTo>
                <a:lnTo>
                  <a:pt x="278715" y="25862"/>
                </a:lnTo>
                <a:lnTo>
                  <a:pt x="278929" y="25963"/>
                </a:lnTo>
                <a:lnTo>
                  <a:pt x="279170" y="26055"/>
                </a:lnTo>
                <a:lnTo>
                  <a:pt x="279438" y="26140"/>
                </a:lnTo>
                <a:lnTo>
                  <a:pt x="279732" y="26225"/>
                </a:lnTo>
                <a:lnTo>
                  <a:pt x="280053" y="26302"/>
                </a:lnTo>
                <a:lnTo>
                  <a:pt x="280401" y="26372"/>
                </a:lnTo>
                <a:lnTo>
                  <a:pt x="280748" y="26434"/>
                </a:lnTo>
                <a:lnTo>
                  <a:pt x="281123" y="26488"/>
                </a:lnTo>
                <a:lnTo>
                  <a:pt x="281497" y="26534"/>
                </a:lnTo>
                <a:lnTo>
                  <a:pt x="281872" y="26580"/>
                </a:lnTo>
                <a:lnTo>
                  <a:pt x="282273" y="26611"/>
                </a:lnTo>
                <a:lnTo>
                  <a:pt x="282675" y="26642"/>
                </a:lnTo>
                <a:lnTo>
                  <a:pt x="283103" y="26657"/>
                </a:lnTo>
                <a:lnTo>
                  <a:pt x="283504" y="26673"/>
                </a:lnTo>
                <a:lnTo>
                  <a:pt x="283932" y="26681"/>
                </a:lnTo>
                <a:lnTo>
                  <a:pt x="284333" y="26673"/>
                </a:lnTo>
                <a:lnTo>
                  <a:pt x="284734" y="26665"/>
                </a:lnTo>
                <a:lnTo>
                  <a:pt x="285162" y="26642"/>
                </a:lnTo>
                <a:lnTo>
                  <a:pt x="285537" y="26611"/>
                </a:lnTo>
                <a:lnTo>
                  <a:pt x="285938" y="26572"/>
                </a:lnTo>
                <a:lnTo>
                  <a:pt x="286313" y="26526"/>
                </a:lnTo>
                <a:lnTo>
                  <a:pt x="286687" y="26472"/>
                </a:lnTo>
                <a:lnTo>
                  <a:pt x="287035" y="26410"/>
                </a:lnTo>
                <a:lnTo>
                  <a:pt x="287356" y="26333"/>
                </a:lnTo>
                <a:lnTo>
                  <a:pt x="287677" y="26248"/>
                </a:lnTo>
                <a:lnTo>
                  <a:pt x="287971" y="26156"/>
                </a:lnTo>
                <a:lnTo>
                  <a:pt x="288239" y="26055"/>
                </a:lnTo>
                <a:lnTo>
                  <a:pt x="288506" y="25939"/>
                </a:lnTo>
                <a:lnTo>
                  <a:pt x="288720" y="25816"/>
                </a:lnTo>
                <a:lnTo>
                  <a:pt x="288907" y="25685"/>
                </a:lnTo>
                <a:lnTo>
                  <a:pt x="289068" y="25538"/>
                </a:lnTo>
                <a:lnTo>
                  <a:pt x="289095" y="25523"/>
                </a:lnTo>
                <a:lnTo>
                  <a:pt x="289309" y="25453"/>
                </a:lnTo>
                <a:lnTo>
                  <a:pt x="289523" y="25384"/>
                </a:lnTo>
                <a:lnTo>
                  <a:pt x="289710" y="25314"/>
                </a:lnTo>
                <a:lnTo>
                  <a:pt x="289870" y="25237"/>
                </a:lnTo>
                <a:lnTo>
                  <a:pt x="290031" y="25152"/>
                </a:lnTo>
                <a:lnTo>
                  <a:pt x="290165" y="25067"/>
                </a:lnTo>
                <a:lnTo>
                  <a:pt x="290272" y="24982"/>
                </a:lnTo>
                <a:lnTo>
                  <a:pt x="290352" y="24890"/>
                </a:lnTo>
                <a:lnTo>
                  <a:pt x="290432" y="24805"/>
                </a:lnTo>
                <a:lnTo>
                  <a:pt x="290486" y="24712"/>
                </a:lnTo>
                <a:lnTo>
                  <a:pt x="290512" y="24619"/>
                </a:lnTo>
                <a:lnTo>
                  <a:pt x="290512" y="24527"/>
                </a:lnTo>
                <a:lnTo>
                  <a:pt x="290486" y="24442"/>
                </a:lnTo>
                <a:lnTo>
                  <a:pt x="290459" y="24349"/>
                </a:lnTo>
                <a:lnTo>
                  <a:pt x="290405" y="24264"/>
                </a:lnTo>
                <a:lnTo>
                  <a:pt x="290325" y="24179"/>
                </a:lnTo>
                <a:lnTo>
                  <a:pt x="290940" y="23423"/>
                </a:lnTo>
                <a:lnTo>
                  <a:pt x="291556" y="22666"/>
                </a:lnTo>
                <a:lnTo>
                  <a:pt x="292091" y="21902"/>
                </a:lnTo>
                <a:lnTo>
                  <a:pt x="292599" y="21138"/>
                </a:lnTo>
                <a:lnTo>
                  <a:pt x="293080" y="20366"/>
                </a:lnTo>
                <a:lnTo>
                  <a:pt x="293482" y="19594"/>
                </a:lnTo>
                <a:lnTo>
                  <a:pt x="293830" y="18822"/>
                </a:lnTo>
                <a:lnTo>
                  <a:pt x="294124" y="18042"/>
                </a:lnTo>
                <a:lnTo>
                  <a:pt x="294365" y="17262"/>
                </a:lnTo>
                <a:lnTo>
                  <a:pt x="294552" y="16483"/>
                </a:lnTo>
                <a:lnTo>
                  <a:pt x="294632" y="16097"/>
                </a:lnTo>
                <a:lnTo>
                  <a:pt x="294686" y="15711"/>
                </a:lnTo>
                <a:lnTo>
                  <a:pt x="294712" y="15317"/>
                </a:lnTo>
                <a:lnTo>
                  <a:pt x="294739" y="14931"/>
                </a:lnTo>
                <a:lnTo>
                  <a:pt x="294739" y="14537"/>
                </a:lnTo>
                <a:lnTo>
                  <a:pt x="294712" y="14151"/>
                </a:lnTo>
                <a:lnTo>
                  <a:pt x="294686" y="13765"/>
                </a:lnTo>
                <a:lnTo>
                  <a:pt x="294632" y="13379"/>
                </a:lnTo>
                <a:lnTo>
                  <a:pt x="294579" y="12985"/>
                </a:lnTo>
                <a:lnTo>
                  <a:pt x="294472" y="12599"/>
                </a:lnTo>
                <a:lnTo>
                  <a:pt x="294365" y="12213"/>
                </a:lnTo>
                <a:lnTo>
                  <a:pt x="294258" y="11827"/>
                </a:lnTo>
                <a:lnTo>
                  <a:pt x="294659" y="11797"/>
                </a:lnTo>
                <a:lnTo>
                  <a:pt x="295060" y="11758"/>
                </a:lnTo>
                <a:lnTo>
                  <a:pt x="295408" y="11704"/>
                </a:lnTo>
                <a:lnTo>
                  <a:pt x="295729" y="11642"/>
                </a:lnTo>
                <a:lnTo>
                  <a:pt x="296023" y="11580"/>
                </a:lnTo>
                <a:lnTo>
                  <a:pt x="296291" y="11503"/>
                </a:lnTo>
                <a:lnTo>
                  <a:pt x="296531" y="11418"/>
                </a:lnTo>
                <a:lnTo>
                  <a:pt x="296719" y="11333"/>
                </a:lnTo>
                <a:lnTo>
                  <a:pt x="296906" y="11241"/>
                </a:lnTo>
                <a:lnTo>
                  <a:pt x="297066" y="11140"/>
                </a:lnTo>
                <a:lnTo>
                  <a:pt x="297173" y="11040"/>
                </a:lnTo>
                <a:lnTo>
                  <a:pt x="297254" y="10932"/>
                </a:lnTo>
                <a:lnTo>
                  <a:pt x="297307" y="10824"/>
                </a:lnTo>
                <a:lnTo>
                  <a:pt x="297334" y="10716"/>
                </a:lnTo>
                <a:lnTo>
                  <a:pt x="297334" y="10608"/>
                </a:lnTo>
                <a:lnTo>
                  <a:pt x="297307" y="10500"/>
                </a:lnTo>
                <a:lnTo>
                  <a:pt x="297254" y="10384"/>
                </a:lnTo>
                <a:lnTo>
                  <a:pt x="297173" y="10276"/>
                </a:lnTo>
                <a:lnTo>
                  <a:pt x="297066" y="10168"/>
                </a:lnTo>
                <a:lnTo>
                  <a:pt x="296906" y="10060"/>
                </a:lnTo>
                <a:lnTo>
                  <a:pt x="296745" y="9959"/>
                </a:lnTo>
                <a:lnTo>
                  <a:pt x="296558" y="9859"/>
                </a:lnTo>
                <a:lnTo>
                  <a:pt x="296317" y="9766"/>
                </a:lnTo>
                <a:lnTo>
                  <a:pt x="296050" y="9681"/>
                </a:lnTo>
                <a:lnTo>
                  <a:pt x="295782" y="9596"/>
                </a:lnTo>
                <a:lnTo>
                  <a:pt x="295461" y="9519"/>
                </a:lnTo>
                <a:lnTo>
                  <a:pt x="295114" y="9450"/>
                </a:lnTo>
                <a:lnTo>
                  <a:pt x="294766" y="9388"/>
                </a:lnTo>
                <a:lnTo>
                  <a:pt x="294365" y="9342"/>
                </a:lnTo>
                <a:lnTo>
                  <a:pt x="293937" y="9295"/>
                </a:lnTo>
                <a:lnTo>
                  <a:pt x="293482" y="9264"/>
                </a:lnTo>
                <a:lnTo>
                  <a:pt x="293000" y="9241"/>
                </a:lnTo>
                <a:lnTo>
                  <a:pt x="257395" y="8099"/>
                </a:lnTo>
                <a:lnTo>
                  <a:pt x="221817" y="6956"/>
                </a:lnTo>
                <a:lnTo>
                  <a:pt x="150607" y="4694"/>
                </a:lnTo>
                <a:lnTo>
                  <a:pt x="115002" y="3552"/>
                </a:lnTo>
                <a:lnTo>
                  <a:pt x="79423" y="2394"/>
                </a:lnTo>
                <a:lnTo>
                  <a:pt x="61634" y="1807"/>
                </a:lnTo>
                <a:lnTo>
                  <a:pt x="43845" y="1220"/>
                </a:lnTo>
                <a:lnTo>
                  <a:pt x="26056" y="618"/>
                </a:lnTo>
                <a:lnTo>
                  <a:pt x="8267" y="16"/>
                </a:lnTo>
                <a:lnTo>
                  <a:pt x="7839" y="8"/>
                </a:lnTo>
                <a:lnTo>
                  <a:pt x="74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rot="10800000">
            <a:off x="-133005" y="4774230"/>
            <a:ext cx="605228" cy="450320"/>
          </a:xfrm>
          <a:custGeom>
            <a:rect b="b" l="l" r="r" t="t"/>
            <a:pathLst>
              <a:path extrusionOk="0" h="49980" w="206035">
                <a:moveTo>
                  <a:pt x="13269" y="1"/>
                </a:moveTo>
                <a:lnTo>
                  <a:pt x="12574" y="16"/>
                </a:lnTo>
                <a:lnTo>
                  <a:pt x="11878" y="39"/>
                </a:lnTo>
                <a:lnTo>
                  <a:pt x="11209" y="86"/>
                </a:lnTo>
                <a:lnTo>
                  <a:pt x="10514" y="147"/>
                </a:lnTo>
                <a:lnTo>
                  <a:pt x="9872" y="225"/>
                </a:lnTo>
                <a:lnTo>
                  <a:pt x="9257" y="317"/>
                </a:lnTo>
                <a:lnTo>
                  <a:pt x="8641" y="425"/>
                </a:lnTo>
                <a:lnTo>
                  <a:pt x="8347" y="487"/>
                </a:lnTo>
                <a:lnTo>
                  <a:pt x="8080" y="549"/>
                </a:lnTo>
                <a:lnTo>
                  <a:pt x="7812" y="618"/>
                </a:lnTo>
                <a:lnTo>
                  <a:pt x="7545" y="695"/>
                </a:lnTo>
                <a:lnTo>
                  <a:pt x="7304" y="773"/>
                </a:lnTo>
                <a:lnTo>
                  <a:pt x="7063" y="850"/>
                </a:lnTo>
                <a:lnTo>
                  <a:pt x="6822" y="935"/>
                </a:lnTo>
                <a:lnTo>
                  <a:pt x="6608" y="1027"/>
                </a:lnTo>
                <a:lnTo>
                  <a:pt x="6421" y="1120"/>
                </a:lnTo>
                <a:lnTo>
                  <a:pt x="6207" y="1213"/>
                </a:lnTo>
                <a:lnTo>
                  <a:pt x="6046" y="1313"/>
                </a:lnTo>
                <a:lnTo>
                  <a:pt x="5886" y="1421"/>
                </a:lnTo>
                <a:lnTo>
                  <a:pt x="5725" y="1529"/>
                </a:lnTo>
                <a:lnTo>
                  <a:pt x="5592" y="1645"/>
                </a:lnTo>
                <a:lnTo>
                  <a:pt x="4816" y="2394"/>
                </a:lnTo>
                <a:lnTo>
                  <a:pt x="4094" y="3135"/>
                </a:lnTo>
                <a:lnTo>
                  <a:pt x="3452" y="3868"/>
                </a:lnTo>
                <a:lnTo>
                  <a:pt x="2863" y="4602"/>
                </a:lnTo>
                <a:lnTo>
                  <a:pt x="2301" y="5335"/>
                </a:lnTo>
                <a:lnTo>
                  <a:pt x="1820" y="6061"/>
                </a:lnTo>
                <a:lnTo>
                  <a:pt x="1419" y="6786"/>
                </a:lnTo>
                <a:lnTo>
                  <a:pt x="1044" y="7504"/>
                </a:lnTo>
                <a:lnTo>
                  <a:pt x="723" y="8222"/>
                </a:lnTo>
                <a:lnTo>
                  <a:pt x="482" y="8933"/>
                </a:lnTo>
                <a:lnTo>
                  <a:pt x="268" y="9635"/>
                </a:lnTo>
                <a:lnTo>
                  <a:pt x="135" y="10338"/>
                </a:lnTo>
                <a:lnTo>
                  <a:pt x="28" y="11040"/>
                </a:lnTo>
                <a:lnTo>
                  <a:pt x="1" y="11735"/>
                </a:lnTo>
                <a:lnTo>
                  <a:pt x="28" y="12422"/>
                </a:lnTo>
                <a:lnTo>
                  <a:pt x="81" y="13109"/>
                </a:lnTo>
                <a:lnTo>
                  <a:pt x="188" y="13788"/>
                </a:lnTo>
                <a:lnTo>
                  <a:pt x="375" y="14468"/>
                </a:lnTo>
                <a:lnTo>
                  <a:pt x="589" y="15139"/>
                </a:lnTo>
                <a:lnTo>
                  <a:pt x="857" y="15803"/>
                </a:lnTo>
                <a:lnTo>
                  <a:pt x="1178" y="16467"/>
                </a:lnTo>
                <a:lnTo>
                  <a:pt x="1552" y="17123"/>
                </a:lnTo>
                <a:lnTo>
                  <a:pt x="1954" y="17780"/>
                </a:lnTo>
                <a:lnTo>
                  <a:pt x="2408" y="18420"/>
                </a:lnTo>
                <a:lnTo>
                  <a:pt x="2917" y="19069"/>
                </a:lnTo>
                <a:lnTo>
                  <a:pt x="3478" y="19702"/>
                </a:lnTo>
                <a:lnTo>
                  <a:pt x="4094" y="20335"/>
                </a:lnTo>
                <a:lnTo>
                  <a:pt x="4736" y="20968"/>
                </a:lnTo>
                <a:lnTo>
                  <a:pt x="5431" y="21593"/>
                </a:lnTo>
                <a:lnTo>
                  <a:pt x="6153" y="22211"/>
                </a:lnTo>
                <a:lnTo>
                  <a:pt x="6929" y="22821"/>
                </a:lnTo>
                <a:lnTo>
                  <a:pt x="7759" y="23431"/>
                </a:lnTo>
                <a:lnTo>
                  <a:pt x="8615" y="24033"/>
                </a:lnTo>
                <a:lnTo>
                  <a:pt x="9524" y="24627"/>
                </a:lnTo>
                <a:lnTo>
                  <a:pt x="10460" y="25214"/>
                </a:lnTo>
                <a:lnTo>
                  <a:pt x="11450" y="25801"/>
                </a:lnTo>
                <a:lnTo>
                  <a:pt x="12493" y="26380"/>
                </a:lnTo>
                <a:lnTo>
                  <a:pt x="13537" y="26959"/>
                </a:lnTo>
                <a:lnTo>
                  <a:pt x="14660" y="27522"/>
                </a:lnTo>
                <a:lnTo>
                  <a:pt x="15784" y="28086"/>
                </a:lnTo>
                <a:lnTo>
                  <a:pt x="16987" y="28649"/>
                </a:lnTo>
                <a:lnTo>
                  <a:pt x="18191" y="29197"/>
                </a:lnTo>
                <a:lnTo>
                  <a:pt x="19449" y="29745"/>
                </a:lnTo>
                <a:lnTo>
                  <a:pt x="20733" y="30286"/>
                </a:lnTo>
                <a:lnTo>
                  <a:pt x="22070" y="30819"/>
                </a:lnTo>
                <a:lnTo>
                  <a:pt x="23408" y="31343"/>
                </a:lnTo>
                <a:lnTo>
                  <a:pt x="24799" y="31868"/>
                </a:lnTo>
                <a:lnTo>
                  <a:pt x="26243" y="32378"/>
                </a:lnTo>
                <a:lnTo>
                  <a:pt x="27688" y="32887"/>
                </a:lnTo>
                <a:lnTo>
                  <a:pt x="29186" y="33389"/>
                </a:lnTo>
                <a:lnTo>
                  <a:pt x="30711" y="33891"/>
                </a:lnTo>
                <a:lnTo>
                  <a:pt x="32262" y="34377"/>
                </a:lnTo>
                <a:lnTo>
                  <a:pt x="33840" y="34864"/>
                </a:lnTo>
                <a:lnTo>
                  <a:pt x="35472" y="35335"/>
                </a:lnTo>
                <a:lnTo>
                  <a:pt x="37104" y="35806"/>
                </a:lnTo>
                <a:lnTo>
                  <a:pt x="38789" y="36276"/>
                </a:lnTo>
                <a:lnTo>
                  <a:pt x="40475" y="36732"/>
                </a:lnTo>
                <a:lnTo>
                  <a:pt x="42213" y="37180"/>
                </a:lnTo>
                <a:lnTo>
                  <a:pt x="43979" y="37627"/>
                </a:lnTo>
                <a:lnTo>
                  <a:pt x="45744" y="38060"/>
                </a:lnTo>
                <a:lnTo>
                  <a:pt x="47563" y="38492"/>
                </a:lnTo>
                <a:lnTo>
                  <a:pt x="49382" y="38917"/>
                </a:lnTo>
                <a:lnTo>
                  <a:pt x="51255" y="39326"/>
                </a:lnTo>
                <a:lnTo>
                  <a:pt x="53128" y="39735"/>
                </a:lnTo>
                <a:lnTo>
                  <a:pt x="55054" y="40136"/>
                </a:lnTo>
                <a:lnTo>
                  <a:pt x="56980" y="40538"/>
                </a:lnTo>
                <a:lnTo>
                  <a:pt x="58932" y="40924"/>
                </a:lnTo>
                <a:lnTo>
                  <a:pt x="60885" y="41302"/>
                </a:lnTo>
                <a:lnTo>
                  <a:pt x="62892" y="41673"/>
                </a:lnTo>
                <a:lnTo>
                  <a:pt x="64898" y="42043"/>
                </a:lnTo>
                <a:lnTo>
                  <a:pt x="66931" y="42398"/>
                </a:lnTo>
                <a:lnTo>
                  <a:pt x="68991" y="42746"/>
                </a:lnTo>
                <a:lnTo>
                  <a:pt x="71077" y="43093"/>
                </a:lnTo>
                <a:lnTo>
                  <a:pt x="73164" y="43425"/>
                </a:lnTo>
                <a:lnTo>
                  <a:pt x="75277" y="43757"/>
                </a:lnTo>
                <a:lnTo>
                  <a:pt x="77390" y="44074"/>
                </a:lnTo>
                <a:lnTo>
                  <a:pt x="79557" y="44390"/>
                </a:lnTo>
                <a:lnTo>
                  <a:pt x="81697" y="44691"/>
                </a:lnTo>
                <a:lnTo>
                  <a:pt x="83891" y="44985"/>
                </a:lnTo>
                <a:lnTo>
                  <a:pt x="86084" y="45278"/>
                </a:lnTo>
                <a:lnTo>
                  <a:pt x="88278" y="45556"/>
                </a:lnTo>
                <a:lnTo>
                  <a:pt x="90498" y="45826"/>
                </a:lnTo>
                <a:lnTo>
                  <a:pt x="92718" y="46096"/>
                </a:lnTo>
                <a:lnTo>
                  <a:pt x="94966" y="46351"/>
                </a:lnTo>
                <a:lnTo>
                  <a:pt x="97213" y="46598"/>
                </a:lnTo>
                <a:lnTo>
                  <a:pt x="99486" y="46837"/>
                </a:lnTo>
                <a:lnTo>
                  <a:pt x="101760" y="47069"/>
                </a:lnTo>
                <a:lnTo>
                  <a:pt x="104061" y="47293"/>
                </a:lnTo>
                <a:lnTo>
                  <a:pt x="106361" y="47509"/>
                </a:lnTo>
                <a:lnTo>
                  <a:pt x="108662" y="47710"/>
                </a:lnTo>
                <a:lnTo>
                  <a:pt x="110989" y="47910"/>
                </a:lnTo>
                <a:lnTo>
                  <a:pt x="113290" y="48096"/>
                </a:lnTo>
                <a:lnTo>
                  <a:pt x="115644" y="48281"/>
                </a:lnTo>
                <a:lnTo>
                  <a:pt x="117971" y="48451"/>
                </a:lnTo>
                <a:lnTo>
                  <a:pt x="120298" y="48613"/>
                </a:lnTo>
                <a:lnTo>
                  <a:pt x="122652" y="48767"/>
                </a:lnTo>
                <a:lnTo>
                  <a:pt x="125006" y="48914"/>
                </a:lnTo>
                <a:lnTo>
                  <a:pt x="127360" y="49045"/>
                </a:lnTo>
                <a:lnTo>
                  <a:pt x="129741" y="49176"/>
                </a:lnTo>
                <a:lnTo>
                  <a:pt x="132095" y="49292"/>
                </a:lnTo>
                <a:lnTo>
                  <a:pt x="134476" y="49400"/>
                </a:lnTo>
                <a:lnTo>
                  <a:pt x="136830" y="49501"/>
                </a:lnTo>
                <a:lnTo>
                  <a:pt x="139211" y="49593"/>
                </a:lnTo>
                <a:lnTo>
                  <a:pt x="141592" y="49671"/>
                </a:lnTo>
                <a:lnTo>
                  <a:pt x="143946" y="49740"/>
                </a:lnTo>
                <a:lnTo>
                  <a:pt x="146327" y="49809"/>
                </a:lnTo>
                <a:lnTo>
                  <a:pt x="148707" y="49856"/>
                </a:lnTo>
                <a:lnTo>
                  <a:pt x="151062" y="49902"/>
                </a:lnTo>
                <a:lnTo>
                  <a:pt x="153442" y="49933"/>
                </a:lnTo>
                <a:lnTo>
                  <a:pt x="155796" y="49964"/>
                </a:lnTo>
                <a:lnTo>
                  <a:pt x="158150" y="49979"/>
                </a:lnTo>
                <a:lnTo>
                  <a:pt x="162859" y="49979"/>
                </a:lnTo>
                <a:lnTo>
                  <a:pt x="165213" y="49964"/>
                </a:lnTo>
                <a:lnTo>
                  <a:pt x="167567" y="49941"/>
                </a:lnTo>
                <a:lnTo>
                  <a:pt x="169894" y="49902"/>
                </a:lnTo>
                <a:lnTo>
                  <a:pt x="172221" y="49856"/>
                </a:lnTo>
                <a:lnTo>
                  <a:pt x="174549" y="49802"/>
                </a:lnTo>
                <a:lnTo>
                  <a:pt x="176876" y="49740"/>
                </a:lnTo>
                <a:lnTo>
                  <a:pt x="179176" y="49663"/>
                </a:lnTo>
                <a:lnTo>
                  <a:pt x="181477" y="49578"/>
                </a:lnTo>
                <a:lnTo>
                  <a:pt x="183751" y="49485"/>
                </a:lnTo>
                <a:lnTo>
                  <a:pt x="186051" y="49377"/>
                </a:lnTo>
                <a:lnTo>
                  <a:pt x="188298" y="49261"/>
                </a:lnTo>
                <a:lnTo>
                  <a:pt x="190572" y="49138"/>
                </a:lnTo>
                <a:lnTo>
                  <a:pt x="192819" y="48999"/>
                </a:lnTo>
                <a:lnTo>
                  <a:pt x="195040" y="48852"/>
                </a:lnTo>
                <a:lnTo>
                  <a:pt x="197260" y="48698"/>
                </a:lnTo>
                <a:lnTo>
                  <a:pt x="197982" y="48636"/>
                </a:lnTo>
                <a:lnTo>
                  <a:pt x="198651" y="48574"/>
                </a:lnTo>
                <a:lnTo>
                  <a:pt x="199293" y="48497"/>
                </a:lnTo>
                <a:lnTo>
                  <a:pt x="199908" y="48420"/>
                </a:lnTo>
                <a:lnTo>
                  <a:pt x="200497" y="48335"/>
                </a:lnTo>
                <a:lnTo>
                  <a:pt x="201058" y="48250"/>
                </a:lnTo>
                <a:lnTo>
                  <a:pt x="201567" y="48150"/>
                </a:lnTo>
                <a:lnTo>
                  <a:pt x="202075" y="48049"/>
                </a:lnTo>
                <a:lnTo>
                  <a:pt x="202530" y="47941"/>
                </a:lnTo>
                <a:lnTo>
                  <a:pt x="202958" y="47825"/>
                </a:lnTo>
                <a:lnTo>
                  <a:pt x="203359" y="47710"/>
                </a:lnTo>
                <a:lnTo>
                  <a:pt x="203733" y="47586"/>
                </a:lnTo>
                <a:lnTo>
                  <a:pt x="204081" y="47463"/>
                </a:lnTo>
                <a:lnTo>
                  <a:pt x="204375" y="47331"/>
                </a:lnTo>
                <a:lnTo>
                  <a:pt x="204670" y="47192"/>
                </a:lnTo>
                <a:lnTo>
                  <a:pt x="204937" y="47061"/>
                </a:lnTo>
                <a:lnTo>
                  <a:pt x="205151" y="46914"/>
                </a:lnTo>
                <a:lnTo>
                  <a:pt x="205365" y="46776"/>
                </a:lnTo>
                <a:lnTo>
                  <a:pt x="205526" y="46629"/>
                </a:lnTo>
                <a:lnTo>
                  <a:pt x="205686" y="46482"/>
                </a:lnTo>
                <a:lnTo>
                  <a:pt x="205820" y="46328"/>
                </a:lnTo>
                <a:lnTo>
                  <a:pt x="205900" y="46181"/>
                </a:lnTo>
                <a:lnTo>
                  <a:pt x="205981" y="46027"/>
                </a:lnTo>
                <a:lnTo>
                  <a:pt x="206034" y="45872"/>
                </a:lnTo>
                <a:lnTo>
                  <a:pt x="206034" y="45718"/>
                </a:lnTo>
                <a:lnTo>
                  <a:pt x="206034" y="45564"/>
                </a:lnTo>
                <a:lnTo>
                  <a:pt x="206007" y="45401"/>
                </a:lnTo>
                <a:lnTo>
                  <a:pt x="205954" y="45247"/>
                </a:lnTo>
                <a:lnTo>
                  <a:pt x="205874" y="45093"/>
                </a:lnTo>
                <a:lnTo>
                  <a:pt x="205767" y="44938"/>
                </a:lnTo>
                <a:lnTo>
                  <a:pt x="205660" y="44784"/>
                </a:lnTo>
                <a:lnTo>
                  <a:pt x="205499" y="44629"/>
                </a:lnTo>
                <a:lnTo>
                  <a:pt x="205339" y="44475"/>
                </a:lnTo>
                <a:lnTo>
                  <a:pt x="205151" y="44321"/>
                </a:lnTo>
                <a:lnTo>
                  <a:pt x="204937" y="44174"/>
                </a:lnTo>
                <a:lnTo>
                  <a:pt x="204697" y="44027"/>
                </a:lnTo>
                <a:lnTo>
                  <a:pt x="204456" y="43881"/>
                </a:lnTo>
                <a:lnTo>
                  <a:pt x="204188" y="43742"/>
                </a:lnTo>
                <a:lnTo>
                  <a:pt x="203894" y="43603"/>
                </a:lnTo>
                <a:lnTo>
                  <a:pt x="203573" y="43471"/>
                </a:lnTo>
                <a:lnTo>
                  <a:pt x="203225" y="43340"/>
                </a:lnTo>
                <a:lnTo>
                  <a:pt x="202877" y="43209"/>
                </a:lnTo>
                <a:lnTo>
                  <a:pt x="202503" y="43085"/>
                </a:lnTo>
                <a:lnTo>
                  <a:pt x="202102" y="42962"/>
                </a:lnTo>
                <a:lnTo>
                  <a:pt x="201700" y="42854"/>
                </a:lnTo>
                <a:lnTo>
                  <a:pt x="201272" y="42738"/>
                </a:lnTo>
                <a:lnTo>
                  <a:pt x="200818" y="42638"/>
                </a:lnTo>
                <a:lnTo>
                  <a:pt x="200363" y="42537"/>
                </a:lnTo>
                <a:lnTo>
                  <a:pt x="199855" y="42445"/>
                </a:lnTo>
                <a:lnTo>
                  <a:pt x="199373" y="42352"/>
                </a:lnTo>
                <a:lnTo>
                  <a:pt x="198838" y="42275"/>
                </a:lnTo>
                <a:lnTo>
                  <a:pt x="198330" y="42198"/>
                </a:lnTo>
                <a:lnTo>
                  <a:pt x="197768" y="42128"/>
                </a:lnTo>
                <a:lnTo>
                  <a:pt x="197206" y="42074"/>
                </a:lnTo>
                <a:lnTo>
                  <a:pt x="196618" y="42020"/>
                </a:lnTo>
                <a:lnTo>
                  <a:pt x="196029" y="41974"/>
                </a:lnTo>
                <a:lnTo>
                  <a:pt x="195414" y="41935"/>
                </a:lnTo>
                <a:lnTo>
                  <a:pt x="194799" y="41904"/>
                </a:lnTo>
                <a:lnTo>
                  <a:pt x="194157" y="41881"/>
                </a:lnTo>
                <a:lnTo>
                  <a:pt x="193515" y="41873"/>
                </a:lnTo>
                <a:lnTo>
                  <a:pt x="192846" y="41866"/>
                </a:lnTo>
                <a:lnTo>
                  <a:pt x="192177" y="41873"/>
                </a:lnTo>
                <a:lnTo>
                  <a:pt x="191482" y="41889"/>
                </a:lnTo>
                <a:lnTo>
                  <a:pt x="190786" y="41920"/>
                </a:lnTo>
                <a:lnTo>
                  <a:pt x="188940" y="41989"/>
                </a:lnTo>
                <a:lnTo>
                  <a:pt x="187095" y="42059"/>
                </a:lnTo>
                <a:lnTo>
                  <a:pt x="187790" y="39951"/>
                </a:lnTo>
                <a:lnTo>
                  <a:pt x="188432" y="37851"/>
                </a:lnTo>
                <a:lnTo>
                  <a:pt x="189021" y="35744"/>
                </a:lnTo>
                <a:lnTo>
                  <a:pt x="189529" y="33644"/>
                </a:lnTo>
                <a:lnTo>
                  <a:pt x="189984" y="31536"/>
                </a:lnTo>
                <a:lnTo>
                  <a:pt x="190385" y="29437"/>
                </a:lnTo>
                <a:lnTo>
                  <a:pt x="190733" y="27329"/>
                </a:lnTo>
                <a:lnTo>
                  <a:pt x="191027" y="25222"/>
                </a:lnTo>
                <a:lnTo>
                  <a:pt x="191241" y="23122"/>
                </a:lnTo>
                <a:lnTo>
                  <a:pt x="191401" y="21014"/>
                </a:lnTo>
                <a:lnTo>
                  <a:pt x="191508" y="18907"/>
                </a:lnTo>
                <a:lnTo>
                  <a:pt x="191535" y="16799"/>
                </a:lnTo>
                <a:lnTo>
                  <a:pt x="191535" y="14684"/>
                </a:lnTo>
                <a:lnTo>
                  <a:pt x="191455" y="12576"/>
                </a:lnTo>
                <a:lnTo>
                  <a:pt x="191294" y="10461"/>
                </a:lnTo>
                <a:lnTo>
                  <a:pt x="191107" y="8346"/>
                </a:lnTo>
                <a:lnTo>
                  <a:pt x="191080" y="8215"/>
                </a:lnTo>
                <a:lnTo>
                  <a:pt x="191054" y="8083"/>
                </a:lnTo>
                <a:lnTo>
                  <a:pt x="190973" y="7952"/>
                </a:lnTo>
                <a:lnTo>
                  <a:pt x="190920" y="7821"/>
                </a:lnTo>
                <a:lnTo>
                  <a:pt x="190813" y="7697"/>
                </a:lnTo>
                <a:lnTo>
                  <a:pt x="190706" y="7574"/>
                </a:lnTo>
                <a:lnTo>
                  <a:pt x="190599" y="7450"/>
                </a:lnTo>
                <a:lnTo>
                  <a:pt x="190465" y="7335"/>
                </a:lnTo>
                <a:lnTo>
                  <a:pt x="190305" y="7219"/>
                </a:lnTo>
                <a:lnTo>
                  <a:pt x="190144" y="7103"/>
                </a:lnTo>
                <a:lnTo>
                  <a:pt x="189770" y="6879"/>
                </a:lnTo>
                <a:lnTo>
                  <a:pt x="189342" y="6671"/>
                </a:lnTo>
                <a:lnTo>
                  <a:pt x="188887" y="6470"/>
                </a:lnTo>
                <a:lnTo>
                  <a:pt x="188352" y="6277"/>
                </a:lnTo>
                <a:lnTo>
                  <a:pt x="187817" y="6092"/>
                </a:lnTo>
                <a:lnTo>
                  <a:pt x="187202" y="5922"/>
                </a:lnTo>
                <a:lnTo>
                  <a:pt x="186586" y="5760"/>
                </a:lnTo>
                <a:lnTo>
                  <a:pt x="185918" y="5613"/>
                </a:lnTo>
                <a:lnTo>
                  <a:pt x="185222" y="5474"/>
                </a:lnTo>
                <a:lnTo>
                  <a:pt x="184500" y="5351"/>
                </a:lnTo>
                <a:lnTo>
                  <a:pt x="183751" y="5235"/>
                </a:lnTo>
                <a:lnTo>
                  <a:pt x="182975" y="5134"/>
                </a:lnTo>
                <a:lnTo>
                  <a:pt x="182199" y="5042"/>
                </a:lnTo>
                <a:lnTo>
                  <a:pt x="181397" y="4965"/>
                </a:lnTo>
                <a:lnTo>
                  <a:pt x="180594" y="4895"/>
                </a:lnTo>
                <a:lnTo>
                  <a:pt x="179792" y="4841"/>
                </a:lnTo>
                <a:lnTo>
                  <a:pt x="178962" y="4802"/>
                </a:lnTo>
                <a:lnTo>
                  <a:pt x="178160" y="4779"/>
                </a:lnTo>
                <a:lnTo>
                  <a:pt x="177331" y="4764"/>
                </a:lnTo>
                <a:lnTo>
                  <a:pt x="176528" y="4764"/>
                </a:lnTo>
                <a:lnTo>
                  <a:pt x="175699" y="4779"/>
                </a:lnTo>
                <a:lnTo>
                  <a:pt x="174923" y="4810"/>
                </a:lnTo>
                <a:lnTo>
                  <a:pt x="174147" y="4849"/>
                </a:lnTo>
                <a:lnTo>
                  <a:pt x="173372" y="4911"/>
                </a:lnTo>
                <a:lnTo>
                  <a:pt x="172649" y="4980"/>
                </a:lnTo>
                <a:lnTo>
                  <a:pt x="171927" y="5065"/>
                </a:lnTo>
                <a:lnTo>
                  <a:pt x="171231" y="5165"/>
                </a:lnTo>
                <a:lnTo>
                  <a:pt x="170750" y="5003"/>
                </a:lnTo>
                <a:lnTo>
                  <a:pt x="170215" y="4833"/>
                </a:lnTo>
                <a:lnTo>
                  <a:pt x="169653" y="4679"/>
                </a:lnTo>
                <a:lnTo>
                  <a:pt x="169038" y="4525"/>
                </a:lnTo>
                <a:lnTo>
                  <a:pt x="168583" y="4324"/>
                </a:lnTo>
                <a:lnTo>
                  <a:pt x="168102" y="4139"/>
                </a:lnTo>
                <a:lnTo>
                  <a:pt x="167593" y="3953"/>
                </a:lnTo>
                <a:lnTo>
                  <a:pt x="167032" y="3791"/>
                </a:lnTo>
                <a:lnTo>
                  <a:pt x="166443" y="3637"/>
                </a:lnTo>
                <a:lnTo>
                  <a:pt x="165828" y="3490"/>
                </a:lnTo>
                <a:lnTo>
                  <a:pt x="165186" y="3359"/>
                </a:lnTo>
                <a:lnTo>
                  <a:pt x="164517" y="3243"/>
                </a:lnTo>
                <a:lnTo>
                  <a:pt x="163822" y="3135"/>
                </a:lnTo>
                <a:lnTo>
                  <a:pt x="163099" y="3035"/>
                </a:lnTo>
                <a:lnTo>
                  <a:pt x="162377" y="2957"/>
                </a:lnTo>
                <a:lnTo>
                  <a:pt x="161628" y="2888"/>
                </a:lnTo>
                <a:lnTo>
                  <a:pt x="160879" y="2834"/>
                </a:lnTo>
                <a:lnTo>
                  <a:pt x="160130" y="2788"/>
                </a:lnTo>
                <a:lnTo>
                  <a:pt x="159354" y="2764"/>
                </a:lnTo>
                <a:lnTo>
                  <a:pt x="158578" y="2749"/>
                </a:lnTo>
                <a:lnTo>
                  <a:pt x="157749" y="2649"/>
                </a:lnTo>
                <a:lnTo>
                  <a:pt x="156947" y="2556"/>
                </a:lnTo>
                <a:lnTo>
                  <a:pt x="156117" y="2471"/>
                </a:lnTo>
                <a:lnTo>
                  <a:pt x="155288" y="2394"/>
                </a:lnTo>
                <a:lnTo>
                  <a:pt x="154486" y="2317"/>
                </a:lnTo>
                <a:lnTo>
                  <a:pt x="153656" y="2255"/>
                </a:lnTo>
                <a:lnTo>
                  <a:pt x="152827" y="2185"/>
                </a:lnTo>
                <a:lnTo>
                  <a:pt x="151998" y="2131"/>
                </a:lnTo>
                <a:lnTo>
                  <a:pt x="151169" y="2077"/>
                </a:lnTo>
                <a:lnTo>
                  <a:pt x="150339" y="2031"/>
                </a:lnTo>
                <a:lnTo>
                  <a:pt x="149483" y="1992"/>
                </a:lnTo>
                <a:lnTo>
                  <a:pt x="148654" y="1954"/>
                </a:lnTo>
                <a:lnTo>
                  <a:pt x="147798" y="1923"/>
                </a:lnTo>
                <a:lnTo>
                  <a:pt x="146942" y="1900"/>
                </a:lnTo>
                <a:lnTo>
                  <a:pt x="146086" y="1877"/>
                </a:lnTo>
                <a:lnTo>
                  <a:pt x="145230" y="1861"/>
                </a:lnTo>
                <a:lnTo>
                  <a:pt x="144347" y="1853"/>
                </a:lnTo>
                <a:lnTo>
                  <a:pt x="143491" y="1846"/>
                </a:lnTo>
                <a:lnTo>
                  <a:pt x="142608" y="1846"/>
                </a:lnTo>
                <a:lnTo>
                  <a:pt x="141699" y="1853"/>
                </a:lnTo>
                <a:lnTo>
                  <a:pt x="140816" y="1861"/>
                </a:lnTo>
                <a:lnTo>
                  <a:pt x="139907" y="1877"/>
                </a:lnTo>
                <a:lnTo>
                  <a:pt x="138087" y="1923"/>
                </a:lnTo>
                <a:lnTo>
                  <a:pt x="136215" y="1977"/>
                </a:lnTo>
                <a:lnTo>
                  <a:pt x="134289" y="2062"/>
                </a:lnTo>
                <a:lnTo>
                  <a:pt x="132363" y="2155"/>
                </a:lnTo>
                <a:lnTo>
                  <a:pt x="130357" y="2270"/>
                </a:lnTo>
                <a:lnTo>
                  <a:pt x="129715" y="2317"/>
                </a:lnTo>
                <a:lnTo>
                  <a:pt x="129099" y="2363"/>
                </a:lnTo>
                <a:lnTo>
                  <a:pt x="128511" y="2425"/>
                </a:lnTo>
                <a:lnTo>
                  <a:pt x="127949" y="2494"/>
                </a:lnTo>
                <a:lnTo>
                  <a:pt x="127414" y="2564"/>
                </a:lnTo>
                <a:lnTo>
                  <a:pt x="126879" y="2649"/>
                </a:lnTo>
                <a:lnTo>
                  <a:pt x="126397" y="2734"/>
                </a:lnTo>
                <a:lnTo>
                  <a:pt x="125916" y="2826"/>
                </a:lnTo>
                <a:lnTo>
                  <a:pt x="85068" y="680"/>
                </a:lnTo>
                <a:lnTo>
                  <a:pt x="84399" y="649"/>
                </a:lnTo>
                <a:lnTo>
                  <a:pt x="83730" y="626"/>
                </a:lnTo>
                <a:lnTo>
                  <a:pt x="83088" y="611"/>
                </a:lnTo>
                <a:lnTo>
                  <a:pt x="82446" y="603"/>
                </a:lnTo>
                <a:lnTo>
                  <a:pt x="81831" y="603"/>
                </a:lnTo>
                <a:lnTo>
                  <a:pt x="81216" y="611"/>
                </a:lnTo>
                <a:lnTo>
                  <a:pt x="80627" y="626"/>
                </a:lnTo>
                <a:lnTo>
                  <a:pt x="80039" y="649"/>
                </a:lnTo>
                <a:lnTo>
                  <a:pt x="79477" y="680"/>
                </a:lnTo>
                <a:lnTo>
                  <a:pt x="78915" y="711"/>
                </a:lnTo>
                <a:lnTo>
                  <a:pt x="78380" y="757"/>
                </a:lnTo>
                <a:lnTo>
                  <a:pt x="77845" y="804"/>
                </a:lnTo>
                <a:lnTo>
                  <a:pt x="77337" y="858"/>
                </a:lnTo>
                <a:lnTo>
                  <a:pt x="76829" y="919"/>
                </a:lnTo>
                <a:lnTo>
                  <a:pt x="76347" y="989"/>
                </a:lnTo>
                <a:lnTo>
                  <a:pt x="75892" y="1058"/>
                </a:lnTo>
                <a:lnTo>
                  <a:pt x="75438" y="1135"/>
                </a:lnTo>
                <a:lnTo>
                  <a:pt x="74983" y="1220"/>
                </a:lnTo>
                <a:lnTo>
                  <a:pt x="74582" y="1305"/>
                </a:lnTo>
                <a:lnTo>
                  <a:pt x="74154" y="1398"/>
                </a:lnTo>
                <a:lnTo>
                  <a:pt x="73779" y="1491"/>
                </a:lnTo>
                <a:lnTo>
                  <a:pt x="73405" y="1591"/>
                </a:lnTo>
                <a:lnTo>
                  <a:pt x="73030" y="1699"/>
                </a:lnTo>
                <a:lnTo>
                  <a:pt x="72709" y="1807"/>
                </a:lnTo>
                <a:lnTo>
                  <a:pt x="72361" y="1923"/>
                </a:lnTo>
                <a:lnTo>
                  <a:pt x="72067" y="2039"/>
                </a:lnTo>
                <a:lnTo>
                  <a:pt x="71773" y="2155"/>
                </a:lnTo>
                <a:lnTo>
                  <a:pt x="71505" y="2278"/>
                </a:lnTo>
                <a:lnTo>
                  <a:pt x="71238" y="2402"/>
                </a:lnTo>
                <a:lnTo>
                  <a:pt x="70997" y="2533"/>
                </a:lnTo>
                <a:lnTo>
                  <a:pt x="70783" y="2664"/>
                </a:lnTo>
                <a:lnTo>
                  <a:pt x="70569" y="2795"/>
                </a:lnTo>
                <a:lnTo>
                  <a:pt x="52887" y="1514"/>
                </a:lnTo>
                <a:lnTo>
                  <a:pt x="52191" y="1467"/>
                </a:lnTo>
                <a:lnTo>
                  <a:pt x="51523" y="1437"/>
                </a:lnTo>
                <a:lnTo>
                  <a:pt x="50854" y="1406"/>
                </a:lnTo>
                <a:lnTo>
                  <a:pt x="50185" y="1390"/>
                </a:lnTo>
                <a:lnTo>
                  <a:pt x="49570" y="1383"/>
                </a:lnTo>
                <a:lnTo>
                  <a:pt x="48928" y="1383"/>
                </a:lnTo>
                <a:lnTo>
                  <a:pt x="48312" y="1390"/>
                </a:lnTo>
                <a:lnTo>
                  <a:pt x="47724" y="1406"/>
                </a:lnTo>
                <a:lnTo>
                  <a:pt x="47135" y="1429"/>
                </a:lnTo>
                <a:lnTo>
                  <a:pt x="46574" y="1460"/>
                </a:lnTo>
                <a:lnTo>
                  <a:pt x="46039" y="1498"/>
                </a:lnTo>
                <a:lnTo>
                  <a:pt x="45504" y="1537"/>
                </a:lnTo>
                <a:lnTo>
                  <a:pt x="44969" y="1591"/>
                </a:lnTo>
                <a:lnTo>
                  <a:pt x="44460" y="1653"/>
                </a:lnTo>
                <a:lnTo>
                  <a:pt x="43979" y="1722"/>
                </a:lnTo>
                <a:lnTo>
                  <a:pt x="43524" y="1792"/>
                </a:lnTo>
                <a:lnTo>
                  <a:pt x="43069" y="1869"/>
                </a:lnTo>
                <a:lnTo>
                  <a:pt x="42615" y="1954"/>
                </a:lnTo>
                <a:lnTo>
                  <a:pt x="42187" y="2046"/>
                </a:lnTo>
                <a:lnTo>
                  <a:pt x="41785" y="2139"/>
                </a:lnTo>
                <a:lnTo>
                  <a:pt x="41411" y="2239"/>
                </a:lnTo>
                <a:lnTo>
                  <a:pt x="41036" y="2348"/>
                </a:lnTo>
                <a:lnTo>
                  <a:pt x="40689" y="2456"/>
                </a:lnTo>
                <a:lnTo>
                  <a:pt x="40341" y="2571"/>
                </a:lnTo>
                <a:lnTo>
                  <a:pt x="40020" y="2687"/>
                </a:lnTo>
                <a:lnTo>
                  <a:pt x="39725" y="2811"/>
                </a:lnTo>
                <a:lnTo>
                  <a:pt x="39458" y="2934"/>
                </a:lnTo>
                <a:lnTo>
                  <a:pt x="39190" y="3065"/>
                </a:lnTo>
                <a:lnTo>
                  <a:pt x="38950" y="3204"/>
                </a:lnTo>
                <a:lnTo>
                  <a:pt x="38709" y="3336"/>
                </a:lnTo>
                <a:lnTo>
                  <a:pt x="38522" y="3482"/>
                </a:lnTo>
                <a:lnTo>
                  <a:pt x="38334" y="3621"/>
                </a:lnTo>
                <a:lnTo>
                  <a:pt x="37880" y="3490"/>
                </a:lnTo>
                <a:lnTo>
                  <a:pt x="37398" y="3374"/>
                </a:lnTo>
                <a:lnTo>
                  <a:pt x="36917" y="3258"/>
                </a:lnTo>
                <a:lnTo>
                  <a:pt x="36408" y="3166"/>
                </a:lnTo>
                <a:lnTo>
                  <a:pt x="35900" y="3073"/>
                </a:lnTo>
                <a:lnTo>
                  <a:pt x="35365" y="3004"/>
                </a:lnTo>
                <a:lnTo>
                  <a:pt x="34830" y="2934"/>
                </a:lnTo>
                <a:lnTo>
                  <a:pt x="34268" y="2880"/>
                </a:lnTo>
                <a:lnTo>
                  <a:pt x="33707" y="2834"/>
                </a:lnTo>
                <a:lnTo>
                  <a:pt x="33145" y="2795"/>
                </a:lnTo>
                <a:lnTo>
                  <a:pt x="32583" y="2764"/>
                </a:lnTo>
                <a:lnTo>
                  <a:pt x="31995" y="2749"/>
                </a:lnTo>
                <a:lnTo>
                  <a:pt x="31433" y="2741"/>
                </a:lnTo>
                <a:lnTo>
                  <a:pt x="30844" y="2741"/>
                </a:lnTo>
                <a:lnTo>
                  <a:pt x="30256" y="2757"/>
                </a:lnTo>
                <a:lnTo>
                  <a:pt x="29667" y="2772"/>
                </a:lnTo>
                <a:lnTo>
                  <a:pt x="29106" y="2803"/>
                </a:lnTo>
                <a:lnTo>
                  <a:pt x="28517" y="2834"/>
                </a:lnTo>
                <a:lnTo>
                  <a:pt x="27955" y="2880"/>
                </a:lnTo>
                <a:lnTo>
                  <a:pt x="27367" y="2934"/>
                </a:lnTo>
                <a:lnTo>
                  <a:pt x="26832" y="2988"/>
                </a:lnTo>
                <a:lnTo>
                  <a:pt x="26270" y="3058"/>
                </a:lnTo>
                <a:lnTo>
                  <a:pt x="25735" y="3135"/>
                </a:lnTo>
                <a:lnTo>
                  <a:pt x="25200" y="3220"/>
                </a:lnTo>
                <a:lnTo>
                  <a:pt x="24692" y="3305"/>
                </a:lnTo>
                <a:lnTo>
                  <a:pt x="24183" y="3405"/>
                </a:lnTo>
                <a:lnTo>
                  <a:pt x="23702" y="3505"/>
                </a:lnTo>
                <a:lnTo>
                  <a:pt x="23220" y="3621"/>
                </a:lnTo>
                <a:lnTo>
                  <a:pt x="22766" y="3737"/>
                </a:lnTo>
                <a:lnTo>
                  <a:pt x="22338" y="3861"/>
                </a:lnTo>
                <a:lnTo>
                  <a:pt x="21936" y="3984"/>
                </a:lnTo>
                <a:lnTo>
                  <a:pt x="21535" y="4123"/>
                </a:lnTo>
                <a:lnTo>
                  <a:pt x="21508" y="3197"/>
                </a:lnTo>
                <a:lnTo>
                  <a:pt x="21508" y="2734"/>
                </a:lnTo>
                <a:lnTo>
                  <a:pt x="21535" y="2270"/>
                </a:lnTo>
                <a:lnTo>
                  <a:pt x="21535" y="2147"/>
                </a:lnTo>
                <a:lnTo>
                  <a:pt x="21535" y="2023"/>
                </a:lnTo>
                <a:lnTo>
                  <a:pt x="21482" y="1907"/>
                </a:lnTo>
                <a:lnTo>
                  <a:pt x="21428" y="1792"/>
                </a:lnTo>
                <a:lnTo>
                  <a:pt x="21348" y="1676"/>
                </a:lnTo>
                <a:lnTo>
                  <a:pt x="21268" y="1568"/>
                </a:lnTo>
                <a:lnTo>
                  <a:pt x="21161" y="1467"/>
                </a:lnTo>
                <a:lnTo>
                  <a:pt x="21027" y="1367"/>
                </a:lnTo>
                <a:lnTo>
                  <a:pt x="20893" y="1267"/>
                </a:lnTo>
                <a:lnTo>
                  <a:pt x="20733" y="1174"/>
                </a:lnTo>
                <a:lnTo>
                  <a:pt x="20572" y="1081"/>
                </a:lnTo>
                <a:lnTo>
                  <a:pt x="20385" y="997"/>
                </a:lnTo>
                <a:lnTo>
                  <a:pt x="20198" y="912"/>
                </a:lnTo>
                <a:lnTo>
                  <a:pt x="19984" y="834"/>
                </a:lnTo>
                <a:lnTo>
                  <a:pt x="19770" y="757"/>
                </a:lnTo>
                <a:lnTo>
                  <a:pt x="19529" y="680"/>
                </a:lnTo>
                <a:lnTo>
                  <a:pt x="19288" y="611"/>
                </a:lnTo>
                <a:lnTo>
                  <a:pt x="19021" y="549"/>
                </a:lnTo>
                <a:lnTo>
                  <a:pt x="18486" y="425"/>
                </a:lnTo>
                <a:lnTo>
                  <a:pt x="17924" y="325"/>
                </a:lnTo>
                <a:lnTo>
                  <a:pt x="17308" y="232"/>
                </a:lnTo>
                <a:lnTo>
                  <a:pt x="16666" y="155"/>
                </a:lnTo>
                <a:lnTo>
                  <a:pt x="16024" y="93"/>
                </a:lnTo>
                <a:lnTo>
                  <a:pt x="15356" y="47"/>
                </a:lnTo>
                <a:lnTo>
                  <a:pt x="14660" y="16"/>
                </a:lnTo>
                <a:lnTo>
                  <a:pt x="139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10800000">
            <a:off x="3795379" y="4613032"/>
            <a:ext cx="179263" cy="14749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10800000">
            <a:off x="8587714" y="4360727"/>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rot="10800000">
            <a:off x="8575475" y="1672269"/>
            <a:ext cx="381914" cy="362162"/>
          </a:xfrm>
          <a:custGeom>
            <a:rect b="b" l="l" r="r" t="t"/>
            <a:pathLst>
              <a:path extrusionOk="0" h="39280" w="127093">
                <a:moveTo>
                  <a:pt x="123508" y="1"/>
                </a:moveTo>
                <a:lnTo>
                  <a:pt x="123187" y="16"/>
                </a:lnTo>
                <a:lnTo>
                  <a:pt x="122893" y="32"/>
                </a:lnTo>
                <a:lnTo>
                  <a:pt x="122572" y="62"/>
                </a:lnTo>
                <a:lnTo>
                  <a:pt x="122251" y="109"/>
                </a:lnTo>
                <a:lnTo>
                  <a:pt x="121957" y="163"/>
                </a:lnTo>
                <a:lnTo>
                  <a:pt x="121662" y="232"/>
                </a:lnTo>
                <a:lnTo>
                  <a:pt x="121368" y="309"/>
                </a:lnTo>
                <a:lnTo>
                  <a:pt x="117703" y="1413"/>
                </a:lnTo>
                <a:lnTo>
                  <a:pt x="114065" y="2517"/>
                </a:lnTo>
                <a:lnTo>
                  <a:pt x="106843" y="4733"/>
                </a:lnTo>
                <a:lnTo>
                  <a:pt x="99620" y="6956"/>
                </a:lnTo>
                <a:lnTo>
                  <a:pt x="92451" y="9195"/>
                </a:lnTo>
                <a:lnTo>
                  <a:pt x="78112" y="13673"/>
                </a:lnTo>
                <a:lnTo>
                  <a:pt x="63801" y="18142"/>
                </a:lnTo>
                <a:lnTo>
                  <a:pt x="50292" y="22358"/>
                </a:lnTo>
                <a:lnTo>
                  <a:pt x="36810" y="26573"/>
                </a:lnTo>
                <a:lnTo>
                  <a:pt x="35231" y="27082"/>
                </a:lnTo>
                <a:lnTo>
                  <a:pt x="33626" y="27615"/>
                </a:lnTo>
                <a:lnTo>
                  <a:pt x="31994" y="28178"/>
                </a:lnTo>
                <a:lnTo>
                  <a:pt x="30309" y="28765"/>
                </a:lnTo>
                <a:lnTo>
                  <a:pt x="26885" y="29977"/>
                </a:lnTo>
                <a:lnTo>
                  <a:pt x="25120" y="30595"/>
                </a:lnTo>
                <a:lnTo>
                  <a:pt x="23327" y="31212"/>
                </a:lnTo>
                <a:lnTo>
                  <a:pt x="21508" y="31822"/>
                </a:lnTo>
                <a:lnTo>
                  <a:pt x="19662" y="32432"/>
                </a:lnTo>
                <a:lnTo>
                  <a:pt x="17817" y="33019"/>
                </a:lnTo>
                <a:lnTo>
                  <a:pt x="16854" y="33312"/>
                </a:lnTo>
                <a:lnTo>
                  <a:pt x="15917" y="33598"/>
                </a:lnTo>
                <a:lnTo>
                  <a:pt x="14954" y="33876"/>
                </a:lnTo>
                <a:lnTo>
                  <a:pt x="13991" y="34146"/>
                </a:lnTo>
                <a:lnTo>
                  <a:pt x="13028" y="34408"/>
                </a:lnTo>
                <a:lnTo>
                  <a:pt x="12065" y="34663"/>
                </a:lnTo>
                <a:lnTo>
                  <a:pt x="11102" y="34910"/>
                </a:lnTo>
                <a:lnTo>
                  <a:pt x="10112" y="35149"/>
                </a:lnTo>
                <a:lnTo>
                  <a:pt x="9123" y="35373"/>
                </a:lnTo>
                <a:lnTo>
                  <a:pt x="8133" y="35597"/>
                </a:lnTo>
                <a:lnTo>
                  <a:pt x="7812" y="35559"/>
                </a:lnTo>
                <a:lnTo>
                  <a:pt x="7518" y="35535"/>
                </a:lnTo>
                <a:lnTo>
                  <a:pt x="7197" y="35512"/>
                </a:lnTo>
                <a:lnTo>
                  <a:pt x="6876" y="35497"/>
                </a:lnTo>
                <a:lnTo>
                  <a:pt x="6528" y="35489"/>
                </a:lnTo>
                <a:lnTo>
                  <a:pt x="6207" y="35481"/>
                </a:lnTo>
                <a:lnTo>
                  <a:pt x="5859" y="35489"/>
                </a:lnTo>
                <a:lnTo>
                  <a:pt x="5511" y="35497"/>
                </a:lnTo>
                <a:lnTo>
                  <a:pt x="5190" y="35520"/>
                </a:lnTo>
                <a:lnTo>
                  <a:pt x="4843" y="35543"/>
                </a:lnTo>
                <a:lnTo>
                  <a:pt x="4495" y="35574"/>
                </a:lnTo>
                <a:lnTo>
                  <a:pt x="4147" y="35613"/>
                </a:lnTo>
                <a:lnTo>
                  <a:pt x="3799" y="35667"/>
                </a:lnTo>
                <a:lnTo>
                  <a:pt x="3478" y="35721"/>
                </a:lnTo>
                <a:lnTo>
                  <a:pt x="3131" y="35790"/>
                </a:lnTo>
                <a:lnTo>
                  <a:pt x="2810" y="35867"/>
                </a:lnTo>
                <a:lnTo>
                  <a:pt x="1499" y="36184"/>
                </a:lnTo>
                <a:lnTo>
                  <a:pt x="1178" y="36269"/>
                </a:lnTo>
                <a:lnTo>
                  <a:pt x="910" y="36361"/>
                </a:lnTo>
                <a:lnTo>
                  <a:pt x="669" y="36462"/>
                </a:lnTo>
                <a:lnTo>
                  <a:pt x="455" y="36570"/>
                </a:lnTo>
                <a:lnTo>
                  <a:pt x="295" y="36686"/>
                </a:lnTo>
                <a:lnTo>
                  <a:pt x="188" y="36801"/>
                </a:lnTo>
                <a:lnTo>
                  <a:pt x="81" y="36925"/>
                </a:lnTo>
                <a:lnTo>
                  <a:pt x="27" y="37049"/>
                </a:lnTo>
                <a:lnTo>
                  <a:pt x="1" y="37172"/>
                </a:lnTo>
                <a:lnTo>
                  <a:pt x="27" y="37296"/>
                </a:lnTo>
                <a:lnTo>
                  <a:pt x="54" y="37419"/>
                </a:lnTo>
                <a:lnTo>
                  <a:pt x="134" y="37543"/>
                </a:lnTo>
                <a:lnTo>
                  <a:pt x="241" y="37666"/>
                </a:lnTo>
                <a:lnTo>
                  <a:pt x="348" y="37782"/>
                </a:lnTo>
                <a:lnTo>
                  <a:pt x="509" y="37898"/>
                </a:lnTo>
                <a:lnTo>
                  <a:pt x="669" y="38006"/>
                </a:lnTo>
                <a:lnTo>
                  <a:pt x="1659" y="38538"/>
                </a:lnTo>
                <a:lnTo>
                  <a:pt x="1793" y="38608"/>
                </a:lnTo>
                <a:lnTo>
                  <a:pt x="1953" y="38677"/>
                </a:lnTo>
                <a:lnTo>
                  <a:pt x="2274" y="38801"/>
                </a:lnTo>
                <a:lnTo>
                  <a:pt x="2622" y="38909"/>
                </a:lnTo>
                <a:lnTo>
                  <a:pt x="3024" y="39002"/>
                </a:lnTo>
                <a:lnTo>
                  <a:pt x="3478" y="39079"/>
                </a:lnTo>
                <a:lnTo>
                  <a:pt x="3933" y="39148"/>
                </a:lnTo>
                <a:lnTo>
                  <a:pt x="4415" y="39202"/>
                </a:lnTo>
                <a:lnTo>
                  <a:pt x="4896" y="39241"/>
                </a:lnTo>
                <a:lnTo>
                  <a:pt x="5404" y="39264"/>
                </a:lnTo>
                <a:lnTo>
                  <a:pt x="5939" y="39280"/>
                </a:lnTo>
                <a:lnTo>
                  <a:pt x="6448" y="39280"/>
                </a:lnTo>
                <a:lnTo>
                  <a:pt x="6983" y="39272"/>
                </a:lnTo>
                <a:lnTo>
                  <a:pt x="7491" y="39241"/>
                </a:lnTo>
                <a:lnTo>
                  <a:pt x="7999" y="39202"/>
                </a:lnTo>
                <a:lnTo>
                  <a:pt x="8481" y="39156"/>
                </a:lnTo>
                <a:lnTo>
                  <a:pt x="8962" y="39094"/>
                </a:lnTo>
                <a:lnTo>
                  <a:pt x="9925" y="38940"/>
                </a:lnTo>
                <a:lnTo>
                  <a:pt x="10915" y="38785"/>
                </a:lnTo>
                <a:lnTo>
                  <a:pt x="11878" y="38616"/>
                </a:lnTo>
                <a:lnTo>
                  <a:pt x="12868" y="38446"/>
                </a:lnTo>
                <a:lnTo>
                  <a:pt x="13831" y="38261"/>
                </a:lnTo>
                <a:lnTo>
                  <a:pt x="14794" y="38075"/>
                </a:lnTo>
                <a:lnTo>
                  <a:pt x="15730" y="37882"/>
                </a:lnTo>
                <a:lnTo>
                  <a:pt x="16693" y="37674"/>
                </a:lnTo>
                <a:lnTo>
                  <a:pt x="17629" y="37465"/>
                </a:lnTo>
                <a:lnTo>
                  <a:pt x="18592" y="37257"/>
                </a:lnTo>
                <a:lnTo>
                  <a:pt x="19529" y="37033"/>
                </a:lnTo>
                <a:lnTo>
                  <a:pt x="20465" y="36809"/>
                </a:lnTo>
                <a:lnTo>
                  <a:pt x="21401" y="36578"/>
                </a:lnTo>
                <a:lnTo>
                  <a:pt x="22311" y="36338"/>
                </a:lnTo>
                <a:lnTo>
                  <a:pt x="24156" y="35844"/>
                </a:lnTo>
                <a:lnTo>
                  <a:pt x="26002" y="35335"/>
                </a:lnTo>
                <a:lnTo>
                  <a:pt x="27795" y="34810"/>
                </a:lnTo>
                <a:lnTo>
                  <a:pt x="29587" y="34262"/>
                </a:lnTo>
                <a:lnTo>
                  <a:pt x="31379" y="33706"/>
                </a:lnTo>
                <a:lnTo>
                  <a:pt x="33145" y="33135"/>
                </a:lnTo>
                <a:lnTo>
                  <a:pt x="34883" y="32548"/>
                </a:lnTo>
                <a:lnTo>
                  <a:pt x="36622" y="31961"/>
                </a:lnTo>
                <a:lnTo>
                  <a:pt x="38334" y="31359"/>
                </a:lnTo>
                <a:lnTo>
                  <a:pt x="40020" y="30757"/>
                </a:lnTo>
                <a:lnTo>
                  <a:pt x="41705" y="30155"/>
                </a:lnTo>
                <a:lnTo>
                  <a:pt x="45022" y="28927"/>
                </a:lnTo>
                <a:lnTo>
                  <a:pt x="48286" y="27715"/>
                </a:lnTo>
                <a:lnTo>
                  <a:pt x="51496" y="26511"/>
                </a:lnTo>
                <a:lnTo>
                  <a:pt x="54625" y="25345"/>
                </a:lnTo>
                <a:lnTo>
                  <a:pt x="56177" y="24782"/>
                </a:lnTo>
                <a:lnTo>
                  <a:pt x="57702" y="24226"/>
                </a:lnTo>
                <a:lnTo>
                  <a:pt x="59227" y="23685"/>
                </a:lnTo>
                <a:lnTo>
                  <a:pt x="60725" y="23160"/>
                </a:lnTo>
                <a:lnTo>
                  <a:pt x="62196" y="22651"/>
                </a:lnTo>
                <a:lnTo>
                  <a:pt x="63667" y="22165"/>
                </a:lnTo>
                <a:lnTo>
                  <a:pt x="79396" y="17077"/>
                </a:lnTo>
                <a:lnTo>
                  <a:pt x="87261" y="14530"/>
                </a:lnTo>
                <a:lnTo>
                  <a:pt x="95099" y="11982"/>
                </a:lnTo>
                <a:lnTo>
                  <a:pt x="102937" y="9427"/>
                </a:lnTo>
                <a:lnTo>
                  <a:pt x="110721" y="6864"/>
                </a:lnTo>
                <a:lnTo>
                  <a:pt x="118506" y="4293"/>
                </a:lnTo>
                <a:lnTo>
                  <a:pt x="122358" y="3004"/>
                </a:lnTo>
                <a:lnTo>
                  <a:pt x="126210" y="1707"/>
                </a:lnTo>
                <a:lnTo>
                  <a:pt x="126451" y="1622"/>
                </a:lnTo>
                <a:lnTo>
                  <a:pt x="126638" y="1529"/>
                </a:lnTo>
                <a:lnTo>
                  <a:pt x="126799" y="1429"/>
                </a:lnTo>
                <a:lnTo>
                  <a:pt x="126932" y="1336"/>
                </a:lnTo>
                <a:lnTo>
                  <a:pt x="127013" y="1244"/>
                </a:lnTo>
                <a:lnTo>
                  <a:pt x="127066" y="1143"/>
                </a:lnTo>
                <a:lnTo>
                  <a:pt x="127093" y="1051"/>
                </a:lnTo>
                <a:lnTo>
                  <a:pt x="127066" y="958"/>
                </a:lnTo>
                <a:lnTo>
                  <a:pt x="127039" y="865"/>
                </a:lnTo>
                <a:lnTo>
                  <a:pt x="126959" y="773"/>
                </a:lnTo>
                <a:lnTo>
                  <a:pt x="126852" y="688"/>
                </a:lnTo>
                <a:lnTo>
                  <a:pt x="126718" y="603"/>
                </a:lnTo>
                <a:lnTo>
                  <a:pt x="126585" y="518"/>
                </a:lnTo>
                <a:lnTo>
                  <a:pt x="126397" y="441"/>
                </a:lnTo>
                <a:lnTo>
                  <a:pt x="126210" y="371"/>
                </a:lnTo>
                <a:lnTo>
                  <a:pt x="125996" y="302"/>
                </a:lnTo>
                <a:lnTo>
                  <a:pt x="125782" y="240"/>
                </a:lnTo>
                <a:lnTo>
                  <a:pt x="125515" y="186"/>
                </a:lnTo>
                <a:lnTo>
                  <a:pt x="125274" y="140"/>
                </a:lnTo>
                <a:lnTo>
                  <a:pt x="125006" y="93"/>
                </a:lnTo>
                <a:lnTo>
                  <a:pt x="124712" y="62"/>
                </a:lnTo>
                <a:lnTo>
                  <a:pt x="124418" y="32"/>
                </a:lnTo>
                <a:lnTo>
                  <a:pt x="124124" y="16"/>
                </a:lnTo>
                <a:lnTo>
                  <a:pt x="12382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10800000">
            <a:off x="8155094" y="907931"/>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10800000">
            <a:off x="7995150" y="268524"/>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0800000">
            <a:off x="8059335" y="746079"/>
            <a:ext cx="139743" cy="117257"/>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10800000">
            <a:off x="7876119" y="693069"/>
            <a:ext cx="118021" cy="39513"/>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10800000">
            <a:off x="7672779" y="626988"/>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10800000">
            <a:off x="7363897" y="423368"/>
            <a:ext cx="108600" cy="81708"/>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3"/>
          <p:cNvSpPr txBox="1"/>
          <p:nvPr>
            <p:ph type="title"/>
          </p:nvPr>
        </p:nvSpPr>
        <p:spPr>
          <a:xfrm>
            <a:off x="1145775" y="2488800"/>
            <a:ext cx="3699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2" name="Google Shape;42;p3"/>
          <p:cNvSpPr txBox="1"/>
          <p:nvPr>
            <p:ph hasCustomPrompt="1" idx="2" type="title"/>
          </p:nvPr>
        </p:nvSpPr>
        <p:spPr>
          <a:xfrm>
            <a:off x="1145775" y="1102925"/>
            <a:ext cx="3699600" cy="122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88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3" name="Google Shape;43;p3"/>
          <p:cNvSpPr txBox="1"/>
          <p:nvPr>
            <p:ph idx="1" type="subTitle"/>
          </p:nvPr>
        </p:nvSpPr>
        <p:spPr>
          <a:xfrm>
            <a:off x="1326725" y="3614425"/>
            <a:ext cx="33378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4" name="Google Shape;44;p3"/>
          <p:cNvSpPr/>
          <p:nvPr/>
        </p:nvSpPr>
        <p:spPr>
          <a:xfrm>
            <a:off x="8423991" y="4733877"/>
            <a:ext cx="745333" cy="655134"/>
          </a:xfrm>
          <a:custGeom>
            <a:rect b="b" l="l" r="r" t="t"/>
            <a:pathLst>
              <a:path extrusionOk="0" h="40100" w="45621">
                <a:moveTo>
                  <a:pt x="21426" y="0"/>
                </a:moveTo>
                <a:lnTo>
                  <a:pt x="21074" y="8"/>
                </a:lnTo>
                <a:lnTo>
                  <a:pt x="20721" y="29"/>
                </a:lnTo>
                <a:lnTo>
                  <a:pt x="20369" y="51"/>
                </a:lnTo>
                <a:lnTo>
                  <a:pt x="20016" y="86"/>
                </a:lnTo>
                <a:lnTo>
                  <a:pt x="19669" y="122"/>
                </a:lnTo>
                <a:lnTo>
                  <a:pt x="19317" y="165"/>
                </a:lnTo>
                <a:lnTo>
                  <a:pt x="18970" y="215"/>
                </a:lnTo>
                <a:lnTo>
                  <a:pt x="18623" y="280"/>
                </a:lnTo>
                <a:lnTo>
                  <a:pt x="18276" y="344"/>
                </a:lnTo>
                <a:lnTo>
                  <a:pt x="17930" y="408"/>
                </a:lnTo>
                <a:lnTo>
                  <a:pt x="17583" y="487"/>
                </a:lnTo>
                <a:lnTo>
                  <a:pt x="17242" y="573"/>
                </a:lnTo>
                <a:lnTo>
                  <a:pt x="16901" y="666"/>
                </a:lnTo>
                <a:lnTo>
                  <a:pt x="16560" y="759"/>
                </a:lnTo>
                <a:lnTo>
                  <a:pt x="16219" y="859"/>
                </a:lnTo>
                <a:lnTo>
                  <a:pt x="15878" y="974"/>
                </a:lnTo>
                <a:lnTo>
                  <a:pt x="15543" y="1088"/>
                </a:lnTo>
                <a:lnTo>
                  <a:pt x="15207" y="1210"/>
                </a:lnTo>
                <a:lnTo>
                  <a:pt x="14872" y="1332"/>
                </a:lnTo>
                <a:lnTo>
                  <a:pt x="14537" y="1468"/>
                </a:lnTo>
                <a:lnTo>
                  <a:pt x="14207" y="1604"/>
                </a:lnTo>
                <a:lnTo>
                  <a:pt x="13878" y="1754"/>
                </a:lnTo>
                <a:lnTo>
                  <a:pt x="13554" y="1904"/>
                </a:lnTo>
                <a:lnTo>
                  <a:pt x="13231" y="2054"/>
                </a:lnTo>
                <a:lnTo>
                  <a:pt x="12907" y="2219"/>
                </a:lnTo>
                <a:lnTo>
                  <a:pt x="12583" y="2384"/>
                </a:lnTo>
                <a:lnTo>
                  <a:pt x="12265" y="2563"/>
                </a:lnTo>
                <a:lnTo>
                  <a:pt x="11948" y="2734"/>
                </a:lnTo>
                <a:lnTo>
                  <a:pt x="11635" y="2920"/>
                </a:lnTo>
                <a:lnTo>
                  <a:pt x="11323" y="3114"/>
                </a:lnTo>
                <a:lnTo>
                  <a:pt x="11017" y="3307"/>
                </a:lnTo>
                <a:lnTo>
                  <a:pt x="10711" y="3507"/>
                </a:lnTo>
                <a:lnTo>
                  <a:pt x="10410" y="3708"/>
                </a:lnTo>
                <a:lnTo>
                  <a:pt x="10110" y="3922"/>
                </a:lnTo>
                <a:lnTo>
                  <a:pt x="9809" y="4137"/>
                </a:lnTo>
                <a:lnTo>
                  <a:pt x="9514" y="4352"/>
                </a:lnTo>
                <a:lnTo>
                  <a:pt x="9220" y="4581"/>
                </a:lnTo>
                <a:lnTo>
                  <a:pt x="8936" y="4810"/>
                </a:lnTo>
                <a:lnTo>
                  <a:pt x="8647" y="5046"/>
                </a:lnTo>
                <a:lnTo>
                  <a:pt x="8364" y="5282"/>
                </a:lnTo>
                <a:lnTo>
                  <a:pt x="8087" y="5525"/>
                </a:lnTo>
                <a:lnTo>
                  <a:pt x="7809" y="5776"/>
                </a:lnTo>
                <a:lnTo>
                  <a:pt x="7538" y="6034"/>
                </a:lnTo>
                <a:lnTo>
                  <a:pt x="7272" y="6291"/>
                </a:lnTo>
                <a:lnTo>
                  <a:pt x="7006" y="6549"/>
                </a:lnTo>
                <a:lnTo>
                  <a:pt x="6746" y="6821"/>
                </a:lnTo>
                <a:lnTo>
                  <a:pt x="6486" y="7086"/>
                </a:lnTo>
                <a:lnTo>
                  <a:pt x="6231" y="7365"/>
                </a:lnTo>
                <a:lnTo>
                  <a:pt x="5983" y="7644"/>
                </a:lnTo>
                <a:lnTo>
                  <a:pt x="5734" y="7930"/>
                </a:lnTo>
                <a:lnTo>
                  <a:pt x="5492" y="8216"/>
                </a:lnTo>
                <a:lnTo>
                  <a:pt x="5255" y="8510"/>
                </a:lnTo>
                <a:lnTo>
                  <a:pt x="5023" y="8803"/>
                </a:lnTo>
                <a:lnTo>
                  <a:pt x="4792" y="9104"/>
                </a:lnTo>
                <a:lnTo>
                  <a:pt x="4567" y="9412"/>
                </a:lnTo>
                <a:lnTo>
                  <a:pt x="4347" y="9719"/>
                </a:lnTo>
                <a:lnTo>
                  <a:pt x="4133" y="10034"/>
                </a:lnTo>
                <a:lnTo>
                  <a:pt x="3920" y="10349"/>
                </a:lnTo>
                <a:lnTo>
                  <a:pt x="3711" y="10664"/>
                </a:lnTo>
                <a:lnTo>
                  <a:pt x="3509" y="10993"/>
                </a:lnTo>
                <a:lnTo>
                  <a:pt x="3313" y="11315"/>
                </a:lnTo>
                <a:lnTo>
                  <a:pt x="3122" y="11644"/>
                </a:lnTo>
                <a:lnTo>
                  <a:pt x="2937" y="11981"/>
                </a:lnTo>
                <a:lnTo>
                  <a:pt x="2752" y="12317"/>
                </a:lnTo>
                <a:lnTo>
                  <a:pt x="2573" y="12661"/>
                </a:lnTo>
                <a:lnTo>
                  <a:pt x="2405" y="13004"/>
                </a:lnTo>
                <a:lnTo>
                  <a:pt x="2238" y="13348"/>
                </a:lnTo>
                <a:lnTo>
                  <a:pt x="2076" y="13698"/>
                </a:lnTo>
                <a:lnTo>
                  <a:pt x="1920" y="14049"/>
                </a:lnTo>
                <a:lnTo>
                  <a:pt x="1769" y="14407"/>
                </a:lnTo>
                <a:lnTo>
                  <a:pt x="1625" y="14772"/>
                </a:lnTo>
                <a:lnTo>
                  <a:pt x="1486" y="15130"/>
                </a:lnTo>
                <a:lnTo>
                  <a:pt x="1353" y="15495"/>
                </a:lnTo>
                <a:lnTo>
                  <a:pt x="1226" y="15867"/>
                </a:lnTo>
                <a:lnTo>
                  <a:pt x="1105" y="16232"/>
                </a:lnTo>
                <a:lnTo>
                  <a:pt x="989" y="16611"/>
                </a:lnTo>
                <a:lnTo>
                  <a:pt x="879" y="16983"/>
                </a:lnTo>
                <a:lnTo>
                  <a:pt x="775" y="17363"/>
                </a:lnTo>
                <a:lnTo>
                  <a:pt x="677" y="17742"/>
                </a:lnTo>
                <a:lnTo>
                  <a:pt x="585" y="18129"/>
                </a:lnTo>
                <a:lnTo>
                  <a:pt x="498" y="18515"/>
                </a:lnTo>
                <a:lnTo>
                  <a:pt x="423" y="18901"/>
                </a:lnTo>
                <a:lnTo>
                  <a:pt x="348" y="19295"/>
                </a:lnTo>
                <a:lnTo>
                  <a:pt x="284" y="19689"/>
                </a:lnTo>
                <a:lnTo>
                  <a:pt x="226" y="20082"/>
                </a:lnTo>
                <a:lnTo>
                  <a:pt x="174" y="20483"/>
                </a:lnTo>
                <a:lnTo>
                  <a:pt x="128" y="20884"/>
                </a:lnTo>
                <a:lnTo>
                  <a:pt x="88" y="21285"/>
                </a:lnTo>
                <a:lnTo>
                  <a:pt x="59" y="21685"/>
                </a:lnTo>
                <a:lnTo>
                  <a:pt x="36" y="22093"/>
                </a:lnTo>
                <a:lnTo>
                  <a:pt x="18" y="22501"/>
                </a:lnTo>
                <a:lnTo>
                  <a:pt x="7" y="22909"/>
                </a:lnTo>
                <a:lnTo>
                  <a:pt x="1" y="23324"/>
                </a:lnTo>
                <a:lnTo>
                  <a:pt x="7" y="23732"/>
                </a:lnTo>
                <a:lnTo>
                  <a:pt x="18" y="24147"/>
                </a:lnTo>
                <a:lnTo>
                  <a:pt x="36" y="24562"/>
                </a:lnTo>
                <a:lnTo>
                  <a:pt x="64" y="24985"/>
                </a:lnTo>
                <a:lnTo>
                  <a:pt x="99" y="25400"/>
                </a:lnTo>
                <a:lnTo>
                  <a:pt x="140" y="25822"/>
                </a:lnTo>
                <a:lnTo>
                  <a:pt x="192" y="26244"/>
                </a:lnTo>
                <a:lnTo>
                  <a:pt x="249" y="26667"/>
                </a:lnTo>
                <a:lnTo>
                  <a:pt x="313" y="27089"/>
                </a:lnTo>
                <a:lnTo>
                  <a:pt x="388" y="27518"/>
                </a:lnTo>
                <a:lnTo>
                  <a:pt x="469" y="27940"/>
                </a:lnTo>
                <a:lnTo>
                  <a:pt x="562" y="28370"/>
                </a:lnTo>
                <a:lnTo>
                  <a:pt x="660" y="28799"/>
                </a:lnTo>
                <a:lnTo>
                  <a:pt x="764" y="29229"/>
                </a:lnTo>
                <a:lnTo>
                  <a:pt x="879" y="29658"/>
                </a:lnTo>
                <a:lnTo>
                  <a:pt x="1001" y="30087"/>
                </a:lnTo>
                <a:lnTo>
                  <a:pt x="1134" y="30524"/>
                </a:lnTo>
                <a:lnTo>
                  <a:pt x="1278" y="30953"/>
                </a:lnTo>
                <a:lnTo>
                  <a:pt x="1423" y="31390"/>
                </a:lnTo>
                <a:lnTo>
                  <a:pt x="1585" y="31819"/>
                </a:lnTo>
                <a:lnTo>
                  <a:pt x="1752" y="32256"/>
                </a:lnTo>
                <a:lnTo>
                  <a:pt x="1926" y="32693"/>
                </a:lnTo>
                <a:lnTo>
                  <a:pt x="2110" y="33129"/>
                </a:lnTo>
                <a:lnTo>
                  <a:pt x="2301" y="33566"/>
                </a:lnTo>
                <a:lnTo>
                  <a:pt x="2509" y="34002"/>
                </a:lnTo>
                <a:lnTo>
                  <a:pt x="2717" y="34439"/>
                </a:lnTo>
                <a:lnTo>
                  <a:pt x="2775" y="34539"/>
                </a:lnTo>
                <a:lnTo>
                  <a:pt x="2833" y="34632"/>
                </a:lnTo>
                <a:lnTo>
                  <a:pt x="2891" y="34718"/>
                </a:lnTo>
                <a:lnTo>
                  <a:pt x="2960" y="34797"/>
                </a:lnTo>
                <a:lnTo>
                  <a:pt x="3024" y="34861"/>
                </a:lnTo>
                <a:lnTo>
                  <a:pt x="3099" y="34925"/>
                </a:lnTo>
                <a:lnTo>
                  <a:pt x="3168" y="34983"/>
                </a:lnTo>
                <a:lnTo>
                  <a:pt x="3243" y="35026"/>
                </a:lnTo>
                <a:lnTo>
                  <a:pt x="3324" y="35069"/>
                </a:lnTo>
                <a:lnTo>
                  <a:pt x="3399" y="35104"/>
                </a:lnTo>
                <a:lnTo>
                  <a:pt x="3480" y="35133"/>
                </a:lnTo>
                <a:lnTo>
                  <a:pt x="3561" y="35154"/>
                </a:lnTo>
                <a:lnTo>
                  <a:pt x="3642" y="35169"/>
                </a:lnTo>
                <a:lnTo>
                  <a:pt x="3723" y="35176"/>
                </a:lnTo>
                <a:lnTo>
                  <a:pt x="3810" y="35176"/>
                </a:lnTo>
                <a:lnTo>
                  <a:pt x="3891" y="35169"/>
                </a:lnTo>
                <a:lnTo>
                  <a:pt x="3972" y="35162"/>
                </a:lnTo>
                <a:lnTo>
                  <a:pt x="4052" y="35140"/>
                </a:lnTo>
                <a:lnTo>
                  <a:pt x="4133" y="35119"/>
                </a:lnTo>
                <a:lnTo>
                  <a:pt x="4214" y="35090"/>
                </a:lnTo>
                <a:lnTo>
                  <a:pt x="4289" y="35061"/>
                </a:lnTo>
                <a:lnTo>
                  <a:pt x="4365" y="35018"/>
                </a:lnTo>
                <a:lnTo>
                  <a:pt x="4440" y="34976"/>
                </a:lnTo>
                <a:lnTo>
                  <a:pt x="4515" y="34925"/>
                </a:lnTo>
                <a:lnTo>
                  <a:pt x="4578" y="34875"/>
                </a:lnTo>
                <a:lnTo>
                  <a:pt x="4648" y="34818"/>
                </a:lnTo>
                <a:lnTo>
                  <a:pt x="4711" y="34754"/>
                </a:lnTo>
                <a:lnTo>
                  <a:pt x="4769" y="34682"/>
                </a:lnTo>
                <a:lnTo>
                  <a:pt x="4821" y="34611"/>
                </a:lnTo>
                <a:lnTo>
                  <a:pt x="4873" y="34532"/>
                </a:lnTo>
                <a:lnTo>
                  <a:pt x="4919" y="34453"/>
                </a:lnTo>
                <a:lnTo>
                  <a:pt x="4966" y="34367"/>
                </a:lnTo>
                <a:lnTo>
                  <a:pt x="5052" y="34417"/>
                </a:lnTo>
                <a:lnTo>
                  <a:pt x="5139" y="34453"/>
                </a:lnTo>
                <a:lnTo>
                  <a:pt x="5232" y="34489"/>
                </a:lnTo>
                <a:lnTo>
                  <a:pt x="5324" y="34517"/>
                </a:lnTo>
                <a:lnTo>
                  <a:pt x="5411" y="34539"/>
                </a:lnTo>
                <a:lnTo>
                  <a:pt x="5503" y="34553"/>
                </a:lnTo>
                <a:lnTo>
                  <a:pt x="5596" y="34560"/>
                </a:lnTo>
                <a:lnTo>
                  <a:pt x="5694" y="34568"/>
                </a:lnTo>
                <a:lnTo>
                  <a:pt x="5786" y="34560"/>
                </a:lnTo>
                <a:lnTo>
                  <a:pt x="5879" y="34553"/>
                </a:lnTo>
                <a:lnTo>
                  <a:pt x="5971" y="34532"/>
                </a:lnTo>
                <a:lnTo>
                  <a:pt x="6070" y="34510"/>
                </a:lnTo>
                <a:lnTo>
                  <a:pt x="6162" y="34475"/>
                </a:lnTo>
                <a:lnTo>
                  <a:pt x="6255" y="34439"/>
                </a:lnTo>
                <a:lnTo>
                  <a:pt x="6347" y="34389"/>
                </a:lnTo>
                <a:lnTo>
                  <a:pt x="6439" y="34339"/>
                </a:lnTo>
                <a:lnTo>
                  <a:pt x="6561" y="34424"/>
                </a:lnTo>
                <a:lnTo>
                  <a:pt x="6688" y="34503"/>
                </a:lnTo>
                <a:lnTo>
                  <a:pt x="6815" y="34568"/>
                </a:lnTo>
                <a:lnTo>
                  <a:pt x="6948" y="34625"/>
                </a:lnTo>
                <a:lnTo>
                  <a:pt x="7081" y="34668"/>
                </a:lnTo>
                <a:lnTo>
                  <a:pt x="7220" y="34704"/>
                </a:lnTo>
                <a:lnTo>
                  <a:pt x="7353" y="34725"/>
                </a:lnTo>
                <a:lnTo>
                  <a:pt x="7491" y="34739"/>
                </a:lnTo>
                <a:lnTo>
                  <a:pt x="7630" y="34739"/>
                </a:lnTo>
                <a:lnTo>
                  <a:pt x="7769" y="34718"/>
                </a:lnTo>
                <a:lnTo>
                  <a:pt x="7902" y="34689"/>
                </a:lnTo>
                <a:lnTo>
                  <a:pt x="8040" y="34646"/>
                </a:lnTo>
                <a:lnTo>
                  <a:pt x="8173" y="34589"/>
                </a:lnTo>
                <a:lnTo>
                  <a:pt x="8306" y="34517"/>
                </a:lnTo>
                <a:lnTo>
                  <a:pt x="8439" y="34424"/>
                </a:lnTo>
                <a:lnTo>
                  <a:pt x="8566" y="34317"/>
                </a:lnTo>
                <a:lnTo>
                  <a:pt x="8861" y="34045"/>
                </a:lnTo>
                <a:lnTo>
                  <a:pt x="9156" y="33773"/>
                </a:lnTo>
                <a:lnTo>
                  <a:pt x="9439" y="33494"/>
                </a:lnTo>
                <a:lnTo>
                  <a:pt x="9722" y="33208"/>
                </a:lnTo>
                <a:lnTo>
                  <a:pt x="10000" y="32922"/>
                </a:lnTo>
                <a:lnTo>
                  <a:pt x="10271" y="32628"/>
                </a:lnTo>
                <a:lnTo>
                  <a:pt x="10537" y="32328"/>
                </a:lnTo>
                <a:lnTo>
                  <a:pt x="10803" y="32020"/>
                </a:lnTo>
                <a:lnTo>
                  <a:pt x="11057" y="31712"/>
                </a:lnTo>
                <a:lnTo>
                  <a:pt x="11312" y="31397"/>
                </a:lnTo>
                <a:lnTo>
                  <a:pt x="11560" y="31082"/>
                </a:lnTo>
                <a:lnTo>
                  <a:pt x="11797" y="30753"/>
                </a:lnTo>
                <a:lnTo>
                  <a:pt x="12034" y="30424"/>
                </a:lnTo>
                <a:lnTo>
                  <a:pt x="12265" y="30095"/>
                </a:lnTo>
                <a:lnTo>
                  <a:pt x="12491" y="29751"/>
                </a:lnTo>
                <a:lnTo>
                  <a:pt x="12710" y="29408"/>
                </a:lnTo>
                <a:lnTo>
                  <a:pt x="12947" y="29415"/>
                </a:lnTo>
                <a:lnTo>
                  <a:pt x="13179" y="29400"/>
                </a:lnTo>
                <a:lnTo>
                  <a:pt x="13404" y="29379"/>
                </a:lnTo>
                <a:lnTo>
                  <a:pt x="13624" y="29343"/>
                </a:lnTo>
                <a:lnTo>
                  <a:pt x="13843" y="29293"/>
                </a:lnTo>
                <a:lnTo>
                  <a:pt x="14057" y="29229"/>
                </a:lnTo>
                <a:lnTo>
                  <a:pt x="14265" y="29157"/>
                </a:lnTo>
                <a:lnTo>
                  <a:pt x="14468" y="29071"/>
                </a:lnTo>
                <a:lnTo>
                  <a:pt x="14566" y="29171"/>
                </a:lnTo>
                <a:lnTo>
                  <a:pt x="14664" y="29279"/>
                </a:lnTo>
                <a:lnTo>
                  <a:pt x="14762" y="29379"/>
                </a:lnTo>
                <a:lnTo>
                  <a:pt x="14866" y="29479"/>
                </a:lnTo>
                <a:lnTo>
                  <a:pt x="14988" y="29565"/>
                </a:lnTo>
                <a:lnTo>
                  <a:pt x="15115" y="29644"/>
                </a:lnTo>
                <a:lnTo>
                  <a:pt x="15248" y="29715"/>
                </a:lnTo>
                <a:lnTo>
                  <a:pt x="15386" y="29765"/>
                </a:lnTo>
                <a:lnTo>
                  <a:pt x="15531" y="29808"/>
                </a:lnTo>
                <a:lnTo>
                  <a:pt x="15675" y="29837"/>
                </a:lnTo>
                <a:lnTo>
                  <a:pt x="15820" y="29851"/>
                </a:lnTo>
                <a:lnTo>
                  <a:pt x="15970" y="29851"/>
                </a:lnTo>
                <a:lnTo>
                  <a:pt x="16121" y="29844"/>
                </a:lnTo>
                <a:lnTo>
                  <a:pt x="16265" y="29830"/>
                </a:lnTo>
                <a:lnTo>
                  <a:pt x="16410" y="29794"/>
                </a:lnTo>
                <a:lnTo>
                  <a:pt x="16554" y="29751"/>
                </a:lnTo>
                <a:lnTo>
                  <a:pt x="16693" y="29701"/>
                </a:lnTo>
                <a:lnTo>
                  <a:pt x="16826" y="29637"/>
                </a:lnTo>
                <a:lnTo>
                  <a:pt x="16953" y="29565"/>
                </a:lnTo>
                <a:lnTo>
                  <a:pt x="17080" y="29479"/>
                </a:lnTo>
                <a:lnTo>
                  <a:pt x="17305" y="29300"/>
                </a:lnTo>
                <a:lnTo>
                  <a:pt x="17525" y="29107"/>
                </a:lnTo>
                <a:lnTo>
                  <a:pt x="17739" y="28914"/>
                </a:lnTo>
                <a:lnTo>
                  <a:pt x="17947" y="28713"/>
                </a:lnTo>
                <a:lnTo>
                  <a:pt x="18149" y="28506"/>
                </a:lnTo>
                <a:lnTo>
                  <a:pt x="18346" y="28291"/>
                </a:lnTo>
                <a:lnTo>
                  <a:pt x="18536" y="28069"/>
                </a:lnTo>
                <a:lnTo>
                  <a:pt x="18727" y="27847"/>
                </a:lnTo>
                <a:lnTo>
                  <a:pt x="19045" y="28513"/>
                </a:lnTo>
                <a:lnTo>
                  <a:pt x="19369" y="29164"/>
                </a:lnTo>
                <a:lnTo>
                  <a:pt x="19692" y="29801"/>
                </a:lnTo>
                <a:lnTo>
                  <a:pt x="20016" y="30417"/>
                </a:lnTo>
                <a:lnTo>
                  <a:pt x="20103" y="30560"/>
                </a:lnTo>
                <a:lnTo>
                  <a:pt x="20189" y="30696"/>
                </a:lnTo>
                <a:lnTo>
                  <a:pt x="20288" y="30825"/>
                </a:lnTo>
                <a:lnTo>
                  <a:pt x="20392" y="30946"/>
                </a:lnTo>
                <a:lnTo>
                  <a:pt x="20502" y="31061"/>
                </a:lnTo>
                <a:lnTo>
                  <a:pt x="20611" y="31168"/>
                </a:lnTo>
                <a:lnTo>
                  <a:pt x="20733" y="31261"/>
                </a:lnTo>
                <a:lnTo>
                  <a:pt x="20854" y="31354"/>
                </a:lnTo>
                <a:lnTo>
                  <a:pt x="20987" y="31433"/>
                </a:lnTo>
                <a:lnTo>
                  <a:pt x="21114" y="31505"/>
                </a:lnTo>
                <a:lnTo>
                  <a:pt x="21247" y="31569"/>
                </a:lnTo>
                <a:lnTo>
                  <a:pt x="21386" y="31626"/>
                </a:lnTo>
                <a:lnTo>
                  <a:pt x="21525" y="31669"/>
                </a:lnTo>
                <a:lnTo>
                  <a:pt x="21663" y="31705"/>
                </a:lnTo>
                <a:lnTo>
                  <a:pt x="21802" y="31726"/>
                </a:lnTo>
                <a:lnTo>
                  <a:pt x="21946" y="31741"/>
                </a:lnTo>
                <a:lnTo>
                  <a:pt x="22085" y="31748"/>
                </a:lnTo>
                <a:lnTo>
                  <a:pt x="22224" y="31741"/>
                </a:lnTo>
                <a:lnTo>
                  <a:pt x="22363" y="31726"/>
                </a:lnTo>
                <a:lnTo>
                  <a:pt x="22501" y="31698"/>
                </a:lnTo>
                <a:lnTo>
                  <a:pt x="22634" y="31655"/>
                </a:lnTo>
                <a:lnTo>
                  <a:pt x="22767" y="31605"/>
                </a:lnTo>
                <a:lnTo>
                  <a:pt x="22894" y="31540"/>
                </a:lnTo>
                <a:lnTo>
                  <a:pt x="23022" y="31469"/>
                </a:lnTo>
                <a:lnTo>
                  <a:pt x="23137" y="31383"/>
                </a:lnTo>
                <a:lnTo>
                  <a:pt x="23253" y="31283"/>
                </a:lnTo>
                <a:lnTo>
                  <a:pt x="23363" y="31175"/>
                </a:lnTo>
                <a:lnTo>
                  <a:pt x="23467" y="31046"/>
                </a:lnTo>
                <a:lnTo>
                  <a:pt x="23565" y="30910"/>
                </a:lnTo>
                <a:lnTo>
                  <a:pt x="23651" y="30760"/>
                </a:lnTo>
                <a:lnTo>
                  <a:pt x="23738" y="30596"/>
                </a:lnTo>
                <a:lnTo>
                  <a:pt x="23808" y="30417"/>
                </a:lnTo>
                <a:lnTo>
                  <a:pt x="24004" y="29894"/>
                </a:lnTo>
                <a:lnTo>
                  <a:pt x="24189" y="29365"/>
                </a:lnTo>
                <a:lnTo>
                  <a:pt x="24362" y="28835"/>
                </a:lnTo>
                <a:lnTo>
                  <a:pt x="24530" y="28305"/>
                </a:lnTo>
                <a:lnTo>
                  <a:pt x="24721" y="28477"/>
                </a:lnTo>
                <a:lnTo>
                  <a:pt x="24911" y="28642"/>
                </a:lnTo>
                <a:lnTo>
                  <a:pt x="25102" y="28792"/>
                </a:lnTo>
                <a:lnTo>
                  <a:pt x="25293" y="28942"/>
                </a:lnTo>
                <a:lnTo>
                  <a:pt x="25484" y="29078"/>
                </a:lnTo>
                <a:lnTo>
                  <a:pt x="25674" y="29214"/>
                </a:lnTo>
                <a:lnTo>
                  <a:pt x="25865" y="29336"/>
                </a:lnTo>
                <a:lnTo>
                  <a:pt x="26056" y="29451"/>
                </a:lnTo>
                <a:lnTo>
                  <a:pt x="26247" y="29551"/>
                </a:lnTo>
                <a:lnTo>
                  <a:pt x="26437" y="29651"/>
                </a:lnTo>
                <a:lnTo>
                  <a:pt x="26628" y="29730"/>
                </a:lnTo>
                <a:lnTo>
                  <a:pt x="26819" y="29808"/>
                </a:lnTo>
                <a:lnTo>
                  <a:pt x="27010" y="29873"/>
                </a:lnTo>
                <a:lnTo>
                  <a:pt x="27194" y="29923"/>
                </a:lnTo>
                <a:lnTo>
                  <a:pt x="27385" y="29966"/>
                </a:lnTo>
                <a:lnTo>
                  <a:pt x="27570" y="30002"/>
                </a:lnTo>
                <a:lnTo>
                  <a:pt x="27761" y="30016"/>
                </a:lnTo>
                <a:lnTo>
                  <a:pt x="27946" y="30023"/>
                </a:lnTo>
                <a:lnTo>
                  <a:pt x="28131" y="30023"/>
                </a:lnTo>
                <a:lnTo>
                  <a:pt x="28310" y="30002"/>
                </a:lnTo>
                <a:lnTo>
                  <a:pt x="28495" y="29973"/>
                </a:lnTo>
                <a:lnTo>
                  <a:pt x="28674" y="29930"/>
                </a:lnTo>
                <a:lnTo>
                  <a:pt x="28853" y="29873"/>
                </a:lnTo>
                <a:lnTo>
                  <a:pt x="29032" y="29801"/>
                </a:lnTo>
                <a:lnTo>
                  <a:pt x="29206" y="29715"/>
                </a:lnTo>
                <a:lnTo>
                  <a:pt x="29379" y="29608"/>
                </a:lnTo>
                <a:lnTo>
                  <a:pt x="29553" y="29493"/>
                </a:lnTo>
                <a:lnTo>
                  <a:pt x="29720" y="29365"/>
                </a:lnTo>
                <a:lnTo>
                  <a:pt x="29888" y="29221"/>
                </a:lnTo>
                <a:lnTo>
                  <a:pt x="30055" y="29057"/>
                </a:lnTo>
                <a:lnTo>
                  <a:pt x="30217" y="28878"/>
                </a:lnTo>
                <a:lnTo>
                  <a:pt x="30379" y="28685"/>
                </a:lnTo>
                <a:lnTo>
                  <a:pt x="30628" y="28985"/>
                </a:lnTo>
                <a:lnTo>
                  <a:pt x="30888" y="29279"/>
                </a:lnTo>
                <a:lnTo>
                  <a:pt x="31148" y="29558"/>
                </a:lnTo>
                <a:lnTo>
                  <a:pt x="31419" y="29830"/>
                </a:lnTo>
                <a:lnTo>
                  <a:pt x="31691" y="30087"/>
                </a:lnTo>
                <a:lnTo>
                  <a:pt x="31980" y="30331"/>
                </a:lnTo>
                <a:lnTo>
                  <a:pt x="32125" y="30445"/>
                </a:lnTo>
                <a:lnTo>
                  <a:pt x="32269" y="30560"/>
                </a:lnTo>
                <a:lnTo>
                  <a:pt x="32419" y="30667"/>
                </a:lnTo>
                <a:lnTo>
                  <a:pt x="32570" y="30775"/>
                </a:lnTo>
                <a:lnTo>
                  <a:pt x="32720" y="30875"/>
                </a:lnTo>
                <a:lnTo>
                  <a:pt x="32876" y="30975"/>
                </a:lnTo>
                <a:lnTo>
                  <a:pt x="33032" y="31068"/>
                </a:lnTo>
                <a:lnTo>
                  <a:pt x="33194" y="31154"/>
                </a:lnTo>
                <a:lnTo>
                  <a:pt x="33356" y="31240"/>
                </a:lnTo>
                <a:lnTo>
                  <a:pt x="33517" y="31326"/>
                </a:lnTo>
                <a:lnTo>
                  <a:pt x="33685" y="31397"/>
                </a:lnTo>
                <a:lnTo>
                  <a:pt x="33858" y="31469"/>
                </a:lnTo>
                <a:lnTo>
                  <a:pt x="34026" y="31540"/>
                </a:lnTo>
                <a:lnTo>
                  <a:pt x="34205" y="31605"/>
                </a:lnTo>
                <a:lnTo>
                  <a:pt x="34379" y="31662"/>
                </a:lnTo>
                <a:lnTo>
                  <a:pt x="34564" y="31712"/>
                </a:lnTo>
                <a:lnTo>
                  <a:pt x="34743" y="31762"/>
                </a:lnTo>
                <a:lnTo>
                  <a:pt x="34928" y="31805"/>
                </a:lnTo>
                <a:lnTo>
                  <a:pt x="35118" y="31848"/>
                </a:lnTo>
                <a:lnTo>
                  <a:pt x="35309" y="31877"/>
                </a:lnTo>
                <a:lnTo>
                  <a:pt x="35396" y="31891"/>
                </a:lnTo>
                <a:lnTo>
                  <a:pt x="35563" y="31891"/>
                </a:lnTo>
                <a:lnTo>
                  <a:pt x="35650" y="31884"/>
                </a:lnTo>
                <a:lnTo>
                  <a:pt x="35731" y="31869"/>
                </a:lnTo>
                <a:lnTo>
                  <a:pt x="35812" y="31848"/>
                </a:lnTo>
                <a:lnTo>
                  <a:pt x="35893" y="31819"/>
                </a:lnTo>
                <a:lnTo>
                  <a:pt x="35968" y="31791"/>
                </a:lnTo>
                <a:lnTo>
                  <a:pt x="36205" y="31805"/>
                </a:lnTo>
                <a:lnTo>
                  <a:pt x="36442" y="31805"/>
                </a:lnTo>
                <a:lnTo>
                  <a:pt x="36673" y="31791"/>
                </a:lnTo>
                <a:lnTo>
                  <a:pt x="36904" y="31762"/>
                </a:lnTo>
                <a:lnTo>
                  <a:pt x="37136" y="31719"/>
                </a:lnTo>
                <a:lnTo>
                  <a:pt x="37367" y="31669"/>
                </a:lnTo>
                <a:lnTo>
                  <a:pt x="37598" y="31598"/>
                </a:lnTo>
                <a:lnTo>
                  <a:pt x="37829" y="31519"/>
                </a:lnTo>
                <a:lnTo>
                  <a:pt x="38055" y="31419"/>
                </a:lnTo>
                <a:lnTo>
                  <a:pt x="38280" y="31311"/>
                </a:lnTo>
                <a:lnTo>
                  <a:pt x="38505" y="31182"/>
                </a:lnTo>
                <a:lnTo>
                  <a:pt x="38731" y="31039"/>
                </a:lnTo>
                <a:lnTo>
                  <a:pt x="38950" y="30882"/>
                </a:lnTo>
                <a:lnTo>
                  <a:pt x="39176" y="30710"/>
                </a:lnTo>
                <a:lnTo>
                  <a:pt x="39390" y="30517"/>
                </a:lnTo>
                <a:lnTo>
                  <a:pt x="39609" y="30309"/>
                </a:lnTo>
                <a:lnTo>
                  <a:pt x="39754" y="30166"/>
                </a:lnTo>
                <a:lnTo>
                  <a:pt x="39887" y="30009"/>
                </a:lnTo>
                <a:lnTo>
                  <a:pt x="40020" y="29858"/>
                </a:lnTo>
                <a:lnTo>
                  <a:pt x="40141" y="29701"/>
                </a:lnTo>
                <a:lnTo>
                  <a:pt x="40251" y="29544"/>
                </a:lnTo>
                <a:lnTo>
                  <a:pt x="40361" y="29379"/>
                </a:lnTo>
                <a:lnTo>
                  <a:pt x="40459" y="29214"/>
                </a:lnTo>
                <a:lnTo>
                  <a:pt x="40551" y="29050"/>
                </a:lnTo>
                <a:lnTo>
                  <a:pt x="40638" y="28878"/>
                </a:lnTo>
                <a:lnTo>
                  <a:pt x="40713" y="28706"/>
                </a:lnTo>
                <a:lnTo>
                  <a:pt x="40788" y="28534"/>
                </a:lnTo>
                <a:lnTo>
                  <a:pt x="40852" y="28356"/>
                </a:lnTo>
                <a:lnTo>
                  <a:pt x="40916" y="28177"/>
                </a:lnTo>
                <a:lnTo>
                  <a:pt x="40968" y="27998"/>
                </a:lnTo>
                <a:lnTo>
                  <a:pt x="41014" y="27812"/>
                </a:lnTo>
                <a:lnTo>
                  <a:pt x="41054" y="27626"/>
                </a:lnTo>
                <a:lnTo>
                  <a:pt x="41031" y="27890"/>
                </a:lnTo>
                <a:lnTo>
                  <a:pt x="41002" y="28162"/>
                </a:lnTo>
                <a:lnTo>
                  <a:pt x="40973" y="28427"/>
                </a:lnTo>
                <a:lnTo>
                  <a:pt x="40939" y="28692"/>
                </a:lnTo>
                <a:lnTo>
                  <a:pt x="40904" y="28957"/>
                </a:lnTo>
                <a:lnTo>
                  <a:pt x="40858" y="29229"/>
                </a:lnTo>
                <a:lnTo>
                  <a:pt x="40811" y="29493"/>
                </a:lnTo>
                <a:lnTo>
                  <a:pt x="40759" y="29765"/>
                </a:lnTo>
                <a:lnTo>
                  <a:pt x="40707" y="30030"/>
                </a:lnTo>
                <a:lnTo>
                  <a:pt x="40650" y="30295"/>
                </a:lnTo>
                <a:lnTo>
                  <a:pt x="40586" y="30567"/>
                </a:lnTo>
                <a:lnTo>
                  <a:pt x="40517" y="30832"/>
                </a:lnTo>
                <a:lnTo>
                  <a:pt x="40447" y="31104"/>
                </a:lnTo>
                <a:lnTo>
                  <a:pt x="40366" y="31376"/>
                </a:lnTo>
                <a:lnTo>
                  <a:pt x="40286" y="31640"/>
                </a:lnTo>
                <a:lnTo>
                  <a:pt x="40205" y="31912"/>
                </a:lnTo>
                <a:lnTo>
                  <a:pt x="40112" y="32177"/>
                </a:lnTo>
                <a:lnTo>
                  <a:pt x="40020" y="32449"/>
                </a:lnTo>
                <a:lnTo>
                  <a:pt x="39921" y="32714"/>
                </a:lnTo>
                <a:lnTo>
                  <a:pt x="39817" y="32986"/>
                </a:lnTo>
                <a:lnTo>
                  <a:pt x="39708" y="33251"/>
                </a:lnTo>
                <a:lnTo>
                  <a:pt x="39592" y="33523"/>
                </a:lnTo>
                <a:lnTo>
                  <a:pt x="39476" y="33788"/>
                </a:lnTo>
                <a:lnTo>
                  <a:pt x="39355" y="34059"/>
                </a:lnTo>
                <a:lnTo>
                  <a:pt x="39228" y="34324"/>
                </a:lnTo>
                <a:lnTo>
                  <a:pt x="39095" y="34596"/>
                </a:lnTo>
                <a:lnTo>
                  <a:pt x="38956" y="34861"/>
                </a:lnTo>
                <a:lnTo>
                  <a:pt x="38817" y="35133"/>
                </a:lnTo>
                <a:lnTo>
                  <a:pt x="38667" y="35398"/>
                </a:lnTo>
                <a:lnTo>
                  <a:pt x="38517" y="35663"/>
                </a:lnTo>
                <a:lnTo>
                  <a:pt x="38361" y="35935"/>
                </a:lnTo>
                <a:lnTo>
                  <a:pt x="38199" y="36199"/>
                </a:lnTo>
                <a:lnTo>
                  <a:pt x="38124" y="36328"/>
                </a:lnTo>
                <a:lnTo>
                  <a:pt x="38055" y="36457"/>
                </a:lnTo>
                <a:lnTo>
                  <a:pt x="37991" y="36586"/>
                </a:lnTo>
                <a:lnTo>
                  <a:pt x="37939" y="36722"/>
                </a:lnTo>
                <a:lnTo>
                  <a:pt x="37893" y="36851"/>
                </a:lnTo>
                <a:lnTo>
                  <a:pt x="37858" y="36979"/>
                </a:lnTo>
                <a:lnTo>
                  <a:pt x="37823" y="37101"/>
                </a:lnTo>
                <a:lnTo>
                  <a:pt x="37800" y="37230"/>
                </a:lnTo>
                <a:lnTo>
                  <a:pt x="37783" y="37359"/>
                </a:lnTo>
                <a:lnTo>
                  <a:pt x="37771" y="37480"/>
                </a:lnTo>
                <a:lnTo>
                  <a:pt x="37766" y="37602"/>
                </a:lnTo>
                <a:lnTo>
                  <a:pt x="37766" y="37724"/>
                </a:lnTo>
                <a:lnTo>
                  <a:pt x="37771" y="37845"/>
                </a:lnTo>
                <a:lnTo>
                  <a:pt x="37789" y="37960"/>
                </a:lnTo>
                <a:lnTo>
                  <a:pt x="37806" y="38074"/>
                </a:lnTo>
                <a:lnTo>
                  <a:pt x="37829" y="38189"/>
                </a:lnTo>
                <a:lnTo>
                  <a:pt x="37858" y="38303"/>
                </a:lnTo>
                <a:lnTo>
                  <a:pt x="37893" y="38411"/>
                </a:lnTo>
                <a:lnTo>
                  <a:pt x="37933" y="38518"/>
                </a:lnTo>
                <a:lnTo>
                  <a:pt x="37979" y="38625"/>
                </a:lnTo>
                <a:lnTo>
                  <a:pt x="38026" y="38733"/>
                </a:lnTo>
                <a:lnTo>
                  <a:pt x="38078" y="38826"/>
                </a:lnTo>
                <a:lnTo>
                  <a:pt x="38135" y="38926"/>
                </a:lnTo>
                <a:lnTo>
                  <a:pt x="38199" y="39019"/>
                </a:lnTo>
                <a:lnTo>
                  <a:pt x="38263" y="39112"/>
                </a:lnTo>
                <a:lnTo>
                  <a:pt x="38332" y="39198"/>
                </a:lnTo>
                <a:lnTo>
                  <a:pt x="38407" y="39284"/>
                </a:lnTo>
                <a:lnTo>
                  <a:pt x="38482" y="39363"/>
                </a:lnTo>
                <a:lnTo>
                  <a:pt x="38563" y="39441"/>
                </a:lnTo>
                <a:lnTo>
                  <a:pt x="38644" y="39513"/>
                </a:lnTo>
                <a:lnTo>
                  <a:pt x="38731" y="39584"/>
                </a:lnTo>
                <a:lnTo>
                  <a:pt x="38817" y="39649"/>
                </a:lnTo>
                <a:lnTo>
                  <a:pt x="38910" y="39713"/>
                </a:lnTo>
                <a:lnTo>
                  <a:pt x="39002" y="39771"/>
                </a:lnTo>
                <a:lnTo>
                  <a:pt x="39095" y="39828"/>
                </a:lnTo>
                <a:lnTo>
                  <a:pt x="39193" y="39878"/>
                </a:lnTo>
                <a:lnTo>
                  <a:pt x="39291" y="39921"/>
                </a:lnTo>
                <a:lnTo>
                  <a:pt x="39395" y="39957"/>
                </a:lnTo>
                <a:lnTo>
                  <a:pt x="39494" y="39992"/>
                </a:lnTo>
                <a:lnTo>
                  <a:pt x="39598" y="40021"/>
                </a:lnTo>
                <a:lnTo>
                  <a:pt x="39702" y="40050"/>
                </a:lnTo>
                <a:lnTo>
                  <a:pt x="39812" y="40071"/>
                </a:lnTo>
                <a:lnTo>
                  <a:pt x="39916" y="40085"/>
                </a:lnTo>
                <a:lnTo>
                  <a:pt x="40020" y="40093"/>
                </a:lnTo>
                <a:lnTo>
                  <a:pt x="40129" y="40100"/>
                </a:lnTo>
                <a:lnTo>
                  <a:pt x="40234" y="40093"/>
                </a:lnTo>
                <a:lnTo>
                  <a:pt x="40343" y="40085"/>
                </a:lnTo>
                <a:lnTo>
                  <a:pt x="40447" y="40071"/>
                </a:lnTo>
                <a:lnTo>
                  <a:pt x="40557" y="40057"/>
                </a:lnTo>
                <a:lnTo>
                  <a:pt x="40661" y="40028"/>
                </a:lnTo>
                <a:lnTo>
                  <a:pt x="40771" y="39992"/>
                </a:lnTo>
                <a:lnTo>
                  <a:pt x="40875" y="39957"/>
                </a:lnTo>
                <a:lnTo>
                  <a:pt x="40979" y="39914"/>
                </a:lnTo>
                <a:lnTo>
                  <a:pt x="41083" y="39864"/>
                </a:lnTo>
                <a:lnTo>
                  <a:pt x="41181" y="39799"/>
                </a:lnTo>
                <a:lnTo>
                  <a:pt x="41280" y="39735"/>
                </a:lnTo>
                <a:lnTo>
                  <a:pt x="41378" y="39663"/>
                </a:lnTo>
                <a:lnTo>
                  <a:pt x="41476" y="39584"/>
                </a:lnTo>
                <a:lnTo>
                  <a:pt x="41569" y="39499"/>
                </a:lnTo>
                <a:lnTo>
                  <a:pt x="41661" y="39406"/>
                </a:lnTo>
                <a:lnTo>
                  <a:pt x="41754" y="39298"/>
                </a:lnTo>
                <a:lnTo>
                  <a:pt x="41840" y="39191"/>
                </a:lnTo>
                <a:lnTo>
                  <a:pt x="41921" y="39076"/>
                </a:lnTo>
                <a:lnTo>
                  <a:pt x="42002" y="38948"/>
                </a:lnTo>
                <a:lnTo>
                  <a:pt x="42239" y="38561"/>
                </a:lnTo>
                <a:lnTo>
                  <a:pt x="42470" y="38167"/>
                </a:lnTo>
                <a:lnTo>
                  <a:pt x="42690" y="37774"/>
                </a:lnTo>
                <a:lnTo>
                  <a:pt x="42898" y="37380"/>
                </a:lnTo>
                <a:lnTo>
                  <a:pt x="43106" y="36979"/>
                </a:lnTo>
                <a:lnTo>
                  <a:pt x="43297" y="36586"/>
                </a:lnTo>
                <a:lnTo>
                  <a:pt x="43482" y="36185"/>
                </a:lnTo>
                <a:lnTo>
                  <a:pt x="43661" y="35791"/>
                </a:lnTo>
                <a:lnTo>
                  <a:pt x="43834" y="35391"/>
                </a:lnTo>
                <a:lnTo>
                  <a:pt x="43996" y="34990"/>
                </a:lnTo>
                <a:lnTo>
                  <a:pt x="44146" y="34596"/>
                </a:lnTo>
                <a:lnTo>
                  <a:pt x="44291" y="34195"/>
                </a:lnTo>
                <a:lnTo>
                  <a:pt x="44430" y="33795"/>
                </a:lnTo>
                <a:lnTo>
                  <a:pt x="44557" y="33394"/>
                </a:lnTo>
                <a:lnTo>
                  <a:pt x="44684" y="32993"/>
                </a:lnTo>
                <a:lnTo>
                  <a:pt x="44794" y="32592"/>
                </a:lnTo>
                <a:lnTo>
                  <a:pt x="44904" y="32184"/>
                </a:lnTo>
                <a:lnTo>
                  <a:pt x="45002" y="31784"/>
                </a:lnTo>
                <a:lnTo>
                  <a:pt x="45094" y="31383"/>
                </a:lnTo>
                <a:lnTo>
                  <a:pt x="45175" y="30982"/>
                </a:lnTo>
                <a:lnTo>
                  <a:pt x="45250" y="30581"/>
                </a:lnTo>
                <a:lnTo>
                  <a:pt x="45320" y="30181"/>
                </a:lnTo>
                <a:lnTo>
                  <a:pt x="45383" y="29780"/>
                </a:lnTo>
                <a:lnTo>
                  <a:pt x="45435" y="29379"/>
                </a:lnTo>
                <a:lnTo>
                  <a:pt x="45487" y="28978"/>
                </a:lnTo>
                <a:lnTo>
                  <a:pt x="45522" y="28577"/>
                </a:lnTo>
                <a:lnTo>
                  <a:pt x="45557" y="28177"/>
                </a:lnTo>
                <a:lnTo>
                  <a:pt x="45586" y="27776"/>
                </a:lnTo>
                <a:lnTo>
                  <a:pt x="45603" y="27382"/>
                </a:lnTo>
                <a:lnTo>
                  <a:pt x="45614" y="26981"/>
                </a:lnTo>
                <a:lnTo>
                  <a:pt x="45620" y="26581"/>
                </a:lnTo>
                <a:lnTo>
                  <a:pt x="45620" y="26187"/>
                </a:lnTo>
                <a:lnTo>
                  <a:pt x="45614" y="25793"/>
                </a:lnTo>
                <a:lnTo>
                  <a:pt x="45603" y="25393"/>
                </a:lnTo>
                <a:lnTo>
                  <a:pt x="45580" y="24999"/>
                </a:lnTo>
                <a:lnTo>
                  <a:pt x="45551" y="24605"/>
                </a:lnTo>
                <a:lnTo>
                  <a:pt x="45522" y="24219"/>
                </a:lnTo>
                <a:lnTo>
                  <a:pt x="45481" y="23825"/>
                </a:lnTo>
                <a:lnTo>
                  <a:pt x="45435" y="23432"/>
                </a:lnTo>
                <a:lnTo>
                  <a:pt x="45383" y="23045"/>
                </a:lnTo>
                <a:lnTo>
                  <a:pt x="45325" y="22659"/>
                </a:lnTo>
                <a:lnTo>
                  <a:pt x="45262" y="22272"/>
                </a:lnTo>
                <a:lnTo>
                  <a:pt x="45192" y="21886"/>
                </a:lnTo>
                <a:lnTo>
                  <a:pt x="45117" y="21499"/>
                </a:lnTo>
                <a:lnTo>
                  <a:pt x="45031" y="21120"/>
                </a:lnTo>
                <a:lnTo>
                  <a:pt x="44944" y="20741"/>
                </a:lnTo>
                <a:lnTo>
                  <a:pt x="44851" y="20361"/>
                </a:lnTo>
                <a:lnTo>
                  <a:pt x="44753" y="19982"/>
                </a:lnTo>
                <a:lnTo>
                  <a:pt x="44649" y="19603"/>
                </a:lnTo>
                <a:lnTo>
                  <a:pt x="44539" y="19231"/>
                </a:lnTo>
                <a:lnTo>
                  <a:pt x="44424" y="18859"/>
                </a:lnTo>
                <a:lnTo>
                  <a:pt x="44302" y="18486"/>
                </a:lnTo>
                <a:lnTo>
                  <a:pt x="44181" y="18121"/>
                </a:lnTo>
                <a:lnTo>
                  <a:pt x="44048" y="17756"/>
                </a:lnTo>
                <a:lnTo>
                  <a:pt x="43915" y="17391"/>
                </a:lnTo>
                <a:lnTo>
                  <a:pt x="43771" y="17026"/>
                </a:lnTo>
                <a:lnTo>
                  <a:pt x="43626" y="16669"/>
                </a:lnTo>
                <a:lnTo>
                  <a:pt x="43476" y="16311"/>
                </a:lnTo>
                <a:lnTo>
                  <a:pt x="43320" y="15953"/>
                </a:lnTo>
                <a:lnTo>
                  <a:pt x="43158" y="15602"/>
                </a:lnTo>
                <a:lnTo>
                  <a:pt x="42990" y="15251"/>
                </a:lnTo>
                <a:lnTo>
                  <a:pt x="42823" y="14901"/>
                </a:lnTo>
                <a:lnTo>
                  <a:pt x="42649" y="14557"/>
                </a:lnTo>
                <a:lnTo>
                  <a:pt x="42470" y="14214"/>
                </a:lnTo>
                <a:lnTo>
                  <a:pt x="42285" y="13870"/>
                </a:lnTo>
                <a:lnTo>
                  <a:pt x="42095" y="13534"/>
                </a:lnTo>
                <a:lnTo>
                  <a:pt x="41904" y="13198"/>
                </a:lnTo>
                <a:lnTo>
                  <a:pt x="41707" y="12861"/>
                </a:lnTo>
                <a:lnTo>
                  <a:pt x="41505" y="12532"/>
                </a:lnTo>
                <a:lnTo>
                  <a:pt x="41303" y="12210"/>
                </a:lnTo>
                <a:lnTo>
                  <a:pt x="41089" y="11881"/>
                </a:lnTo>
                <a:lnTo>
                  <a:pt x="40875" y="11566"/>
                </a:lnTo>
                <a:lnTo>
                  <a:pt x="40661" y="11244"/>
                </a:lnTo>
                <a:lnTo>
                  <a:pt x="40442" y="10929"/>
                </a:lnTo>
                <a:lnTo>
                  <a:pt x="40216" y="10621"/>
                </a:lnTo>
                <a:lnTo>
                  <a:pt x="39985" y="10313"/>
                </a:lnTo>
                <a:lnTo>
                  <a:pt x="39754" y="10006"/>
                </a:lnTo>
                <a:lnTo>
                  <a:pt x="39517" y="9705"/>
                </a:lnTo>
                <a:lnTo>
                  <a:pt x="39280" y="9404"/>
                </a:lnTo>
                <a:lnTo>
                  <a:pt x="39037" y="9111"/>
                </a:lnTo>
                <a:lnTo>
                  <a:pt x="38789" y="8825"/>
                </a:lnTo>
                <a:lnTo>
                  <a:pt x="38540" y="8531"/>
                </a:lnTo>
                <a:lnTo>
                  <a:pt x="38286" y="8252"/>
                </a:lnTo>
                <a:lnTo>
                  <a:pt x="38031" y="7973"/>
                </a:lnTo>
                <a:lnTo>
                  <a:pt x="37771" y="7694"/>
                </a:lnTo>
                <a:lnTo>
                  <a:pt x="37505" y="7422"/>
                </a:lnTo>
                <a:lnTo>
                  <a:pt x="37240" y="7157"/>
                </a:lnTo>
                <a:lnTo>
                  <a:pt x="36974" y="6892"/>
                </a:lnTo>
                <a:lnTo>
                  <a:pt x="36702" y="6628"/>
                </a:lnTo>
                <a:lnTo>
                  <a:pt x="36430" y="6370"/>
                </a:lnTo>
                <a:lnTo>
                  <a:pt x="36153" y="6119"/>
                </a:lnTo>
                <a:lnTo>
                  <a:pt x="35870" y="5876"/>
                </a:lnTo>
                <a:lnTo>
                  <a:pt x="35592" y="5626"/>
                </a:lnTo>
                <a:lnTo>
                  <a:pt x="35303" y="5389"/>
                </a:lnTo>
                <a:lnTo>
                  <a:pt x="35020" y="5153"/>
                </a:lnTo>
                <a:lnTo>
                  <a:pt x="34731" y="4924"/>
                </a:lnTo>
                <a:lnTo>
                  <a:pt x="34436" y="4695"/>
                </a:lnTo>
                <a:lnTo>
                  <a:pt x="34142" y="4473"/>
                </a:lnTo>
                <a:lnTo>
                  <a:pt x="33847" y="4259"/>
                </a:lnTo>
                <a:lnTo>
                  <a:pt x="33546" y="4044"/>
                </a:lnTo>
                <a:lnTo>
                  <a:pt x="33246" y="3836"/>
                </a:lnTo>
                <a:lnTo>
                  <a:pt x="32945" y="3636"/>
                </a:lnTo>
                <a:lnTo>
                  <a:pt x="32639" y="3436"/>
                </a:lnTo>
                <a:lnTo>
                  <a:pt x="32333" y="3242"/>
                </a:lnTo>
                <a:lnTo>
                  <a:pt x="32026" y="3056"/>
                </a:lnTo>
                <a:lnTo>
                  <a:pt x="31714" y="2877"/>
                </a:lnTo>
                <a:lnTo>
                  <a:pt x="31402" y="2699"/>
                </a:lnTo>
                <a:lnTo>
                  <a:pt x="31090" y="2520"/>
                </a:lnTo>
                <a:lnTo>
                  <a:pt x="30778" y="2355"/>
                </a:lnTo>
                <a:lnTo>
                  <a:pt x="30460" y="2190"/>
                </a:lnTo>
                <a:lnTo>
                  <a:pt x="30142" y="2033"/>
                </a:lnTo>
                <a:lnTo>
                  <a:pt x="29824" y="1883"/>
                </a:lnTo>
                <a:lnTo>
                  <a:pt x="29501" y="1740"/>
                </a:lnTo>
                <a:lnTo>
                  <a:pt x="29183" y="1596"/>
                </a:lnTo>
                <a:lnTo>
                  <a:pt x="28859" y="1460"/>
                </a:lnTo>
                <a:lnTo>
                  <a:pt x="28535" y="1332"/>
                </a:lnTo>
                <a:lnTo>
                  <a:pt x="28212" y="1203"/>
                </a:lnTo>
                <a:lnTo>
                  <a:pt x="27888" y="1088"/>
                </a:lnTo>
                <a:lnTo>
                  <a:pt x="27559" y="974"/>
                </a:lnTo>
                <a:lnTo>
                  <a:pt x="27229" y="866"/>
                </a:lnTo>
                <a:lnTo>
                  <a:pt x="26905" y="766"/>
                </a:lnTo>
                <a:lnTo>
                  <a:pt x="26576" y="673"/>
                </a:lnTo>
                <a:lnTo>
                  <a:pt x="26247" y="580"/>
                </a:lnTo>
                <a:lnTo>
                  <a:pt x="25917" y="501"/>
                </a:lnTo>
                <a:lnTo>
                  <a:pt x="25588" y="423"/>
                </a:lnTo>
                <a:lnTo>
                  <a:pt x="25252" y="351"/>
                </a:lnTo>
                <a:lnTo>
                  <a:pt x="24923" y="287"/>
                </a:lnTo>
                <a:lnTo>
                  <a:pt x="24594" y="229"/>
                </a:lnTo>
                <a:lnTo>
                  <a:pt x="24241" y="172"/>
                </a:lnTo>
                <a:lnTo>
                  <a:pt x="23888" y="129"/>
                </a:lnTo>
                <a:lnTo>
                  <a:pt x="23536" y="86"/>
                </a:lnTo>
                <a:lnTo>
                  <a:pt x="23183" y="58"/>
                </a:lnTo>
                <a:lnTo>
                  <a:pt x="22831" y="29"/>
                </a:lnTo>
                <a:lnTo>
                  <a:pt x="22478" y="15"/>
                </a:lnTo>
                <a:lnTo>
                  <a:pt x="221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8280730" y="3808411"/>
            <a:ext cx="644656" cy="492380"/>
          </a:xfrm>
          <a:custGeom>
            <a:rect b="b" l="l" r="r" t="t"/>
            <a:pathLst>
              <a:path extrusionOk="0" h="49275" w="64514">
                <a:moveTo>
                  <a:pt x="5774" y="4767"/>
                </a:moveTo>
                <a:lnTo>
                  <a:pt x="12513" y="5497"/>
                </a:lnTo>
                <a:lnTo>
                  <a:pt x="19247" y="6234"/>
                </a:lnTo>
                <a:lnTo>
                  <a:pt x="25986" y="6978"/>
                </a:lnTo>
                <a:lnTo>
                  <a:pt x="32719" y="7730"/>
                </a:lnTo>
                <a:lnTo>
                  <a:pt x="46192" y="9240"/>
                </a:lnTo>
                <a:lnTo>
                  <a:pt x="52925" y="9984"/>
                </a:lnTo>
                <a:lnTo>
                  <a:pt x="59664" y="10729"/>
                </a:lnTo>
                <a:lnTo>
                  <a:pt x="57572" y="15631"/>
                </a:lnTo>
                <a:lnTo>
                  <a:pt x="55480" y="20526"/>
                </a:lnTo>
                <a:lnTo>
                  <a:pt x="51295" y="30317"/>
                </a:lnTo>
                <a:lnTo>
                  <a:pt x="50908" y="31211"/>
                </a:lnTo>
                <a:lnTo>
                  <a:pt x="50509" y="32120"/>
                </a:lnTo>
                <a:lnTo>
                  <a:pt x="49700" y="33945"/>
                </a:lnTo>
                <a:lnTo>
                  <a:pt x="49290" y="34868"/>
                </a:lnTo>
                <a:lnTo>
                  <a:pt x="48885" y="35799"/>
                </a:lnTo>
                <a:lnTo>
                  <a:pt x="48486" y="36736"/>
                </a:lnTo>
                <a:lnTo>
                  <a:pt x="48099" y="37681"/>
                </a:lnTo>
                <a:lnTo>
                  <a:pt x="47908" y="38153"/>
                </a:lnTo>
                <a:lnTo>
                  <a:pt x="47723" y="38633"/>
                </a:lnTo>
                <a:lnTo>
                  <a:pt x="47538" y="39112"/>
                </a:lnTo>
                <a:lnTo>
                  <a:pt x="47365" y="39592"/>
                </a:lnTo>
                <a:lnTo>
                  <a:pt x="47192" y="40071"/>
                </a:lnTo>
                <a:lnTo>
                  <a:pt x="47024" y="40558"/>
                </a:lnTo>
                <a:lnTo>
                  <a:pt x="46862" y="41045"/>
                </a:lnTo>
                <a:lnTo>
                  <a:pt x="46706" y="41531"/>
                </a:lnTo>
                <a:lnTo>
                  <a:pt x="46556" y="42018"/>
                </a:lnTo>
                <a:lnTo>
                  <a:pt x="46411" y="42512"/>
                </a:lnTo>
                <a:lnTo>
                  <a:pt x="46278" y="43006"/>
                </a:lnTo>
                <a:lnTo>
                  <a:pt x="46151" y="43499"/>
                </a:lnTo>
                <a:lnTo>
                  <a:pt x="46030" y="44000"/>
                </a:lnTo>
                <a:lnTo>
                  <a:pt x="45920" y="44501"/>
                </a:lnTo>
                <a:lnTo>
                  <a:pt x="45816" y="45002"/>
                </a:lnTo>
                <a:lnTo>
                  <a:pt x="45724" y="45503"/>
                </a:lnTo>
                <a:lnTo>
                  <a:pt x="45082" y="44766"/>
                </a:lnTo>
                <a:lnTo>
                  <a:pt x="44440" y="44036"/>
                </a:lnTo>
                <a:lnTo>
                  <a:pt x="43793" y="43313"/>
                </a:lnTo>
                <a:lnTo>
                  <a:pt x="43140" y="42590"/>
                </a:lnTo>
                <a:lnTo>
                  <a:pt x="42487" y="41868"/>
                </a:lnTo>
                <a:lnTo>
                  <a:pt x="41828" y="41159"/>
                </a:lnTo>
                <a:lnTo>
                  <a:pt x="41169" y="40443"/>
                </a:lnTo>
                <a:lnTo>
                  <a:pt x="40504" y="39742"/>
                </a:lnTo>
                <a:lnTo>
                  <a:pt x="39840" y="39041"/>
                </a:lnTo>
                <a:lnTo>
                  <a:pt x="39169" y="38339"/>
                </a:lnTo>
                <a:lnTo>
                  <a:pt x="37823" y="36951"/>
                </a:lnTo>
                <a:lnTo>
                  <a:pt x="36470" y="35570"/>
                </a:lnTo>
                <a:lnTo>
                  <a:pt x="35106" y="34203"/>
                </a:lnTo>
                <a:lnTo>
                  <a:pt x="33742" y="32843"/>
                </a:lnTo>
                <a:lnTo>
                  <a:pt x="32372" y="31490"/>
                </a:lnTo>
                <a:lnTo>
                  <a:pt x="31003" y="30138"/>
                </a:lnTo>
                <a:lnTo>
                  <a:pt x="29627" y="28792"/>
                </a:lnTo>
                <a:lnTo>
                  <a:pt x="26876" y="26108"/>
                </a:lnTo>
                <a:lnTo>
                  <a:pt x="25506" y="24763"/>
                </a:lnTo>
                <a:lnTo>
                  <a:pt x="24136" y="23417"/>
                </a:lnTo>
                <a:lnTo>
                  <a:pt x="23576" y="22866"/>
                </a:lnTo>
                <a:lnTo>
                  <a:pt x="23003" y="22315"/>
                </a:lnTo>
                <a:lnTo>
                  <a:pt x="22431" y="21771"/>
                </a:lnTo>
                <a:lnTo>
                  <a:pt x="21853" y="21220"/>
                </a:lnTo>
                <a:lnTo>
                  <a:pt x="20680" y="20118"/>
                </a:lnTo>
                <a:lnTo>
                  <a:pt x="19489" y="19016"/>
                </a:lnTo>
                <a:lnTo>
                  <a:pt x="17097" y="16805"/>
                </a:lnTo>
                <a:lnTo>
                  <a:pt x="15894" y="15681"/>
                </a:lnTo>
                <a:lnTo>
                  <a:pt x="14698" y="14550"/>
                </a:lnTo>
                <a:lnTo>
                  <a:pt x="14103" y="13978"/>
                </a:lnTo>
                <a:lnTo>
                  <a:pt x="13507" y="13405"/>
                </a:lnTo>
                <a:lnTo>
                  <a:pt x="12918" y="12825"/>
                </a:lnTo>
                <a:lnTo>
                  <a:pt x="12334" y="12239"/>
                </a:lnTo>
                <a:lnTo>
                  <a:pt x="11750" y="11652"/>
                </a:lnTo>
                <a:lnTo>
                  <a:pt x="11172" y="11058"/>
                </a:lnTo>
                <a:lnTo>
                  <a:pt x="10600" y="10457"/>
                </a:lnTo>
                <a:lnTo>
                  <a:pt x="10034" y="9855"/>
                </a:lnTo>
                <a:lnTo>
                  <a:pt x="9473" y="9240"/>
                </a:lnTo>
                <a:lnTo>
                  <a:pt x="8918" y="8624"/>
                </a:lnTo>
                <a:lnTo>
                  <a:pt x="8375" y="8002"/>
                </a:lnTo>
                <a:lnTo>
                  <a:pt x="7837" y="7365"/>
                </a:lnTo>
                <a:lnTo>
                  <a:pt x="7306" y="6728"/>
                </a:lnTo>
                <a:lnTo>
                  <a:pt x="6786" y="6084"/>
                </a:lnTo>
                <a:lnTo>
                  <a:pt x="6277" y="5425"/>
                </a:lnTo>
                <a:lnTo>
                  <a:pt x="5774" y="4767"/>
                </a:lnTo>
                <a:close/>
                <a:moveTo>
                  <a:pt x="1659" y="1"/>
                </a:moveTo>
                <a:lnTo>
                  <a:pt x="1543" y="8"/>
                </a:lnTo>
                <a:lnTo>
                  <a:pt x="1434" y="29"/>
                </a:lnTo>
                <a:lnTo>
                  <a:pt x="1324" y="58"/>
                </a:lnTo>
                <a:lnTo>
                  <a:pt x="1214" y="101"/>
                </a:lnTo>
                <a:lnTo>
                  <a:pt x="1110" y="151"/>
                </a:lnTo>
                <a:lnTo>
                  <a:pt x="1006" y="208"/>
                </a:lnTo>
                <a:lnTo>
                  <a:pt x="908" y="280"/>
                </a:lnTo>
                <a:lnTo>
                  <a:pt x="809" y="358"/>
                </a:lnTo>
                <a:lnTo>
                  <a:pt x="717" y="444"/>
                </a:lnTo>
                <a:lnTo>
                  <a:pt x="630" y="544"/>
                </a:lnTo>
                <a:lnTo>
                  <a:pt x="549" y="645"/>
                </a:lnTo>
                <a:lnTo>
                  <a:pt x="468" y="752"/>
                </a:lnTo>
                <a:lnTo>
                  <a:pt x="393" y="866"/>
                </a:lnTo>
                <a:lnTo>
                  <a:pt x="324" y="981"/>
                </a:lnTo>
                <a:lnTo>
                  <a:pt x="260" y="1103"/>
                </a:lnTo>
                <a:lnTo>
                  <a:pt x="208" y="1231"/>
                </a:lnTo>
                <a:lnTo>
                  <a:pt x="156" y="1367"/>
                </a:lnTo>
                <a:lnTo>
                  <a:pt x="110" y="1496"/>
                </a:lnTo>
                <a:lnTo>
                  <a:pt x="75" y="1632"/>
                </a:lnTo>
                <a:lnTo>
                  <a:pt x="46" y="1775"/>
                </a:lnTo>
                <a:lnTo>
                  <a:pt x="23" y="1911"/>
                </a:lnTo>
                <a:lnTo>
                  <a:pt x="6" y="2055"/>
                </a:lnTo>
                <a:lnTo>
                  <a:pt x="0" y="2198"/>
                </a:lnTo>
                <a:lnTo>
                  <a:pt x="0" y="2334"/>
                </a:lnTo>
                <a:lnTo>
                  <a:pt x="12" y="2477"/>
                </a:lnTo>
                <a:lnTo>
                  <a:pt x="29" y="2613"/>
                </a:lnTo>
                <a:lnTo>
                  <a:pt x="58" y="2749"/>
                </a:lnTo>
                <a:lnTo>
                  <a:pt x="93" y="2885"/>
                </a:lnTo>
                <a:lnTo>
                  <a:pt x="139" y="3014"/>
                </a:lnTo>
                <a:lnTo>
                  <a:pt x="197" y="3142"/>
                </a:lnTo>
                <a:lnTo>
                  <a:pt x="266" y="3264"/>
                </a:lnTo>
                <a:lnTo>
                  <a:pt x="526" y="3686"/>
                </a:lnTo>
                <a:lnTo>
                  <a:pt x="786" y="4101"/>
                </a:lnTo>
                <a:lnTo>
                  <a:pt x="1052" y="4516"/>
                </a:lnTo>
                <a:lnTo>
                  <a:pt x="1324" y="4924"/>
                </a:lnTo>
                <a:lnTo>
                  <a:pt x="1595" y="5332"/>
                </a:lnTo>
                <a:lnTo>
                  <a:pt x="1873" y="5733"/>
                </a:lnTo>
                <a:lnTo>
                  <a:pt x="2150" y="6134"/>
                </a:lnTo>
                <a:lnTo>
                  <a:pt x="2433" y="6527"/>
                </a:lnTo>
                <a:lnTo>
                  <a:pt x="2722" y="6921"/>
                </a:lnTo>
                <a:lnTo>
                  <a:pt x="3011" y="7308"/>
                </a:lnTo>
                <a:lnTo>
                  <a:pt x="3306" y="7701"/>
                </a:lnTo>
                <a:lnTo>
                  <a:pt x="3601" y="8081"/>
                </a:lnTo>
                <a:lnTo>
                  <a:pt x="3901" y="8460"/>
                </a:lnTo>
                <a:lnTo>
                  <a:pt x="4202" y="8839"/>
                </a:lnTo>
                <a:lnTo>
                  <a:pt x="4503" y="9218"/>
                </a:lnTo>
                <a:lnTo>
                  <a:pt x="4815" y="9591"/>
                </a:lnTo>
                <a:lnTo>
                  <a:pt x="5433" y="10328"/>
                </a:lnTo>
                <a:lnTo>
                  <a:pt x="6069" y="11051"/>
                </a:lnTo>
                <a:lnTo>
                  <a:pt x="6705" y="11766"/>
                </a:lnTo>
                <a:lnTo>
                  <a:pt x="7358" y="12475"/>
                </a:lnTo>
                <a:lnTo>
                  <a:pt x="8011" y="13176"/>
                </a:lnTo>
                <a:lnTo>
                  <a:pt x="8676" y="13870"/>
                </a:lnTo>
                <a:lnTo>
                  <a:pt x="9346" y="14557"/>
                </a:lnTo>
                <a:lnTo>
                  <a:pt x="10022" y="15237"/>
                </a:lnTo>
                <a:lnTo>
                  <a:pt x="10698" y="15903"/>
                </a:lnTo>
                <a:lnTo>
                  <a:pt x="11380" y="16576"/>
                </a:lnTo>
                <a:lnTo>
                  <a:pt x="12068" y="17234"/>
                </a:lnTo>
                <a:lnTo>
                  <a:pt x="12762" y="17892"/>
                </a:lnTo>
                <a:lnTo>
                  <a:pt x="14143" y="19195"/>
                </a:lnTo>
                <a:lnTo>
                  <a:pt x="15530" y="20490"/>
                </a:lnTo>
                <a:lnTo>
                  <a:pt x="16912" y="21771"/>
                </a:lnTo>
                <a:lnTo>
                  <a:pt x="18287" y="23060"/>
                </a:lnTo>
                <a:lnTo>
                  <a:pt x="18969" y="23697"/>
                </a:lnTo>
                <a:lnTo>
                  <a:pt x="19645" y="24341"/>
                </a:lnTo>
                <a:lnTo>
                  <a:pt x="20316" y="24992"/>
                </a:lnTo>
                <a:lnTo>
                  <a:pt x="20981" y="25636"/>
                </a:lnTo>
                <a:lnTo>
                  <a:pt x="22472" y="27096"/>
                </a:lnTo>
                <a:lnTo>
                  <a:pt x="23957" y="28563"/>
                </a:lnTo>
                <a:lnTo>
                  <a:pt x="26934" y="31512"/>
                </a:lnTo>
                <a:lnTo>
                  <a:pt x="28419" y="32986"/>
                </a:lnTo>
                <a:lnTo>
                  <a:pt x="29910" y="34460"/>
                </a:lnTo>
                <a:lnTo>
                  <a:pt x="31407" y="35920"/>
                </a:lnTo>
                <a:lnTo>
                  <a:pt x="32910" y="37380"/>
                </a:lnTo>
                <a:lnTo>
                  <a:pt x="34418" y="38826"/>
                </a:lnTo>
                <a:lnTo>
                  <a:pt x="35176" y="39542"/>
                </a:lnTo>
                <a:lnTo>
                  <a:pt x="35933" y="40257"/>
                </a:lnTo>
                <a:lnTo>
                  <a:pt x="36690" y="40973"/>
                </a:lnTo>
                <a:lnTo>
                  <a:pt x="37453" y="41682"/>
                </a:lnTo>
                <a:lnTo>
                  <a:pt x="38216" y="42383"/>
                </a:lnTo>
                <a:lnTo>
                  <a:pt x="38984" y="43077"/>
                </a:lnTo>
                <a:lnTo>
                  <a:pt x="39753" y="43771"/>
                </a:lnTo>
                <a:lnTo>
                  <a:pt x="40528" y="44458"/>
                </a:lnTo>
                <a:lnTo>
                  <a:pt x="41302" y="45145"/>
                </a:lnTo>
                <a:lnTo>
                  <a:pt x="42082" y="45818"/>
                </a:lnTo>
                <a:lnTo>
                  <a:pt x="42863" y="46491"/>
                </a:lnTo>
                <a:lnTo>
                  <a:pt x="43649" y="47156"/>
                </a:lnTo>
                <a:lnTo>
                  <a:pt x="44435" y="47815"/>
                </a:lnTo>
                <a:lnTo>
                  <a:pt x="45226" y="48459"/>
                </a:lnTo>
                <a:lnTo>
                  <a:pt x="45278" y="48495"/>
                </a:lnTo>
                <a:lnTo>
                  <a:pt x="45330" y="48523"/>
                </a:lnTo>
                <a:lnTo>
                  <a:pt x="45429" y="48559"/>
                </a:lnTo>
                <a:lnTo>
                  <a:pt x="45446" y="48638"/>
                </a:lnTo>
                <a:lnTo>
                  <a:pt x="45475" y="48702"/>
                </a:lnTo>
                <a:lnTo>
                  <a:pt x="45504" y="48774"/>
                </a:lnTo>
                <a:lnTo>
                  <a:pt x="45533" y="48831"/>
                </a:lnTo>
                <a:lnTo>
                  <a:pt x="45573" y="48896"/>
                </a:lnTo>
                <a:lnTo>
                  <a:pt x="45614" y="48946"/>
                </a:lnTo>
                <a:lnTo>
                  <a:pt x="45654" y="48996"/>
                </a:lnTo>
                <a:lnTo>
                  <a:pt x="45700" y="49046"/>
                </a:lnTo>
                <a:lnTo>
                  <a:pt x="45752" y="49089"/>
                </a:lnTo>
                <a:lnTo>
                  <a:pt x="45804" y="49125"/>
                </a:lnTo>
                <a:lnTo>
                  <a:pt x="45856" y="49160"/>
                </a:lnTo>
                <a:lnTo>
                  <a:pt x="45914" y="49189"/>
                </a:lnTo>
                <a:lnTo>
                  <a:pt x="45972" y="49218"/>
                </a:lnTo>
                <a:lnTo>
                  <a:pt x="46030" y="49239"/>
                </a:lnTo>
                <a:lnTo>
                  <a:pt x="46088" y="49253"/>
                </a:lnTo>
                <a:lnTo>
                  <a:pt x="46151" y="49268"/>
                </a:lnTo>
                <a:lnTo>
                  <a:pt x="46209" y="49275"/>
                </a:lnTo>
                <a:lnTo>
                  <a:pt x="46336" y="49275"/>
                </a:lnTo>
                <a:lnTo>
                  <a:pt x="46394" y="49268"/>
                </a:lnTo>
                <a:lnTo>
                  <a:pt x="46458" y="49253"/>
                </a:lnTo>
                <a:lnTo>
                  <a:pt x="46515" y="49239"/>
                </a:lnTo>
                <a:lnTo>
                  <a:pt x="46573" y="49218"/>
                </a:lnTo>
                <a:lnTo>
                  <a:pt x="46631" y="49189"/>
                </a:lnTo>
                <a:lnTo>
                  <a:pt x="46683" y="49153"/>
                </a:lnTo>
                <a:lnTo>
                  <a:pt x="46741" y="49117"/>
                </a:lnTo>
                <a:lnTo>
                  <a:pt x="46787" y="49074"/>
                </a:lnTo>
                <a:lnTo>
                  <a:pt x="46839" y="49024"/>
                </a:lnTo>
                <a:lnTo>
                  <a:pt x="46879" y="48974"/>
                </a:lnTo>
                <a:lnTo>
                  <a:pt x="46926" y="48910"/>
                </a:lnTo>
                <a:lnTo>
                  <a:pt x="46960" y="48845"/>
                </a:lnTo>
                <a:lnTo>
                  <a:pt x="46995" y="48774"/>
                </a:lnTo>
                <a:lnTo>
                  <a:pt x="48047" y="46412"/>
                </a:lnTo>
                <a:lnTo>
                  <a:pt x="49105" y="44058"/>
                </a:lnTo>
                <a:lnTo>
                  <a:pt x="50168" y="41710"/>
                </a:lnTo>
                <a:lnTo>
                  <a:pt x="51243" y="39363"/>
                </a:lnTo>
                <a:lnTo>
                  <a:pt x="52330" y="37022"/>
                </a:lnTo>
                <a:lnTo>
                  <a:pt x="53416" y="34682"/>
                </a:lnTo>
                <a:lnTo>
                  <a:pt x="55595" y="30002"/>
                </a:lnTo>
                <a:lnTo>
                  <a:pt x="57786" y="25321"/>
                </a:lnTo>
                <a:lnTo>
                  <a:pt x="58872" y="22981"/>
                </a:lnTo>
                <a:lnTo>
                  <a:pt x="59959" y="20633"/>
                </a:lnTo>
                <a:lnTo>
                  <a:pt x="61040" y="18286"/>
                </a:lnTo>
                <a:lnTo>
                  <a:pt x="62115" y="15939"/>
                </a:lnTo>
                <a:lnTo>
                  <a:pt x="63178" y="13584"/>
                </a:lnTo>
                <a:lnTo>
                  <a:pt x="64236" y="11222"/>
                </a:lnTo>
                <a:lnTo>
                  <a:pt x="64317" y="11029"/>
                </a:lnTo>
                <a:lnTo>
                  <a:pt x="64380" y="10836"/>
                </a:lnTo>
                <a:lnTo>
                  <a:pt x="64432" y="10650"/>
                </a:lnTo>
                <a:lnTo>
                  <a:pt x="64473" y="10464"/>
                </a:lnTo>
                <a:lnTo>
                  <a:pt x="64496" y="10278"/>
                </a:lnTo>
                <a:lnTo>
                  <a:pt x="64513" y="10092"/>
                </a:lnTo>
                <a:lnTo>
                  <a:pt x="64513" y="9913"/>
                </a:lnTo>
                <a:lnTo>
                  <a:pt x="64508" y="9741"/>
                </a:lnTo>
                <a:lnTo>
                  <a:pt x="64484" y="9569"/>
                </a:lnTo>
                <a:lnTo>
                  <a:pt x="64456" y="9397"/>
                </a:lnTo>
                <a:lnTo>
                  <a:pt x="64421" y="9233"/>
                </a:lnTo>
                <a:lnTo>
                  <a:pt x="64375" y="9068"/>
                </a:lnTo>
                <a:lnTo>
                  <a:pt x="64317" y="8918"/>
                </a:lnTo>
                <a:lnTo>
                  <a:pt x="64253" y="8768"/>
                </a:lnTo>
                <a:lnTo>
                  <a:pt x="64184" y="8617"/>
                </a:lnTo>
                <a:lnTo>
                  <a:pt x="64103" y="8481"/>
                </a:lnTo>
                <a:lnTo>
                  <a:pt x="64074" y="8274"/>
                </a:lnTo>
                <a:lnTo>
                  <a:pt x="64039" y="8066"/>
                </a:lnTo>
                <a:lnTo>
                  <a:pt x="63987" y="7866"/>
                </a:lnTo>
                <a:lnTo>
                  <a:pt x="63930" y="7665"/>
                </a:lnTo>
                <a:lnTo>
                  <a:pt x="63854" y="7479"/>
                </a:lnTo>
                <a:lnTo>
                  <a:pt x="63768" y="7293"/>
                </a:lnTo>
                <a:lnTo>
                  <a:pt x="63722" y="7207"/>
                </a:lnTo>
                <a:lnTo>
                  <a:pt x="63670" y="7114"/>
                </a:lnTo>
                <a:lnTo>
                  <a:pt x="63618" y="7036"/>
                </a:lnTo>
                <a:lnTo>
                  <a:pt x="63560" y="6950"/>
                </a:lnTo>
                <a:lnTo>
                  <a:pt x="63502" y="6878"/>
                </a:lnTo>
                <a:lnTo>
                  <a:pt x="63438" y="6799"/>
                </a:lnTo>
                <a:lnTo>
                  <a:pt x="63375" y="6728"/>
                </a:lnTo>
                <a:lnTo>
                  <a:pt x="63305" y="6663"/>
                </a:lnTo>
                <a:lnTo>
                  <a:pt x="63236" y="6592"/>
                </a:lnTo>
                <a:lnTo>
                  <a:pt x="63161" y="6535"/>
                </a:lnTo>
                <a:lnTo>
                  <a:pt x="63080" y="6477"/>
                </a:lnTo>
                <a:lnTo>
                  <a:pt x="62999" y="6420"/>
                </a:lnTo>
                <a:lnTo>
                  <a:pt x="62918" y="6377"/>
                </a:lnTo>
                <a:lnTo>
                  <a:pt x="62831" y="6327"/>
                </a:lnTo>
                <a:lnTo>
                  <a:pt x="62739" y="6291"/>
                </a:lnTo>
                <a:lnTo>
                  <a:pt x="62647" y="6256"/>
                </a:lnTo>
                <a:lnTo>
                  <a:pt x="62554" y="6227"/>
                </a:lnTo>
                <a:lnTo>
                  <a:pt x="62450" y="6198"/>
                </a:lnTo>
                <a:lnTo>
                  <a:pt x="62352" y="6177"/>
                </a:lnTo>
                <a:lnTo>
                  <a:pt x="62248" y="6163"/>
                </a:lnTo>
                <a:lnTo>
                  <a:pt x="58468" y="5747"/>
                </a:lnTo>
                <a:lnTo>
                  <a:pt x="54688" y="5339"/>
                </a:lnTo>
                <a:lnTo>
                  <a:pt x="50914" y="4932"/>
                </a:lnTo>
                <a:lnTo>
                  <a:pt x="47134" y="4531"/>
                </a:lnTo>
                <a:lnTo>
                  <a:pt x="43354" y="4137"/>
                </a:lnTo>
                <a:lnTo>
                  <a:pt x="39574" y="3751"/>
                </a:lnTo>
                <a:lnTo>
                  <a:pt x="32020" y="2985"/>
                </a:lnTo>
                <a:lnTo>
                  <a:pt x="24460" y="2233"/>
                </a:lnTo>
                <a:lnTo>
                  <a:pt x="16894" y="1489"/>
                </a:lnTo>
                <a:lnTo>
                  <a:pt x="1775" y="8"/>
                </a:lnTo>
                <a:lnTo>
                  <a:pt x="165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8879040" y="1404791"/>
            <a:ext cx="303208" cy="815895"/>
          </a:xfrm>
          <a:custGeom>
            <a:rect b="b" l="l" r="r" t="t"/>
            <a:pathLst>
              <a:path extrusionOk="0" h="49940" w="18559">
                <a:moveTo>
                  <a:pt x="15276" y="0"/>
                </a:moveTo>
                <a:lnTo>
                  <a:pt x="15201" y="7"/>
                </a:lnTo>
                <a:lnTo>
                  <a:pt x="15126" y="22"/>
                </a:lnTo>
                <a:lnTo>
                  <a:pt x="14663" y="143"/>
                </a:lnTo>
                <a:lnTo>
                  <a:pt x="14213" y="279"/>
                </a:lnTo>
                <a:lnTo>
                  <a:pt x="13767" y="429"/>
                </a:lnTo>
                <a:lnTo>
                  <a:pt x="13322" y="587"/>
                </a:lnTo>
                <a:lnTo>
                  <a:pt x="12889" y="766"/>
                </a:lnTo>
                <a:lnTo>
                  <a:pt x="12461" y="952"/>
                </a:lnTo>
                <a:lnTo>
                  <a:pt x="12039" y="1152"/>
                </a:lnTo>
                <a:lnTo>
                  <a:pt x="11623" y="1367"/>
                </a:lnTo>
                <a:lnTo>
                  <a:pt x="11213" y="1596"/>
                </a:lnTo>
                <a:lnTo>
                  <a:pt x="10808" y="1832"/>
                </a:lnTo>
                <a:lnTo>
                  <a:pt x="10409" y="2083"/>
                </a:lnTo>
                <a:lnTo>
                  <a:pt x="10016" y="2340"/>
                </a:lnTo>
                <a:lnTo>
                  <a:pt x="9629" y="2612"/>
                </a:lnTo>
                <a:lnTo>
                  <a:pt x="9254" y="2899"/>
                </a:lnTo>
                <a:lnTo>
                  <a:pt x="8884" y="3192"/>
                </a:lnTo>
                <a:lnTo>
                  <a:pt x="8514" y="3500"/>
                </a:lnTo>
                <a:lnTo>
                  <a:pt x="8155" y="3815"/>
                </a:lnTo>
                <a:lnTo>
                  <a:pt x="7803" y="4144"/>
                </a:lnTo>
                <a:lnTo>
                  <a:pt x="7462" y="4480"/>
                </a:lnTo>
                <a:lnTo>
                  <a:pt x="7121" y="4824"/>
                </a:lnTo>
                <a:lnTo>
                  <a:pt x="6791" y="5182"/>
                </a:lnTo>
                <a:lnTo>
                  <a:pt x="6468" y="5547"/>
                </a:lnTo>
                <a:lnTo>
                  <a:pt x="6150" y="5926"/>
                </a:lnTo>
                <a:lnTo>
                  <a:pt x="5838" y="6305"/>
                </a:lnTo>
                <a:lnTo>
                  <a:pt x="5537" y="6699"/>
                </a:lnTo>
                <a:lnTo>
                  <a:pt x="5242" y="7100"/>
                </a:lnTo>
                <a:lnTo>
                  <a:pt x="4953" y="7515"/>
                </a:lnTo>
                <a:lnTo>
                  <a:pt x="4676" y="7930"/>
                </a:lnTo>
                <a:lnTo>
                  <a:pt x="4399" y="8352"/>
                </a:lnTo>
                <a:lnTo>
                  <a:pt x="4138" y="8789"/>
                </a:lnTo>
                <a:lnTo>
                  <a:pt x="3878" y="9232"/>
                </a:lnTo>
                <a:lnTo>
                  <a:pt x="3630" y="9676"/>
                </a:lnTo>
                <a:lnTo>
                  <a:pt x="3387" y="10134"/>
                </a:lnTo>
                <a:lnTo>
                  <a:pt x="3150" y="10592"/>
                </a:lnTo>
                <a:lnTo>
                  <a:pt x="2925" y="11064"/>
                </a:lnTo>
                <a:lnTo>
                  <a:pt x="2705" y="11537"/>
                </a:lnTo>
                <a:lnTo>
                  <a:pt x="2497" y="12016"/>
                </a:lnTo>
                <a:lnTo>
                  <a:pt x="2295" y="12503"/>
                </a:lnTo>
                <a:lnTo>
                  <a:pt x="2098" y="12997"/>
                </a:lnTo>
                <a:lnTo>
                  <a:pt x="1913" y="13491"/>
                </a:lnTo>
                <a:lnTo>
                  <a:pt x="1734" y="13999"/>
                </a:lnTo>
                <a:lnTo>
                  <a:pt x="1561" y="14507"/>
                </a:lnTo>
                <a:lnTo>
                  <a:pt x="1399" y="15015"/>
                </a:lnTo>
                <a:lnTo>
                  <a:pt x="1249" y="15530"/>
                </a:lnTo>
                <a:lnTo>
                  <a:pt x="1104" y="16053"/>
                </a:lnTo>
                <a:lnTo>
                  <a:pt x="965" y="16582"/>
                </a:lnTo>
                <a:lnTo>
                  <a:pt x="838" y="17112"/>
                </a:lnTo>
                <a:lnTo>
                  <a:pt x="723" y="17641"/>
                </a:lnTo>
                <a:lnTo>
                  <a:pt x="613" y="18178"/>
                </a:lnTo>
                <a:lnTo>
                  <a:pt x="509" y="18722"/>
                </a:lnTo>
                <a:lnTo>
                  <a:pt x="416" y="19266"/>
                </a:lnTo>
                <a:lnTo>
                  <a:pt x="335" y="19810"/>
                </a:lnTo>
                <a:lnTo>
                  <a:pt x="260" y="20354"/>
                </a:lnTo>
                <a:lnTo>
                  <a:pt x="197" y="20905"/>
                </a:lnTo>
                <a:lnTo>
                  <a:pt x="139" y="21463"/>
                </a:lnTo>
                <a:lnTo>
                  <a:pt x="93" y="22014"/>
                </a:lnTo>
                <a:lnTo>
                  <a:pt x="52" y="22572"/>
                </a:lnTo>
                <a:lnTo>
                  <a:pt x="29" y="23131"/>
                </a:lnTo>
                <a:lnTo>
                  <a:pt x="6" y="23689"/>
                </a:lnTo>
                <a:lnTo>
                  <a:pt x="0" y="24247"/>
                </a:lnTo>
                <a:lnTo>
                  <a:pt x="0" y="24805"/>
                </a:lnTo>
                <a:lnTo>
                  <a:pt x="6" y="25371"/>
                </a:lnTo>
                <a:lnTo>
                  <a:pt x="29" y="25929"/>
                </a:lnTo>
                <a:lnTo>
                  <a:pt x="58" y="26494"/>
                </a:lnTo>
                <a:lnTo>
                  <a:pt x="93" y="27031"/>
                </a:lnTo>
                <a:lnTo>
                  <a:pt x="139" y="27568"/>
                </a:lnTo>
                <a:lnTo>
                  <a:pt x="191" y="28112"/>
                </a:lnTo>
                <a:lnTo>
                  <a:pt x="255" y="28656"/>
                </a:lnTo>
                <a:lnTo>
                  <a:pt x="324" y="29200"/>
                </a:lnTo>
                <a:lnTo>
                  <a:pt x="399" y="29744"/>
                </a:lnTo>
                <a:lnTo>
                  <a:pt x="486" y="30295"/>
                </a:lnTo>
                <a:lnTo>
                  <a:pt x="578" y="30839"/>
                </a:lnTo>
                <a:lnTo>
                  <a:pt x="682" y="31382"/>
                </a:lnTo>
                <a:lnTo>
                  <a:pt x="792" y="31934"/>
                </a:lnTo>
                <a:lnTo>
                  <a:pt x="913" y="32477"/>
                </a:lnTo>
                <a:lnTo>
                  <a:pt x="1035" y="33021"/>
                </a:lnTo>
                <a:lnTo>
                  <a:pt x="1173" y="33565"/>
                </a:lnTo>
                <a:lnTo>
                  <a:pt x="1312" y="34102"/>
                </a:lnTo>
                <a:lnTo>
                  <a:pt x="1462" y="34639"/>
                </a:lnTo>
                <a:lnTo>
                  <a:pt x="1619" y="35176"/>
                </a:lnTo>
                <a:lnTo>
                  <a:pt x="1786" y="35705"/>
                </a:lnTo>
                <a:lnTo>
                  <a:pt x="1960" y="36235"/>
                </a:lnTo>
                <a:lnTo>
                  <a:pt x="2139" y="36757"/>
                </a:lnTo>
                <a:lnTo>
                  <a:pt x="2329" y="37272"/>
                </a:lnTo>
                <a:lnTo>
                  <a:pt x="2526" y="37788"/>
                </a:lnTo>
                <a:lnTo>
                  <a:pt x="2728" y="38303"/>
                </a:lnTo>
                <a:lnTo>
                  <a:pt x="2942" y="38804"/>
                </a:lnTo>
                <a:lnTo>
                  <a:pt x="3162" y="39298"/>
                </a:lnTo>
                <a:lnTo>
                  <a:pt x="3387" y="39792"/>
                </a:lnTo>
                <a:lnTo>
                  <a:pt x="3618" y="40278"/>
                </a:lnTo>
                <a:lnTo>
                  <a:pt x="3861" y="40751"/>
                </a:lnTo>
                <a:lnTo>
                  <a:pt x="4110" y="41223"/>
                </a:lnTo>
                <a:lnTo>
                  <a:pt x="4370" y="41688"/>
                </a:lnTo>
                <a:lnTo>
                  <a:pt x="4630" y="42139"/>
                </a:lnTo>
                <a:lnTo>
                  <a:pt x="4901" y="42583"/>
                </a:lnTo>
                <a:lnTo>
                  <a:pt x="5179" y="43019"/>
                </a:lnTo>
                <a:lnTo>
                  <a:pt x="5462" y="43449"/>
                </a:lnTo>
                <a:lnTo>
                  <a:pt x="5757" y="43864"/>
                </a:lnTo>
                <a:lnTo>
                  <a:pt x="6057" y="44265"/>
                </a:lnTo>
                <a:lnTo>
                  <a:pt x="6364" y="44665"/>
                </a:lnTo>
                <a:lnTo>
                  <a:pt x="6676" y="45045"/>
                </a:lnTo>
                <a:lnTo>
                  <a:pt x="6994" y="45417"/>
                </a:lnTo>
                <a:lnTo>
                  <a:pt x="7323" y="45782"/>
                </a:lnTo>
                <a:lnTo>
                  <a:pt x="7653" y="46133"/>
                </a:lnTo>
                <a:lnTo>
                  <a:pt x="7994" y="46469"/>
                </a:lnTo>
                <a:lnTo>
                  <a:pt x="8346" y="46791"/>
                </a:lnTo>
                <a:lnTo>
                  <a:pt x="8699" y="47099"/>
                </a:lnTo>
                <a:lnTo>
                  <a:pt x="9057" y="47392"/>
                </a:lnTo>
                <a:lnTo>
                  <a:pt x="9427" y="47678"/>
                </a:lnTo>
                <a:lnTo>
                  <a:pt x="9803" y="47943"/>
                </a:lnTo>
                <a:lnTo>
                  <a:pt x="9993" y="48072"/>
                </a:lnTo>
                <a:lnTo>
                  <a:pt x="10184" y="48194"/>
                </a:lnTo>
                <a:lnTo>
                  <a:pt x="10375" y="48315"/>
                </a:lnTo>
                <a:lnTo>
                  <a:pt x="10571" y="48430"/>
                </a:lnTo>
                <a:lnTo>
                  <a:pt x="10768" y="48544"/>
                </a:lnTo>
                <a:lnTo>
                  <a:pt x="10964" y="48652"/>
                </a:lnTo>
                <a:lnTo>
                  <a:pt x="11167" y="48759"/>
                </a:lnTo>
                <a:lnTo>
                  <a:pt x="11369" y="48859"/>
                </a:lnTo>
                <a:lnTo>
                  <a:pt x="11571" y="48952"/>
                </a:lnTo>
                <a:lnTo>
                  <a:pt x="11773" y="49045"/>
                </a:lnTo>
                <a:lnTo>
                  <a:pt x="11982" y="49138"/>
                </a:lnTo>
                <a:lnTo>
                  <a:pt x="12190" y="49217"/>
                </a:lnTo>
                <a:lnTo>
                  <a:pt x="12398" y="49296"/>
                </a:lnTo>
                <a:lnTo>
                  <a:pt x="12606" y="49375"/>
                </a:lnTo>
                <a:lnTo>
                  <a:pt x="12820" y="49446"/>
                </a:lnTo>
                <a:lnTo>
                  <a:pt x="13033" y="49511"/>
                </a:lnTo>
                <a:lnTo>
                  <a:pt x="13247" y="49568"/>
                </a:lnTo>
                <a:lnTo>
                  <a:pt x="13467" y="49625"/>
                </a:lnTo>
                <a:lnTo>
                  <a:pt x="13687" y="49682"/>
                </a:lnTo>
                <a:lnTo>
                  <a:pt x="13906" y="49725"/>
                </a:lnTo>
                <a:lnTo>
                  <a:pt x="14126" y="49768"/>
                </a:lnTo>
                <a:lnTo>
                  <a:pt x="14351" y="49811"/>
                </a:lnTo>
                <a:lnTo>
                  <a:pt x="14577" y="49840"/>
                </a:lnTo>
                <a:lnTo>
                  <a:pt x="14802" y="49868"/>
                </a:lnTo>
                <a:lnTo>
                  <a:pt x="15033" y="49897"/>
                </a:lnTo>
                <a:lnTo>
                  <a:pt x="15259" y="49911"/>
                </a:lnTo>
                <a:lnTo>
                  <a:pt x="15490" y="49926"/>
                </a:lnTo>
                <a:lnTo>
                  <a:pt x="15727" y="49933"/>
                </a:lnTo>
                <a:lnTo>
                  <a:pt x="15958" y="49940"/>
                </a:lnTo>
                <a:lnTo>
                  <a:pt x="16195" y="49940"/>
                </a:lnTo>
                <a:lnTo>
                  <a:pt x="16432" y="49933"/>
                </a:lnTo>
                <a:lnTo>
                  <a:pt x="16669" y="49918"/>
                </a:lnTo>
                <a:lnTo>
                  <a:pt x="16912" y="49904"/>
                </a:lnTo>
                <a:lnTo>
                  <a:pt x="17154" y="49876"/>
                </a:lnTo>
                <a:lnTo>
                  <a:pt x="17397" y="49854"/>
                </a:lnTo>
                <a:lnTo>
                  <a:pt x="17640" y="49818"/>
                </a:lnTo>
                <a:lnTo>
                  <a:pt x="17750" y="49797"/>
                </a:lnTo>
                <a:lnTo>
                  <a:pt x="17854" y="49761"/>
                </a:lnTo>
                <a:lnTo>
                  <a:pt x="17946" y="49718"/>
                </a:lnTo>
                <a:lnTo>
                  <a:pt x="18033" y="49661"/>
                </a:lnTo>
                <a:lnTo>
                  <a:pt x="18114" y="49604"/>
                </a:lnTo>
                <a:lnTo>
                  <a:pt x="18189" y="49532"/>
                </a:lnTo>
                <a:lnTo>
                  <a:pt x="18258" y="49453"/>
                </a:lnTo>
                <a:lnTo>
                  <a:pt x="18322" y="49367"/>
                </a:lnTo>
                <a:lnTo>
                  <a:pt x="18374" y="49282"/>
                </a:lnTo>
                <a:lnTo>
                  <a:pt x="18420" y="49188"/>
                </a:lnTo>
                <a:lnTo>
                  <a:pt x="18461" y="49088"/>
                </a:lnTo>
                <a:lnTo>
                  <a:pt x="18495" y="48981"/>
                </a:lnTo>
                <a:lnTo>
                  <a:pt x="18524" y="48881"/>
                </a:lnTo>
                <a:lnTo>
                  <a:pt x="18542" y="48773"/>
                </a:lnTo>
                <a:lnTo>
                  <a:pt x="18553" y="48666"/>
                </a:lnTo>
                <a:lnTo>
                  <a:pt x="18559" y="48559"/>
                </a:lnTo>
                <a:lnTo>
                  <a:pt x="18559" y="48451"/>
                </a:lnTo>
                <a:lnTo>
                  <a:pt x="18547" y="48344"/>
                </a:lnTo>
                <a:lnTo>
                  <a:pt x="18530" y="48244"/>
                </a:lnTo>
                <a:lnTo>
                  <a:pt x="18507" y="48144"/>
                </a:lnTo>
                <a:lnTo>
                  <a:pt x="18478" y="48043"/>
                </a:lnTo>
                <a:lnTo>
                  <a:pt x="18438" y="47950"/>
                </a:lnTo>
                <a:lnTo>
                  <a:pt x="18391" y="47864"/>
                </a:lnTo>
                <a:lnTo>
                  <a:pt x="18339" y="47786"/>
                </a:lnTo>
                <a:lnTo>
                  <a:pt x="18281" y="47714"/>
                </a:lnTo>
                <a:lnTo>
                  <a:pt x="18212" y="47643"/>
                </a:lnTo>
                <a:lnTo>
                  <a:pt x="18137" y="47585"/>
                </a:lnTo>
                <a:lnTo>
                  <a:pt x="18050" y="47535"/>
                </a:lnTo>
                <a:lnTo>
                  <a:pt x="17964" y="47499"/>
                </a:lnTo>
                <a:lnTo>
                  <a:pt x="17865" y="47471"/>
                </a:lnTo>
                <a:lnTo>
                  <a:pt x="17755" y="47457"/>
                </a:lnTo>
                <a:lnTo>
                  <a:pt x="17640" y="47449"/>
                </a:lnTo>
                <a:lnTo>
                  <a:pt x="17178" y="47449"/>
                </a:lnTo>
                <a:lnTo>
                  <a:pt x="16946" y="47442"/>
                </a:lnTo>
                <a:lnTo>
                  <a:pt x="16721" y="47435"/>
                </a:lnTo>
                <a:lnTo>
                  <a:pt x="16496" y="47421"/>
                </a:lnTo>
                <a:lnTo>
                  <a:pt x="16270" y="47399"/>
                </a:lnTo>
                <a:lnTo>
                  <a:pt x="16045" y="47378"/>
                </a:lnTo>
                <a:lnTo>
                  <a:pt x="15825" y="47349"/>
                </a:lnTo>
                <a:lnTo>
                  <a:pt x="15605" y="47321"/>
                </a:lnTo>
                <a:lnTo>
                  <a:pt x="15386" y="47285"/>
                </a:lnTo>
                <a:lnTo>
                  <a:pt x="14958" y="47199"/>
                </a:lnTo>
                <a:lnTo>
                  <a:pt x="14530" y="47099"/>
                </a:lnTo>
                <a:lnTo>
                  <a:pt x="14114" y="46984"/>
                </a:lnTo>
                <a:lnTo>
                  <a:pt x="13704" y="46855"/>
                </a:lnTo>
                <a:lnTo>
                  <a:pt x="13299" y="46712"/>
                </a:lnTo>
                <a:lnTo>
                  <a:pt x="12901" y="46555"/>
                </a:lnTo>
                <a:lnTo>
                  <a:pt x="12513" y="46376"/>
                </a:lnTo>
                <a:lnTo>
                  <a:pt x="12132" y="46190"/>
                </a:lnTo>
                <a:lnTo>
                  <a:pt x="11750" y="45989"/>
                </a:lnTo>
                <a:lnTo>
                  <a:pt x="11380" y="45775"/>
                </a:lnTo>
                <a:lnTo>
                  <a:pt x="11022" y="45546"/>
                </a:lnTo>
                <a:lnTo>
                  <a:pt x="10664" y="45302"/>
                </a:lnTo>
                <a:lnTo>
                  <a:pt x="10317" y="45052"/>
                </a:lnTo>
                <a:lnTo>
                  <a:pt x="9976" y="44787"/>
                </a:lnTo>
                <a:lnTo>
                  <a:pt x="9641" y="44508"/>
                </a:lnTo>
                <a:lnTo>
                  <a:pt x="9311" y="44215"/>
                </a:lnTo>
                <a:lnTo>
                  <a:pt x="8988" y="43914"/>
                </a:lnTo>
                <a:lnTo>
                  <a:pt x="8676" y="43599"/>
                </a:lnTo>
                <a:lnTo>
                  <a:pt x="8369" y="43277"/>
                </a:lnTo>
                <a:lnTo>
                  <a:pt x="8069" y="42941"/>
                </a:lnTo>
                <a:lnTo>
                  <a:pt x="7780" y="42597"/>
                </a:lnTo>
                <a:lnTo>
                  <a:pt x="7491" y="42246"/>
                </a:lnTo>
                <a:lnTo>
                  <a:pt x="7213" y="41881"/>
                </a:lnTo>
                <a:lnTo>
                  <a:pt x="6942" y="41502"/>
                </a:lnTo>
                <a:lnTo>
                  <a:pt x="6676" y="41123"/>
                </a:lnTo>
                <a:lnTo>
                  <a:pt x="6421" y="40729"/>
                </a:lnTo>
                <a:lnTo>
                  <a:pt x="6167" y="40328"/>
                </a:lnTo>
                <a:lnTo>
                  <a:pt x="5924" y="39913"/>
                </a:lnTo>
                <a:lnTo>
                  <a:pt x="5687" y="39498"/>
                </a:lnTo>
                <a:lnTo>
                  <a:pt x="5462" y="39076"/>
                </a:lnTo>
                <a:lnTo>
                  <a:pt x="5242" y="38639"/>
                </a:lnTo>
                <a:lnTo>
                  <a:pt x="5029" y="38203"/>
                </a:lnTo>
                <a:lnTo>
                  <a:pt x="4820" y="37752"/>
                </a:lnTo>
                <a:lnTo>
                  <a:pt x="4618" y="37301"/>
                </a:lnTo>
                <a:lnTo>
                  <a:pt x="4427" y="36836"/>
                </a:lnTo>
                <a:lnTo>
                  <a:pt x="4243" y="36371"/>
                </a:lnTo>
                <a:lnTo>
                  <a:pt x="4063" y="35898"/>
                </a:lnTo>
                <a:lnTo>
                  <a:pt x="3896" y="35419"/>
                </a:lnTo>
                <a:lnTo>
                  <a:pt x="3734" y="34939"/>
                </a:lnTo>
                <a:lnTo>
                  <a:pt x="3578" y="34453"/>
                </a:lnTo>
                <a:lnTo>
                  <a:pt x="3428" y="33959"/>
                </a:lnTo>
                <a:lnTo>
                  <a:pt x="3289" y="33458"/>
                </a:lnTo>
                <a:lnTo>
                  <a:pt x="3150" y="32957"/>
                </a:lnTo>
                <a:lnTo>
                  <a:pt x="3029" y="32456"/>
                </a:lnTo>
                <a:lnTo>
                  <a:pt x="2907" y="31948"/>
                </a:lnTo>
                <a:lnTo>
                  <a:pt x="2798" y="31433"/>
                </a:lnTo>
                <a:lnTo>
                  <a:pt x="2694" y="30917"/>
                </a:lnTo>
                <a:lnTo>
                  <a:pt x="2595" y="30402"/>
                </a:lnTo>
                <a:lnTo>
                  <a:pt x="2509" y="29880"/>
                </a:lnTo>
                <a:lnTo>
                  <a:pt x="2428" y="29357"/>
                </a:lnTo>
                <a:lnTo>
                  <a:pt x="2353" y="28835"/>
                </a:lnTo>
                <a:lnTo>
                  <a:pt x="2289" y="28312"/>
                </a:lnTo>
                <a:lnTo>
                  <a:pt x="2225" y="27783"/>
                </a:lnTo>
                <a:lnTo>
                  <a:pt x="2179" y="27253"/>
                </a:lnTo>
                <a:lnTo>
                  <a:pt x="2133" y="26731"/>
                </a:lnTo>
                <a:lnTo>
                  <a:pt x="2098" y="26201"/>
                </a:lnTo>
                <a:lnTo>
                  <a:pt x="2069" y="25671"/>
                </a:lnTo>
                <a:lnTo>
                  <a:pt x="2052" y="25142"/>
                </a:lnTo>
                <a:lnTo>
                  <a:pt x="2035" y="24612"/>
                </a:lnTo>
                <a:lnTo>
                  <a:pt x="2035" y="24111"/>
                </a:lnTo>
                <a:lnTo>
                  <a:pt x="2035" y="23610"/>
                </a:lnTo>
                <a:lnTo>
                  <a:pt x="2046" y="23116"/>
                </a:lnTo>
                <a:lnTo>
                  <a:pt x="2069" y="22623"/>
                </a:lnTo>
                <a:lnTo>
                  <a:pt x="2098" y="22136"/>
                </a:lnTo>
                <a:lnTo>
                  <a:pt x="2133" y="21649"/>
                </a:lnTo>
                <a:lnTo>
                  <a:pt x="2179" y="21163"/>
                </a:lnTo>
                <a:lnTo>
                  <a:pt x="2231" y="20683"/>
                </a:lnTo>
                <a:lnTo>
                  <a:pt x="2295" y="20204"/>
                </a:lnTo>
                <a:lnTo>
                  <a:pt x="2364" y="19731"/>
                </a:lnTo>
                <a:lnTo>
                  <a:pt x="2439" y="19266"/>
                </a:lnTo>
                <a:lnTo>
                  <a:pt x="2526" y="18801"/>
                </a:lnTo>
                <a:lnTo>
                  <a:pt x="2618" y="18336"/>
                </a:lnTo>
                <a:lnTo>
                  <a:pt x="2717" y="17878"/>
                </a:lnTo>
                <a:lnTo>
                  <a:pt x="2821" y="17427"/>
                </a:lnTo>
                <a:lnTo>
                  <a:pt x="2936" y="16976"/>
                </a:lnTo>
                <a:lnTo>
                  <a:pt x="3058" y="16532"/>
                </a:lnTo>
                <a:lnTo>
                  <a:pt x="3185" y="16088"/>
                </a:lnTo>
                <a:lnTo>
                  <a:pt x="3318" y="15652"/>
                </a:lnTo>
                <a:lnTo>
                  <a:pt x="3462" y="15215"/>
                </a:lnTo>
                <a:lnTo>
                  <a:pt x="3613" y="14786"/>
                </a:lnTo>
                <a:lnTo>
                  <a:pt x="3769" y="14364"/>
                </a:lnTo>
                <a:lnTo>
                  <a:pt x="3930" y="13941"/>
                </a:lnTo>
                <a:lnTo>
                  <a:pt x="4098" y="13526"/>
                </a:lnTo>
                <a:lnTo>
                  <a:pt x="4277" y="13118"/>
                </a:lnTo>
                <a:lnTo>
                  <a:pt x="4462" y="12710"/>
                </a:lnTo>
                <a:lnTo>
                  <a:pt x="4647" y="12310"/>
                </a:lnTo>
                <a:lnTo>
                  <a:pt x="4844" y="11916"/>
                </a:lnTo>
                <a:lnTo>
                  <a:pt x="5046" y="11522"/>
                </a:lnTo>
                <a:lnTo>
                  <a:pt x="5254" y="11143"/>
                </a:lnTo>
                <a:lnTo>
                  <a:pt x="5468" y="10757"/>
                </a:lnTo>
                <a:lnTo>
                  <a:pt x="5687" y="10385"/>
                </a:lnTo>
                <a:lnTo>
                  <a:pt x="5919" y="10012"/>
                </a:lnTo>
                <a:lnTo>
                  <a:pt x="6150" y="9647"/>
                </a:lnTo>
                <a:lnTo>
                  <a:pt x="6387" y="9290"/>
                </a:lnTo>
                <a:lnTo>
                  <a:pt x="6630" y="8939"/>
                </a:lnTo>
                <a:lnTo>
                  <a:pt x="6878" y="8588"/>
                </a:lnTo>
                <a:lnTo>
                  <a:pt x="7138" y="8245"/>
                </a:lnTo>
                <a:lnTo>
                  <a:pt x="7398" y="7915"/>
                </a:lnTo>
                <a:lnTo>
                  <a:pt x="7664" y="7579"/>
                </a:lnTo>
                <a:lnTo>
                  <a:pt x="7936" y="7257"/>
                </a:lnTo>
                <a:lnTo>
                  <a:pt x="8213" y="6942"/>
                </a:lnTo>
                <a:lnTo>
                  <a:pt x="8496" y="6627"/>
                </a:lnTo>
                <a:lnTo>
                  <a:pt x="8780" y="6319"/>
                </a:lnTo>
                <a:lnTo>
                  <a:pt x="9074" y="6019"/>
                </a:lnTo>
                <a:lnTo>
                  <a:pt x="9369" y="5725"/>
                </a:lnTo>
                <a:lnTo>
                  <a:pt x="9670" y="5439"/>
                </a:lnTo>
                <a:lnTo>
                  <a:pt x="9982" y="5160"/>
                </a:lnTo>
                <a:lnTo>
                  <a:pt x="10288" y="4888"/>
                </a:lnTo>
                <a:lnTo>
                  <a:pt x="10606" y="4623"/>
                </a:lnTo>
                <a:lnTo>
                  <a:pt x="10930" y="4359"/>
                </a:lnTo>
                <a:lnTo>
                  <a:pt x="11253" y="4108"/>
                </a:lnTo>
                <a:lnTo>
                  <a:pt x="11583" y="3858"/>
                </a:lnTo>
                <a:lnTo>
                  <a:pt x="11918" y="3621"/>
                </a:lnTo>
                <a:lnTo>
                  <a:pt x="12253" y="3385"/>
                </a:lnTo>
                <a:lnTo>
                  <a:pt x="12600" y="3163"/>
                </a:lnTo>
                <a:lnTo>
                  <a:pt x="12947" y="2941"/>
                </a:lnTo>
                <a:lnTo>
                  <a:pt x="13294" y="2734"/>
                </a:lnTo>
                <a:lnTo>
                  <a:pt x="13652" y="2534"/>
                </a:lnTo>
                <a:lnTo>
                  <a:pt x="14010" y="2333"/>
                </a:lnTo>
                <a:lnTo>
                  <a:pt x="14369" y="2147"/>
                </a:lnTo>
                <a:lnTo>
                  <a:pt x="14738" y="1968"/>
                </a:lnTo>
                <a:lnTo>
                  <a:pt x="15108" y="1789"/>
                </a:lnTo>
                <a:lnTo>
                  <a:pt x="15478" y="1625"/>
                </a:lnTo>
                <a:lnTo>
                  <a:pt x="15553" y="1589"/>
                </a:lnTo>
                <a:lnTo>
                  <a:pt x="15623" y="1546"/>
                </a:lnTo>
                <a:lnTo>
                  <a:pt x="15681" y="1503"/>
                </a:lnTo>
                <a:lnTo>
                  <a:pt x="15733" y="1446"/>
                </a:lnTo>
                <a:lnTo>
                  <a:pt x="15785" y="1388"/>
                </a:lnTo>
                <a:lnTo>
                  <a:pt x="15825" y="1331"/>
                </a:lnTo>
                <a:lnTo>
                  <a:pt x="15860" y="1267"/>
                </a:lnTo>
                <a:lnTo>
                  <a:pt x="15889" y="1195"/>
                </a:lnTo>
                <a:lnTo>
                  <a:pt x="15912" y="1131"/>
                </a:lnTo>
                <a:lnTo>
                  <a:pt x="15929" y="1052"/>
                </a:lnTo>
                <a:lnTo>
                  <a:pt x="15946" y="981"/>
                </a:lnTo>
                <a:lnTo>
                  <a:pt x="15952" y="909"/>
                </a:lnTo>
                <a:lnTo>
                  <a:pt x="15952" y="830"/>
                </a:lnTo>
                <a:lnTo>
                  <a:pt x="15952" y="759"/>
                </a:lnTo>
                <a:lnTo>
                  <a:pt x="15941" y="687"/>
                </a:lnTo>
                <a:lnTo>
                  <a:pt x="15929" y="616"/>
                </a:lnTo>
                <a:lnTo>
                  <a:pt x="15906" y="544"/>
                </a:lnTo>
                <a:lnTo>
                  <a:pt x="15883" y="472"/>
                </a:lnTo>
                <a:lnTo>
                  <a:pt x="15860" y="408"/>
                </a:lnTo>
                <a:lnTo>
                  <a:pt x="15825" y="344"/>
                </a:lnTo>
                <a:lnTo>
                  <a:pt x="15790" y="286"/>
                </a:lnTo>
                <a:lnTo>
                  <a:pt x="15750" y="229"/>
                </a:lnTo>
                <a:lnTo>
                  <a:pt x="15704" y="179"/>
                </a:lnTo>
                <a:lnTo>
                  <a:pt x="15652" y="136"/>
                </a:lnTo>
                <a:lnTo>
                  <a:pt x="15600" y="93"/>
                </a:lnTo>
                <a:lnTo>
                  <a:pt x="15542" y="64"/>
                </a:lnTo>
                <a:lnTo>
                  <a:pt x="15478" y="36"/>
                </a:lnTo>
                <a:lnTo>
                  <a:pt x="15415" y="14"/>
                </a:lnTo>
                <a:lnTo>
                  <a:pt x="15345" y="7"/>
                </a:lnTo>
                <a:lnTo>
                  <a:pt x="152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7" name="Google Shape;47;p3"/>
          <p:cNvSpPr/>
          <p:nvPr/>
        </p:nvSpPr>
        <p:spPr>
          <a:xfrm>
            <a:off x="8724337" y="3311008"/>
            <a:ext cx="201049" cy="213760"/>
          </a:xfrm>
          <a:custGeom>
            <a:rect b="b" l="l" r="r" t="t"/>
            <a:pathLst>
              <a:path extrusionOk="0" h="13084" w="12306">
                <a:moveTo>
                  <a:pt x="5451" y="1"/>
                </a:moveTo>
                <a:lnTo>
                  <a:pt x="5370" y="15"/>
                </a:lnTo>
                <a:lnTo>
                  <a:pt x="5289" y="29"/>
                </a:lnTo>
                <a:lnTo>
                  <a:pt x="5214" y="58"/>
                </a:lnTo>
                <a:lnTo>
                  <a:pt x="5139" y="87"/>
                </a:lnTo>
                <a:lnTo>
                  <a:pt x="5064" y="122"/>
                </a:lnTo>
                <a:lnTo>
                  <a:pt x="4994" y="165"/>
                </a:lnTo>
                <a:lnTo>
                  <a:pt x="4925" y="215"/>
                </a:lnTo>
                <a:lnTo>
                  <a:pt x="4867" y="280"/>
                </a:lnTo>
                <a:lnTo>
                  <a:pt x="4809" y="344"/>
                </a:lnTo>
                <a:lnTo>
                  <a:pt x="4751" y="416"/>
                </a:lnTo>
                <a:lnTo>
                  <a:pt x="4705" y="487"/>
                </a:lnTo>
                <a:lnTo>
                  <a:pt x="4665" y="573"/>
                </a:lnTo>
                <a:lnTo>
                  <a:pt x="4630" y="666"/>
                </a:lnTo>
                <a:lnTo>
                  <a:pt x="4601" y="767"/>
                </a:lnTo>
                <a:lnTo>
                  <a:pt x="4578" y="874"/>
                </a:lnTo>
                <a:lnTo>
                  <a:pt x="4538" y="1160"/>
                </a:lnTo>
                <a:lnTo>
                  <a:pt x="4503" y="1454"/>
                </a:lnTo>
                <a:lnTo>
                  <a:pt x="4480" y="1747"/>
                </a:lnTo>
                <a:lnTo>
                  <a:pt x="4457" y="2040"/>
                </a:lnTo>
                <a:lnTo>
                  <a:pt x="4439" y="2341"/>
                </a:lnTo>
                <a:lnTo>
                  <a:pt x="4428" y="2634"/>
                </a:lnTo>
                <a:lnTo>
                  <a:pt x="4422" y="2928"/>
                </a:lnTo>
                <a:lnTo>
                  <a:pt x="4416" y="3228"/>
                </a:lnTo>
                <a:lnTo>
                  <a:pt x="4416" y="3822"/>
                </a:lnTo>
                <a:lnTo>
                  <a:pt x="4434" y="4417"/>
                </a:lnTo>
                <a:lnTo>
                  <a:pt x="4451" y="5011"/>
                </a:lnTo>
                <a:lnTo>
                  <a:pt x="4474" y="5605"/>
                </a:lnTo>
                <a:lnTo>
                  <a:pt x="3503" y="5540"/>
                </a:lnTo>
                <a:lnTo>
                  <a:pt x="2532" y="5469"/>
                </a:lnTo>
                <a:lnTo>
                  <a:pt x="1561" y="5397"/>
                </a:lnTo>
                <a:lnTo>
                  <a:pt x="596" y="5325"/>
                </a:lnTo>
                <a:lnTo>
                  <a:pt x="532" y="5325"/>
                </a:lnTo>
                <a:lnTo>
                  <a:pt x="474" y="5333"/>
                </a:lnTo>
                <a:lnTo>
                  <a:pt x="417" y="5347"/>
                </a:lnTo>
                <a:lnTo>
                  <a:pt x="365" y="5368"/>
                </a:lnTo>
                <a:lnTo>
                  <a:pt x="313" y="5397"/>
                </a:lnTo>
                <a:lnTo>
                  <a:pt x="266" y="5433"/>
                </a:lnTo>
                <a:lnTo>
                  <a:pt x="226" y="5469"/>
                </a:lnTo>
                <a:lnTo>
                  <a:pt x="185" y="5519"/>
                </a:lnTo>
                <a:lnTo>
                  <a:pt x="151" y="5562"/>
                </a:lnTo>
                <a:lnTo>
                  <a:pt x="122" y="5619"/>
                </a:lnTo>
                <a:lnTo>
                  <a:pt x="93" y="5669"/>
                </a:lnTo>
                <a:lnTo>
                  <a:pt x="64" y="5733"/>
                </a:lnTo>
                <a:lnTo>
                  <a:pt x="47" y="5791"/>
                </a:lnTo>
                <a:lnTo>
                  <a:pt x="29" y="5855"/>
                </a:lnTo>
                <a:lnTo>
                  <a:pt x="18" y="5919"/>
                </a:lnTo>
                <a:lnTo>
                  <a:pt x="6" y="5984"/>
                </a:lnTo>
                <a:lnTo>
                  <a:pt x="1" y="6055"/>
                </a:lnTo>
                <a:lnTo>
                  <a:pt x="1" y="6120"/>
                </a:lnTo>
                <a:lnTo>
                  <a:pt x="6" y="6184"/>
                </a:lnTo>
                <a:lnTo>
                  <a:pt x="12" y="6249"/>
                </a:lnTo>
                <a:lnTo>
                  <a:pt x="24" y="6313"/>
                </a:lnTo>
                <a:lnTo>
                  <a:pt x="35" y="6377"/>
                </a:lnTo>
                <a:lnTo>
                  <a:pt x="58" y="6442"/>
                </a:lnTo>
                <a:lnTo>
                  <a:pt x="81" y="6499"/>
                </a:lnTo>
                <a:lnTo>
                  <a:pt x="110" y="6549"/>
                </a:lnTo>
                <a:lnTo>
                  <a:pt x="145" y="6599"/>
                </a:lnTo>
                <a:lnTo>
                  <a:pt x="180" y="6649"/>
                </a:lnTo>
                <a:lnTo>
                  <a:pt x="220" y="6692"/>
                </a:lnTo>
                <a:lnTo>
                  <a:pt x="266" y="6728"/>
                </a:lnTo>
                <a:lnTo>
                  <a:pt x="318" y="6764"/>
                </a:lnTo>
                <a:lnTo>
                  <a:pt x="376" y="6785"/>
                </a:lnTo>
                <a:lnTo>
                  <a:pt x="434" y="6807"/>
                </a:lnTo>
                <a:lnTo>
                  <a:pt x="937" y="6936"/>
                </a:lnTo>
                <a:lnTo>
                  <a:pt x="1445" y="7050"/>
                </a:lnTo>
                <a:lnTo>
                  <a:pt x="1954" y="7150"/>
                </a:lnTo>
                <a:lnTo>
                  <a:pt x="2463" y="7243"/>
                </a:lnTo>
                <a:lnTo>
                  <a:pt x="2977" y="7322"/>
                </a:lnTo>
                <a:lnTo>
                  <a:pt x="3491" y="7394"/>
                </a:lnTo>
                <a:lnTo>
                  <a:pt x="4006" y="7458"/>
                </a:lnTo>
                <a:lnTo>
                  <a:pt x="4520" y="7515"/>
                </a:lnTo>
                <a:lnTo>
                  <a:pt x="4532" y="8754"/>
                </a:lnTo>
                <a:lnTo>
                  <a:pt x="4543" y="9376"/>
                </a:lnTo>
                <a:lnTo>
                  <a:pt x="4567" y="9992"/>
                </a:lnTo>
                <a:lnTo>
                  <a:pt x="4578" y="10299"/>
                </a:lnTo>
                <a:lnTo>
                  <a:pt x="4601" y="10607"/>
                </a:lnTo>
                <a:lnTo>
                  <a:pt x="4624" y="10915"/>
                </a:lnTo>
                <a:lnTo>
                  <a:pt x="4653" y="11223"/>
                </a:lnTo>
                <a:lnTo>
                  <a:pt x="4682" y="11523"/>
                </a:lnTo>
                <a:lnTo>
                  <a:pt x="4723" y="11831"/>
                </a:lnTo>
                <a:lnTo>
                  <a:pt x="4769" y="12131"/>
                </a:lnTo>
                <a:lnTo>
                  <a:pt x="4821" y="12432"/>
                </a:lnTo>
                <a:lnTo>
                  <a:pt x="4838" y="12511"/>
                </a:lnTo>
                <a:lnTo>
                  <a:pt x="4861" y="12582"/>
                </a:lnTo>
                <a:lnTo>
                  <a:pt x="4890" y="12654"/>
                </a:lnTo>
                <a:lnTo>
                  <a:pt x="4919" y="12718"/>
                </a:lnTo>
                <a:lnTo>
                  <a:pt x="4954" y="12776"/>
                </a:lnTo>
                <a:lnTo>
                  <a:pt x="4994" y="12826"/>
                </a:lnTo>
                <a:lnTo>
                  <a:pt x="5040" y="12876"/>
                </a:lnTo>
                <a:lnTo>
                  <a:pt x="5087" y="12919"/>
                </a:lnTo>
                <a:lnTo>
                  <a:pt x="5133" y="12955"/>
                </a:lnTo>
                <a:lnTo>
                  <a:pt x="5185" y="12990"/>
                </a:lnTo>
                <a:lnTo>
                  <a:pt x="5243" y="13019"/>
                </a:lnTo>
                <a:lnTo>
                  <a:pt x="5295" y="13040"/>
                </a:lnTo>
                <a:lnTo>
                  <a:pt x="5353" y="13062"/>
                </a:lnTo>
                <a:lnTo>
                  <a:pt x="5410" y="13069"/>
                </a:lnTo>
                <a:lnTo>
                  <a:pt x="5468" y="13083"/>
                </a:lnTo>
                <a:lnTo>
                  <a:pt x="5526" y="13083"/>
                </a:lnTo>
                <a:lnTo>
                  <a:pt x="5590" y="13076"/>
                </a:lnTo>
                <a:lnTo>
                  <a:pt x="5647" y="13069"/>
                </a:lnTo>
                <a:lnTo>
                  <a:pt x="5705" y="13062"/>
                </a:lnTo>
                <a:lnTo>
                  <a:pt x="5763" y="13040"/>
                </a:lnTo>
                <a:lnTo>
                  <a:pt x="5815" y="13019"/>
                </a:lnTo>
                <a:lnTo>
                  <a:pt x="5873" y="12990"/>
                </a:lnTo>
                <a:lnTo>
                  <a:pt x="5919" y="12955"/>
                </a:lnTo>
                <a:lnTo>
                  <a:pt x="5971" y="12919"/>
                </a:lnTo>
                <a:lnTo>
                  <a:pt x="6017" y="12876"/>
                </a:lnTo>
                <a:lnTo>
                  <a:pt x="6063" y="12826"/>
                </a:lnTo>
                <a:lnTo>
                  <a:pt x="6098" y="12776"/>
                </a:lnTo>
                <a:lnTo>
                  <a:pt x="6139" y="12718"/>
                </a:lnTo>
                <a:lnTo>
                  <a:pt x="6167" y="12654"/>
                </a:lnTo>
                <a:lnTo>
                  <a:pt x="6196" y="12582"/>
                </a:lnTo>
                <a:lnTo>
                  <a:pt x="6220" y="12511"/>
                </a:lnTo>
                <a:lnTo>
                  <a:pt x="6237" y="12432"/>
                </a:lnTo>
                <a:lnTo>
                  <a:pt x="6289" y="12139"/>
                </a:lnTo>
                <a:lnTo>
                  <a:pt x="6329" y="11845"/>
                </a:lnTo>
                <a:lnTo>
                  <a:pt x="6370" y="11552"/>
                </a:lnTo>
                <a:lnTo>
                  <a:pt x="6404" y="11258"/>
                </a:lnTo>
                <a:lnTo>
                  <a:pt x="6428" y="10958"/>
                </a:lnTo>
                <a:lnTo>
                  <a:pt x="6451" y="10664"/>
                </a:lnTo>
                <a:lnTo>
                  <a:pt x="6474" y="10364"/>
                </a:lnTo>
                <a:lnTo>
                  <a:pt x="6485" y="10070"/>
                </a:lnTo>
                <a:lnTo>
                  <a:pt x="6508" y="9469"/>
                </a:lnTo>
                <a:lnTo>
                  <a:pt x="6526" y="8868"/>
                </a:lnTo>
                <a:lnTo>
                  <a:pt x="6537" y="7673"/>
                </a:lnTo>
                <a:lnTo>
                  <a:pt x="7422" y="7716"/>
                </a:lnTo>
                <a:lnTo>
                  <a:pt x="8300" y="7752"/>
                </a:lnTo>
                <a:lnTo>
                  <a:pt x="10063" y="7809"/>
                </a:lnTo>
                <a:lnTo>
                  <a:pt x="10155" y="7852"/>
                </a:lnTo>
                <a:lnTo>
                  <a:pt x="10248" y="7888"/>
                </a:lnTo>
                <a:lnTo>
                  <a:pt x="10352" y="7909"/>
                </a:lnTo>
                <a:lnTo>
                  <a:pt x="10462" y="7909"/>
                </a:lnTo>
                <a:lnTo>
                  <a:pt x="10872" y="7888"/>
                </a:lnTo>
                <a:lnTo>
                  <a:pt x="11080" y="7873"/>
                </a:lnTo>
                <a:lnTo>
                  <a:pt x="11294" y="7845"/>
                </a:lnTo>
                <a:lnTo>
                  <a:pt x="11433" y="7830"/>
                </a:lnTo>
                <a:lnTo>
                  <a:pt x="11502" y="7816"/>
                </a:lnTo>
                <a:lnTo>
                  <a:pt x="11572" y="7802"/>
                </a:lnTo>
                <a:lnTo>
                  <a:pt x="11652" y="7766"/>
                </a:lnTo>
                <a:lnTo>
                  <a:pt x="11733" y="7723"/>
                </a:lnTo>
                <a:lnTo>
                  <a:pt x="11808" y="7673"/>
                </a:lnTo>
                <a:lnTo>
                  <a:pt x="11878" y="7616"/>
                </a:lnTo>
                <a:lnTo>
                  <a:pt x="11941" y="7551"/>
                </a:lnTo>
                <a:lnTo>
                  <a:pt x="11999" y="7480"/>
                </a:lnTo>
                <a:lnTo>
                  <a:pt x="12057" y="7401"/>
                </a:lnTo>
                <a:lnTo>
                  <a:pt x="12103" y="7315"/>
                </a:lnTo>
                <a:lnTo>
                  <a:pt x="12150" y="7222"/>
                </a:lnTo>
                <a:lnTo>
                  <a:pt x="12190" y="7136"/>
                </a:lnTo>
                <a:lnTo>
                  <a:pt x="12219" y="7036"/>
                </a:lnTo>
                <a:lnTo>
                  <a:pt x="12248" y="6936"/>
                </a:lnTo>
                <a:lnTo>
                  <a:pt x="12271" y="6835"/>
                </a:lnTo>
                <a:lnTo>
                  <a:pt x="12288" y="6735"/>
                </a:lnTo>
                <a:lnTo>
                  <a:pt x="12300" y="6628"/>
                </a:lnTo>
                <a:lnTo>
                  <a:pt x="12306" y="6528"/>
                </a:lnTo>
                <a:lnTo>
                  <a:pt x="12306" y="6420"/>
                </a:lnTo>
                <a:lnTo>
                  <a:pt x="12300" y="6320"/>
                </a:lnTo>
                <a:lnTo>
                  <a:pt x="12288" y="6220"/>
                </a:lnTo>
                <a:lnTo>
                  <a:pt x="12271" y="6120"/>
                </a:lnTo>
                <a:lnTo>
                  <a:pt x="12248" y="6020"/>
                </a:lnTo>
                <a:lnTo>
                  <a:pt x="12219" y="5927"/>
                </a:lnTo>
                <a:lnTo>
                  <a:pt x="12184" y="5841"/>
                </a:lnTo>
                <a:lnTo>
                  <a:pt x="12144" y="5755"/>
                </a:lnTo>
                <a:lnTo>
                  <a:pt x="12092" y="5676"/>
                </a:lnTo>
                <a:lnTo>
                  <a:pt x="12040" y="5605"/>
                </a:lnTo>
                <a:lnTo>
                  <a:pt x="11976" y="5540"/>
                </a:lnTo>
                <a:lnTo>
                  <a:pt x="11907" y="5483"/>
                </a:lnTo>
                <a:lnTo>
                  <a:pt x="11832" y="5433"/>
                </a:lnTo>
                <a:lnTo>
                  <a:pt x="11751" y="5390"/>
                </a:lnTo>
                <a:lnTo>
                  <a:pt x="11664" y="5361"/>
                </a:lnTo>
                <a:lnTo>
                  <a:pt x="11572" y="5333"/>
                </a:lnTo>
                <a:lnTo>
                  <a:pt x="11375" y="5311"/>
                </a:lnTo>
                <a:lnTo>
                  <a:pt x="11184" y="5290"/>
                </a:lnTo>
                <a:lnTo>
                  <a:pt x="10982" y="5290"/>
                </a:lnTo>
                <a:lnTo>
                  <a:pt x="10785" y="5297"/>
                </a:lnTo>
                <a:lnTo>
                  <a:pt x="10589" y="5311"/>
                </a:lnTo>
                <a:lnTo>
                  <a:pt x="10387" y="5333"/>
                </a:lnTo>
                <a:lnTo>
                  <a:pt x="10184" y="5361"/>
                </a:lnTo>
                <a:lnTo>
                  <a:pt x="9982" y="5397"/>
                </a:lnTo>
                <a:lnTo>
                  <a:pt x="9179" y="5540"/>
                </a:lnTo>
                <a:lnTo>
                  <a:pt x="8976" y="5576"/>
                </a:lnTo>
                <a:lnTo>
                  <a:pt x="8780" y="5605"/>
                </a:lnTo>
                <a:lnTo>
                  <a:pt x="8583" y="5626"/>
                </a:lnTo>
                <a:lnTo>
                  <a:pt x="8393" y="5640"/>
                </a:lnTo>
                <a:lnTo>
                  <a:pt x="7936" y="5662"/>
                </a:lnTo>
                <a:lnTo>
                  <a:pt x="7485" y="5676"/>
                </a:lnTo>
                <a:lnTo>
                  <a:pt x="7034" y="5683"/>
                </a:lnTo>
                <a:lnTo>
                  <a:pt x="6584" y="5676"/>
                </a:lnTo>
                <a:lnTo>
                  <a:pt x="6624" y="4474"/>
                </a:lnTo>
                <a:lnTo>
                  <a:pt x="6636" y="3865"/>
                </a:lnTo>
                <a:lnTo>
                  <a:pt x="6641" y="3264"/>
                </a:lnTo>
                <a:lnTo>
                  <a:pt x="6636" y="2964"/>
                </a:lnTo>
                <a:lnTo>
                  <a:pt x="6630" y="2663"/>
                </a:lnTo>
                <a:lnTo>
                  <a:pt x="6618" y="2363"/>
                </a:lnTo>
                <a:lnTo>
                  <a:pt x="6601" y="2062"/>
                </a:lnTo>
                <a:lnTo>
                  <a:pt x="6584" y="1761"/>
                </a:lnTo>
                <a:lnTo>
                  <a:pt x="6555" y="1468"/>
                </a:lnTo>
                <a:lnTo>
                  <a:pt x="6520" y="1167"/>
                </a:lnTo>
                <a:lnTo>
                  <a:pt x="6474" y="874"/>
                </a:lnTo>
                <a:lnTo>
                  <a:pt x="6456" y="767"/>
                </a:lnTo>
                <a:lnTo>
                  <a:pt x="6428" y="666"/>
                </a:lnTo>
                <a:lnTo>
                  <a:pt x="6393" y="573"/>
                </a:lnTo>
                <a:lnTo>
                  <a:pt x="6352" y="487"/>
                </a:lnTo>
                <a:lnTo>
                  <a:pt x="6300" y="409"/>
                </a:lnTo>
                <a:lnTo>
                  <a:pt x="6248" y="344"/>
                </a:lnTo>
                <a:lnTo>
                  <a:pt x="6191" y="273"/>
                </a:lnTo>
                <a:lnTo>
                  <a:pt x="6127" y="215"/>
                </a:lnTo>
                <a:lnTo>
                  <a:pt x="6063" y="165"/>
                </a:lnTo>
                <a:lnTo>
                  <a:pt x="5994" y="122"/>
                </a:lnTo>
                <a:lnTo>
                  <a:pt x="5919" y="87"/>
                </a:lnTo>
                <a:lnTo>
                  <a:pt x="5844" y="58"/>
                </a:lnTo>
                <a:lnTo>
                  <a:pt x="5769" y="29"/>
                </a:lnTo>
                <a:lnTo>
                  <a:pt x="5688" y="15"/>
                </a:lnTo>
                <a:lnTo>
                  <a:pt x="560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8590567" y="2634351"/>
            <a:ext cx="285661" cy="216799"/>
          </a:xfrm>
          <a:custGeom>
            <a:rect b="b" l="l" r="r" t="t"/>
            <a:pathLst>
              <a:path extrusionOk="0" h="13270" w="17485">
                <a:moveTo>
                  <a:pt x="16681" y="1"/>
                </a:moveTo>
                <a:lnTo>
                  <a:pt x="16606" y="15"/>
                </a:lnTo>
                <a:lnTo>
                  <a:pt x="16525" y="36"/>
                </a:lnTo>
                <a:lnTo>
                  <a:pt x="16438" y="72"/>
                </a:lnTo>
                <a:lnTo>
                  <a:pt x="15901" y="337"/>
                </a:lnTo>
                <a:lnTo>
                  <a:pt x="15363" y="616"/>
                </a:lnTo>
                <a:lnTo>
                  <a:pt x="14831" y="902"/>
                </a:lnTo>
                <a:lnTo>
                  <a:pt x="14300" y="1196"/>
                </a:lnTo>
                <a:lnTo>
                  <a:pt x="13768" y="1503"/>
                </a:lnTo>
                <a:lnTo>
                  <a:pt x="13242" y="1818"/>
                </a:lnTo>
                <a:lnTo>
                  <a:pt x="12716" y="2140"/>
                </a:lnTo>
                <a:lnTo>
                  <a:pt x="12190" y="2470"/>
                </a:lnTo>
                <a:lnTo>
                  <a:pt x="11670" y="2813"/>
                </a:lnTo>
                <a:lnTo>
                  <a:pt x="11150" y="3157"/>
                </a:lnTo>
                <a:lnTo>
                  <a:pt x="10629" y="3507"/>
                </a:lnTo>
                <a:lnTo>
                  <a:pt x="10115" y="3865"/>
                </a:lnTo>
                <a:lnTo>
                  <a:pt x="9601" y="4230"/>
                </a:lnTo>
                <a:lnTo>
                  <a:pt x="9092" y="4602"/>
                </a:lnTo>
                <a:lnTo>
                  <a:pt x="8578" y="4982"/>
                </a:lnTo>
                <a:lnTo>
                  <a:pt x="8075" y="5361"/>
                </a:lnTo>
                <a:lnTo>
                  <a:pt x="7566" y="5747"/>
                </a:lnTo>
                <a:lnTo>
                  <a:pt x="7063" y="6141"/>
                </a:lnTo>
                <a:lnTo>
                  <a:pt x="6566" y="6535"/>
                </a:lnTo>
                <a:lnTo>
                  <a:pt x="6063" y="6935"/>
                </a:lnTo>
                <a:lnTo>
                  <a:pt x="5075" y="7744"/>
                </a:lnTo>
                <a:lnTo>
                  <a:pt x="4093" y="8560"/>
                </a:lnTo>
                <a:lnTo>
                  <a:pt x="3122" y="9383"/>
                </a:lnTo>
                <a:lnTo>
                  <a:pt x="2156" y="10213"/>
                </a:lnTo>
                <a:lnTo>
                  <a:pt x="1203" y="11051"/>
                </a:lnTo>
                <a:lnTo>
                  <a:pt x="261" y="11881"/>
                </a:lnTo>
                <a:lnTo>
                  <a:pt x="209" y="11931"/>
                </a:lnTo>
                <a:lnTo>
                  <a:pt x="162" y="11988"/>
                </a:lnTo>
                <a:lnTo>
                  <a:pt x="122" y="12045"/>
                </a:lnTo>
                <a:lnTo>
                  <a:pt x="87" y="12110"/>
                </a:lnTo>
                <a:lnTo>
                  <a:pt x="58" y="12174"/>
                </a:lnTo>
                <a:lnTo>
                  <a:pt x="35" y="12239"/>
                </a:lnTo>
                <a:lnTo>
                  <a:pt x="18" y="12310"/>
                </a:lnTo>
                <a:lnTo>
                  <a:pt x="6" y="12375"/>
                </a:lnTo>
                <a:lnTo>
                  <a:pt x="1" y="12446"/>
                </a:lnTo>
                <a:lnTo>
                  <a:pt x="1" y="12518"/>
                </a:lnTo>
                <a:lnTo>
                  <a:pt x="6" y="12582"/>
                </a:lnTo>
                <a:lnTo>
                  <a:pt x="12" y="12654"/>
                </a:lnTo>
                <a:lnTo>
                  <a:pt x="24" y="12718"/>
                </a:lnTo>
                <a:lnTo>
                  <a:pt x="41" y="12783"/>
                </a:lnTo>
                <a:lnTo>
                  <a:pt x="64" y="12847"/>
                </a:lnTo>
                <a:lnTo>
                  <a:pt x="87" y="12911"/>
                </a:lnTo>
                <a:lnTo>
                  <a:pt x="122" y="12969"/>
                </a:lnTo>
                <a:lnTo>
                  <a:pt x="151" y="13019"/>
                </a:lnTo>
                <a:lnTo>
                  <a:pt x="185" y="13069"/>
                </a:lnTo>
                <a:lnTo>
                  <a:pt x="226" y="13112"/>
                </a:lnTo>
                <a:lnTo>
                  <a:pt x="266" y="13155"/>
                </a:lnTo>
                <a:lnTo>
                  <a:pt x="313" y="13190"/>
                </a:lnTo>
                <a:lnTo>
                  <a:pt x="359" y="13219"/>
                </a:lnTo>
                <a:lnTo>
                  <a:pt x="405" y="13241"/>
                </a:lnTo>
                <a:lnTo>
                  <a:pt x="457" y="13255"/>
                </a:lnTo>
                <a:lnTo>
                  <a:pt x="509" y="13262"/>
                </a:lnTo>
                <a:lnTo>
                  <a:pt x="567" y="13269"/>
                </a:lnTo>
                <a:lnTo>
                  <a:pt x="625" y="13262"/>
                </a:lnTo>
                <a:lnTo>
                  <a:pt x="683" y="13241"/>
                </a:lnTo>
                <a:lnTo>
                  <a:pt x="740" y="13219"/>
                </a:lnTo>
                <a:lnTo>
                  <a:pt x="798" y="13183"/>
                </a:lnTo>
                <a:lnTo>
                  <a:pt x="856" y="13140"/>
                </a:lnTo>
                <a:lnTo>
                  <a:pt x="1347" y="12740"/>
                </a:lnTo>
                <a:lnTo>
                  <a:pt x="1838" y="12346"/>
                </a:lnTo>
                <a:lnTo>
                  <a:pt x="2336" y="11967"/>
                </a:lnTo>
                <a:lnTo>
                  <a:pt x="2833" y="11580"/>
                </a:lnTo>
                <a:lnTo>
                  <a:pt x="3330" y="11208"/>
                </a:lnTo>
                <a:lnTo>
                  <a:pt x="3827" y="10836"/>
                </a:lnTo>
                <a:lnTo>
                  <a:pt x="4330" y="10471"/>
                </a:lnTo>
                <a:lnTo>
                  <a:pt x="4827" y="10113"/>
                </a:lnTo>
                <a:lnTo>
                  <a:pt x="5838" y="9405"/>
                </a:lnTo>
                <a:lnTo>
                  <a:pt x="6850" y="8703"/>
                </a:lnTo>
                <a:lnTo>
                  <a:pt x="7867" y="8023"/>
                </a:lnTo>
                <a:lnTo>
                  <a:pt x="8884" y="7343"/>
                </a:lnTo>
                <a:lnTo>
                  <a:pt x="9907" y="6678"/>
                </a:lnTo>
                <a:lnTo>
                  <a:pt x="10936" y="6012"/>
                </a:lnTo>
                <a:lnTo>
                  <a:pt x="12988" y="4688"/>
                </a:lnTo>
                <a:lnTo>
                  <a:pt x="14016" y="4023"/>
                </a:lnTo>
                <a:lnTo>
                  <a:pt x="15039" y="3350"/>
                </a:lnTo>
                <a:lnTo>
                  <a:pt x="16068" y="2670"/>
                </a:lnTo>
                <a:lnTo>
                  <a:pt x="17091" y="1976"/>
                </a:lnTo>
                <a:lnTo>
                  <a:pt x="17161" y="1919"/>
                </a:lnTo>
                <a:lnTo>
                  <a:pt x="17230" y="1861"/>
                </a:lnTo>
                <a:lnTo>
                  <a:pt x="17288" y="1790"/>
                </a:lnTo>
                <a:lnTo>
                  <a:pt x="17334" y="1718"/>
                </a:lnTo>
                <a:lnTo>
                  <a:pt x="17380" y="1639"/>
                </a:lnTo>
                <a:lnTo>
                  <a:pt x="17415" y="1554"/>
                </a:lnTo>
                <a:lnTo>
                  <a:pt x="17438" y="1468"/>
                </a:lnTo>
                <a:lnTo>
                  <a:pt x="17461" y="1382"/>
                </a:lnTo>
                <a:lnTo>
                  <a:pt x="17478" y="1289"/>
                </a:lnTo>
                <a:lnTo>
                  <a:pt x="17484" y="1196"/>
                </a:lnTo>
                <a:lnTo>
                  <a:pt x="17484" y="1103"/>
                </a:lnTo>
                <a:lnTo>
                  <a:pt x="17484" y="1010"/>
                </a:lnTo>
                <a:lnTo>
                  <a:pt x="17473" y="917"/>
                </a:lnTo>
                <a:lnTo>
                  <a:pt x="17455" y="824"/>
                </a:lnTo>
                <a:lnTo>
                  <a:pt x="17438" y="738"/>
                </a:lnTo>
                <a:lnTo>
                  <a:pt x="17409" y="652"/>
                </a:lnTo>
                <a:lnTo>
                  <a:pt x="17380" y="566"/>
                </a:lnTo>
                <a:lnTo>
                  <a:pt x="17345" y="480"/>
                </a:lnTo>
                <a:lnTo>
                  <a:pt x="17299" y="408"/>
                </a:lnTo>
                <a:lnTo>
                  <a:pt x="17259" y="330"/>
                </a:lnTo>
                <a:lnTo>
                  <a:pt x="17207" y="265"/>
                </a:lnTo>
                <a:lnTo>
                  <a:pt x="17155" y="208"/>
                </a:lnTo>
                <a:lnTo>
                  <a:pt x="17097" y="151"/>
                </a:lnTo>
                <a:lnTo>
                  <a:pt x="17033" y="101"/>
                </a:lnTo>
                <a:lnTo>
                  <a:pt x="16970" y="65"/>
                </a:lnTo>
                <a:lnTo>
                  <a:pt x="16906" y="36"/>
                </a:lnTo>
                <a:lnTo>
                  <a:pt x="16831" y="15"/>
                </a:lnTo>
                <a:lnTo>
                  <a:pt x="1676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646948" y="2686729"/>
            <a:ext cx="355798" cy="241697"/>
          </a:xfrm>
          <a:custGeom>
            <a:rect b="b" l="l" r="r" t="t"/>
            <a:pathLst>
              <a:path extrusionOk="0" h="14794" w="21778">
                <a:moveTo>
                  <a:pt x="20859" y="1"/>
                </a:moveTo>
                <a:lnTo>
                  <a:pt x="20755" y="8"/>
                </a:lnTo>
                <a:lnTo>
                  <a:pt x="20651" y="29"/>
                </a:lnTo>
                <a:lnTo>
                  <a:pt x="20541" y="72"/>
                </a:lnTo>
                <a:lnTo>
                  <a:pt x="20426" y="122"/>
                </a:lnTo>
                <a:lnTo>
                  <a:pt x="19125" y="838"/>
                </a:lnTo>
                <a:lnTo>
                  <a:pt x="17819" y="1568"/>
                </a:lnTo>
                <a:lnTo>
                  <a:pt x="16518" y="2312"/>
                </a:lnTo>
                <a:lnTo>
                  <a:pt x="15224" y="3071"/>
                </a:lnTo>
                <a:lnTo>
                  <a:pt x="13929" y="3844"/>
                </a:lnTo>
                <a:lnTo>
                  <a:pt x="13288" y="4238"/>
                </a:lnTo>
                <a:lnTo>
                  <a:pt x="12640" y="4631"/>
                </a:lnTo>
                <a:lnTo>
                  <a:pt x="11999" y="5032"/>
                </a:lnTo>
                <a:lnTo>
                  <a:pt x="11363" y="5440"/>
                </a:lnTo>
                <a:lnTo>
                  <a:pt x="10721" y="5848"/>
                </a:lnTo>
                <a:lnTo>
                  <a:pt x="10086" y="6263"/>
                </a:lnTo>
                <a:lnTo>
                  <a:pt x="9450" y="6678"/>
                </a:lnTo>
                <a:lnTo>
                  <a:pt x="8820" y="7100"/>
                </a:lnTo>
                <a:lnTo>
                  <a:pt x="8190" y="7530"/>
                </a:lnTo>
                <a:lnTo>
                  <a:pt x="7560" y="7959"/>
                </a:lnTo>
                <a:lnTo>
                  <a:pt x="6936" y="8396"/>
                </a:lnTo>
                <a:lnTo>
                  <a:pt x="6311" y="8832"/>
                </a:lnTo>
                <a:lnTo>
                  <a:pt x="5693" y="9283"/>
                </a:lnTo>
                <a:lnTo>
                  <a:pt x="5075" y="9734"/>
                </a:lnTo>
                <a:lnTo>
                  <a:pt x="4462" y="10192"/>
                </a:lnTo>
                <a:lnTo>
                  <a:pt x="3849" y="10650"/>
                </a:lnTo>
                <a:lnTo>
                  <a:pt x="3242" y="11115"/>
                </a:lnTo>
                <a:lnTo>
                  <a:pt x="2636" y="11595"/>
                </a:lnTo>
                <a:lnTo>
                  <a:pt x="2034" y="12067"/>
                </a:lnTo>
                <a:lnTo>
                  <a:pt x="1433" y="12554"/>
                </a:lnTo>
                <a:lnTo>
                  <a:pt x="838" y="13040"/>
                </a:lnTo>
                <a:lnTo>
                  <a:pt x="249" y="13541"/>
                </a:lnTo>
                <a:lnTo>
                  <a:pt x="197" y="13584"/>
                </a:lnTo>
                <a:lnTo>
                  <a:pt x="156" y="13634"/>
                </a:lnTo>
                <a:lnTo>
                  <a:pt x="116" y="13692"/>
                </a:lnTo>
                <a:lnTo>
                  <a:pt x="81" y="13742"/>
                </a:lnTo>
                <a:lnTo>
                  <a:pt x="58" y="13799"/>
                </a:lnTo>
                <a:lnTo>
                  <a:pt x="35" y="13863"/>
                </a:lnTo>
                <a:lnTo>
                  <a:pt x="17" y="13921"/>
                </a:lnTo>
                <a:lnTo>
                  <a:pt x="6" y="13985"/>
                </a:lnTo>
                <a:lnTo>
                  <a:pt x="0" y="14042"/>
                </a:lnTo>
                <a:lnTo>
                  <a:pt x="0" y="14107"/>
                </a:lnTo>
                <a:lnTo>
                  <a:pt x="0" y="14171"/>
                </a:lnTo>
                <a:lnTo>
                  <a:pt x="12" y="14228"/>
                </a:lnTo>
                <a:lnTo>
                  <a:pt x="23" y="14293"/>
                </a:lnTo>
                <a:lnTo>
                  <a:pt x="35" y="14350"/>
                </a:lnTo>
                <a:lnTo>
                  <a:pt x="58" y="14407"/>
                </a:lnTo>
                <a:lnTo>
                  <a:pt x="81" y="14457"/>
                </a:lnTo>
                <a:lnTo>
                  <a:pt x="104" y="14515"/>
                </a:lnTo>
                <a:lnTo>
                  <a:pt x="133" y="14558"/>
                </a:lnTo>
                <a:lnTo>
                  <a:pt x="168" y="14608"/>
                </a:lnTo>
                <a:lnTo>
                  <a:pt x="202" y="14644"/>
                </a:lnTo>
                <a:lnTo>
                  <a:pt x="243" y="14686"/>
                </a:lnTo>
                <a:lnTo>
                  <a:pt x="283" y="14715"/>
                </a:lnTo>
                <a:lnTo>
                  <a:pt x="324" y="14744"/>
                </a:lnTo>
                <a:lnTo>
                  <a:pt x="370" y="14765"/>
                </a:lnTo>
                <a:lnTo>
                  <a:pt x="416" y="14779"/>
                </a:lnTo>
                <a:lnTo>
                  <a:pt x="468" y="14794"/>
                </a:lnTo>
                <a:lnTo>
                  <a:pt x="520" y="14794"/>
                </a:lnTo>
                <a:lnTo>
                  <a:pt x="572" y="14787"/>
                </a:lnTo>
                <a:lnTo>
                  <a:pt x="624" y="14779"/>
                </a:lnTo>
                <a:lnTo>
                  <a:pt x="682" y="14758"/>
                </a:lnTo>
                <a:lnTo>
                  <a:pt x="740" y="14729"/>
                </a:lnTo>
                <a:lnTo>
                  <a:pt x="798" y="14694"/>
                </a:lnTo>
                <a:lnTo>
                  <a:pt x="2040" y="13820"/>
                </a:lnTo>
                <a:lnTo>
                  <a:pt x="3283" y="12955"/>
                </a:lnTo>
                <a:lnTo>
                  <a:pt x="4526" y="12096"/>
                </a:lnTo>
                <a:lnTo>
                  <a:pt x="5768" y="11244"/>
                </a:lnTo>
                <a:lnTo>
                  <a:pt x="7017" y="10414"/>
                </a:lnTo>
                <a:lnTo>
                  <a:pt x="8265" y="9591"/>
                </a:lnTo>
                <a:lnTo>
                  <a:pt x="9519" y="8775"/>
                </a:lnTo>
                <a:lnTo>
                  <a:pt x="10779" y="7981"/>
                </a:lnTo>
                <a:lnTo>
                  <a:pt x="11409" y="7587"/>
                </a:lnTo>
                <a:lnTo>
                  <a:pt x="12039" y="7200"/>
                </a:lnTo>
                <a:lnTo>
                  <a:pt x="12675" y="6814"/>
                </a:lnTo>
                <a:lnTo>
                  <a:pt x="13311" y="6435"/>
                </a:lnTo>
                <a:lnTo>
                  <a:pt x="13952" y="6055"/>
                </a:lnTo>
                <a:lnTo>
                  <a:pt x="14594" y="5683"/>
                </a:lnTo>
                <a:lnTo>
                  <a:pt x="15235" y="5318"/>
                </a:lnTo>
                <a:lnTo>
                  <a:pt x="15877" y="4953"/>
                </a:lnTo>
                <a:lnTo>
                  <a:pt x="16524" y="4595"/>
                </a:lnTo>
                <a:lnTo>
                  <a:pt x="17177" y="4238"/>
                </a:lnTo>
                <a:lnTo>
                  <a:pt x="17830" y="3887"/>
                </a:lnTo>
                <a:lnTo>
                  <a:pt x="18484" y="3543"/>
                </a:lnTo>
                <a:lnTo>
                  <a:pt x="19142" y="3200"/>
                </a:lnTo>
                <a:lnTo>
                  <a:pt x="19807" y="2863"/>
                </a:lnTo>
                <a:lnTo>
                  <a:pt x="20466" y="2534"/>
                </a:lnTo>
                <a:lnTo>
                  <a:pt x="21136" y="2205"/>
                </a:lnTo>
                <a:lnTo>
                  <a:pt x="21246" y="2148"/>
                </a:lnTo>
                <a:lnTo>
                  <a:pt x="21345" y="2076"/>
                </a:lnTo>
                <a:lnTo>
                  <a:pt x="21437" y="1998"/>
                </a:lnTo>
                <a:lnTo>
                  <a:pt x="21512" y="1919"/>
                </a:lnTo>
                <a:lnTo>
                  <a:pt x="21581" y="1826"/>
                </a:lnTo>
                <a:lnTo>
                  <a:pt x="21639" y="1733"/>
                </a:lnTo>
                <a:lnTo>
                  <a:pt x="21686" y="1640"/>
                </a:lnTo>
                <a:lnTo>
                  <a:pt x="21720" y="1532"/>
                </a:lnTo>
                <a:lnTo>
                  <a:pt x="21749" y="1432"/>
                </a:lnTo>
                <a:lnTo>
                  <a:pt x="21766" y="1325"/>
                </a:lnTo>
                <a:lnTo>
                  <a:pt x="21778" y="1217"/>
                </a:lnTo>
                <a:lnTo>
                  <a:pt x="21778" y="1110"/>
                </a:lnTo>
                <a:lnTo>
                  <a:pt x="21772" y="1003"/>
                </a:lnTo>
                <a:lnTo>
                  <a:pt x="21755" y="895"/>
                </a:lnTo>
                <a:lnTo>
                  <a:pt x="21732" y="795"/>
                </a:lnTo>
                <a:lnTo>
                  <a:pt x="21703" y="695"/>
                </a:lnTo>
                <a:lnTo>
                  <a:pt x="21668" y="595"/>
                </a:lnTo>
                <a:lnTo>
                  <a:pt x="21622" y="502"/>
                </a:lnTo>
                <a:lnTo>
                  <a:pt x="21570" y="416"/>
                </a:lnTo>
                <a:lnTo>
                  <a:pt x="21512" y="337"/>
                </a:lnTo>
                <a:lnTo>
                  <a:pt x="21449" y="258"/>
                </a:lnTo>
                <a:lnTo>
                  <a:pt x="21379" y="194"/>
                </a:lnTo>
                <a:lnTo>
                  <a:pt x="21304" y="137"/>
                </a:lnTo>
                <a:lnTo>
                  <a:pt x="21223" y="87"/>
                </a:lnTo>
                <a:lnTo>
                  <a:pt x="21142" y="51"/>
                </a:lnTo>
                <a:lnTo>
                  <a:pt x="21050" y="22"/>
                </a:lnTo>
                <a:lnTo>
                  <a:pt x="2095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8824371" y="4289426"/>
            <a:ext cx="90657" cy="137055"/>
          </a:xfrm>
          <a:custGeom>
            <a:rect b="b" l="l" r="r" t="t"/>
            <a:pathLst>
              <a:path extrusionOk="0" h="8389" w="5549">
                <a:moveTo>
                  <a:pt x="526" y="1"/>
                </a:moveTo>
                <a:lnTo>
                  <a:pt x="474" y="15"/>
                </a:lnTo>
                <a:lnTo>
                  <a:pt x="422" y="29"/>
                </a:lnTo>
                <a:lnTo>
                  <a:pt x="370" y="44"/>
                </a:lnTo>
                <a:lnTo>
                  <a:pt x="318" y="72"/>
                </a:lnTo>
                <a:lnTo>
                  <a:pt x="272" y="101"/>
                </a:lnTo>
                <a:lnTo>
                  <a:pt x="226" y="137"/>
                </a:lnTo>
                <a:lnTo>
                  <a:pt x="185" y="172"/>
                </a:lnTo>
                <a:lnTo>
                  <a:pt x="150" y="215"/>
                </a:lnTo>
                <a:lnTo>
                  <a:pt x="116" y="266"/>
                </a:lnTo>
                <a:lnTo>
                  <a:pt x="81" y="323"/>
                </a:lnTo>
                <a:lnTo>
                  <a:pt x="58" y="380"/>
                </a:lnTo>
                <a:lnTo>
                  <a:pt x="35" y="452"/>
                </a:lnTo>
                <a:lnTo>
                  <a:pt x="18" y="516"/>
                </a:lnTo>
                <a:lnTo>
                  <a:pt x="6" y="595"/>
                </a:lnTo>
                <a:lnTo>
                  <a:pt x="0" y="673"/>
                </a:lnTo>
                <a:lnTo>
                  <a:pt x="6" y="759"/>
                </a:lnTo>
                <a:lnTo>
                  <a:pt x="23" y="1067"/>
                </a:lnTo>
                <a:lnTo>
                  <a:pt x="52" y="1368"/>
                </a:lnTo>
                <a:lnTo>
                  <a:pt x="93" y="1668"/>
                </a:lnTo>
                <a:lnTo>
                  <a:pt x="145" y="1969"/>
                </a:lnTo>
                <a:lnTo>
                  <a:pt x="203" y="2262"/>
                </a:lnTo>
                <a:lnTo>
                  <a:pt x="272" y="2563"/>
                </a:lnTo>
                <a:lnTo>
                  <a:pt x="347" y="2856"/>
                </a:lnTo>
                <a:lnTo>
                  <a:pt x="434" y="3143"/>
                </a:lnTo>
                <a:lnTo>
                  <a:pt x="526" y="3429"/>
                </a:lnTo>
                <a:lnTo>
                  <a:pt x="630" y="3715"/>
                </a:lnTo>
                <a:lnTo>
                  <a:pt x="740" y="3994"/>
                </a:lnTo>
                <a:lnTo>
                  <a:pt x="861" y="4266"/>
                </a:lnTo>
                <a:lnTo>
                  <a:pt x="983" y="4538"/>
                </a:lnTo>
                <a:lnTo>
                  <a:pt x="1121" y="4803"/>
                </a:lnTo>
                <a:lnTo>
                  <a:pt x="1260" y="5061"/>
                </a:lnTo>
                <a:lnTo>
                  <a:pt x="1405" y="5311"/>
                </a:lnTo>
                <a:lnTo>
                  <a:pt x="1561" y="5562"/>
                </a:lnTo>
                <a:lnTo>
                  <a:pt x="1723" y="5805"/>
                </a:lnTo>
                <a:lnTo>
                  <a:pt x="1890" y="6041"/>
                </a:lnTo>
                <a:lnTo>
                  <a:pt x="2064" y="6263"/>
                </a:lnTo>
                <a:lnTo>
                  <a:pt x="2237" y="6485"/>
                </a:lnTo>
                <a:lnTo>
                  <a:pt x="2422" y="6699"/>
                </a:lnTo>
                <a:lnTo>
                  <a:pt x="2613" y="6900"/>
                </a:lnTo>
                <a:lnTo>
                  <a:pt x="2809" y="7100"/>
                </a:lnTo>
                <a:lnTo>
                  <a:pt x="3006" y="7286"/>
                </a:lnTo>
                <a:lnTo>
                  <a:pt x="3208" y="7465"/>
                </a:lnTo>
                <a:lnTo>
                  <a:pt x="3422" y="7630"/>
                </a:lnTo>
                <a:lnTo>
                  <a:pt x="3630" y="7794"/>
                </a:lnTo>
                <a:lnTo>
                  <a:pt x="3850" y="7938"/>
                </a:lnTo>
                <a:lnTo>
                  <a:pt x="4069" y="8081"/>
                </a:lnTo>
                <a:lnTo>
                  <a:pt x="4295" y="8202"/>
                </a:lnTo>
                <a:lnTo>
                  <a:pt x="4520" y="8324"/>
                </a:lnTo>
                <a:lnTo>
                  <a:pt x="4601" y="8353"/>
                </a:lnTo>
                <a:lnTo>
                  <a:pt x="4688" y="8381"/>
                </a:lnTo>
                <a:lnTo>
                  <a:pt x="4763" y="8388"/>
                </a:lnTo>
                <a:lnTo>
                  <a:pt x="4844" y="8388"/>
                </a:lnTo>
                <a:lnTo>
                  <a:pt x="4913" y="8381"/>
                </a:lnTo>
                <a:lnTo>
                  <a:pt x="4988" y="8360"/>
                </a:lnTo>
                <a:lnTo>
                  <a:pt x="5052" y="8331"/>
                </a:lnTo>
                <a:lnTo>
                  <a:pt x="5115" y="8295"/>
                </a:lnTo>
                <a:lnTo>
                  <a:pt x="5179" y="8245"/>
                </a:lnTo>
                <a:lnTo>
                  <a:pt x="5231" y="8195"/>
                </a:lnTo>
                <a:lnTo>
                  <a:pt x="5283" y="8138"/>
                </a:lnTo>
                <a:lnTo>
                  <a:pt x="5329" y="8066"/>
                </a:lnTo>
                <a:lnTo>
                  <a:pt x="5375" y="7995"/>
                </a:lnTo>
                <a:lnTo>
                  <a:pt x="5416" y="7923"/>
                </a:lnTo>
                <a:lnTo>
                  <a:pt x="5450" y="7837"/>
                </a:lnTo>
                <a:lnTo>
                  <a:pt x="5479" y="7759"/>
                </a:lnTo>
                <a:lnTo>
                  <a:pt x="5503" y="7673"/>
                </a:lnTo>
                <a:lnTo>
                  <a:pt x="5520" y="7580"/>
                </a:lnTo>
                <a:lnTo>
                  <a:pt x="5537" y="7487"/>
                </a:lnTo>
                <a:lnTo>
                  <a:pt x="5543" y="7394"/>
                </a:lnTo>
                <a:lnTo>
                  <a:pt x="5549" y="7301"/>
                </a:lnTo>
                <a:lnTo>
                  <a:pt x="5543" y="7208"/>
                </a:lnTo>
                <a:lnTo>
                  <a:pt x="5537" y="7122"/>
                </a:lnTo>
                <a:lnTo>
                  <a:pt x="5520" y="7029"/>
                </a:lnTo>
                <a:lnTo>
                  <a:pt x="5503" y="6943"/>
                </a:lnTo>
                <a:lnTo>
                  <a:pt x="5474" y="6850"/>
                </a:lnTo>
                <a:lnTo>
                  <a:pt x="5439" y="6771"/>
                </a:lnTo>
                <a:lnTo>
                  <a:pt x="5398" y="6692"/>
                </a:lnTo>
                <a:lnTo>
                  <a:pt x="5352" y="6614"/>
                </a:lnTo>
                <a:lnTo>
                  <a:pt x="5294" y="6542"/>
                </a:lnTo>
                <a:lnTo>
                  <a:pt x="5237" y="6478"/>
                </a:lnTo>
                <a:lnTo>
                  <a:pt x="5167" y="6420"/>
                </a:lnTo>
                <a:lnTo>
                  <a:pt x="4982" y="6284"/>
                </a:lnTo>
                <a:lnTo>
                  <a:pt x="4809" y="6141"/>
                </a:lnTo>
                <a:lnTo>
                  <a:pt x="4636" y="6005"/>
                </a:lnTo>
                <a:lnTo>
                  <a:pt x="4468" y="5855"/>
                </a:lnTo>
                <a:lnTo>
                  <a:pt x="4300" y="5712"/>
                </a:lnTo>
                <a:lnTo>
                  <a:pt x="4144" y="5562"/>
                </a:lnTo>
                <a:lnTo>
                  <a:pt x="3988" y="5411"/>
                </a:lnTo>
                <a:lnTo>
                  <a:pt x="3838" y="5261"/>
                </a:lnTo>
                <a:lnTo>
                  <a:pt x="3688" y="5104"/>
                </a:lnTo>
                <a:lnTo>
                  <a:pt x="3549" y="4946"/>
                </a:lnTo>
                <a:lnTo>
                  <a:pt x="3410" y="4789"/>
                </a:lnTo>
                <a:lnTo>
                  <a:pt x="3272" y="4624"/>
                </a:lnTo>
                <a:lnTo>
                  <a:pt x="3144" y="4459"/>
                </a:lnTo>
                <a:lnTo>
                  <a:pt x="3017" y="4288"/>
                </a:lnTo>
                <a:lnTo>
                  <a:pt x="2890" y="4116"/>
                </a:lnTo>
                <a:lnTo>
                  <a:pt x="2769" y="3944"/>
                </a:lnTo>
                <a:lnTo>
                  <a:pt x="2653" y="3758"/>
                </a:lnTo>
                <a:lnTo>
                  <a:pt x="2538" y="3579"/>
                </a:lnTo>
                <a:lnTo>
                  <a:pt x="2428" y="3393"/>
                </a:lnTo>
                <a:lnTo>
                  <a:pt x="2324" y="3200"/>
                </a:lnTo>
                <a:lnTo>
                  <a:pt x="2220" y="3007"/>
                </a:lnTo>
                <a:lnTo>
                  <a:pt x="2116" y="2806"/>
                </a:lnTo>
                <a:lnTo>
                  <a:pt x="2017" y="2599"/>
                </a:lnTo>
                <a:lnTo>
                  <a:pt x="1925" y="2391"/>
                </a:lnTo>
                <a:lnTo>
                  <a:pt x="1832" y="2184"/>
                </a:lnTo>
                <a:lnTo>
                  <a:pt x="1746" y="1962"/>
                </a:lnTo>
                <a:lnTo>
                  <a:pt x="1659" y="1740"/>
                </a:lnTo>
                <a:lnTo>
                  <a:pt x="1572" y="1511"/>
                </a:lnTo>
                <a:lnTo>
                  <a:pt x="1491" y="1282"/>
                </a:lnTo>
                <a:lnTo>
                  <a:pt x="1410" y="1046"/>
                </a:lnTo>
                <a:lnTo>
                  <a:pt x="1335" y="802"/>
                </a:lnTo>
                <a:lnTo>
                  <a:pt x="1260" y="552"/>
                </a:lnTo>
                <a:lnTo>
                  <a:pt x="1237" y="480"/>
                </a:lnTo>
                <a:lnTo>
                  <a:pt x="1208" y="409"/>
                </a:lnTo>
                <a:lnTo>
                  <a:pt x="1173" y="351"/>
                </a:lnTo>
                <a:lnTo>
                  <a:pt x="1139" y="294"/>
                </a:lnTo>
                <a:lnTo>
                  <a:pt x="1098" y="244"/>
                </a:lnTo>
                <a:lnTo>
                  <a:pt x="1052" y="194"/>
                </a:lnTo>
                <a:lnTo>
                  <a:pt x="1006" y="151"/>
                </a:lnTo>
                <a:lnTo>
                  <a:pt x="960" y="115"/>
                </a:lnTo>
                <a:lnTo>
                  <a:pt x="908" y="87"/>
                </a:lnTo>
                <a:lnTo>
                  <a:pt x="856" y="58"/>
                </a:lnTo>
                <a:lnTo>
                  <a:pt x="804" y="37"/>
                </a:lnTo>
                <a:lnTo>
                  <a:pt x="752" y="22"/>
                </a:lnTo>
                <a:lnTo>
                  <a:pt x="694" y="8"/>
                </a:lnTo>
                <a:lnTo>
                  <a:pt x="63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8977812" y="4476033"/>
            <a:ext cx="113611" cy="82929"/>
          </a:xfrm>
          <a:custGeom>
            <a:rect b="b" l="l" r="r" t="t"/>
            <a:pathLst>
              <a:path extrusionOk="0" h="5076" w="6954">
                <a:moveTo>
                  <a:pt x="717" y="1"/>
                </a:moveTo>
                <a:lnTo>
                  <a:pt x="648" y="15"/>
                </a:lnTo>
                <a:lnTo>
                  <a:pt x="578" y="30"/>
                </a:lnTo>
                <a:lnTo>
                  <a:pt x="515" y="58"/>
                </a:lnTo>
                <a:lnTo>
                  <a:pt x="451" y="94"/>
                </a:lnTo>
                <a:lnTo>
                  <a:pt x="393" y="130"/>
                </a:lnTo>
                <a:lnTo>
                  <a:pt x="335" y="180"/>
                </a:lnTo>
                <a:lnTo>
                  <a:pt x="283" y="230"/>
                </a:lnTo>
                <a:lnTo>
                  <a:pt x="231" y="287"/>
                </a:lnTo>
                <a:lnTo>
                  <a:pt x="185" y="352"/>
                </a:lnTo>
                <a:lnTo>
                  <a:pt x="145" y="416"/>
                </a:lnTo>
                <a:lnTo>
                  <a:pt x="104" y="488"/>
                </a:lnTo>
                <a:lnTo>
                  <a:pt x="75" y="559"/>
                </a:lnTo>
                <a:lnTo>
                  <a:pt x="46" y="638"/>
                </a:lnTo>
                <a:lnTo>
                  <a:pt x="23" y="717"/>
                </a:lnTo>
                <a:lnTo>
                  <a:pt x="12" y="795"/>
                </a:lnTo>
                <a:lnTo>
                  <a:pt x="0" y="881"/>
                </a:lnTo>
                <a:lnTo>
                  <a:pt x="0" y="967"/>
                </a:lnTo>
                <a:lnTo>
                  <a:pt x="6" y="1046"/>
                </a:lnTo>
                <a:lnTo>
                  <a:pt x="23" y="1132"/>
                </a:lnTo>
                <a:lnTo>
                  <a:pt x="46" y="1218"/>
                </a:lnTo>
                <a:lnTo>
                  <a:pt x="75" y="1303"/>
                </a:lnTo>
                <a:lnTo>
                  <a:pt x="116" y="1382"/>
                </a:lnTo>
                <a:lnTo>
                  <a:pt x="162" y="1468"/>
                </a:lnTo>
                <a:lnTo>
                  <a:pt x="220" y="1547"/>
                </a:lnTo>
                <a:lnTo>
                  <a:pt x="370" y="1726"/>
                </a:lnTo>
                <a:lnTo>
                  <a:pt x="526" y="1905"/>
                </a:lnTo>
                <a:lnTo>
                  <a:pt x="682" y="2076"/>
                </a:lnTo>
                <a:lnTo>
                  <a:pt x="838" y="2248"/>
                </a:lnTo>
                <a:lnTo>
                  <a:pt x="1000" y="2413"/>
                </a:lnTo>
                <a:lnTo>
                  <a:pt x="1168" y="2577"/>
                </a:lnTo>
                <a:lnTo>
                  <a:pt x="1330" y="2735"/>
                </a:lnTo>
                <a:lnTo>
                  <a:pt x="1503" y="2885"/>
                </a:lnTo>
                <a:lnTo>
                  <a:pt x="1671" y="3035"/>
                </a:lnTo>
                <a:lnTo>
                  <a:pt x="1844" y="3186"/>
                </a:lnTo>
                <a:lnTo>
                  <a:pt x="2023" y="3329"/>
                </a:lnTo>
                <a:lnTo>
                  <a:pt x="2202" y="3465"/>
                </a:lnTo>
                <a:lnTo>
                  <a:pt x="2381" y="3594"/>
                </a:lnTo>
                <a:lnTo>
                  <a:pt x="2566" y="3722"/>
                </a:lnTo>
                <a:lnTo>
                  <a:pt x="2746" y="3844"/>
                </a:lnTo>
                <a:lnTo>
                  <a:pt x="2936" y="3966"/>
                </a:lnTo>
                <a:lnTo>
                  <a:pt x="3121" y="4080"/>
                </a:lnTo>
                <a:lnTo>
                  <a:pt x="3312" y="4188"/>
                </a:lnTo>
                <a:lnTo>
                  <a:pt x="3509" y="4288"/>
                </a:lnTo>
                <a:lnTo>
                  <a:pt x="3699" y="4388"/>
                </a:lnTo>
                <a:lnTo>
                  <a:pt x="3896" y="4474"/>
                </a:lnTo>
                <a:lnTo>
                  <a:pt x="4092" y="4560"/>
                </a:lnTo>
                <a:lnTo>
                  <a:pt x="4295" y="4639"/>
                </a:lnTo>
                <a:lnTo>
                  <a:pt x="4491" y="4717"/>
                </a:lnTo>
                <a:lnTo>
                  <a:pt x="4693" y="4782"/>
                </a:lnTo>
                <a:lnTo>
                  <a:pt x="4896" y="4839"/>
                </a:lnTo>
                <a:lnTo>
                  <a:pt x="5104" y="4896"/>
                </a:lnTo>
                <a:lnTo>
                  <a:pt x="5312" y="4946"/>
                </a:lnTo>
                <a:lnTo>
                  <a:pt x="5514" y="4989"/>
                </a:lnTo>
                <a:lnTo>
                  <a:pt x="5722" y="5025"/>
                </a:lnTo>
                <a:lnTo>
                  <a:pt x="5936" y="5046"/>
                </a:lnTo>
                <a:lnTo>
                  <a:pt x="6144" y="5068"/>
                </a:lnTo>
                <a:lnTo>
                  <a:pt x="6231" y="5075"/>
                </a:lnTo>
                <a:lnTo>
                  <a:pt x="6312" y="5061"/>
                </a:lnTo>
                <a:lnTo>
                  <a:pt x="6387" y="5039"/>
                </a:lnTo>
                <a:lnTo>
                  <a:pt x="6456" y="5011"/>
                </a:lnTo>
                <a:lnTo>
                  <a:pt x="6526" y="4975"/>
                </a:lnTo>
                <a:lnTo>
                  <a:pt x="6589" y="4932"/>
                </a:lnTo>
                <a:lnTo>
                  <a:pt x="6647" y="4875"/>
                </a:lnTo>
                <a:lnTo>
                  <a:pt x="6699" y="4817"/>
                </a:lnTo>
                <a:lnTo>
                  <a:pt x="6745" y="4746"/>
                </a:lnTo>
                <a:lnTo>
                  <a:pt x="6791" y="4674"/>
                </a:lnTo>
                <a:lnTo>
                  <a:pt x="6826" y="4596"/>
                </a:lnTo>
                <a:lnTo>
                  <a:pt x="6861" y="4517"/>
                </a:lnTo>
                <a:lnTo>
                  <a:pt x="6890" y="4431"/>
                </a:lnTo>
                <a:lnTo>
                  <a:pt x="6913" y="4345"/>
                </a:lnTo>
                <a:lnTo>
                  <a:pt x="6930" y="4252"/>
                </a:lnTo>
                <a:lnTo>
                  <a:pt x="6942" y="4159"/>
                </a:lnTo>
                <a:lnTo>
                  <a:pt x="6953" y="4073"/>
                </a:lnTo>
                <a:lnTo>
                  <a:pt x="6953" y="3980"/>
                </a:lnTo>
                <a:lnTo>
                  <a:pt x="6947" y="3887"/>
                </a:lnTo>
                <a:lnTo>
                  <a:pt x="6942" y="3794"/>
                </a:lnTo>
                <a:lnTo>
                  <a:pt x="6924" y="3708"/>
                </a:lnTo>
                <a:lnTo>
                  <a:pt x="6907" y="3622"/>
                </a:lnTo>
                <a:lnTo>
                  <a:pt x="6878" y="3544"/>
                </a:lnTo>
                <a:lnTo>
                  <a:pt x="6843" y="3465"/>
                </a:lnTo>
                <a:lnTo>
                  <a:pt x="6809" y="3386"/>
                </a:lnTo>
                <a:lnTo>
                  <a:pt x="6763" y="3322"/>
                </a:lnTo>
                <a:lnTo>
                  <a:pt x="6711" y="3257"/>
                </a:lnTo>
                <a:lnTo>
                  <a:pt x="6653" y="3200"/>
                </a:lnTo>
                <a:lnTo>
                  <a:pt x="6595" y="3157"/>
                </a:lnTo>
                <a:lnTo>
                  <a:pt x="6526" y="3114"/>
                </a:lnTo>
                <a:lnTo>
                  <a:pt x="6445" y="3085"/>
                </a:lnTo>
                <a:lnTo>
                  <a:pt x="6364" y="3064"/>
                </a:lnTo>
                <a:lnTo>
                  <a:pt x="6000" y="2985"/>
                </a:lnTo>
                <a:lnTo>
                  <a:pt x="5647" y="2907"/>
                </a:lnTo>
                <a:lnTo>
                  <a:pt x="5294" y="2814"/>
                </a:lnTo>
                <a:lnTo>
                  <a:pt x="4948" y="2706"/>
                </a:lnTo>
                <a:lnTo>
                  <a:pt x="4612" y="2592"/>
                </a:lnTo>
                <a:lnTo>
                  <a:pt x="4277" y="2463"/>
                </a:lnTo>
                <a:lnTo>
                  <a:pt x="3948" y="2320"/>
                </a:lnTo>
                <a:lnTo>
                  <a:pt x="3630" y="2162"/>
                </a:lnTo>
                <a:lnTo>
                  <a:pt x="3468" y="2076"/>
                </a:lnTo>
                <a:lnTo>
                  <a:pt x="3312" y="1983"/>
                </a:lnTo>
                <a:lnTo>
                  <a:pt x="3156" y="1897"/>
                </a:lnTo>
                <a:lnTo>
                  <a:pt x="3000" y="1797"/>
                </a:lnTo>
                <a:lnTo>
                  <a:pt x="2850" y="1697"/>
                </a:lnTo>
                <a:lnTo>
                  <a:pt x="2699" y="1590"/>
                </a:lnTo>
                <a:lnTo>
                  <a:pt x="2549" y="1482"/>
                </a:lnTo>
                <a:lnTo>
                  <a:pt x="2399" y="1361"/>
                </a:lnTo>
                <a:lnTo>
                  <a:pt x="2254" y="1246"/>
                </a:lnTo>
                <a:lnTo>
                  <a:pt x="2104" y="1117"/>
                </a:lnTo>
                <a:lnTo>
                  <a:pt x="1960" y="989"/>
                </a:lnTo>
                <a:lnTo>
                  <a:pt x="1821" y="853"/>
                </a:lnTo>
                <a:lnTo>
                  <a:pt x="1676" y="709"/>
                </a:lnTo>
                <a:lnTo>
                  <a:pt x="1538" y="566"/>
                </a:lnTo>
                <a:lnTo>
                  <a:pt x="1399" y="416"/>
                </a:lnTo>
                <a:lnTo>
                  <a:pt x="1260" y="259"/>
                </a:lnTo>
                <a:lnTo>
                  <a:pt x="1197" y="187"/>
                </a:lnTo>
                <a:lnTo>
                  <a:pt x="1127" y="130"/>
                </a:lnTo>
                <a:lnTo>
                  <a:pt x="1064" y="80"/>
                </a:lnTo>
                <a:lnTo>
                  <a:pt x="994" y="44"/>
                </a:lnTo>
                <a:lnTo>
                  <a:pt x="925" y="22"/>
                </a:lnTo>
                <a:lnTo>
                  <a:pt x="850" y="8"/>
                </a:lnTo>
                <a:lnTo>
                  <a:pt x="78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9156185" y="4531695"/>
            <a:ext cx="101619" cy="38491"/>
          </a:xfrm>
          <a:custGeom>
            <a:rect b="b" l="l" r="r" t="t"/>
            <a:pathLst>
              <a:path extrusionOk="0" h="2356" w="6220">
                <a:moveTo>
                  <a:pt x="5306" y="1"/>
                </a:moveTo>
                <a:lnTo>
                  <a:pt x="3618" y="51"/>
                </a:lnTo>
                <a:lnTo>
                  <a:pt x="3532" y="58"/>
                </a:lnTo>
                <a:lnTo>
                  <a:pt x="3456" y="79"/>
                </a:lnTo>
                <a:lnTo>
                  <a:pt x="3381" y="108"/>
                </a:lnTo>
                <a:lnTo>
                  <a:pt x="3312" y="137"/>
                </a:lnTo>
                <a:lnTo>
                  <a:pt x="2647" y="172"/>
                </a:lnTo>
                <a:lnTo>
                  <a:pt x="1983" y="215"/>
                </a:lnTo>
                <a:lnTo>
                  <a:pt x="1324" y="272"/>
                </a:lnTo>
                <a:lnTo>
                  <a:pt x="659" y="337"/>
                </a:lnTo>
                <a:lnTo>
                  <a:pt x="578" y="351"/>
                </a:lnTo>
                <a:lnTo>
                  <a:pt x="503" y="373"/>
                </a:lnTo>
                <a:lnTo>
                  <a:pt x="434" y="401"/>
                </a:lnTo>
                <a:lnTo>
                  <a:pt x="370" y="430"/>
                </a:lnTo>
                <a:lnTo>
                  <a:pt x="312" y="473"/>
                </a:lnTo>
                <a:lnTo>
                  <a:pt x="260" y="523"/>
                </a:lnTo>
                <a:lnTo>
                  <a:pt x="208" y="573"/>
                </a:lnTo>
                <a:lnTo>
                  <a:pt x="168" y="630"/>
                </a:lnTo>
                <a:lnTo>
                  <a:pt x="127" y="688"/>
                </a:lnTo>
                <a:lnTo>
                  <a:pt x="93" y="752"/>
                </a:lnTo>
                <a:lnTo>
                  <a:pt x="64" y="816"/>
                </a:lnTo>
                <a:lnTo>
                  <a:pt x="41" y="888"/>
                </a:lnTo>
                <a:lnTo>
                  <a:pt x="23" y="960"/>
                </a:lnTo>
                <a:lnTo>
                  <a:pt x="12" y="1031"/>
                </a:lnTo>
                <a:lnTo>
                  <a:pt x="6" y="1103"/>
                </a:lnTo>
                <a:lnTo>
                  <a:pt x="0" y="1181"/>
                </a:lnTo>
                <a:lnTo>
                  <a:pt x="6" y="1253"/>
                </a:lnTo>
                <a:lnTo>
                  <a:pt x="12" y="1325"/>
                </a:lnTo>
                <a:lnTo>
                  <a:pt x="23" y="1403"/>
                </a:lnTo>
                <a:lnTo>
                  <a:pt x="41" y="1475"/>
                </a:lnTo>
                <a:lnTo>
                  <a:pt x="64" y="1539"/>
                </a:lnTo>
                <a:lnTo>
                  <a:pt x="93" y="1611"/>
                </a:lnTo>
                <a:lnTo>
                  <a:pt x="127" y="1668"/>
                </a:lnTo>
                <a:lnTo>
                  <a:pt x="168" y="1732"/>
                </a:lnTo>
                <a:lnTo>
                  <a:pt x="208" y="1790"/>
                </a:lnTo>
                <a:lnTo>
                  <a:pt x="260" y="1840"/>
                </a:lnTo>
                <a:lnTo>
                  <a:pt x="312" y="1883"/>
                </a:lnTo>
                <a:lnTo>
                  <a:pt x="370" y="1926"/>
                </a:lnTo>
                <a:lnTo>
                  <a:pt x="434" y="1961"/>
                </a:lnTo>
                <a:lnTo>
                  <a:pt x="503" y="1990"/>
                </a:lnTo>
                <a:lnTo>
                  <a:pt x="578" y="2012"/>
                </a:lnTo>
                <a:lnTo>
                  <a:pt x="659" y="2019"/>
                </a:lnTo>
                <a:lnTo>
                  <a:pt x="1324" y="2090"/>
                </a:lnTo>
                <a:lnTo>
                  <a:pt x="1983" y="2140"/>
                </a:lnTo>
                <a:lnTo>
                  <a:pt x="2647" y="2183"/>
                </a:lnTo>
                <a:lnTo>
                  <a:pt x="3312" y="2226"/>
                </a:lnTo>
                <a:lnTo>
                  <a:pt x="3381" y="2255"/>
                </a:lnTo>
                <a:lnTo>
                  <a:pt x="3456" y="2276"/>
                </a:lnTo>
                <a:lnTo>
                  <a:pt x="3537" y="2298"/>
                </a:lnTo>
                <a:lnTo>
                  <a:pt x="3618" y="2305"/>
                </a:lnTo>
                <a:lnTo>
                  <a:pt x="5306" y="2355"/>
                </a:lnTo>
                <a:lnTo>
                  <a:pt x="5422" y="2355"/>
                </a:lnTo>
                <a:lnTo>
                  <a:pt x="5526" y="2348"/>
                </a:lnTo>
                <a:lnTo>
                  <a:pt x="5624" y="2319"/>
                </a:lnTo>
                <a:lnTo>
                  <a:pt x="5710" y="2284"/>
                </a:lnTo>
                <a:lnTo>
                  <a:pt x="5791" y="2233"/>
                </a:lnTo>
                <a:lnTo>
                  <a:pt x="5867" y="2169"/>
                </a:lnTo>
                <a:lnTo>
                  <a:pt x="5936" y="2097"/>
                </a:lnTo>
                <a:lnTo>
                  <a:pt x="5999" y="2019"/>
                </a:lnTo>
                <a:lnTo>
                  <a:pt x="6052" y="1933"/>
                </a:lnTo>
                <a:lnTo>
                  <a:pt x="6098" y="1840"/>
                </a:lnTo>
                <a:lnTo>
                  <a:pt x="6138" y="1732"/>
                </a:lnTo>
                <a:lnTo>
                  <a:pt x="6167" y="1632"/>
                </a:lnTo>
                <a:lnTo>
                  <a:pt x="6190" y="1518"/>
                </a:lnTo>
                <a:lnTo>
                  <a:pt x="6208" y="1410"/>
                </a:lnTo>
                <a:lnTo>
                  <a:pt x="6219" y="1296"/>
                </a:lnTo>
                <a:lnTo>
                  <a:pt x="6219" y="1181"/>
                </a:lnTo>
                <a:lnTo>
                  <a:pt x="6219" y="1067"/>
                </a:lnTo>
                <a:lnTo>
                  <a:pt x="6208" y="952"/>
                </a:lnTo>
                <a:lnTo>
                  <a:pt x="6190" y="838"/>
                </a:lnTo>
                <a:lnTo>
                  <a:pt x="6167" y="731"/>
                </a:lnTo>
                <a:lnTo>
                  <a:pt x="6138" y="623"/>
                </a:lnTo>
                <a:lnTo>
                  <a:pt x="6098" y="523"/>
                </a:lnTo>
                <a:lnTo>
                  <a:pt x="6052" y="430"/>
                </a:lnTo>
                <a:lnTo>
                  <a:pt x="5999" y="337"/>
                </a:lnTo>
                <a:lnTo>
                  <a:pt x="5936" y="258"/>
                </a:lnTo>
                <a:lnTo>
                  <a:pt x="5867" y="187"/>
                </a:lnTo>
                <a:lnTo>
                  <a:pt x="5791" y="129"/>
                </a:lnTo>
                <a:lnTo>
                  <a:pt x="5710" y="79"/>
                </a:lnTo>
                <a:lnTo>
                  <a:pt x="5618" y="36"/>
                </a:lnTo>
                <a:lnTo>
                  <a:pt x="5526" y="15"/>
                </a:lnTo>
                <a:lnTo>
                  <a:pt x="542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5118598" y="4384806"/>
            <a:ext cx="260812" cy="492380"/>
          </a:xfrm>
          <a:custGeom>
            <a:rect b="b" l="l" r="r" t="t"/>
            <a:pathLst>
              <a:path extrusionOk="0" h="30138" w="15964">
                <a:moveTo>
                  <a:pt x="497" y="1"/>
                </a:moveTo>
                <a:lnTo>
                  <a:pt x="445" y="15"/>
                </a:lnTo>
                <a:lnTo>
                  <a:pt x="399" y="29"/>
                </a:lnTo>
                <a:lnTo>
                  <a:pt x="353" y="44"/>
                </a:lnTo>
                <a:lnTo>
                  <a:pt x="307" y="72"/>
                </a:lnTo>
                <a:lnTo>
                  <a:pt x="266" y="94"/>
                </a:lnTo>
                <a:lnTo>
                  <a:pt x="226" y="129"/>
                </a:lnTo>
                <a:lnTo>
                  <a:pt x="185" y="165"/>
                </a:lnTo>
                <a:lnTo>
                  <a:pt x="151" y="201"/>
                </a:lnTo>
                <a:lnTo>
                  <a:pt x="116" y="251"/>
                </a:lnTo>
                <a:lnTo>
                  <a:pt x="87" y="294"/>
                </a:lnTo>
                <a:lnTo>
                  <a:pt x="64" y="344"/>
                </a:lnTo>
                <a:lnTo>
                  <a:pt x="41" y="394"/>
                </a:lnTo>
                <a:lnTo>
                  <a:pt x="23" y="451"/>
                </a:lnTo>
                <a:lnTo>
                  <a:pt x="12" y="509"/>
                </a:lnTo>
                <a:lnTo>
                  <a:pt x="6" y="566"/>
                </a:lnTo>
                <a:lnTo>
                  <a:pt x="0" y="630"/>
                </a:lnTo>
                <a:lnTo>
                  <a:pt x="6" y="695"/>
                </a:lnTo>
                <a:lnTo>
                  <a:pt x="12" y="759"/>
                </a:lnTo>
                <a:lnTo>
                  <a:pt x="29" y="824"/>
                </a:lnTo>
                <a:lnTo>
                  <a:pt x="52" y="895"/>
                </a:lnTo>
                <a:lnTo>
                  <a:pt x="81" y="960"/>
                </a:lnTo>
                <a:lnTo>
                  <a:pt x="584" y="2040"/>
                </a:lnTo>
                <a:lnTo>
                  <a:pt x="1093" y="3114"/>
                </a:lnTo>
                <a:lnTo>
                  <a:pt x="1607" y="4180"/>
                </a:lnTo>
                <a:lnTo>
                  <a:pt x="2122" y="5247"/>
                </a:lnTo>
                <a:lnTo>
                  <a:pt x="3162" y="7379"/>
                </a:lnTo>
                <a:lnTo>
                  <a:pt x="4208" y="9505"/>
                </a:lnTo>
                <a:lnTo>
                  <a:pt x="5266" y="11630"/>
                </a:lnTo>
                <a:lnTo>
                  <a:pt x="6318" y="13749"/>
                </a:lnTo>
                <a:lnTo>
                  <a:pt x="7375" y="15867"/>
                </a:lnTo>
                <a:lnTo>
                  <a:pt x="8427" y="17986"/>
                </a:lnTo>
                <a:lnTo>
                  <a:pt x="8577" y="18308"/>
                </a:lnTo>
                <a:lnTo>
                  <a:pt x="8739" y="18644"/>
                </a:lnTo>
                <a:lnTo>
                  <a:pt x="8895" y="19002"/>
                </a:lnTo>
                <a:lnTo>
                  <a:pt x="9057" y="19374"/>
                </a:lnTo>
                <a:lnTo>
                  <a:pt x="9387" y="20161"/>
                </a:lnTo>
                <a:lnTo>
                  <a:pt x="9728" y="20991"/>
                </a:lnTo>
                <a:lnTo>
                  <a:pt x="10080" y="21857"/>
                </a:lnTo>
                <a:lnTo>
                  <a:pt x="10444" y="22738"/>
                </a:lnTo>
                <a:lnTo>
                  <a:pt x="10826" y="23632"/>
                </a:lnTo>
                <a:lnTo>
                  <a:pt x="11017" y="24083"/>
                </a:lnTo>
                <a:lnTo>
                  <a:pt x="11213" y="24527"/>
                </a:lnTo>
                <a:lnTo>
                  <a:pt x="11415" y="24963"/>
                </a:lnTo>
                <a:lnTo>
                  <a:pt x="11618" y="25400"/>
                </a:lnTo>
                <a:lnTo>
                  <a:pt x="11820" y="25822"/>
                </a:lnTo>
                <a:lnTo>
                  <a:pt x="12034" y="26244"/>
                </a:lnTo>
                <a:lnTo>
                  <a:pt x="12248" y="26652"/>
                </a:lnTo>
                <a:lnTo>
                  <a:pt x="12461" y="27046"/>
                </a:lnTo>
                <a:lnTo>
                  <a:pt x="12681" y="27432"/>
                </a:lnTo>
                <a:lnTo>
                  <a:pt x="12906" y="27797"/>
                </a:lnTo>
                <a:lnTo>
                  <a:pt x="13138" y="28148"/>
                </a:lnTo>
                <a:lnTo>
                  <a:pt x="13369" y="28485"/>
                </a:lnTo>
                <a:lnTo>
                  <a:pt x="13484" y="28649"/>
                </a:lnTo>
                <a:lnTo>
                  <a:pt x="13606" y="28799"/>
                </a:lnTo>
                <a:lnTo>
                  <a:pt x="13721" y="28950"/>
                </a:lnTo>
                <a:lnTo>
                  <a:pt x="13843" y="29093"/>
                </a:lnTo>
                <a:lnTo>
                  <a:pt x="13964" y="29236"/>
                </a:lnTo>
                <a:lnTo>
                  <a:pt x="14086" y="29365"/>
                </a:lnTo>
                <a:lnTo>
                  <a:pt x="14213" y="29494"/>
                </a:lnTo>
                <a:lnTo>
                  <a:pt x="14334" y="29615"/>
                </a:lnTo>
                <a:lnTo>
                  <a:pt x="14461" y="29730"/>
                </a:lnTo>
                <a:lnTo>
                  <a:pt x="14588" y="29837"/>
                </a:lnTo>
                <a:lnTo>
                  <a:pt x="14716" y="29937"/>
                </a:lnTo>
                <a:lnTo>
                  <a:pt x="14843" y="30030"/>
                </a:lnTo>
                <a:lnTo>
                  <a:pt x="14918" y="30073"/>
                </a:lnTo>
                <a:lnTo>
                  <a:pt x="14993" y="30109"/>
                </a:lnTo>
                <a:lnTo>
                  <a:pt x="15074" y="30131"/>
                </a:lnTo>
                <a:lnTo>
                  <a:pt x="15155" y="30138"/>
                </a:lnTo>
                <a:lnTo>
                  <a:pt x="15236" y="30138"/>
                </a:lnTo>
                <a:lnTo>
                  <a:pt x="15317" y="30131"/>
                </a:lnTo>
                <a:lnTo>
                  <a:pt x="15398" y="30109"/>
                </a:lnTo>
                <a:lnTo>
                  <a:pt x="15473" y="30080"/>
                </a:lnTo>
                <a:lnTo>
                  <a:pt x="15548" y="30038"/>
                </a:lnTo>
                <a:lnTo>
                  <a:pt x="15617" y="29987"/>
                </a:lnTo>
                <a:lnTo>
                  <a:pt x="15687" y="29930"/>
                </a:lnTo>
                <a:lnTo>
                  <a:pt x="15744" y="29859"/>
                </a:lnTo>
                <a:lnTo>
                  <a:pt x="15796" y="29787"/>
                </a:lnTo>
                <a:lnTo>
                  <a:pt x="15837" y="29701"/>
                </a:lnTo>
                <a:lnTo>
                  <a:pt x="15871" y="29601"/>
                </a:lnTo>
                <a:lnTo>
                  <a:pt x="15895" y="29501"/>
                </a:lnTo>
                <a:lnTo>
                  <a:pt x="15947" y="29186"/>
                </a:lnTo>
                <a:lnTo>
                  <a:pt x="15958" y="29100"/>
                </a:lnTo>
                <a:lnTo>
                  <a:pt x="15964" y="29014"/>
                </a:lnTo>
                <a:lnTo>
                  <a:pt x="15964" y="28935"/>
                </a:lnTo>
                <a:lnTo>
                  <a:pt x="15958" y="28850"/>
                </a:lnTo>
                <a:lnTo>
                  <a:pt x="15947" y="28771"/>
                </a:lnTo>
                <a:lnTo>
                  <a:pt x="15929" y="28692"/>
                </a:lnTo>
                <a:lnTo>
                  <a:pt x="15906" y="28613"/>
                </a:lnTo>
                <a:lnTo>
                  <a:pt x="15877" y="28542"/>
                </a:lnTo>
                <a:lnTo>
                  <a:pt x="15843" y="28470"/>
                </a:lnTo>
                <a:lnTo>
                  <a:pt x="15808" y="28406"/>
                </a:lnTo>
                <a:lnTo>
                  <a:pt x="15762" y="28349"/>
                </a:lnTo>
                <a:lnTo>
                  <a:pt x="15710" y="28291"/>
                </a:lnTo>
                <a:lnTo>
                  <a:pt x="15658" y="28241"/>
                </a:lnTo>
                <a:lnTo>
                  <a:pt x="15600" y="28198"/>
                </a:lnTo>
                <a:lnTo>
                  <a:pt x="15536" y="28162"/>
                </a:lnTo>
                <a:lnTo>
                  <a:pt x="15467" y="28141"/>
                </a:lnTo>
                <a:lnTo>
                  <a:pt x="15282" y="28077"/>
                </a:lnTo>
                <a:lnTo>
                  <a:pt x="15207" y="28055"/>
                </a:lnTo>
                <a:lnTo>
                  <a:pt x="15132" y="28048"/>
                </a:lnTo>
                <a:lnTo>
                  <a:pt x="15062" y="28055"/>
                </a:lnTo>
                <a:lnTo>
                  <a:pt x="14999" y="28069"/>
                </a:lnTo>
                <a:lnTo>
                  <a:pt x="14929" y="28091"/>
                </a:lnTo>
                <a:lnTo>
                  <a:pt x="14872" y="28120"/>
                </a:lnTo>
                <a:lnTo>
                  <a:pt x="14808" y="28155"/>
                </a:lnTo>
                <a:lnTo>
                  <a:pt x="14756" y="28198"/>
                </a:lnTo>
                <a:lnTo>
                  <a:pt x="14727" y="27948"/>
                </a:lnTo>
                <a:lnTo>
                  <a:pt x="14698" y="27704"/>
                </a:lnTo>
                <a:lnTo>
                  <a:pt x="14652" y="27461"/>
                </a:lnTo>
                <a:lnTo>
                  <a:pt x="14606" y="27218"/>
                </a:lnTo>
                <a:lnTo>
                  <a:pt x="14548" y="26982"/>
                </a:lnTo>
                <a:lnTo>
                  <a:pt x="14490" y="26753"/>
                </a:lnTo>
                <a:lnTo>
                  <a:pt x="14415" y="26524"/>
                </a:lnTo>
                <a:lnTo>
                  <a:pt x="14340" y="26295"/>
                </a:lnTo>
                <a:lnTo>
                  <a:pt x="14253" y="26073"/>
                </a:lnTo>
                <a:lnTo>
                  <a:pt x="14161" y="25851"/>
                </a:lnTo>
                <a:lnTo>
                  <a:pt x="14062" y="25636"/>
                </a:lnTo>
                <a:lnTo>
                  <a:pt x="13953" y="25421"/>
                </a:lnTo>
                <a:lnTo>
                  <a:pt x="13837" y="25214"/>
                </a:lnTo>
                <a:lnTo>
                  <a:pt x="13716" y="25006"/>
                </a:lnTo>
                <a:lnTo>
                  <a:pt x="13583" y="24806"/>
                </a:lnTo>
                <a:lnTo>
                  <a:pt x="13450" y="24606"/>
                </a:lnTo>
                <a:lnTo>
                  <a:pt x="11537" y="20863"/>
                </a:lnTo>
                <a:lnTo>
                  <a:pt x="8196" y="14307"/>
                </a:lnTo>
                <a:lnTo>
                  <a:pt x="6416" y="10793"/>
                </a:lnTo>
                <a:lnTo>
                  <a:pt x="4630" y="7279"/>
                </a:lnTo>
                <a:lnTo>
                  <a:pt x="3728" y="5526"/>
                </a:lnTo>
                <a:lnTo>
                  <a:pt x="2827" y="3779"/>
                </a:lnTo>
                <a:lnTo>
                  <a:pt x="1913" y="2033"/>
                </a:lnTo>
                <a:lnTo>
                  <a:pt x="1451" y="1167"/>
                </a:lnTo>
                <a:lnTo>
                  <a:pt x="989" y="301"/>
                </a:lnTo>
                <a:lnTo>
                  <a:pt x="954" y="244"/>
                </a:lnTo>
                <a:lnTo>
                  <a:pt x="914" y="187"/>
                </a:lnTo>
                <a:lnTo>
                  <a:pt x="873" y="144"/>
                </a:lnTo>
                <a:lnTo>
                  <a:pt x="827" y="101"/>
                </a:lnTo>
                <a:lnTo>
                  <a:pt x="786" y="72"/>
                </a:lnTo>
                <a:lnTo>
                  <a:pt x="740" y="44"/>
                </a:lnTo>
                <a:lnTo>
                  <a:pt x="688" y="22"/>
                </a:lnTo>
                <a:lnTo>
                  <a:pt x="642" y="8"/>
                </a:lnTo>
                <a:lnTo>
                  <a:pt x="59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5230020" y="4386685"/>
            <a:ext cx="265158" cy="471794"/>
          </a:xfrm>
          <a:custGeom>
            <a:rect b="b" l="l" r="r" t="t"/>
            <a:pathLst>
              <a:path extrusionOk="0" h="28878" w="16230">
                <a:moveTo>
                  <a:pt x="526" y="0"/>
                </a:moveTo>
                <a:lnTo>
                  <a:pt x="474" y="7"/>
                </a:lnTo>
                <a:lnTo>
                  <a:pt x="428" y="14"/>
                </a:lnTo>
                <a:lnTo>
                  <a:pt x="382" y="29"/>
                </a:lnTo>
                <a:lnTo>
                  <a:pt x="336" y="43"/>
                </a:lnTo>
                <a:lnTo>
                  <a:pt x="295" y="65"/>
                </a:lnTo>
                <a:lnTo>
                  <a:pt x="249" y="93"/>
                </a:lnTo>
                <a:lnTo>
                  <a:pt x="209" y="122"/>
                </a:lnTo>
                <a:lnTo>
                  <a:pt x="174" y="158"/>
                </a:lnTo>
                <a:lnTo>
                  <a:pt x="139" y="193"/>
                </a:lnTo>
                <a:lnTo>
                  <a:pt x="110" y="236"/>
                </a:lnTo>
                <a:lnTo>
                  <a:pt x="81" y="279"/>
                </a:lnTo>
                <a:lnTo>
                  <a:pt x="58" y="329"/>
                </a:lnTo>
                <a:lnTo>
                  <a:pt x="35" y="379"/>
                </a:lnTo>
                <a:lnTo>
                  <a:pt x="18" y="430"/>
                </a:lnTo>
                <a:lnTo>
                  <a:pt x="6" y="487"/>
                </a:lnTo>
                <a:lnTo>
                  <a:pt x="0" y="544"/>
                </a:lnTo>
                <a:lnTo>
                  <a:pt x="0" y="601"/>
                </a:lnTo>
                <a:lnTo>
                  <a:pt x="6" y="659"/>
                </a:lnTo>
                <a:lnTo>
                  <a:pt x="18" y="723"/>
                </a:lnTo>
                <a:lnTo>
                  <a:pt x="35" y="787"/>
                </a:lnTo>
                <a:lnTo>
                  <a:pt x="58" y="852"/>
                </a:lnTo>
                <a:lnTo>
                  <a:pt x="87" y="916"/>
                </a:lnTo>
                <a:lnTo>
                  <a:pt x="515" y="1739"/>
                </a:lnTo>
                <a:lnTo>
                  <a:pt x="943" y="2562"/>
                </a:lnTo>
                <a:lnTo>
                  <a:pt x="1370" y="3378"/>
                </a:lnTo>
                <a:lnTo>
                  <a:pt x="1804" y="4194"/>
                </a:lnTo>
                <a:lnTo>
                  <a:pt x="2682" y="5811"/>
                </a:lnTo>
                <a:lnTo>
                  <a:pt x="3567" y="7429"/>
                </a:lnTo>
                <a:lnTo>
                  <a:pt x="4457" y="9039"/>
                </a:lnTo>
                <a:lnTo>
                  <a:pt x="5347" y="10649"/>
                </a:lnTo>
                <a:lnTo>
                  <a:pt x="6243" y="12260"/>
                </a:lnTo>
                <a:lnTo>
                  <a:pt x="7127" y="13870"/>
                </a:lnTo>
                <a:lnTo>
                  <a:pt x="10444" y="19896"/>
                </a:lnTo>
                <a:lnTo>
                  <a:pt x="10624" y="20204"/>
                </a:lnTo>
                <a:lnTo>
                  <a:pt x="10849" y="20569"/>
                </a:lnTo>
                <a:lnTo>
                  <a:pt x="11398" y="21420"/>
                </a:lnTo>
                <a:lnTo>
                  <a:pt x="11704" y="21900"/>
                </a:lnTo>
                <a:lnTo>
                  <a:pt x="12022" y="22401"/>
                </a:lnTo>
                <a:lnTo>
                  <a:pt x="12346" y="22923"/>
                </a:lnTo>
                <a:lnTo>
                  <a:pt x="12664" y="23453"/>
                </a:lnTo>
                <a:lnTo>
                  <a:pt x="12820" y="23725"/>
                </a:lnTo>
                <a:lnTo>
                  <a:pt x="12970" y="23990"/>
                </a:lnTo>
                <a:lnTo>
                  <a:pt x="13115" y="24262"/>
                </a:lnTo>
                <a:lnTo>
                  <a:pt x="13253" y="24526"/>
                </a:lnTo>
                <a:lnTo>
                  <a:pt x="13386" y="24791"/>
                </a:lnTo>
                <a:lnTo>
                  <a:pt x="13508" y="25056"/>
                </a:lnTo>
                <a:lnTo>
                  <a:pt x="13623" y="25314"/>
                </a:lnTo>
                <a:lnTo>
                  <a:pt x="13727" y="25564"/>
                </a:lnTo>
                <a:lnTo>
                  <a:pt x="13820" y="25815"/>
                </a:lnTo>
                <a:lnTo>
                  <a:pt x="13901" y="26058"/>
                </a:lnTo>
                <a:lnTo>
                  <a:pt x="13970" y="26287"/>
                </a:lnTo>
                <a:lnTo>
                  <a:pt x="14022" y="26516"/>
                </a:lnTo>
                <a:lnTo>
                  <a:pt x="14039" y="26623"/>
                </a:lnTo>
                <a:lnTo>
                  <a:pt x="14057" y="26731"/>
                </a:lnTo>
                <a:lnTo>
                  <a:pt x="14074" y="26838"/>
                </a:lnTo>
                <a:lnTo>
                  <a:pt x="14080" y="26945"/>
                </a:lnTo>
                <a:lnTo>
                  <a:pt x="14086" y="27046"/>
                </a:lnTo>
                <a:lnTo>
                  <a:pt x="14086" y="27139"/>
                </a:lnTo>
                <a:lnTo>
                  <a:pt x="14080" y="27239"/>
                </a:lnTo>
                <a:lnTo>
                  <a:pt x="14068" y="27325"/>
                </a:lnTo>
                <a:lnTo>
                  <a:pt x="14062" y="27418"/>
                </a:lnTo>
                <a:lnTo>
                  <a:pt x="14057" y="27511"/>
                </a:lnTo>
                <a:lnTo>
                  <a:pt x="14051" y="27604"/>
                </a:lnTo>
                <a:lnTo>
                  <a:pt x="14057" y="27690"/>
                </a:lnTo>
                <a:lnTo>
                  <a:pt x="14062" y="27783"/>
                </a:lnTo>
                <a:lnTo>
                  <a:pt x="14074" y="27869"/>
                </a:lnTo>
                <a:lnTo>
                  <a:pt x="14091" y="27954"/>
                </a:lnTo>
                <a:lnTo>
                  <a:pt x="14115" y="28033"/>
                </a:lnTo>
                <a:lnTo>
                  <a:pt x="14138" y="28112"/>
                </a:lnTo>
                <a:lnTo>
                  <a:pt x="14172" y="28191"/>
                </a:lnTo>
                <a:lnTo>
                  <a:pt x="14207" y="28269"/>
                </a:lnTo>
                <a:lnTo>
                  <a:pt x="14253" y="28334"/>
                </a:lnTo>
                <a:lnTo>
                  <a:pt x="14299" y="28405"/>
                </a:lnTo>
                <a:lnTo>
                  <a:pt x="14351" y="28463"/>
                </a:lnTo>
                <a:lnTo>
                  <a:pt x="14415" y="28520"/>
                </a:lnTo>
                <a:lnTo>
                  <a:pt x="14479" y="28577"/>
                </a:lnTo>
                <a:lnTo>
                  <a:pt x="14687" y="28727"/>
                </a:lnTo>
                <a:lnTo>
                  <a:pt x="14739" y="28763"/>
                </a:lnTo>
                <a:lnTo>
                  <a:pt x="14791" y="28792"/>
                </a:lnTo>
                <a:lnTo>
                  <a:pt x="14849" y="28820"/>
                </a:lnTo>
                <a:lnTo>
                  <a:pt x="14901" y="28842"/>
                </a:lnTo>
                <a:lnTo>
                  <a:pt x="14958" y="28856"/>
                </a:lnTo>
                <a:lnTo>
                  <a:pt x="15022" y="28870"/>
                </a:lnTo>
                <a:lnTo>
                  <a:pt x="15080" y="28878"/>
                </a:lnTo>
                <a:lnTo>
                  <a:pt x="15195" y="28878"/>
                </a:lnTo>
                <a:lnTo>
                  <a:pt x="15259" y="28870"/>
                </a:lnTo>
                <a:lnTo>
                  <a:pt x="15317" y="28863"/>
                </a:lnTo>
                <a:lnTo>
                  <a:pt x="15374" y="28849"/>
                </a:lnTo>
                <a:lnTo>
                  <a:pt x="15432" y="28828"/>
                </a:lnTo>
                <a:lnTo>
                  <a:pt x="15484" y="28799"/>
                </a:lnTo>
                <a:lnTo>
                  <a:pt x="15536" y="28763"/>
                </a:lnTo>
                <a:lnTo>
                  <a:pt x="15588" y="28727"/>
                </a:lnTo>
                <a:lnTo>
                  <a:pt x="15814" y="28541"/>
                </a:lnTo>
                <a:lnTo>
                  <a:pt x="15860" y="28498"/>
                </a:lnTo>
                <a:lnTo>
                  <a:pt x="15906" y="28448"/>
                </a:lnTo>
                <a:lnTo>
                  <a:pt x="15993" y="28348"/>
                </a:lnTo>
                <a:lnTo>
                  <a:pt x="16062" y="28241"/>
                </a:lnTo>
                <a:lnTo>
                  <a:pt x="16120" y="28126"/>
                </a:lnTo>
                <a:lnTo>
                  <a:pt x="16166" y="28005"/>
                </a:lnTo>
                <a:lnTo>
                  <a:pt x="16201" y="27883"/>
                </a:lnTo>
                <a:lnTo>
                  <a:pt x="16218" y="27754"/>
                </a:lnTo>
                <a:lnTo>
                  <a:pt x="16230" y="27625"/>
                </a:lnTo>
                <a:lnTo>
                  <a:pt x="16224" y="27496"/>
                </a:lnTo>
                <a:lnTo>
                  <a:pt x="16207" y="27368"/>
                </a:lnTo>
                <a:lnTo>
                  <a:pt x="16178" y="27239"/>
                </a:lnTo>
                <a:lnTo>
                  <a:pt x="16132" y="27124"/>
                </a:lnTo>
                <a:lnTo>
                  <a:pt x="16080" y="27003"/>
                </a:lnTo>
                <a:lnTo>
                  <a:pt x="16045" y="26952"/>
                </a:lnTo>
                <a:lnTo>
                  <a:pt x="16010" y="26895"/>
                </a:lnTo>
                <a:lnTo>
                  <a:pt x="15970" y="26845"/>
                </a:lnTo>
                <a:lnTo>
                  <a:pt x="15929" y="26795"/>
                </a:lnTo>
                <a:lnTo>
                  <a:pt x="15883" y="26745"/>
                </a:lnTo>
                <a:lnTo>
                  <a:pt x="15831" y="26702"/>
                </a:lnTo>
                <a:lnTo>
                  <a:pt x="15848" y="26695"/>
                </a:lnTo>
                <a:lnTo>
                  <a:pt x="15860" y="26688"/>
                </a:lnTo>
                <a:lnTo>
                  <a:pt x="15872" y="26673"/>
                </a:lnTo>
                <a:lnTo>
                  <a:pt x="15877" y="26659"/>
                </a:lnTo>
                <a:lnTo>
                  <a:pt x="15889" y="26609"/>
                </a:lnTo>
                <a:lnTo>
                  <a:pt x="15889" y="26537"/>
                </a:lnTo>
                <a:lnTo>
                  <a:pt x="15883" y="26437"/>
                </a:lnTo>
                <a:lnTo>
                  <a:pt x="15866" y="26316"/>
                </a:lnTo>
                <a:lnTo>
                  <a:pt x="15837" y="26158"/>
                </a:lnTo>
                <a:lnTo>
                  <a:pt x="15796" y="25965"/>
                </a:lnTo>
                <a:lnTo>
                  <a:pt x="15762" y="25836"/>
                </a:lnTo>
                <a:lnTo>
                  <a:pt x="15721" y="25707"/>
                </a:lnTo>
                <a:lnTo>
                  <a:pt x="15669" y="25578"/>
                </a:lnTo>
                <a:lnTo>
                  <a:pt x="15611" y="25450"/>
                </a:lnTo>
                <a:lnTo>
                  <a:pt x="15542" y="25321"/>
                </a:lnTo>
                <a:lnTo>
                  <a:pt x="15473" y="25199"/>
                </a:lnTo>
                <a:lnTo>
                  <a:pt x="15322" y="24949"/>
                </a:lnTo>
                <a:lnTo>
                  <a:pt x="15161" y="24705"/>
                </a:lnTo>
                <a:lnTo>
                  <a:pt x="15005" y="24462"/>
                </a:lnTo>
                <a:lnTo>
                  <a:pt x="14854" y="24233"/>
                </a:lnTo>
                <a:lnTo>
                  <a:pt x="14721" y="24018"/>
                </a:lnTo>
                <a:lnTo>
                  <a:pt x="13623" y="22100"/>
                </a:lnTo>
                <a:lnTo>
                  <a:pt x="12525" y="20189"/>
                </a:lnTo>
                <a:lnTo>
                  <a:pt x="10323" y="16375"/>
                </a:lnTo>
                <a:lnTo>
                  <a:pt x="9167" y="14349"/>
                </a:lnTo>
                <a:lnTo>
                  <a:pt x="8011" y="12324"/>
                </a:lnTo>
                <a:lnTo>
                  <a:pt x="6861" y="10299"/>
                </a:lnTo>
                <a:lnTo>
                  <a:pt x="5705" y="8273"/>
                </a:lnTo>
                <a:lnTo>
                  <a:pt x="4538" y="6255"/>
                </a:lnTo>
                <a:lnTo>
                  <a:pt x="3954" y="5253"/>
                </a:lnTo>
                <a:lnTo>
                  <a:pt x="3364" y="4251"/>
                </a:lnTo>
                <a:lnTo>
                  <a:pt x="2775" y="3249"/>
                </a:lnTo>
                <a:lnTo>
                  <a:pt x="2179" y="2254"/>
                </a:lnTo>
                <a:lnTo>
                  <a:pt x="1578" y="1260"/>
                </a:lnTo>
                <a:lnTo>
                  <a:pt x="977" y="279"/>
                </a:lnTo>
                <a:lnTo>
                  <a:pt x="937" y="222"/>
                </a:lnTo>
                <a:lnTo>
                  <a:pt x="896" y="172"/>
                </a:lnTo>
                <a:lnTo>
                  <a:pt x="856" y="129"/>
                </a:lnTo>
                <a:lnTo>
                  <a:pt x="810" y="93"/>
                </a:lnTo>
                <a:lnTo>
                  <a:pt x="763" y="65"/>
                </a:lnTo>
                <a:lnTo>
                  <a:pt x="717" y="43"/>
                </a:lnTo>
                <a:lnTo>
                  <a:pt x="671" y="22"/>
                </a:lnTo>
                <a:lnTo>
                  <a:pt x="625" y="7"/>
                </a:lnTo>
                <a:lnTo>
                  <a:pt x="57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4572000" y="636650"/>
            <a:ext cx="273375" cy="24488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27247">
            <a:off x="6075657" y="1097566"/>
            <a:ext cx="684475" cy="1298333"/>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7099796" y="718850"/>
            <a:ext cx="793686" cy="492380"/>
          </a:xfrm>
          <a:custGeom>
            <a:rect b="b" l="l" r="r" t="t"/>
            <a:pathLst>
              <a:path extrusionOk="0" h="34010" w="54822">
                <a:moveTo>
                  <a:pt x="42534" y="1"/>
                </a:moveTo>
                <a:lnTo>
                  <a:pt x="42435" y="15"/>
                </a:lnTo>
                <a:lnTo>
                  <a:pt x="42331" y="29"/>
                </a:lnTo>
                <a:lnTo>
                  <a:pt x="42233" y="51"/>
                </a:lnTo>
                <a:lnTo>
                  <a:pt x="42141" y="79"/>
                </a:lnTo>
                <a:lnTo>
                  <a:pt x="42048" y="115"/>
                </a:lnTo>
                <a:lnTo>
                  <a:pt x="41956" y="158"/>
                </a:lnTo>
                <a:lnTo>
                  <a:pt x="41863" y="215"/>
                </a:lnTo>
                <a:lnTo>
                  <a:pt x="41777" y="273"/>
                </a:lnTo>
                <a:lnTo>
                  <a:pt x="41696" y="337"/>
                </a:lnTo>
                <a:lnTo>
                  <a:pt x="41620" y="409"/>
                </a:lnTo>
                <a:lnTo>
                  <a:pt x="41545" y="487"/>
                </a:lnTo>
                <a:lnTo>
                  <a:pt x="41476" y="566"/>
                </a:lnTo>
                <a:lnTo>
                  <a:pt x="41412" y="659"/>
                </a:lnTo>
                <a:lnTo>
                  <a:pt x="41355" y="759"/>
                </a:lnTo>
                <a:lnTo>
                  <a:pt x="41303" y="867"/>
                </a:lnTo>
                <a:lnTo>
                  <a:pt x="41262" y="981"/>
                </a:lnTo>
                <a:lnTo>
                  <a:pt x="41222" y="1096"/>
                </a:lnTo>
                <a:lnTo>
                  <a:pt x="41193" y="1225"/>
                </a:lnTo>
                <a:lnTo>
                  <a:pt x="41170" y="1360"/>
                </a:lnTo>
                <a:lnTo>
                  <a:pt x="41031" y="2319"/>
                </a:lnTo>
                <a:lnTo>
                  <a:pt x="40886" y="3286"/>
                </a:lnTo>
                <a:lnTo>
                  <a:pt x="40736" y="4252"/>
                </a:lnTo>
                <a:lnTo>
                  <a:pt x="40586" y="5211"/>
                </a:lnTo>
                <a:lnTo>
                  <a:pt x="40430" y="6170"/>
                </a:lnTo>
                <a:lnTo>
                  <a:pt x="40268" y="7129"/>
                </a:lnTo>
                <a:lnTo>
                  <a:pt x="40106" y="8081"/>
                </a:lnTo>
                <a:lnTo>
                  <a:pt x="39933" y="9040"/>
                </a:lnTo>
                <a:lnTo>
                  <a:pt x="39759" y="9992"/>
                </a:lnTo>
                <a:lnTo>
                  <a:pt x="39580" y="10943"/>
                </a:lnTo>
                <a:lnTo>
                  <a:pt x="39401" y="11895"/>
                </a:lnTo>
                <a:lnTo>
                  <a:pt x="39210" y="12847"/>
                </a:lnTo>
                <a:lnTo>
                  <a:pt x="39020" y="13792"/>
                </a:lnTo>
                <a:lnTo>
                  <a:pt x="38823" y="14744"/>
                </a:lnTo>
                <a:lnTo>
                  <a:pt x="38627" y="15688"/>
                </a:lnTo>
                <a:lnTo>
                  <a:pt x="38424" y="16633"/>
                </a:lnTo>
                <a:lnTo>
                  <a:pt x="33211" y="11316"/>
                </a:lnTo>
                <a:lnTo>
                  <a:pt x="28003" y="5991"/>
                </a:lnTo>
                <a:lnTo>
                  <a:pt x="27905" y="5898"/>
                </a:lnTo>
                <a:lnTo>
                  <a:pt x="27801" y="5812"/>
                </a:lnTo>
                <a:lnTo>
                  <a:pt x="27697" y="5740"/>
                </a:lnTo>
                <a:lnTo>
                  <a:pt x="27593" y="5669"/>
                </a:lnTo>
                <a:lnTo>
                  <a:pt x="27483" y="5619"/>
                </a:lnTo>
                <a:lnTo>
                  <a:pt x="27373" y="5569"/>
                </a:lnTo>
                <a:lnTo>
                  <a:pt x="27264" y="5533"/>
                </a:lnTo>
                <a:lnTo>
                  <a:pt x="27154" y="5504"/>
                </a:lnTo>
                <a:lnTo>
                  <a:pt x="27044" y="5490"/>
                </a:lnTo>
                <a:lnTo>
                  <a:pt x="26934" y="5483"/>
                </a:lnTo>
                <a:lnTo>
                  <a:pt x="26824" y="5483"/>
                </a:lnTo>
                <a:lnTo>
                  <a:pt x="26720" y="5490"/>
                </a:lnTo>
                <a:lnTo>
                  <a:pt x="26611" y="5511"/>
                </a:lnTo>
                <a:lnTo>
                  <a:pt x="26507" y="5533"/>
                </a:lnTo>
                <a:lnTo>
                  <a:pt x="26402" y="5569"/>
                </a:lnTo>
                <a:lnTo>
                  <a:pt x="26304" y="5612"/>
                </a:lnTo>
                <a:lnTo>
                  <a:pt x="26206" y="5669"/>
                </a:lnTo>
                <a:lnTo>
                  <a:pt x="26108" y="5726"/>
                </a:lnTo>
                <a:lnTo>
                  <a:pt x="26021" y="5791"/>
                </a:lnTo>
                <a:lnTo>
                  <a:pt x="25934" y="5869"/>
                </a:lnTo>
                <a:lnTo>
                  <a:pt x="25848" y="5955"/>
                </a:lnTo>
                <a:lnTo>
                  <a:pt x="25772" y="6048"/>
                </a:lnTo>
                <a:lnTo>
                  <a:pt x="25697" y="6141"/>
                </a:lnTo>
                <a:lnTo>
                  <a:pt x="25634" y="6249"/>
                </a:lnTo>
                <a:lnTo>
                  <a:pt x="25570" y="6363"/>
                </a:lnTo>
                <a:lnTo>
                  <a:pt x="25512" y="6485"/>
                </a:lnTo>
                <a:lnTo>
                  <a:pt x="25466" y="6614"/>
                </a:lnTo>
                <a:lnTo>
                  <a:pt x="25426" y="6750"/>
                </a:lnTo>
                <a:lnTo>
                  <a:pt x="25391" y="6893"/>
                </a:lnTo>
                <a:lnTo>
                  <a:pt x="25362" y="7043"/>
                </a:lnTo>
                <a:lnTo>
                  <a:pt x="25345" y="7200"/>
                </a:lnTo>
                <a:lnTo>
                  <a:pt x="25333" y="7358"/>
                </a:lnTo>
                <a:lnTo>
                  <a:pt x="25067" y="14708"/>
                </a:lnTo>
                <a:lnTo>
                  <a:pt x="24807" y="22051"/>
                </a:lnTo>
                <a:lnTo>
                  <a:pt x="14317" y="12554"/>
                </a:lnTo>
                <a:lnTo>
                  <a:pt x="14236" y="12482"/>
                </a:lnTo>
                <a:lnTo>
                  <a:pt x="14155" y="12432"/>
                </a:lnTo>
                <a:lnTo>
                  <a:pt x="14074" y="12382"/>
                </a:lnTo>
                <a:lnTo>
                  <a:pt x="13988" y="12339"/>
                </a:lnTo>
                <a:lnTo>
                  <a:pt x="13901" y="12310"/>
                </a:lnTo>
                <a:lnTo>
                  <a:pt x="13808" y="12282"/>
                </a:lnTo>
                <a:lnTo>
                  <a:pt x="13716" y="12267"/>
                </a:lnTo>
                <a:lnTo>
                  <a:pt x="13629" y="12260"/>
                </a:lnTo>
                <a:lnTo>
                  <a:pt x="13537" y="12253"/>
                </a:lnTo>
                <a:lnTo>
                  <a:pt x="13439" y="12260"/>
                </a:lnTo>
                <a:lnTo>
                  <a:pt x="13346" y="12275"/>
                </a:lnTo>
                <a:lnTo>
                  <a:pt x="13254" y="12289"/>
                </a:lnTo>
                <a:lnTo>
                  <a:pt x="13161" y="12317"/>
                </a:lnTo>
                <a:lnTo>
                  <a:pt x="13074" y="12346"/>
                </a:lnTo>
                <a:lnTo>
                  <a:pt x="12982" y="12382"/>
                </a:lnTo>
                <a:lnTo>
                  <a:pt x="12895" y="12425"/>
                </a:lnTo>
                <a:lnTo>
                  <a:pt x="12809" y="12475"/>
                </a:lnTo>
                <a:lnTo>
                  <a:pt x="12722" y="12532"/>
                </a:lnTo>
                <a:lnTo>
                  <a:pt x="12641" y="12589"/>
                </a:lnTo>
                <a:lnTo>
                  <a:pt x="12560" y="12654"/>
                </a:lnTo>
                <a:lnTo>
                  <a:pt x="12485" y="12725"/>
                </a:lnTo>
                <a:lnTo>
                  <a:pt x="12410" y="12797"/>
                </a:lnTo>
                <a:lnTo>
                  <a:pt x="12340" y="12876"/>
                </a:lnTo>
                <a:lnTo>
                  <a:pt x="12277" y="12962"/>
                </a:lnTo>
                <a:lnTo>
                  <a:pt x="12219" y="13047"/>
                </a:lnTo>
                <a:lnTo>
                  <a:pt x="12161" y="13133"/>
                </a:lnTo>
                <a:lnTo>
                  <a:pt x="12109" y="13226"/>
                </a:lnTo>
                <a:lnTo>
                  <a:pt x="12063" y="13327"/>
                </a:lnTo>
                <a:lnTo>
                  <a:pt x="12023" y="13427"/>
                </a:lnTo>
                <a:lnTo>
                  <a:pt x="11988" y="13534"/>
                </a:lnTo>
                <a:lnTo>
                  <a:pt x="11959" y="13641"/>
                </a:lnTo>
                <a:lnTo>
                  <a:pt x="11936" y="13749"/>
                </a:lnTo>
                <a:lnTo>
                  <a:pt x="11641" y="15567"/>
                </a:lnTo>
                <a:lnTo>
                  <a:pt x="11352" y="17384"/>
                </a:lnTo>
                <a:lnTo>
                  <a:pt x="11080" y="19202"/>
                </a:lnTo>
                <a:lnTo>
                  <a:pt x="10820" y="21027"/>
                </a:lnTo>
                <a:lnTo>
                  <a:pt x="10572" y="22852"/>
                </a:lnTo>
                <a:lnTo>
                  <a:pt x="10329" y="24677"/>
                </a:lnTo>
                <a:lnTo>
                  <a:pt x="10098" y="26502"/>
                </a:lnTo>
                <a:lnTo>
                  <a:pt x="9878" y="28334"/>
                </a:lnTo>
                <a:lnTo>
                  <a:pt x="8844" y="27218"/>
                </a:lnTo>
                <a:lnTo>
                  <a:pt x="7821" y="26087"/>
                </a:lnTo>
                <a:lnTo>
                  <a:pt x="6798" y="24956"/>
                </a:lnTo>
                <a:lnTo>
                  <a:pt x="5769" y="23826"/>
                </a:lnTo>
                <a:lnTo>
                  <a:pt x="4740" y="22702"/>
                </a:lnTo>
                <a:lnTo>
                  <a:pt x="4220" y="22151"/>
                </a:lnTo>
                <a:lnTo>
                  <a:pt x="3700" y="21593"/>
                </a:lnTo>
                <a:lnTo>
                  <a:pt x="3174" y="21049"/>
                </a:lnTo>
                <a:lnTo>
                  <a:pt x="2648" y="20505"/>
                </a:lnTo>
                <a:lnTo>
                  <a:pt x="2116" y="19961"/>
                </a:lnTo>
                <a:lnTo>
                  <a:pt x="1579" y="19431"/>
                </a:lnTo>
                <a:lnTo>
                  <a:pt x="1492" y="19353"/>
                </a:lnTo>
                <a:lnTo>
                  <a:pt x="1405" y="19288"/>
                </a:lnTo>
                <a:lnTo>
                  <a:pt x="1319" y="19238"/>
                </a:lnTo>
                <a:lnTo>
                  <a:pt x="1226" y="19195"/>
                </a:lnTo>
                <a:lnTo>
                  <a:pt x="1139" y="19167"/>
                </a:lnTo>
                <a:lnTo>
                  <a:pt x="1047" y="19145"/>
                </a:lnTo>
                <a:lnTo>
                  <a:pt x="960" y="19138"/>
                </a:lnTo>
                <a:lnTo>
                  <a:pt x="873" y="19145"/>
                </a:lnTo>
                <a:lnTo>
                  <a:pt x="787" y="19159"/>
                </a:lnTo>
                <a:lnTo>
                  <a:pt x="706" y="19181"/>
                </a:lnTo>
                <a:lnTo>
                  <a:pt x="625" y="19209"/>
                </a:lnTo>
                <a:lnTo>
                  <a:pt x="550" y="19252"/>
                </a:lnTo>
                <a:lnTo>
                  <a:pt x="475" y="19295"/>
                </a:lnTo>
                <a:lnTo>
                  <a:pt x="405" y="19353"/>
                </a:lnTo>
                <a:lnTo>
                  <a:pt x="336" y="19410"/>
                </a:lnTo>
                <a:lnTo>
                  <a:pt x="278" y="19481"/>
                </a:lnTo>
                <a:lnTo>
                  <a:pt x="220" y="19553"/>
                </a:lnTo>
                <a:lnTo>
                  <a:pt x="168" y="19632"/>
                </a:lnTo>
                <a:lnTo>
                  <a:pt x="122" y="19718"/>
                </a:lnTo>
                <a:lnTo>
                  <a:pt x="87" y="19803"/>
                </a:lnTo>
                <a:lnTo>
                  <a:pt x="53" y="19896"/>
                </a:lnTo>
                <a:lnTo>
                  <a:pt x="30" y="19997"/>
                </a:lnTo>
                <a:lnTo>
                  <a:pt x="12" y="20097"/>
                </a:lnTo>
                <a:lnTo>
                  <a:pt x="1" y="20197"/>
                </a:lnTo>
                <a:lnTo>
                  <a:pt x="1" y="20304"/>
                </a:lnTo>
                <a:lnTo>
                  <a:pt x="12" y="20412"/>
                </a:lnTo>
                <a:lnTo>
                  <a:pt x="30" y="20519"/>
                </a:lnTo>
                <a:lnTo>
                  <a:pt x="53" y="20626"/>
                </a:lnTo>
                <a:lnTo>
                  <a:pt x="93" y="20734"/>
                </a:lnTo>
                <a:lnTo>
                  <a:pt x="139" y="20841"/>
                </a:lnTo>
                <a:lnTo>
                  <a:pt x="197" y="20949"/>
                </a:lnTo>
                <a:lnTo>
                  <a:pt x="267" y="21056"/>
                </a:lnTo>
                <a:lnTo>
                  <a:pt x="850" y="21857"/>
                </a:lnTo>
                <a:lnTo>
                  <a:pt x="1440" y="22652"/>
                </a:lnTo>
                <a:lnTo>
                  <a:pt x="2035" y="23432"/>
                </a:lnTo>
                <a:lnTo>
                  <a:pt x="2631" y="24212"/>
                </a:lnTo>
                <a:lnTo>
                  <a:pt x="3237" y="24985"/>
                </a:lnTo>
                <a:lnTo>
                  <a:pt x="3844" y="25751"/>
                </a:lnTo>
                <a:lnTo>
                  <a:pt x="5070" y="27282"/>
                </a:lnTo>
                <a:lnTo>
                  <a:pt x="6295" y="28807"/>
                </a:lnTo>
                <a:lnTo>
                  <a:pt x="6907" y="29572"/>
                </a:lnTo>
                <a:lnTo>
                  <a:pt x="7514" y="30338"/>
                </a:lnTo>
                <a:lnTo>
                  <a:pt x="8121" y="31111"/>
                </a:lnTo>
                <a:lnTo>
                  <a:pt x="8722" y="31884"/>
                </a:lnTo>
                <a:lnTo>
                  <a:pt x="9318" y="32671"/>
                </a:lnTo>
                <a:lnTo>
                  <a:pt x="9907" y="33459"/>
                </a:lnTo>
                <a:lnTo>
                  <a:pt x="9982" y="33552"/>
                </a:lnTo>
                <a:lnTo>
                  <a:pt x="10057" y="33630"/>
                </a:lnTo>
                <a:lnTo>
                  <a:pt x="10138" y="33702"/>
                </a:lnTo>
                <a:lnTo>
                  <a:pt x="10225" y="33766"/>
                </a:lnTo>
                <a:lnTo>
                  <a:pt x="10318" y="33824"/>
                </a:lnTo>
                <a:lnTo>
                  <a:pt x="10410" y="33874"/>
                </a:lnTo>
                <a:lnTo>
                  <a:pt x="10502" y="33917"/>
                </a:lnTo>
                <a:lnTo>
                  <a:pt x="10607" y="33952"/>
                </a:lnTo>
                <a:lnTo>
                  <a:pt x="10705" y="33974"/>
                </a:lnTo>
                <a:lnTo>
                  <a:pt x="10809" y="33995"/>
                </a:lnTo>
                <a:lnTo>
                  <a:pt x="10913" y="34002"/>
                </a:lnTo>
                <a:lnTo>
                  <a:pt x="11017" y="34010"/>
                </a:lnTo>
                <a:lnTo>
                  <a:pt x="11121" y="34002"/>
                </a:lnTo>
                <a:lnTo>
                  <a:pt x="11225" y="33995"/>
                </a:lnTo>
                <a:lnTo>
                  <a:pt x="11329" y="33974"/>
                </a:lnTo>
                <a:lnTo>
                  <a:pt x="11433" y="33952"/>
                </a:lnTo>
                <a:lnTo>
                  <a:pt x="11531" y="33917"/>
                </a:lnTo>
                <a:lnTo>
                  <a:pt x="11635" y="33874"/>
                </a:lnTo>
                <a:lnTo>
                  <a:pt x="11728" y="33831"/>
                </a:lnTo>
                <a:lnTo>
                  <a:pt x="11820" y="33773"/>
                </a:lnTo>
                <a:lnTo>
                  <a:pt x="11913" y="33716"/>
                </a:lnTo>
                <a:lnTo>
                  <a:pt x="11999" y="33645"/>
                </a:lnTo>
                <a:lnTo>
                  <a:pt x="12080" y="33573"/>
                </a:lnTo>
                <a:lnTo>
                  <a:pt x="12155" y="33487"/>
                </a:lnTo>
                <a:lnTo>
                  <a:pt x="12225" y="33401"/>
                </a:lnTo>
                <a:lnTo>
                  <a:pt x="12294" y="33308"/>
                </a:lnTo>
                <a:lnTo>
                  <a:pt x="12352" y="33208"/>
                </a:lnTo>
                <a:lnTo>
                  <a:pt x="12404" y="33101"/>
                </a:lnTo>
                <a:lnTo>
                  <a:pt x="12450" y="32986"/>
                </a:lnTo>
                <a:lnTo>
                  <a:pt x="12485" y="32865"/>
                </a:lnTo>
                <a:lnTo>
                  <a:pt x="12514" y="32736"/>
                </a:lnTo>
                <a:lnTo>
                  <a:pt x="12531" y="32600"/>
                </a:lnTo>
                <a:lnTo>
                  <a:pt x="12751" y="30732"/>
                </a:lnTo>
                <a:lnTo>
                  <a:pt x="12982" y="28871"/>
                </a:lnTo>
                <a:lnTo>
                  <a:pt x="13225" y="27003"/>
                </a:lnTo>
                <a:lnTo>
                  <a:pt x="13479" y="25142"/>
                </a:lnTo>
                <a:lnTo>
                  <a:pt x="13739" y="23289"/>
                </a:lnTo>
                <a:lnTo>
                  <a:pt x="14017" y="21435"/>
                </a:lnTo>
                <a:lnTo>
                  <a:pt x="14300" y="19582"/>
                </a:lnTo>
                <a:lnTo>
                  <a:pt x="14589" y="17728"/>
                </a:lnTo>
                <a:lnTo>
                  <a:pt x="25466" y="27511"/>
                </a:lnTo>
                <a:lnTo>
                  <a:pt x="25564" y="27590"/>
                </a:lnTo>
                <a:lnTo>
                  <a:pt x="25663" y="27662"/>
                </a:lnTo>
                <a:lnTo>
                  <a:pt x="25761" y="27712"/>
                </a:lnTo>
                <a:lnTo>
                  <a:pt x="25865" y="27762"/>
                </a:lnTo>
                <a:lnTo>
                  <a:pt x="25963" y="27790"/>
                </a:lnTo>
                <a:lnTo>
                  <a:pt x="26067" y="27812"/>
                </a:lnTo>
                <a:lnTo>
                  <a:pt x="26171" y="27826"/>
                </a:lnTo>
                <a:lnTo>
                  <a:pt x="26270" y="27826"/>
                </a:lnTo>
                <a:lnTo>
                  <a:pt x="26374" y="27819"/>
                </a:lnTo>
                <a:lnTo>
                  <a:pt x="26472" y="27798"/>
                </a:lnTo>
                <a:lnTo>
                  <a:pt x="26570" y="27776"/>
                </a:lnTo>
                <a:lnTo>
                  <a:pt x="26668" y="27740"/>
                </a:lnTo>
                <a:lnTo>
                  <a:pt x="26761" y="27697"/>
                </a:lnTo>
                <a:lnTo>
                  <a:pt x="26853" y="27640"/>
                </a:lnTo>
                <a:lnTo>
                  <a:pt x="26946" y="27583"/>
                </a:lnTo>
                <a:lnTo>
                  <a:pt x="27038" y="27518"/>
                </a:lnTo>
                <a:lnTo>
                  <a:pt x="27119" y="27447"/>
                </a:lnTo>
                <a:lnTo>
                  <a:pt x="27206" y="27361"/>
                </a:lnTo>
                <a:lnTo>
                  <a:pt x="27281" y="27282"/>
                </a:lnTo>
                <a:lnTo>
                  <a:pt x="27356" y="27189"/>
                </a:lnTo>
                <a:lnTo>
                  <a:pt x="27431" y="27089"/>
                </a:lnTo>
                <a:lnTo>
                  <a:pt x="27495" y="26989"/>
                </a:lnTo>
                <a:lnTo>
                  <a:pt x="27558" y="26889"/>
                </a:lnTo>
                <a:lnTo>
                  <a:pt x="27616" y="26774"/>
                </a:lnTo>
                <a:lnTo>
                  <a:pt x="27668" y="26660"/>
                </a:lnTo>
                <a:lnTo>
                  <a:pt x="27714" y="26545"/>
                </a:lnTo>
                <a:lnTo>
                  <a:pt x="27755" y="26431"/>
                </a:lnTo>
                <a:lnTo>
                  <a:pt x="27790" y="26309"/>
                </a:lnTo>
                <a:lnTo>
                  <a:pt x="27819" y="26180"/>
                </a:lnTo>
                <a:lnTo>
                  <a:pt x="27842" y="26058"/>
                </a:lnTo>
                <a:lnTo>
                  <a:pt x="27853" y="25930"/>
                </a:lnTo>
                <a:lnTo>
                  <a:pt x="27865" y="25801"/>
                </a:lnTo>
                <a:lnTo>
                  <a:pt x="28333" y="11301"/>
                </a:lnTo>
                <a:lnTo>
                  <a:pt x="33269" y="16297"/>
                </a:lnTo>
                <a:lnTo>
                  <a:pt x="38193" y="21299"/>
                </a:lnTo>
                <a:lnTo>
                  <a:pt x="38280" y="21378"/>
                </a:lnTo>
                <a:lnTo>
                  <a:pt x="38366" y="21450"/>
                </a:lnTo>
                <a:lnTo>
                  <a:pt x="38453" y="21514"/>
                </a:lnTo>
                <a:lnTo>
                  <a:pt x="38540" y="21578"/>
                </a:lnTo>
                <a:lnTo>
                  <a:pt x="38632" y="21628"/>
                </a:lnTo>
                <a:lnTo>
                  <a:pt x="38725" y="21679"/>
                </a:lnTo>
                <a:lnTo>
                  <a:pt x="38823" y="21714"/>
                </a:lnTo>
                <a:lnTo>
                  <a:pt x="38916" y="21750"/>
                </a:lnTo>
                <a:lnTo>
                  <a:pt x="39014" y="21772"/>
                </a:lnTo>
                <a:lnTo>
                  <a:pt x="39106" y="21793"/>
                </a:lnTo>
                <a:lnTo>
                  <a:pt x="39205" y="21807"/>
                </a:lnTo>
                <a:lnTo>
                  <a:pt x="39395" y="21807"/>
                </a:lnTo>
                <a:lnTo>
                  <a:pt x="39488" y="21800"/>
                </a:lnTo>
                <a:lnTo>
                  <a:pt x="39586" y="21786"/>
                </a:lnTo>
                <a:lnTo>
                  <a:pt x="39673" y="21764"/>
                </a:lnTo>
                <a:lnTo>
                  <a:pt x="39765" y="21736"/>
                </a:lnTo>
                <a:lnTo>
                  <a:pt x="39858" y="21700"/>
                </a:lnTo>
                <a:lnTo>
                  <a:pt x="39944" y="21657"/>
                </a:lnTo>
                <a:lnTo>
                  <a:pt x="40025" y="21607"/>
                </a:lnTo>
                <a:lnTo>
                  <a:pt x="40106" y="21550"/>
                </a:lnTo>
                <a:lnTo>
                  <a:pt x="40187" y="21485"/>
                </a:lnTo>
                <a:lnTo>
                  <a:pt x="40262" y="21414"/>
                </a:lnTo>
                <a:lnTo>
                  <a:pt x="40337" y="21335"/>
                </a:lnTo>
                <a:lnTo>
                  <a:pt x="40401" y="21249"/>
                </a:lnTo>
                <a:lnTo>
                  <a:pt x="40470" y="21163"/>
                </a:lnTo>
                <a:lnTo>
                  <a:pt x="40528" y="21063"/>
                </a:lnTo>
                <a:lnTo>
                  <a:pt x="40586" y="20956"/>
                </a:lnTo>
                <a:lnTo>
                  <a:pt x="40632" y="20841"/>
                </a:lnTo>
                <a:lnTo>
                  <a:pt x="40678" y="20720"/>
                </a:lnTo>
                <a:lnTo>
                  <a:pt x="40719" y="20598"/>
                </a:lnTo>
                <a:lnTo>
                  <a:pt x="40754" y="20462"/>
                </a:lnTo>
                <a:lnTo>
                  <a:pt x="40967" y="19546"/>
                </a:lnTo>
                <a:lnTo>
                  <a:pt x="41170" y="18630"/>
                </a:lnTo>
                <a:lnTo>
                  <a:pt x="41372" y="17707"/>
                </a:lnTo>
                <a:lnTo>
                  <a:pt x="41568" y="16790"/>
                </a:lnTo>
                <a:lnTo>
                  <a:pt x="41759" y="15867"/>
                </a:lnTo>
                <a:lnTo>
                  <a:pt x="41950" y="14951"/>
                </a:lnTo>
                <a:lnTo>
                  <a:pt x="42129" y="14028"/>
                </a:lnTo>
                <a:lnTo>
                  <a:pt x="42308" y="13105"/>
                </a:lnTo>
                <a:lnTo>
                  <a:pt x="42487" y="12182"/>
                </a:lnTo>
                <a:lnTo>
                  <a:pt x="42661" y="11258"/>
                </a:lnTo>
                <a:lnTo>
                  <a:pt x="42828" y="10328"/>
                </a:lnTo>
                <a:lnTo>
                  <a:pt x="42990" y="9405"/>
                </a:lnTo>
                <a:lnTo>
                  <a:pt x="43152" y="8474"/>
                </a:lnTo>
                <a:lnTo>
                  <a:pt x="43308" y="7544"/>
                </a:lnTo>
                <a:lnTo>
                  <a:pt x="43458" y="6614"/>
                </a:lnTo>
                <a:lnTo>
                  <a:pt x="43609" y="5683"/>
                </a:lnTo>
                <a:lnTo>
                  <a:pt x="52163" y="16053"/>
                </a:lnTo>
                <a:lnTo>
                  <a:pt x="52232" y="16132"/>
                </a:lnTo>
                <a:lnTo>
                  <a:pt x="52301" y="16204"/>
                </a:lnTo>
                <a:lnTo>
                  <a:pt x="52371" y="16268"/>
                </a:lnTo>
                <a:lnTo>
                  <a:pt x="52440" y="16325"/>
                </a:lnTo>
                <a:lnTo>
                  <a:pt x="52509" y="16383"/>
                </a:lnTo>
                <a:lnTo>
                  <a:pt x="52579" y="16425"/>
                </a:lnTo>
                <a:lnTo>
                  <a:pt x="52654" y="16468"/>
                </a:lnTo>
                <a:lnTo>
                  <a:pt x="52729" y="16504"/>
                </a:lnTo>
                <a:lnTo>
                  <a:pt x="52798" y="16533"/>
                </a:lnTo>
                <a:lnTo>
                  <a:pt x="52874" y="16561"/>
                </a:lnTo>
                <a:lnTo>
                  <a:pt x="52943" y="16576"/>
                </a:lnTo>
                <a:lnTo>
                  <a:pt x="53018" y="16590"/>
                </a:lnTo>
                <a:lnTo>
                  <a:pt x="53093" y="16604"/>
                </a:lnTo>
                <a:lnTo>
                  <a:pt x="53313" y="16604"/>
                </a:lnTo>
                <a:lnTo>
                  <a:pt x="53382" y="16590"/>
                </a:lnTo>
                <a:lnTo>
                  <a:pt x="53452" y="16576"/>
                </a:lnTo>
                <a:lnTo>
                  <a:pt x="53527" y="16561"/>
                </a:lnTo>
                <a:lnTo>
                  <a:pt x="53596" y="16540"/>
                </a:lnTo>
                <a:lnTo>
                  <a:pt x="53729" y="16483"/>
                </a:lnTo>
                <a:lnTo>
                  <a:pt x="53862" y="16411"/>
                </a:lnTo>
                <a:lnTo>
                  <a:pt x="53989" y="16325"/>
                </a:lnTo>
                <a:lnTo>
                  <a:pt x="54110" y="16225"/>
                </a:lnTo>
                <a:lnTo>
                  <a:pt x="54226" y="16111"/>
                </a:lnTo>
                <a:lnTo>
                  <a:pt x="54336" y="15989"/>
                </a:lnTo>
                <a:lnTo>
                  <a:pt x="54434" y="15860"/>
                </a:lnTo>
                <a:lnTo>
                  <a:pt x="54521" y="15717"/>
                </a:lnTo>
                <a:lnTo>
                  <a:pt x="54602" y="15567"/>
                </a:lnTo>
                <a:lnTo>
                  <a:pt x="54671" y="15409"/>
                </a:lnTo>
                <a:lnTo>
                  <a:pt x="54729" y="15245"/>
                </a:lnTo>
                <a:lnTo>
                  <a:pt x="54769" y="15080"/>
                </a:lnTo>
                <a:lnTo>
                  <a:pt x="54792" y="14994"/>
                </a:lnTo>
                <a:lnTo>
                  <a:pt x="54804" y="14908"/>
                </a:lnTo>
                <a:lnTo>
                  <a:pt x="54816" y="14822"/>
                </a:lnTo>
                <a:lnTo>
                  <a:pt x="54821" y="14729"/>
                </a:lnTo>
                <a:lnTo>
                  <a:pt x="54821" y="14643"/>
                </a:lnTo>
                <a:lnTo>
                  <a:pt x="54821" y="14558"/>
                </a:lnTo>
                <a:lnTo>
                  <a:pt x="54821" y="14465"/>
                </a:lnTo>
                <a:lnTo>
                  <a:pt x="54810" y="14379"/>
                </a:lnTo>
                <a:lnTo>
                  <a:pt x="54798" y="14286"/>
                </a:lnTo>
                <a:lnTo>
                  <a:pt x="54781" y="14200"/>
                </a:lnTo>
                <a:lnTo>
                  <a:pt x="54758" y="14107"/>
                </a:lnTo>
                <a:lnTo>
                  <a:pt x="54735" y="14021"/>
                </a:lnTo>
                <a:lnTo>
                  <a:pt x="54706" y="13928"/>
                </a:lnTo>
                <a:lnTo>
                  <a:pt x="54671" y="13842"/>
                </a:lnTo>
                <a:lnTo>
                  <a:pt x="54631" y="13756"/>
                </a:lnTo>
                <a:lnTo>
                  <a:pt x="54584" y="13670"/>
                </a:lnTo>
                <a:lnTo>
                  <a:pt x="54538" y="13584"/>
                </a:lnTo>
                <a:lnTo>
                  <a:pt x="54480" y="13498"/>
                </a:lnTo>
                <a:lnTo>
                  <a:pt x="54423" y="13420"/>
                </a:lnTo>
                <a:lnTo>
                  <a:pt x="54359" y="13334"/>
                </a:lnTo>
                <a:lnTo>
                  <a:pt x="43719" y="523"/>
                </a:lnTo>
                <a:lnTo>
                  <a:pt x="43649" y="437"/>
                </a:lnTo>
                <a:lnTo>
                  <a:pt x="43568" y="366"/>
                </a:lnTo>
                <a:lnTo>
                  <a:pt x="43487" y="294"/>
                </a:lnTo>
                <a:lnTo>
                  <a:pt x="43401" y="237"/>
                </a:lnTo>
                <a:lnTo>
                  <a:pt x="43314" y="180"/>
                </a:lnTo>
                <a:lnTo>
                  <a:pt x="43221" y="137"/>
                </a:lnTo>
                <a:lnTo>
                  <a:pt x="43129" y="94"/>
                </a:lnTo>
                <a:lnTo>
                  <a:pt x="43031" y="65"/>
                </a:lnTo>
                <a:lnTo>
                  <a:pt x="42932" y="36"/>
                </a:lnTo>
                <a:lnTo>
                  <a:pt x="42834" y="15"/>
                </a:lnTo>
                <a:lnTo>
                  <a:pt x="42736" y="8"/>
                </a:lnTo>
                <a:lnTo>
                  <a:pt x="4263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rot="4500150">
            <a:off x="6584393" y="571321"/>
            <a:ext cx="195188" cy="217716"/>
          </a:xfrm>
          <a:custGeom>
            <a:rect b="b" l="l" r="r" t="t"/>
            <a:pathLst>
              <a:path extrusionOk="0" h="13327" w="11948">
                <a:moveTo>
                  <a:pt x="6520" y="0"/>
                </a:moveTo>
                <a:lnTo>
                  <a:pt x="6451" y="7"/>
                </a:lnTo>
                <a:lnTo>
                  <a:pt x="6381" y="29"/>
                </a:lnTo>
                <a:lnTo>
                  <a:pt x="6312" y="43"/>
                </a:lnTo>
                <a:lnTo>
                  <a:pt x="6248" y="72"/>
                </a:lnTo>
                <a:lnTo>
                  <a:pt x="6179" y="108"/>
                </a:lnTo>
                <a:lnTo>
                  <a:pt x="6121" y="143"/>
                </a:lnTo>
                <a:lnTo>
                  <a:pt x="6063" y="194"/>
                </a:lnTo>
                <a:lnTo>
                  <a:pt x="6006" y="244"/>
                </a:lnTo>
                <a:lnTo>
                  <a:pt x="5954" y="301"/>
                </a:lnTo>
                <a:lnTo>
                  <a:pt x="5907" y="358"/>
                </a:lnTo>
                <a:lnTo>
                  <a:pt x="5867" y="430"/>
                </a:lnTo>
                <a:lnTo>
                  <a:pt x="5832" y="501"/>
                </a:lnTo>
                <a:lnTo>
                  <a:pt x="5803" y="587"/>
                </a:lnTo>
                <a:lnTo>
                  <a:pt x="5780" y="673"/>
                </a:lnTo>
                <a:lnTo>
                  <a:pt x="5763" y="766"/>
                </a:lnTo>
                <a:lnTo>
                  <a:pt x="5722" y="1110"/>
                </a:lnTo>
                <a:lnTo>
                  <a:pt x="5694" y="1460"/>
                </a:lnTo>
                <a:lnTo>
                  <a:pt x="5676" y="1811"/>
                </a:lnTo>
                <a:lnTo>
                  <a:pt x="5665" y="2162"/>
                </a:lnTo>
                <a:lnTo>
                  <a:pt x="5659" y="2512"/>
                </a:lnTo>
                <a:lnTo>
                  <a:pt x="5665" y="2863"/>
                </a:lnTo>
                <a:lnTo>
                  <a:pt x="5676" y="3221"/>
                </a:lnTo>
                <a:lnTo>
                  <a:pt x="5688" y="3572"/>
                </a:lnTo>
                <a:lnTo>
                  <a:pt x="5728" y="4280"/>
                </a:lnTo>
                <a:lnTo>
                  <a:pt x="5775" y="4989"/>
                </a:lnTo>
                <a:lnTo>
                  <a:pt x="5815" y="5697"/>
                </a:lnTo>
                <a:lnTo>
                  <a:pt x="5832" y="6048"/>
                </a:lnTo>
                <a:lnTo>
                  <a:pt x="5844" y="6406"/>
                </a:lnTo>
                <a:lnTo>
                  <a:pt x="5850" y="6763"/>
                </a:lnTo>
                <a:lnTo>
                  <a:pt x="5850" y="6763"/>
                </a:lnTo>
                <a:lnTo>
                  <a:pt x="3266" y="6470"/>
                </a:lnTo>
                <a:lnTo>
                  <a:pt x="1977" y="6334"/>
                </a:lnTo>
                <a:lnTo>
                  <a:pt x="683" y="6205"/>
                </a:lnTo>
                <a:lnTo>
                  <a:pt x="613" y="6205"/>
                </a:lnTo>
                <a:lnTo>
                  <a:pt x="544" y="6212"/>
                </a:lnTo>
                <a:lnTo>
                  <a:pt x="480" y="6227"/>
                </a:lnTo>
                <a:lnTo>
                  <a:pt x="422" y="6255"/>
                </a:lnTo>
                <a:lnTo>
                  <a:pt x="365" y="6284"/>
                </a:lnTo>
                <a:lnTo>
                  <a:pt x="313" y="6320"/>
                </a:lnTo>
                <a:lnTo>
                  <a:pt x="261" y="6370"/>
                </a:lnTo>
                <a:lnTo>
                  <a:pt x="214" y="6420"/>
                </a:lnTo>
                <a:lnTo>
                  <a:pt x="174" y="6477"/>
                </a:lnTo>
                <a:lnTo>
                  <a:pt x="139" y="6542"/>
                </a:lnTo>
                <a:lnTo>
                  <a:pt x="110" y="6606"/>
                </a:lnTo>
                <a:lnTo>
                  <a:pt x="81" y="6670"/>
                </a:lnTo>
                <a:lnTo>
                  <a:pt x="53" y="6742"/>
                </a:lnTo>
                <a:lnTo>
                  <a:pt x="35" y="6821"/>
                </a:lnTo>
                <a:lnTo>
                  <a:pt x="18" y="6892"/>
                </a:lnTo>
                <a:lnTo>
                  <a:pt x="12" y="6971"/>
                </a:lnTo>
                <a:lnTo>
                  <a:pt x="6" y="7050"/>
                </a:lnTo>
                <a:lnTo>
                  <a:pt x="1" y="7128"/>
                </a:lnTo>
                <a:lnTo>
                  <a:pt x="6" y="7207"/>
                </a:lnTo>
                <a:lnTo>
                  <a:pt x="12" y="7279"/>
                </a:lnTo>
                <a:lnTo>
                  <a:pt x="24" y="7357"/>
                </a:lnTo>
                <a:lnTo>
                  <a:pt x="41" y="7429"/>
                </a:lnTo>
                <a:lnTo>
                  <a:pt x="64" y="7501"/>
                </a:lnTo>
                <a:lnTo>
                  <a:pt x="93" y="7565"/>
                </a:lnTo>
                <a:lnTo>
                  <a:pt x="128" y="7622"/>
                </a:lnTo>
                <a:lnTo>
                  <a:pt x="162" y="7679"/>
                </a:lnTo>
                <a:lnTo>
                  <a:pt x="203" y="7737"/>
                </a:lnTo>
                <a:lnTo>
                  <a:pt x="255" y="7780"/>
                </a:lnTo>
                <a:lnTo>
                  <a:pt x="307" y="7823"/>
                </a:lnTo>
                <a:lnTo>
                  <a:pt x="365" y="7851"/>
                </a:lnTo>
                <a:lnTo>
                  <a:pt x="428" y="7880"/>
                </a:lnTo>
                <a:lnTo>
                  <a:pt x="498" y="7894"/>
                </a:lnTo>
                <a:lnTo>
                  <a:pt x="1844" y="8123"/>
                </a:lnTo>
                <a:lnTo>
                  <a:pt x="3197" y="8345"/>
                </a:lnTo>
                <a:lnTo>
                  <a:pt x="5896" y="8767"/>
                </a:lnTo>
                <a:lnTo>
                  <a:pt x="5919" y="9733"/>
                </a:lnTo>
                <a:lnTo>
                  <a:pt x="5948" y="10707"/>
                </a:lnTo>
                <a:lnTo>
                  <a:pt x="5983" y="11680"/>
                </a:lnTo>
                <a:lnTo>
                  <a:pt x="6029" y="12653"/>
                </a:lnTo>
                <a:lnTo>
                  <a:pt x="6040" y="12732"/>
                </a:lnTo>
                <a:lnTo>
                  <a:pt x="6052" y="12811"/>
                </a:lnTo>
                <a:lnTo>
                  <a:pt x="6069" y="12882"/>
                </a:lnTo>
                <a:lnTo>
                  <a:pt x="6092" y="12947"/>
                </a:lnTo>
                <a:lnTo>
                  <a:pt x="6116" y="13004"/>
                </a:lnTo>
                <a:lnTo>
                  <a:pt x="6150" y="13061"/>
                </a:lnTo>
                <a:lnTo>
                  <a:pt x="6185" y="13111"/>
                </a:lnTo>
                <a:lnTo>
                  <a:pt x="6220" y="13154"/>
                </a:lnTo>
                <a:lnTo>
                  <a:pt x="6260" y="13197"/>
                </a:lnTo>
                <a:lnTo>
                  <a:pt x="6306" y="13233"/>
                </a:lnTo>
                <a:lnTo>
                  <a:pt x="6347" y="13262"/>
                </a:lnTo>
                <a:lnTo>
                  <a:pt x="6399" y="13283"/>
                </a:lnTo>
                <a:lnTo>
                  <a:pt x="6445" y="13298"/>
                </a:lnTo>
                <a:lnTo>
                  <a:pt x="6491" y="13312"/>
                </a:lnTo>
                <a:lnTo>
                  <a:pt x="6543" y="13319"/>
                </a:lnTo>
                <a:lnTo>
                  <a:pt x="6595" y="13326"/>
                </a:lnTo>
                <a:lnTo>
                  <a:pt x="6647" y="13319"/>
                </a:lnTo>
                <a:lnTo>
                  <a:pt x="6693" y="13312"/>
                </a:lnTo>
                <a:lnTo>
                  <a:pt x="6745" y="13298"/>
                </a:lnTo>
                <a:lnTo>
                  <a:pt x="6792" y="13283"/>
                </a:lnTo>
                <a:lnTo>
                  <a:pt x="6838" y="13262"/>
                </a:lnTo>
                <a:lnTo>
                  <a:pt x="6884" y="13233"/>
                </a:lnTo>
                <a:lnTo>
                  <a:pt x="6930" y="13197"/>
                </a:lnTo>
                <a:lnTo>
                  <a:pt x="6971" y="13154"/>
                </a:lnTo>
                <a:lnTo>
                  <a:pt x="7006" y="13111"/>
                </a:lnTo>
                <a:lnTo>
                  <a:pt x="7040" y="13061"/>
                </a:lnTo>
                <a:lnTo>
                  <a:pt x="7069" y="13004"/>
                </a:lnTo>
                <a:lnTo>
                  <a:pt x="7098" y="12947"/>
                </a:lnTo>
                <a:lnTo>
                  <a:pt x="7121" y="12882"/>
                </a:lnTo>
                <a:lnTo>
                  <a:pt x="7139" y="12811"/>
                </a:lnTo>
                <a:lnTo>
                  <a:pt x="7150" y="12732"/>
                </a:lnTo>
                <a:lnTo>
                  <a:pt x="7156" y="12653"/>
                </a:lnTo>
                <a:lnTo>
                  <a:pt x="7202" y="11737"/>
                </a:lnTo>
                <a:lnTo>
                  <a:pt x="7237" y="10821"/>
                </a:lnTo>
                <a:lnTo>
                  <a:pt x="7260" y="9905"/>
                </a:lnTo>
                <a:lnTo>
                  <a:pt x="7283" y="8989"/>
                </a:lnTo>
                <a:lnTo>
                  <a:pt x="8156" y="9132"/>
                </a:lnTo>
                <a:lnTo>
                  <a:pt x="9028" y="9283"/>
                </a:lnTo>
                <a:lnTo>
                  <a:pt x="9901" y="9440"/>
                </a:lnTo>
                <a:lnTo>
                  <a:pt x="10768" y="9612"/>
                </a:lnTo>
                <a:lnTo>
                  <a:pt x="10895" y="9626"/>
                </a:lnTo>
                <a:lnTo>
                  <a:pt x="11017" y="9633"/>
                </a:lnTo>
                <a:lnTo>
                  <a:pt x="11132" y="9619"/>
                </a:lnTo>
                <a:lnTo>
                  <a:pt x="11242" y="9598"/>
                </a:lnTo>
                <a:lnTo>
                  <a:pt x="11340" y="9555"/>
                </a:lnTo>
                <a:lnTo>
                  <a:pt x="11433" y="9504"/>
                </a:lnTo>
                <a:lnTo>
                  <a:pt x="11520" y="9447"/>
                </a:lnTo>
                <a:lnTo>
                  <a:pt x="11595" y="9376"/>
                </a:lnTo>
                <a:lnTo>
                  <a:pt x="11664" y="9297"/>
                </a:lnTo>
                <a:lnTo>
                  <a:pt x="11728" y="9211"/>
                </a:lnTo>
                <a:lnTo>
                  <a:pt x="11785" y="9118"/>
                </a:lnTo>
                <a:lnTo>
                  <a:pt x="11832" y="9018"/>
                </a:lnTo>
                <a:lnTo>
                  <a:pt x="11872" y="8910"/>
                </a:lnTo>
                <a:lnTo>
                  <a:pt x="11901" y="8803"/>
                </a:lnTo>
                <a:lnTo>
                  <a:pt x="11924" y="8696"/>
                </a:lnTo>
                <a:lnTo>
                  <a:pt x="11941" y="8581"/>
                </a:lnTo>
                <a:lnTo>
                  <a:pt x="11947" y="8467"/>
                </a:lnTo>
                <a:lnTo>
                  <a:pt x="11947" y="8352"/>
                </a:lnTo>
                <a:lnTo>
                  <a:pt x="11941" y="8238"/>
                </a:lnTo>
                <a:lnTo>
                  <a:pt x="11924" y="8123"/>
                </a:lnTo>
                <a:lnTo>
                  <a:pt x="11895" y="8016"/>
                </a:lnTo>
                <a:lnTo>
                  <a:pt x="11861" y="7909"/>
                </a:lnTo>
                <a:lnTo>
                  <a:pt x="11820" y="7808"/>
                </a:lnTo>
                <a:lnTo>
                  <a:pt x="11768" y="7708"/>
                </a:lnTo>
                <a:lnTo>
                  <a:pt x="11704" y="7622"/>
                </a:lnTo>
                <a:lnTo>
                  <a:pt x="11635" y="7544"/>
                </a:lnTo>
                <a:lnTo>
                  <a:pt x="11554" y="7465"/>
                </a:lnTo>
                <a:lnTo>
                  <a:pt x="11468" y="7400"/>
                </a:lnTo>
                <a:lnTo>
                  <a:pt x="11375" y="7350"/>
                </a:lnTo>
                <a:lnTo>
                  <a:pt x="11265" y="7307"/>
                </a:lnTo>
                <a:lnTo>
                  <a:pt x="11150" y="7279"/>
                </a:lnTo>
                <a:lnTo>
                  <a:pt x="11028" y="7264"/>
                </a:lnTo>
                <a:lnTo>
                  <a:pt x="10104" y="7193"/>
                </a:lnTo>
                <a:lnTo>
                  <a:pt x="9179" y="7114"/>
                </a:lnTo>
                <a:lnTo>
                  <a:pt x="8254" y="7021"/>
                </a:lnTo>
                <a:lnTo>
                  <a:pt x="7335" y="6928"/>
                </a:lnTo>
                <a:lnTo>
                  <a:pt x="7347" y="6406"/>
                </a:lnTo>
                <a:lnTo>
                  <a:pt x="7358" y="6048"/>
                </a:lnTo>
                <a:lnTo>
                  <a:pt x="7375" y="5697"/>
                </a:lnTo>
                <a:lnTo>
                  <a:pt x="7416" y="4989"/>
                </a:lnTo>
                <a:lnTo>
                  <a:pt x="7462" y="4280"/>
                </a:lnTo>
                <a:lnTo>
                  <a:pt x="7497" y="3572"/>
                </a:lnTo>
                <a:lnTo>
                  <a:pt x="7514" y="3221"/>
                </a:lnTo>
                <a:lnTo>
                  <a:pt x="7520" y="2863"/>
                </a:lnTo>
                <a:lnTo>
                  <a:pt x="7526" y="2512"/>
                </a:lnTo>
                <a:lnTo>
                  <a:pt x="7526" y="2162"/>
                </a:lnTo>
                <a:lnTo>
                  <a:pt x="7514" y="1811"/>
                </a:lnTo>
                <a:lnTo>
                  <a:pt x="7497" y="1460"/>
                </a:lnTo>
                <a:lnTo>
                  <a:pt x="7462" y="1110"/>
                </a:lnTo>
                <a:lnTo>
                  <a:pt x="7422" y="766"/>
                </a:lnTo>
                <a:lnTo>
                  <a:pt x="7410" y="673"/>
                </a:lnTo>
                <a:lnTo>
                  <a:pt x="7387" y="587"/>
                </a:lnTo>
                <a:lnTo>
                  <a:pt x="7358" y="501"/>
                </a:lnTo>
                <a:lnTo>
                  <a:pt x="7318" y="430"/>
                </a:lnTo>
                <a:lnTo>
                  <a:pt x="7277" y="358"/>
                </a:lnTo>
                <a:lnTo>
                  <a:pt x="7231" y="294"/>
                </a:lnTo>
                <a:lnTo>
                  <a:pt x="7179" y="244"/>
                </a:lnTo>
                <a:lnTo>
                  <a:pt x="7127" y="186"/>
                </a:lnTo>
                <a:lnTo>
                  <a:pt x="7069" y="143"/>
                </a:lnTo>
                <a:lnTo>
                  <a:pt x="7006" y="108"/>
                </a:lnTo>
                <a:lnTo>
                  <a:pt x="6942" y="72"/>
                </a:lnTo>
                <a:lnTo>
                  <a:pt x="6873" y="43"/>
                </a:lnTo>
                <a:lnTo>
                  <a:pt x="6809" y="29"/>
                </a:lnTo>
                <a:lnTo>
                  <a:pt x="6734" y="7"/>
                </a:lnTo>
                <a:lnTo>
                  <a:pt x="666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7779996" y="1624834"/>
            <a:ext cx="186983" cy="243788"/>
          </a:xfrm>
          <a:custGeom>
            <a:rect b="b" l="l" r="r" t="t"/>
            <a:pathLst>
              <a:path extrusionOk="0" h="14922" w="11445">
                <a:moveTo>
                  <a:pt x="4989" y="0"/>
                </a:moveTo>
                <a:lnTo>
                  <a:pt x="4914" y="7"/>
                </a:lnTo>
                <a:lnTo>
                  <a:pt x="4844" y="22"/>
                </a:lnTo>
                <a:lnTo>
                  <a:pt x="4775" y="43"/>
                </a:lnTo>
                <a:lnTo>
                  <a:pt x="4706" y="65"/>
                </a:lnTo>
                <a:lnTo>
                  <a:pt x="4636" y="100"/>
                </a:lnTo>
                <a:lnTo>
                  <a:pt x="4573" y="136"/>
                </a:lnTo>
                <a:lnTo>
                  <a:pt x="4515" y="186"/>
                </a:lnTo>
                <a:lnTo>
                  <a:pt x="4457" y="236"/>
                </a:lnTo>
                <a:lnTo>
                  <a:pt x="4411" y="301"/>
                </a:lnTo>
                <a:lnTo>
                  <a:pt x="4359" y="365"/>
                </a:lnTo>
                <a:lnTo>
                  <a:pt x="4318" y="437"/>
                </a:lnTo>
                <a:lnTo>
                  <a:pt x="4284" y="523"/>
                </a:lnTo>
                <a:lnTo>
                  <a:pt x="4255" y="608"/>
                </a:lnTo>
                <a:lnTo>
                  <a:pt x="4232" y="701"/>
                </a:lnTo>
                <a:lnTo>
                  <a:pt x="4214" y="809"/>
                </a:lnTo>
                <a:lnTo>
                  <a:pt x="4180" y="1124"/>
                </a:lnTo>
                <a:lnTo>
                  <a:pt x="4151" y="1446"/>
                </a:lnTo>
                <a:lnTo>
                  <a:pt x="4128" y="1768"/>
                </a:lnTo>
                <a:lnTo>
                  <a:pt x="4110" y="2090"/>
                </a:lnTo>
                <a:lnTo>
                  <a:pt x="4093" y="2419"/>
                </a:lnTo>
                <a:lnTo>
                  <a:pt x="4081" y="2748"/>
                </a:lnTo>
                <a:lnTo>
                  <a:pt x="4076" y="3078"/>
                </a:lnTo>
                <a:lnTo>
                  <a:pt x="4070" y="3414"/>
                </a:lnTo>
                <a:lnTo>
                  <a:pt x="4070" y="4079"/>
                </a:lnTo>
                <a:lnTo>
                  <a:pt x="4087" y="4759"/>
                </a:lnTo>
                <a:lnTo>
                  <a:pt x="4110" y="5446"/>
                </a:lnTo>
                <a:lnTo>
                  <a:pt x="4151" y="6126"/>
                </a:lnTo>
                <a:lnTo>
                  <a:pt x="3278" y="6026"/>
                </a:lnTo>
                <a:lnTo>
                  <a:pt x="2411" y="5926"/>
                </a:lnTo>
                <a:lnTo>
                  <a:pt x="1544" y="5833"/>
                </a:lnTo>
                <a:lnTo>
                  <a:pt x="677" y="5747"/>
                </a:lnTo>
                <a:lnTo>
                  <a:pt x="608" y="5747"/>
                </a:lnTo>
                <a:lnTo>
                  <a:pt x="538" y="5754"/>
                </a:lnTo>
                <a:lnTo>
                  <a:pt x="475" y="5768"/>
                </a:lnTo>
                <a:lnTo>
                  <a:pt x="417" y="5797"/>
                </a:lnTo>
                <a:lnTo>
                  <a:pt x="359" y="5826"/>
                </a:lnTo>
                <a:lnTo>
                  <a:pt x="307" y="5869"/>
                </a:lnTo>
                <a:lnTo>
                  <a:pt x="261" y="5912"/>
                </a:lnTo>
                <a:lnTo>
                  <a:pt x="215" y="5962"/>
                </a:lnTo>
                <a:lnTo>
                  <a:pt x="174" y="6019"/>
                </a:lnTo>
                <a:lnTo>
                  <a:pt x="140" y="6076"/>
                </a:lnTo>
                <a:lnTo>
                  <a:pt x="105" y="6141"/>
                </a:lnTo>
                <a:lnTo>
                  <a:pt x="76" y="6212"/>
                </a:lnTo>
                <a:lnTo>
                  <a:pt x="53" y="6284"/>
                </a:lnTo>
                <a:lnTo>
                  <a:pt x="36" y="6355"/>
                </a:lnTo>
                <a:lnTo>
                  <a:pt x="18" y="6434"/>
                </a:lnTo>
                <a:lnTo>
                  <a:pt x="7" y="6506"/>
                </a:lnTo>
                <a:lnTo>
                  <a:pt x="1" y="6584"/>
                </a:lnTo>
                <a:lnTo>
                  <a:pt x="1" y="6663"/>
                </a:lnTo>
                <a:lnTo>
                  <a:pt x="7" y="6742"/>
                </a:lnTo>
                <a:lnTo>
                  <a:pt x="12" y="6813"/>
                </a:lnTo>
                <a:lnTo>
                  <a:pt x="24" y="6892"/>
                </a:lnTo>
                <a:lnTo>
                  <a:pt x="41" y="6964"/>
                </a:lnTo>
                <a:lnTo>
                  <a:pt x="64" y="7028"/>
                </a:lnTo>
                <a:lnTo>
                  <a:pt x="93" y="7092"/>
                </a:lnTo>
                <a:lnTo>
                  <a:pt x="122" y="7157"/>
                </a:lnTo>
                <a:lnTo>
                  <a:pt x="163" y="7214"/>
                </a:lnTo>
                <a:lnTo>
                  <a:pt x="203" y="7264"/>
                </a:lnTo>
                <a:lnTo>
                  <a:pt x="249" y="7314"/>
                </a:lnTo>
                <a:lnTo>
                  <a:pt x="301" y="7350"/>
                </a:lnTo>
                <a:lnTo>
                  <a:pt x="359" y="7386"/>
                </a:lnTo>
                <a:lnTo>
                  <a:pt x="423" y="7407"/>
                </a:lnTo>
                <a:lnTo>
                  <a:pt x="492" y="7429"/>
                </a:lnTo>
                <a:lnTo>
                  <a:pt x="1440" y="7593"/>
                </a:lnTo>
                <a:lnTo>
                  <a:pt x="2388" y="7751"/>
                </a:lnTo>
                <a:lnTo>
                  <a:pt x="3336" y="7908"/>
                </a:lnTo>
                <a:lnTo>
                  <a:pt x="4289" y="8051"/>
                </a:lnTo>
                <a:lnTo>
                  <a:pt x="4353" y="8810"/>
                </a:lnTo>
                <a:lnTo>
                  <a:pt x="4428" y="9562"/>
                </a:lnTo>
                <a:lnTo>
                  <a:pt x="4573" y="11050"/>
                </a:lnTo>
                <a:lnTo>
                  <a:pt x="4717" y="12510"/>
                </a:lnTo>
                <a:lnTo>
                  <a:pt x="4781" y="13226"/>
                </a:lnTo>
                <a:lnTo>
                  <a:pt x="4844" y="13927"/>
                </a:lnTo>
                <a:lnTo>
                  <a:pt x="4856" y="14049"/>
                </a:lnTo>
                <a:lnTo>
                  <a:pt x="4879" y="14156"/>
                </a:lnTo>
                <a:lnTo>
                  <a:pt x="4908" y="14256"/>
                </a:lnTo>
                <a:lnTo>
                  <a:pt x="4948" y="14357"/>
                </a:lnTo>
                <a:lnTo>
                  <a:pt x="4989" y="14442"/>
                </a:lnTo>
                <a:lnTo>
                  <a:pt x="5035" y="14528"/>
                </a:lnTo>
                <a:lnTo>
                  <a:pt x="5093" y="14600"/>
                </a:lnTo>
                <a:lnTo>
                  <a:pt x="5151" y="14664"/>
                </a:lnTo>
                <a:lnTo>
                  <a:pt x="5214" y="14722"/>
                </a:lnTo>
                <a:lnTo>
                  <a:pt x="5278" y="14772"/>
                </a:lnTo>
                <a:lnTo>
                  <a:pt x="5347" y="14822"/>
                </a:lnTo>
                <a:lnTo>
                  <a:pt x="5422" y="14858"/>
                </a:lnTo>
                <a:lnTo>
                  <a:pt x="5497" y="14886"/>
                </a:lnTo>
                <a:lnTo>
                  <a:pt x="5572" y="14900"/>
                </a:lnTo>
                <a:lnTo>
                  <a:pt x="5648" y="14915"/>
                </a:lnTo>
                <a:lnTo>
                  <a:pt x="5723" y="14922"/>
                </a:lnTo>
                <a:lnTo>
                  <a:pt x="5798" y="14922"/>
                </a:lnTo>
                <a:lnTo>
                  <a:pt x="5873" y="14908"/>
                </a:lnTo>
                <a:lnTo>
                  <a:pt x="5948" y="14893"/>
                </a:lnTo>
                <a:lnTo>
                  <a:pt x="6018" y="14865"/>
                </a:lnTo>
                <a:lnTo>
                  <a:pt x="6087" y="14829"/>
                </a:lnTo>
                <a:lnTo>
                  <a:pt x="6150" y="14786"/>
                </a:lnTo>
                <a:lnTo>
                  <a:pt x="6214" y="14736"/>
                </a:lnTo>
                <a:lnTo>
                  <a:pt x="6272" y="14679"/>
                </a:lnTo>
                <a:lnTo>
                  <a:pt x="6324" y="14614"/>
                </a:lnTo>
                <a:lnTo>
                  <a:pt x="6370" y="14543"/>
                </a:lnTo>
                <a:lnTo>
                  <a:pt x="6411" y="14457"/>
                </a:lnTo>
                <a:lnTo>
                  <a:pt x="6445" y="14371"/>
                </a:lnTo>
                <a:lnTo>
                  <a:pt x="6474" y="14271"/>
                </a:lnTo>
                <a:lnTo>
                  <a:pt x="6497" y="14163"/>
                </a:lnTo>
                <a:lnTo>
                  <a:pt x="6509" y="14049"/>
                </a:lnTo>
                <a:lnTo>
                  <a:pt x="6509" y="13927"/>
                </a:lnTo>
                <a:lnTo>
                  <a:pt x="6503" y="13233"/>
                </a:lnTo>
                <a:lnTo>
                  <a:pt x="6491" y="12546"/>
                </a:lnTo>
                <a:lnTo>
                  <a:pt x="6457" y="11158"/>
                </a:lnTo>
                <a:lnTo>
                  <a:pt x="6416" y="9776"/>
                </a:lnTo>
                <a:lnTo>
                  <a:pt x="6376" y="8388"/>
                </a:lnTo>
                <a:lnTo>
                  <a:pt x="6376" y="8388"/>
                </a:lnTo>
                <a:lnTo>
                  <a:pt x="7353" y="8552"/>
                </a:lnTo>
                <a:lnTo>
                  <a:pt x="8329" y="8717"/>
                </a:lnTo>
                <a:lnTo>
                  <a:pt x="9300" y="8903"/>
                </a:lnTo>
                <a:lnTo>
                  <a:pt x="9792" y="9003"/>
                </a:lnTo>
                <a:lnTo>
                  <a:pt x="10277" y="9104"/>
                </a:lnTo>
                <a:lnTo>
                  <a:pt x="10404" y="9125"/>
                </a:lnTo>
                <a:lnTo>
                  <a:pt x="10526" y="9132"/>
                </a:lnTo>
                <a:lnTo>
                  <a:pt x="10636" y="9118"/>
                </a:lnTo>
                <a:lnTo>
                  <a:pt x="10740" y="9096"/>
                </a:lnTo>
                <a:lnTo>
                  <a:pt x="10844" y="9061"/>
                </a:lnTo>
                <a:lnTo>
                  <a:pt x="10930" y="9010"/>
                </a:lnTo>
                <a:lnTo>
                  <a:pt x="11017" y="8946"/>
                </a:lnTo>
                <a:lnTo>
                  <a:pt x="11092" y="8882"/>
                </a:lnTo>
                <a:lnTo>
                  <a:pt x="11167" y="8803"/>
                </a:lnTo>
                <a:lnTo>
                  <a:pt x="11225" y="8717"/>
                </a:lnTo>
                <a:lnTo>
                  <a:pt x="11283" y="8624"/>
                </a:lnTo>
                <a:lnTo>
                  <a:pt x="11329" y="8524"/>
                </a:lnTo>
                <a:lnTo>
                  <a:pt x="11370" y="8416"/>
                </a:lnTo>
                <a:lnTo>
                  <a:pt x="11398" y="8309"/>
                </a:lnTo>
                <a:lnTo>
                  <a:pt x="11422" y="8202"/>
                </a:lnTo>
                <a:lnTo>
                  <a:pt x="11439" y="8087"/>
                </a:lnTo>
                <a:lnTo>
                  <a:pt x="11445" y="7973"/>
                </a:lnTo>
                <a:lnTo>
                  <a:pt x="11445" y="7858"/>
                </a:lnTo>
                <a:lnTo>
                  <a:pt x="11433" y="7744"/>
                </a:lnTo>
                <a:lnTo>
                  <a:pt x="11416" y="7629"/>
                </a:lnTo>
                <a:lnTo>
                  <a:pt x="11393" y="7522"/>
                </a:lnTo>
                <a:lnTo>
                  <a:pt x="11358" y="7415"/>
                </a:lnTo>
                <a:lnTo>
                  <a:pt x="11318" y="7314"/>
                </a:lnTo>
                <a:lnTo>
                  <a:pt x="11266" y="7221"/>
                </a:lnTo>
                <a:lnTo>
                  <a:pt x="11202" y="7128"/>
                </a:lnTo>
                <a:lnTo>
                  <a:pt x="11133" y="7050"/>
                </a:lnTo>
                <a:lnTo>
                  <a:pt x="11057" y="6978"/>
                </a:lnTo>
                <a:lnTo>
                  <a:pt x="10971" y="6914"/>
                </a:lnTo>
                <a:lnTo>
                  <a:pt x="10872" y="6863"/>
                </a:lnTo>
                <a:lnTo>
                  <a:pt x="10768" y="6821"/>
                </a:lnTo>
                <a:lnTo>
                  <a:pt x="10653" y="6792"/>
                </a:lnTo>
                <a:lnTo>
                  <a:pt x="10531" y="6778"/>
                </a:lnTo>
                <a:lnTo>
                  <a:pt x="10006" y="6742"/>
                </a:lnTo>
                <a:lnTo>
                  <a:pt x="9480" y="6706"/>
                </a:lnTo>
                <a:lnTo>
                  <a:pt x="8954" y="6663"/>
                </a:lnTo>
                <a:lnTo>
                  <a:pt x="8422" y="6613"/>
                </a:lnTo>
                <a:lnTo>
                  <a:pt x="7376" y="6498"/>
                </a:lnTo>
                <a:lnTo>
                  <a:pt x="6324" y="6384"/>
                </a:lnTo>
                <a:lnTo>
                  <a:pt x="6312" y="5683"/>
                </a:lnTo>
                <a:lnTo>
                  <a:pt x="6307" y="4981"/>
                </a:lnTo>
                <a:lnTo>
                  <a:pt x="6301" y="4273"/>
                </a:lnTo>
                <a:lnTo>
                  <a:pt x="6289" y="3922"/>
                </a:lnTo>
                <a:lnTo>
                  <a:pt x="6278" y="3564"/>
                </a:lnTo>
                <a:lnTo>
                  <a:pt x="6260" y="3213"/>
                </a:lnTo>
                <a:lnTo>
                  <a:pt x="6243" y="2863"/>
                </a:lnTo>
                <a:lnTo>
                  <a:pt x="6214" y="2519"/>
                </a:lnTo>
                <a:lnTo>
                  <a:pt x="6179" y="2169"/>
                </a:lnTo>
                <a:lnTo>
                  <a:pt x="6139" y="1825"/>
                </a:lnTo>
                <a:lnTo>
                  <a:pt x="6093" y="1482"/>
                </a:lnTo>
                <a:lnTo>
                  <a:pt x="6035" y="1145"/>
                </a:lnTo>
                <a:lnTo>
                  <a:pt x="5971" y="809"/>
                </a:lnTo>
                <a:lnTo>
                  <a:pt x="5948" y="716"/>
                </a:lnTo>
                <a:lnTo>
                  <a:pt x="5919" y="630"/>
                </a:lnTo>
                <a:lnTo>
                  <a:pt x="5885" y="551"/>
                </a:lnTo>
                <a:lnTo>
                  <a:pt x="5838" y="472"/>
                </a:lnTo>
                <a:lnTo>
                  <a:pt x="5792" y="401"/>
                </a:lnTo>
                <a:lnTo>
                  <a:pt x="5740" y="336"/>
                </a:lnTo>
                <a:lnTo>
                  <a:pt x="5688" y="279"/>
                </a:lnTo>
                <a:lnTo>
                  <a:pt x="5625" y="222"/>
                </a:lnTo>
                <a:lnTo>
                  <a:pt x="5561" y="172"/>
                </a:lnTo>
                <a:lnTo>
                  <a:pt x="5497" y="136"/>
                </a:lnTo>
                <a:lnTo>
                  <a:pt x="5428" y="93"/>
                </a:lnTo>
                <a:lnTo>
                  <a:pt x="5359" y="65"/>
                </a:lnTo>
                <a:lnTo>
                  <a:pt x="5284" y="43"/>
                </a:lnTo>
                <a:lnTo>
                  <a:pt x="5214" y="22"/>
                </a:lnTo>
                <a:lnTo>
                  <a:pt x="5139" y="7"/>
                </a:lnTo>
                <a:lnTo>
                  <a:pt x="506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8209589" y="266519"/>
            <a:ext cx="602935" cy="680980"/>
          </a:xfrm>
          <a:custGeom>
            <a:rect b="b" l="l" r="r" t="t"/>
            <a:pathLst>
              <a:path extrusionOk="0" h="41682" w="36905">
                <a:moveTo>
                  <a:pt x="7798" y="0"/>
                </a:moveTo>
                <a:lnTo>
                  <a:pt x="7728" y="8"/>
                </a:lnTo>
                <a:lnTo>
                  <a:pt x="7659" y="29"/>
                </a:lnTo>
                <a:lnTo>
                  <a:pt x="7589" y="72"/>
                </a:lnTo>
                <a:lnTo>
                  <a:pt x="7532" y="122"/>
                </a:lnTo>
                <a:lnTo>
                  <a:pt x="7474" y="179"/>
                </a:lnTo>
                <a:lnTo>
                  <a:pt x="7428" y="251"/>
                </a:lnTo>
                <a:lnTo>
                  <a:pt x="7387" y="330"/>
                </a:lnTo>
                <a:lnTo>
                  <a:pt x="7358" y="416"/>
                </a:lnTo>
                <a:lnTo>
                  <a:pt x="7341" y="501"/>
                </a:lnTo>
                <a:lnTo>
                  <a:pt x="7335" y="594"/>
                </a:lnTo>
                <a:lnTo>
                  <a:pt x="7341" y="687"/>
                </a:lnTo>
                <a:lnTo>
                  <a:pt x="7347" y="738"/>
                </a:lnTo>
                <a:lnTo>
                  <a:pt x="7358" y="781"/>
                </a:lnTo>
                <a:lnTo>
                  <a:pt x="7376" y="831"/>
                </a:lnTo>
                <a:lnTo>
                  <a:pt x="7393" y="874"/>
                </a:lnTo>
                <a:lnTo>
                  <a:pt x="7532" y="1174"/>
                </a:lnTo>
                <a:lnTo>
                  <a:pt x="7676" y="1475"/>
                </a:lnTo>
                <a:lnTo>
                  <a:pt x="7971" y="2069"/>
                </a:lnTo>
                <a:lnTo>
                  <a:pt x="8283" y="2656"/>
                </a:lnTo>
                <a:lnTo>
                  <a:pt x="8601" y="3235"/>
                </a:lnTo>
                <a:lnTo>
                  <a:pt x="8936" y="3815"/>
                </a:lnTo>
                <a:lnTo>
                  <a:pt x="9277" y="4380"/>
                </a:lnTo>
                <a:lnTo>
                  <a:pt x="9630" y="4946"/>
                </a:lnTo>
                <a:lnTo>
                  <a:pt x="9994" y="5511"/>
                </a:lnTo>
                <a:lnTo>
                  <a:pt x="10364" y="6062"/>
                </a:lnTo>
                <a:lnTo>
                  <a:pt x="10739" y="6613"/>
                </a:lnTo>
                <a:lnTo>
                  <a:pt x="11127" y="7157"/>
                </a:lnTo>
                <a:lnTo>
                  <a:pt x="11520" y="7701"/>
                </a:lnTo>
                <a:lnTo>
                  <a:pt x="11918" y="8238"/>
                </a:lnTo>
                <a:lnTo>
                  <a:pt x="12323" y="8775"/>
                </a:lnTo>
                <a:lnTo>
                  <a:pt x="12733" y="9304"/>
                </a:lnTo>
                <a:lnTo>
                  <a:pt x="13144" y="9827"/>
                </a:lnTo>
                <a:lnTo>
                  <a:pt x="13566" y="10349"/>
                </a:lnTo>
                <a:lnTo>
                  <a:pt x="13982" y="10872"/>
                </a:lnTo>
                <a:lnTo>
                  <a:pt x="14826" y="11902"/>
                </a:lnTo>
                <a:lnTo>
                  <a:pt x="15675" y="12926"/>
                </a:lnTo>
                <a:lnTo>
                  <a:pt x="16525" y="13935"/>
                </a:lnTo>
                <a:lnTo>
                  <a:pt x="17363" y="14937"/>
                </a:lnTo>
                <a:lnTo>
                  <a:pt x="18189" y="15939"/>
                </a:lnTo>
                <a:lnTo>
                  <a:pt x="19004" y="16933"/>
                </a:lnTo>
                <a:lnTo>
                  <a:pt x="19403" y="17434"/>
                </a:lnTo>
                <a:lnTo>
                  <a:pt x="19790" y="17928"/>
                </a:lnTo>
                <a:lnTo>
                  <a:pt x="21530" y="20147"/>
                </a:lnTo>
                <a:lnTo>
                  <a:pt x="23270" y="22351"/>
                </a:lnTo>
                <a:lnTo>
                  <a:pt x="25021" y="24562"/>
                </a:lnTo>
                <a:lnTo>
                  <a:pt x="26767" y="26760"/>
                </a:lnTo>
                <a:lnTo>
                  <a:pt x="28524" y="28957"/>
                </a:lnTo>
                <a:lnTo>
                  <a:pt x="30281" y="31147"/>
                </a:lnTo>
                <a:lnTo>
                  <a:pt x="33795" y="35527"/>
                </a:lnTo>
                <a:lnTo>
                  <a:pt x="33396" y="36192"/>
                </a:lnTo>
                <a:lnTo>
                  <a:pt x="33199" y="36521"/>
                </a:lnTo>
                <a:lnTo>
                  <a:pt x="33003" y="36836"/>
                </a:lnTo>
                <a:lnTo>
                  <a:pt x="32188" y="38132"/>
                </a:lnTo>
                <a:lnTo>
                  <a:pt x="31783" y="38776"/>
                </a:lnTo>
                <a:lnTo>
                  <a:pt x="31385" y="39427"/>
                </a:lnTo>
                <a:lnTo>
                  <a:pt x="27593" y="34933"/>
                </a:lnTo>
                <a:lnTo>
                  <a:pt x="23796" y="30438"/>
                </a:lnTo>
                <a:lnTo>
                  <a:pt x="16201" y="21464"/>
                </a:lnTo>
                <a:lnTo>
                  <a:pt x="12404" y="16969"/>
                </a:lnTo>
                <a:lnTo>
                  <a:pt x="8612" y="12475"/>
                </a:lnTo>
                <a:lnTo>
                  <a:pt x="4821" y="7973"/>
                </a:lnTo>
                <a:lnTo>
                  <a:pt x="1041" y="3457"/>
                </a:lnTo>
                <a:lnTo>
                  <a:pt x="983" y="3400"/>
                </a:lnTo>
                <a:lnTo>
                  <a:pt x="931" y="3350"/>
                </a:lnTo>
                <a:lnTo>
                  <a:pt x="873" y="3314"/>
                </a:lnTo>
                <a:lnTo>
                  <a:pt x="816" y="3278"/>
                </a:lnTo>
                <a:lnTo>
                  <a:pt x="758" y="3257"/>
                </a:lnTo>
                <a:lnTo>
                  <a:pt x="700" y="3242"/>
                </a:lnTo>
                <a:lnTo>
                  <a:pt x="642" y="3235"/>
                </a:lnTo>
                <a:lnTo>
                  <a:pt x="590" y="3235"/>
                </a:lnTo>
                <a:lnTo>
                  <a:pt x="532" y="3242"/>
                </a:lnTo>
                <a:lnTo>
                  <a:pt x="480" y="3257"/>
                </a:lnTo>
                <a:lnTo>
                  <a:pt x="428" y="3278"/>
                </a:lnTo>
                <a:lnTo>
                  <a:pt x="376" y="3307"/>
                </a:lnTo>
                <a:lnTo>
                  <a:pt x="324" y="3343"/>
                </a:lnTo>
                <a:lnTo>
                  <a:pt x="278" y="3378"/>
                </a:lnTo>
                <a:lnTo>
                  <a:pt x="238" y="3421"/>
                </a:lnTo>
                <a:lnTo>
                  <a:pt x="191" y="3471"/>
                </a:lnTo>
                <a:lnTo>
                  <a:pt x="157" y="3522"/>
                </a:lnTo>
                <a:lnTo>
                  <a:pt x="122" y="3579"/>
                </a:lnTo>
                <a:lnTo>
                  <a:pt x="93" y="3636"/>
                </a:lnTo>
                <a:lnTo>
                  <a:pt x="64" y="3693"/>
                </a:lnTo>
                <a:lnTo>
                  <a:pt x="41" y="3758"/>
                </a:lnTo>
                <a:lnTo>
                  <a:pt x="24" y="3829"/>
                </a:lnTo>
                <a:lnTo>
                  <a:pt x="12" y="3894"/>
                </a:lnTo>
                <a:lnTo>
                  <a:pt x="6" y="3965"/>
                </a:lnTo>
                <a:lnTo>
                  <a:pt x="1" y="4037"/>
                </a:lnTo>
                <a:lnTo>
                  <a:pt x="6" y="4108"/>
                </a:lnTo>
                <a:lnTo>
                  <a:pt x="18" y="4180"/>
                </a:lnTo>
                <a:lnTo>
                  <a:pt x="35" y="4252"/>
                </a:lnTo>
                <a:lnTo>
                  <a:pt x="58" y="4323"/>
                </a:lnTo>
                <a:lnTo>
                  <a:pt x="87" y="4395"/>
                </a:lnTo>
                <a:lnTo>
                  <a:pt x="128" y="4466"/>
                </a:lnTo>
                <a:lnTo>
                  <a:pt x="174" y="4531"/>
                </a:lnTo>
                <a:lnTo>
                  <a:pt x="1053" y="5740"/>
                </a:lnTo>
                <a:lnTo>
                  <a:pt x="1943" y="6942"/>
                </a:lnTo>
                <a:lnTo>
                  <a:pt x="2833" y="8145"/>
                </a:lnTo>
                <a:lnTo>
                  <a:pt x="3723" y="9347"/>
                </a:lnTo>
                <a:lnTo>
                  <a:pt x="4624" y="10542"/>
                </a:lnTo>
                <a:lnTo>
                  <a:pt x="5526" y="11730"/>
                </a:lnTo>
                <a:lnTo>
                  <a:pt x="6428" y="12926"/>
                </a:lnTo>
                <a:lnTo>
                  <a:pt x="7335" y="14106"/>
                </a:lnTo>
                <a:lnTo>
                  <a:pt x="8248" y="15294"/>
                </a:lnTo>
                <a:lnTo>
                  <a:pt x="9162" y="16475"/>
                </a:lnTo>
                <a:lnTo>
                  <a:pt x="10081" y="17649"/>
                </a:lnTo>
                <a:lnTo>
                  <a:pt x="11005" y="18823"/>
                </a:lnTo>
                <a:lnTo>
                  <a:pt x="11930" y="19989"/>
                </a:lnTo>
                <a:lnTo>
                  <a:pt x="12861" y="21156"/>
                </a:lnTo>
                <a:lnTo>
                  <a:pt x="13791" y="22315"/>
                </a:lnTo>
                <a:lnTo>
                  <a:pt x="14727" y="23475"/>
                </a:lnTo>
                <a:lnTo>
                  <a:pt x="15670" y="24627"/>
                </a:lnTo>
                <a:lnTo>
                  <a:pt x="16612" y="25779"/>
                </a:lnTo>
                <a:lnTo>
                  <a:pt x="17559" y="26924"/>
                </a:lnTo>
                <a:lnTo>
                  <a:pt x="18507" y="28062"/>
                </a:lnTo>
                <a:lnTo>
                  <a:pt x="19455" y="29200"/>
                </a:lnTo>
                <a:lnTo>
                  <a:pt x="20415" y="30331"/>
                </a:lnTo>
                <a:lnTo>
                  <a:pt x="21374" y="31454"/>
                </a:lnTo>
                <a:lnTo>
                  <a:pt x="22334" y="32578"/>
                </a:lnTo>
                <a:lnTo>
                  <a:pt x="23299" y="33694"/>
                </a:lnTo>
                <a:lnTo>
                  <a:pt x="24264" y="34804"/>
                </a:lnTo>
                <a:lnTo>
                  <a:pt x="25235" y="35913"/>
                </a:lnTo>
                <a:lnTo>
                  <a:pt x="26212" y="37015"/>
                </a:lnTo>
                <a:lnTo>
                  <a:pt x="27188" y="38110"/>
                </a:lnTo>
                <a:lnTo>
                  <a:pt x="28165" y="39198"/>
                </a:lnTo>
                <a:lnTo>
                  <a:pt x="29148" y="40279"/>
                </a:lnTo>
                <a:lnTo>
                  <a:pt x="30136" y="41359"/>
                </a:lnTo>
                <a:lnTo>
                  <a:pt x="30217" y="41438"/>
                </a:lnTo>
                <a:lnTo>
                  <a:pt x="30298" y="41510"/>
                </a:lnTo>
                <a:lnTo>
                  <a:pt x="30379" y="41567"/>
                </a:lnTo>
                <a:lnTo>
                  <a:pt x="30466" y="41610"/>
                </a:lnTo>
                <a:lnTo>
                  <a:pt x="30546" y="41646"/>
                </a:lnTo>
                <a:lnTo>
                  <a:pt x="30633" y="41667"/>
                </a:lnTo>
                <a:lnTo>
                  <a:pt x="30720" y="41674"/>
                </a:lnTo>
                <a:lnTo>
                  <a:pt x="30801" y="41681"/>
                </a:lnTo>
                <a:lnTo>
                  <a:pt x="30882" y="41674"/>
                </a:lnTo>
                <a:lnTo>
                  <a:pt x="30968" y="41660"/>
                </a:lnTo>
                <a:lnTo>
                  <a:pt x="31049" y="41638"/>
                </a:lnTo>
                <a:lnTo>
                  <a:pt x="31124" y="41603"/>
                </a:lnTo>
                <a:lnTo>
                  <a:pt x="31200" y="41567"/>
                </a:lnTo>
                <a:lnTo>
                  <a:pt x="31275" y="41517"/>
                </a:lnTo>
                <a:lnTo>
                  <a:pt x="31344" y="41467"/>
                </a:lnTo>
                <a:lnTo>
                  <a:pt x="31413" y="41409"/>
                </a:lnTo>
                <a:lnTo>
                  <a:pt x="31541" y="41409"/>
                </a:lnTo>
                <a:lnTo>
                  <a:pt x="31598" y="41395"/>
                </a:lnTo>
                <a:lnTo>
                  <a:pt x="31656" y="41374"/>
                </a:lnTo>
                <a:lnTo>
                  <a:pt x="31720" y="41345"/>
                </a:lnTo>
                <a:lnTo>
                  <a:pt x="31778" y="41309"/>
                </a:lnTo>
                <a:lnTo>
                  <a:pt x="31830" y="41266"/>
                </a:lnTo>
                <a:lnTo>
                  <a:pt x="31882" y="41209"/>
                </a:lnTo>
                <a:lnTo>
                  <a:pt x="32211" y="40808"/>
                </a:lnTo>
                <a:lnTo>
                  <a:pt x="32535" y="40400"/>
                </a:lnTo>
                <a:lnTo>
                  <a:pt x="32858" y="39992"/>
                </a:lnTo>
                <a:lnTo>
                  <a:pt x="33182" y="39577"/>
                </a:lnTo>
                <a:lnTo>
                  <a:pt x="33812" y="38740"/>
                </a:lnTo>
                <a:lnTo>
                  <a:pt x="34448" y="37910"/>
                </a:lnTo>
                <a:lnTo>
                  <a:pt x="34748" y="37516"/>
                </a:lnTo>
                <a:lnTo>
                  <a:pt x="35060" y="37130"/>
                </a:lnTo>
                <a:lnTo>
                  <a:pt x="35373" y="36736"/>
                </a:lnTo>
                <a:lnTo>
                  <a:pt x="35679" y="36335"/>
                </a:lnTo>
                <a:lnTo>
                  <a:pt x="35829" y="36135"/>
                </a:lnTo>
                <a:lnTo>
                  <a:pt x="35979" y="35927"/>
                </a:lnTo>
                <a:lnTo>
                  <a:pt x="36124" y="35720"/>
                </a:lnTo>
                <a:lnTo>
                  <a:pt x="36263" y="35505"/>
                </a:lnTo>
                <a:lnTo>
                  <a:pt x="36396" y="35290"/>
                </a:lnTo>
                <a:lnTo>
                  <a:pt x="36529" y="35076"/>
                </a:lnTo>
                <a:lnTo>
                  <a:pt x="36650" y="34854"/>
                </a:lnTo>
                <a:lnTo>
                  <a:pt x="36765" y="34625"/>
                </a:lnTo>
                <a:lnTo>
                  <a:pt x="36812" y="34517"/>
                </a:lnTo>
                <a:lnTo>
                  <a:pt x="36846" y="34417"/>
                </a:lnTo>
                <a:lnTo>
                  <a:pt x="36875" y="34317"/>
                </a:lnTo>
                <a:lnTo>
                  <a:pt x="36893" y="34217"/>
                </a:lnTo>
                <a:lnTo>
                  <a:pt x="36898" y="34117"/>
                </a:lnTo>
                <a:lnTo>
                  <a:pt x="36904" y="34017"/>
                </a:lnTo>
                <a:lnTo>
                  <a:pt x="36893" y="33931"/>
                </a:lnTo>
                <a:lnTo>
                  <a:pt x="36881" y="33838"/>
                </a:lnTo>
                <a:lnTo>
                  <a:pt x="36858" y="33752"/>
                </a:lnTo>
                <a:lnTo>
                  <a:pt x="36835" y="33666"/>
                </a:lnTo>
                <a:lnTo>
                  <a:pt x="36800" y="33587"/>
                </a:lnTo>
                <a:lnTo>
                  <a:pt x="36760" y="33516"/>
                </a:lnTo>
                <a:lnTo>
                  <a:pt x="36713" y="33444"/>
                </a:lnTo>
                <a:lnTo>
                  <a:pt x="36667" y="33380"/>
                </a:lnTo>
                <a:lnTo>
                  <a:pt x="36609" y="33315"/>
                </a:lnTo>
                <a:lnTo>
                  <a:pt x="36552" y="33265"/>
                </a:lnTo>
                <a:lnTo>
                  <a:pt x="36488" y="33215"/>
                </a:lnTo>
                <a:lnTo>
                  <a:pt x="36424" y="33165"/>
                </a:lnTo>
                <a:lnTo>
                  <a:pt x="36355" y="33129"/>
                </a:lnTo>
                <a:lnTo>
                  <a:pt x="36286" y="33100"/>
                </a:lnTo>
                <a:lnTo>
                  <a:pt x="36211" y="33072"/>
                </a:lnTo>
                <a:lnTo>
                  <a:pt x="36135" y="33050"/>
                </a:lnTo>
                <a:lnTo>
                  <a:pt x="36060" y="33043"/>
                </a:lnTo>
                <a:lnTo>
                  <a:pt x="35985" y="33036"/>
                </a:lnTo>
                <a:lnTo>
                  <a:pt x="35904" y="33043"/>
                </a:lnTo>
                <a:lnTo>
                  <a:pt x="35829" y="33050"/>
                </a:lnTo>
                <a:lnTo>
                  <a:pt x="35748" y="33072"/>
                </a:lnTo>
                <a:lnTo>
                  <a:pt x="35673" y="33100"/>
                </a:lnTo>
                <a:lnTo>
                  <a:pt x="35598" y="33136"/>
                </a:lnTo>
                <a:lnTo>
                  <a:pt x="35523" y="33186"/>
                </a:lnTo>
                <a:lnTo>
                  <a:pt x="35453" y="33244"/>
                </a:lnTo>
                <a:lnTo>
                  <a:pt x="35384" y="33308"/>
                </a:lnTo>
                <a:lnTo>
                  <a:pt x="35309" y="33394"/>
                </a:lnTo>
                <a:lnTo>
                  <a:pt x="35234" y="33487"/>
                </a:lnTo>
                <a:lnTo>
                  <a:pt x="33483" y="31311"/>
                </a:lnTo>
                <a:lnTo>
                  <a:pt x="31737" y="29143"/>
                </a:lnTo>
                <a:lnTo>
                  <a:pt x="28252" y="24791"/>
                </a:lnTo>
                <a:lnTo>
                  <a:pt x="24778" y="20426"/>
                </a:lnTo>
                <a:lnTo>
                  <a:pt x="21311" y="16053"/>
                </a:lnTo>
                <a:lnTo>
                  <a:pt x="20917" y="15552"/>
                </a:lnTo>
                <a:lnTo>
                  <a:pt x="20524" y="15051"/>
                </a:lnTo>
                <a:lnTo>
                  <a:pt x="20137" y="14536"/>
                </a:lnTo>
                <a:lnTo>
                  <a:pt x="19750" y="14013"/>
                </a:lnTo>
                <a:lnTo>
                  <a:pt x="18964" y="12961"/>
                </a:lnTo>
                <a:lnTo>
                  <a:pt x="18184" y="11895"/>
                </a:lnTo>
                <a:lnTo>
                  <a:pt x="17398" y="10814"/>
                </a:lnTo>
                <a:lnTo>
                  <a:pt x="16606" y="9734"/>
                </a:lnTo>
                <a:lnTo>
                  <a:pt x="15802" y="8653"/>
                </a:lnTo>
                <a:lnTo>
                  <a:pt x="15404" y="8116"/>
                </a:lnTo>
                <a:lnTo>
                  <a:pt x="14999" y="7579"/>
                </a:lnTo>
                <a:lnTo>
                  <a:pt x="14589" y="7050"/>
                </a:lnTo>
                <a:lnTo>
                  <a:pt x="14178" y="6527"/>
                </a:lnTo>
                <a:lnTo>
                  <a:pt x="13762" y="6005"/>
                </a:lnTo>
                <a:lnTo>
                  <a:pt x="13346" y="5490"/>
                </a:lnTo>
                <a:lnTo>
                  <a:pt x="12930" y="4982"/>
                </a:lnTo>
                <a:lnTo>
                  <a:pt x="12502" y="4488"/>
                </a:lnTo>
                <a:lnTo>
                  <a:pt x="12075" y="3994"/>
                </a:lnTo>
                <a:lnTo>
                  <a:pt x="11647" y="3514"/>
                </a:lnTo>
                <a:lnTo>
                  <a:pt x="11208" y="3042"/>
                </a:lnTo>
                <a:lnTo>
                  <a:pt x="10768" y="2577"/>
                </a:lnTo>
                <a:lnTo>
                  <a:pt x="10323" y="2133"/>
                </a:lnTo>
                <a:lnTo>
                  <a:pt x="9878" y="1697"/>
                </a:lnTo>
                <a:lnTo>
                  <a:pt x="9422" y="1274"/>
                </a:lnTo>
                <a:lnTo>
                  <a:pt x="8965" y="859"/>
                </a:lnTo>
                <a:lnTo>
                  <a:pt x="8497" y="466"/>
                </a:lnTo>
                <a:lnTo>
                  <a:pt x="8266" y="272"/>
                </a:lnTo>
                <a:lnTo>
                  <a:pt x="8029" y="86"/>
                </a:lnTo>
                <a:lnTo>
                  <a:pt x="7988" y="58"/>
                </a:lnTo>
                <a:lnTo>
                  <a:pt x="7954" y="36"/>
                </a:lnTo>
                <a:lnTo>
                  <a:pt x="7913" y="22"/>
                </a:lnTo>
                <a:lnTo>
                  <a:pt x="7873" y="8"/>
                </a:lnTo>
                <a:lnTo>
                  <a:pt x="783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302075" y="4153869"/>
            <a:ext cx="355820" cy="880163"/>
          </a:xfrm>
          <a:custGeom>
            <a:rect b="b" l="l" r="r" t="t"/>
            <a:pathLst>
              <a:path extrusionOk="0" h="86354" w="34910">
                <a:moveTo>
                  <a:pt x="4416" y="1"/>
                </a:moveTo>
                <a:lnTo>
                  <a:pt x="4364" y="15"/>
                </a:lnTo>
                <a:lnTo>
                  <a:pt x="4306" y="29"/>
                </a:lnTo>
                <a:lnTo>
                  <a:pt x="4254" y="51"/>
                </a:lnTo>
                <a:lnTo>
                  <a:pt x="4202" y="79"/>
                </a:lnTo>
                <a:lnTo>
                  <a:pt x="4150" y="108"/>
                </a:lnTo>
                <a:lnTo>
                  <a:pt x="4104" y="144"/>
                </a:lnTo>
                <a:lnTo>
                  <a:pt x="4057" y="187"/>
                </a:lnTo>
                <a:lnTo>
                  <a:pt x="4011" y="230"/>
                </a:lnTo>
                <a:lnTo>
                  <a:pt x="3971" y="280"/>
                </a:lnTo>
                <a:lnTo>
                  <a:pt x="3930" y="330"/>
                </a:lnTo>
                <a:lnTo>
                  <a:pt x="3896" y="387"/>
                </a:lnTo>
                <a:lnTo>
                  <a:pt x="3867" y="451"/>
                </a:lnTo>
                <a:lnTo>
                  <a:pt x="3838" y="516"/>
                </a:lnTo>
                <a:lnTo>
                  <a:pt x="3815" y="580"/>
                </a:lnTo>
                <a:lnTo>
                  <a:pt x="3797" y="645"/>
                </a:lnTo>
                <a:lnTo>
                  <a:pt x="3786" y="716"/>
                </a:lnTo>
                <a:lnTo>
                  <a:pt x="3780" y="795"/>
                </a:lnTo>
                <a:lnTo>
                  <a:pt x="3780" y="866"/>
                </a:lnTo>
                <a:lnTo>
                  <a:pt x="3786" y="945"/>
                </a:lnTo>
                <a:lnTo>
                  <a:pt x="3797" y="1024"/>
                </a:lnTo>
                <a:lnTo>
                  <a:pt x="3930" y="1732"/>
                </a:lnTo>
                <a:lnTo>
                  <a:pt x="4069" y="2441"/>
                </a:lnTo>
                <a:lnTo>
                  <a:pt x="4213" y="3149"/>
                </a:lnTo>
                <a:lnTo>
                  <a:pt x="4364" y="3851"/>
                </a:lnTo>
                <a:lnTo>
                  <a:pt x="4664" y="5261"/>
                </a:lnTo>
                <a:lnTo>
                  <a:pt x="4982" y="6671"/>
                </a:lnTo>
                <a:lnTo>
                  <a:pt x="5317" y="8073"/>
                </a:lnTo>
                <a:lnTo>
                  <a:pt x="5658" y="9476"/>
                </a:lnTo>
                <a:lnTo>
                  <a:pt x="6011" y="10879"/>
                </a:lnTo>
                <a:lnTo>
                  <a:pt x="6375" y="12274"/>
                </a:lnTo>
                <a:lnTo>
                  <a:pt x="6751" y="13670"/>
                </a:lnTo>
                <a:lnTo>
                  <a:pt x="7138" y="15065"/>
                </a:lnTo>
                <a:lnTo>
                  <a:pt x="7531" y="16454"/>
                </a:lnTo>
                <a:lnTo>
                  <a:pt x="7936" y="17842"/>
                </a:lnTo>
                <a:lnTo>
                  <a:pt x="8346" y="19224"/>
                </a:lnTo>
                <a:lnTo>
                  <a:pt x="8762" y="20612"/>
                </a:lnTo>
                <a:lnTo>
                  <a:pt x="9190" y="21986"/>
                </a:lnTo>
                <a:lnTo>
                  <a:pt x="9617" y="23367"/>
                </a:lnTo>
                <a:lnTo>
                  <a:pt x="9323" y="23446"/>
                </a:lnTo>
                <a:lnTo>
                  <a:pt x="9022" y="23539"/>
                </a:lnTo>
                <a:lnTo>
                  <a:pt x="8727" y="23639"/>
                </a:lnTo>
                <a:lnTo>
                  <a:pt x="8433" y="23747"/>
                </a:lnTo>
                <a:lnTo>
                  <a:pt x="8144" y="23854"/>
                </a:lnTo>
                <a:lnTo>
                  <a:pt x="7849" y="23976"/>
                </a:lnTo>
                <a:lnTo>
                  <a:pt x="7560" y="24104"/>
                </a:lnTo>
                <a:lnTo>
                  <a:pt x="7271" y="24233"/>
                </a:lnTo>
                <a:lnTo>
                  <a:pt x="6982" y="24376"/>
                </a:lnTo>
                <a:lnTo>
                  <a:pt x="6699" y="24520"/>
                </a:lnTo>
                <a:lnTo>
                  <a:pt x="6415" y="24670"/>
                </a:lnTo>
                <a:lnTo>
                  <a:pt x="6132" y="24827"/>
                </a:lnTo>
                <a:lnTo>
                  <a:pt x="5849" y="24992"/>
                </a:lnTo>
                <a:lnTo>
                  <a:pt x="5572" y="25164"/>
                </a:lnTo>
                <a:lnTo>
                  <a:pt x="5294" y="25335"/>
                </a:lnTo>
                <a:lnTo>
                  <a:pt x="5017" y="25514"/>
                </a:lnTo>
                <a:lnTo>
                  <a:pt x="4745" y="25700"/>
                </a:lnTo>
                <a:lnTo>
                  <a:pt x="4474" y="25887"/>
                </a:lnTo>
                <a:lnTo>
                  <a:pt x="4208" y="26080"/>
                </a:lnTo>
                <a:lnTo>
                  <a:pt x="3936" y="26273"/>
                </a:lnTo>
                <a:lnTo>
                  <a:pt x="3676" y="26473"/>
                </a:lnTo>
                <a:lnTo>
                  <a:pt x="3410" y="26681"/>
                </a:lnTo>
                <a:lnTo>
                  <a:pt x="3150" y="26888"/>
                </a:lnTo>
                <a:lnTo>
                  <a:pt x="2896" y="27103"/>
                </a:lnTo>
                <a:lnTo>
                  <a:pt x="2641" y="27318"/>
                </a:lnTo>
                <a:lnTo>
                  <a:pt x="2387" y="27533"/>
                </a:lnTo>
                <a:lnTo>
                  <a:pt x="1896" y="27976"/>
                </a:lnTo>
                <a:lnTo>
                  <a:pt x="1410" y="28427"/>
                </a:lnTo>
                <a:lnTo>
                  <a:pt x="936" y="28892"/>
                </a:lnTo>
                <a:lnTo>
                  <a:pt x="884" y="28950"/>
                </a:lnTo>
                <a:lnTo>
                  <a:pt x="844" y="29007"/>
                </a:lnTo>
                <a:lnTo>
                  <a:pt x="809" y="29071"/>
                </a:lnTo>
                <a:lnTo>
                  <a:pt x="780" y="29136"/>
                </a:lnTo>
                <a:lnTo>
                  <a:pt x="757" y="29200"/>
                </a:lnTo>
                <a:lnTo>
                  <a:pt x="740" y="29272"/>
                </a:lnTo>
                <a:lnTo>
                  <a:pt x="734" y="29336"/>
                </a:lnTo>
                <a:lnTo>
                  <a:pt x="728" y="29408"/>
                </a:lnTo>
                <a:lnTo>
                  <a:pt x="734" y="29479"/>
                </a:lnTo>
                <a:lnTo>
                  <a:pt x="740" y="29551"/>
                </a:lnTo>
                <a:lnTo>
                  <a:pt x="757" y="29622"/>
                </a:lnTo>
                <a:lnTo>
                  <a:pt x="774" y="29687"/>
                </a:lnTo>
                <a:lnTo>
                  <a:pt x="798" y="29758"/>
                </a:lnTo>
                <a:lnTo>
                  <a:pt x="821" y="29823"/>
                </a:lnTo>
                <a:lnTo>
                  <a:pt x="855" y="29887"/>
                </a:lnTo>
                <a:lnTo>
                  <a:pt x="890" y="29944"/>
                </a:lnTo>
                <a:lnTo>
                  <a:pt x="931" y="30002"/>
                </a:lnTo>
                <a:lnTo>
                  <a:pt x="971" y="30052"/>
                </a:lnTo>
                <a:lnTo>
                  <a:pt x="1017" y="30102"/>
                </a:lnTo>
                <a:lnTo>
                  <a:pt x="1063" y="30145"/>
                </a:lnTo>
                <a:lnTo>
                  <a:pt x="1110" y="30188"/>
                </a:lnTo>
                <a:lnTo>
                  <a:pt x="1162" y="30224"/>
                </a:lnTo>
                <a:lnTo>
                  <a:pt x="1220" y="30252"/>
                </a:lnTo>
                <a:lnTo>
                  <a:pt x="1272" y="30274"/>
                </a:lnTo>
                <a:lnTo>
                  <a:pt x="1329" y="30288"/>
                </a:lnTo>
                <a:lnTo>
                  <a:pt x="1387" y="30295"/>
                </a:lnTo>
                <a:lnTo>
                  <a:pt x="1445" y="30295"/>
                </a:lnTo>
                <a:lnTo>
                  <a:pt x="1503" y="30288"/>
                </a:lnTo>
                <a:lnTo>
                  <a:pt x="1561" y="30274"/>
                </a:lnTo>
                <a:lnTo>
                  <a:pt x="1618" y="30252"/>
                </a:lnTo>
                <a:lnTo>
                  <a:pt x="1676" y="30216"/>
                </a:lnTo>
                <a:lnTo>
                  <a:pt x="1734" y="30173"/>
                </a:lnTo>
                <a:lnTo>
                  <a:pt x="1988" y="29959"/>
                </a:lnTo>
                <a:lnTo>
                  <a:pt x="2248" y="29751"/>
                </a:lnTo>
                <a:lnTo>
                  <a:pt x="2503" y="29551"/>
                </a:lnTo>
                <a:lnTo>
                  <a:pt x="2757" y="29358"/>
                </a:lnTo>
                <a:lnTo>
                  <a:pt x="3011" y="29164"/>
                </a:lnTo>
                <a:lnTo>
                  <a:pt x="3271" y="28978"/>
                </a:lnTo>
                <a:lnTo>
                  <a:pt x="3531" y="28799"/>
                </a:lnTo>
                <a:lnTo>
                  <a:pt x="3786" y="28628"/>
                </a:lnTo>
                <a:lnTo>
                  <a:pt x="4046" y="28463"/>
                </a:lnTo>
                <a:lnTo>
                  <a:pt x="4306" y="28298"/>
                </a:lnTo>
                <a:lnTo>
                  <a:pt x="4566" y="28141"/>
                </a:lnTo>
                <a:lnTo>
                  <a:pt x="4832" y="27983"/>
                </a:lnTo>
                <a:lnTo>
                  <a:pt x="5358" y="27690"/>
                </a:lnTo>
                <a:lnTo>
                  <a:pt x="5890" y="27411"/>
                </a:lnTo>
                <a:lnTo>
                  <a:pt x="6421" y="27139"/>
                </a:lnTo>
                <a:lnTo>
                  <a:pt x="6965" y="26888"/>
                </a:lnTo>
                <a:lnTo>
                  <a:pt x="7508" y="26645"/>
                </a:lnTo>
                <a:lnTo>
                  <a:pt x="8057" y="26416"/>
                </a:lnTo>
                <a:lnTo>
                  <a:pt x="8612" y="26187"/>
                </a:lnTo>
                <a:lnTo>
                  <a:pt x="9178" y="25972"/>
                </a:lnTo>
                <a:lnTo>
                  <a:pt x="9745" y="25758"/>
                </a:lnTo>
                <a:lnTo>
                  <a:pt x="10317" y="25550"/>
                </a:lnTo>
                <a:lnTo>
                  <a:pt x="10918" y="27382"/>
                </a:lnTo>
                <a:lnTo>
                  <a:pt x="11519" y="29207"/>
                </a:lnTo>
                <a:lnTo>
                  <a:pt x="12132" y="31032"/>
                </a:lnTo>
                <a:lnTo>
                  <a:pt x="12744" y="32850"/>
                </a:lnTo>
                <a:lnTo>
                  <a:pt x="12028" y="33172"/>
                </a:lnTo>
                <a:lnTo>
                  <a:pt x="11311" y="33508"/>
                </a:lnTo>
                <a:lnTo>
                  <a:pt x="10600" y="33859"/>
                </a:lnTo>
                <a:lnTo>
                  <a:pt x="9883" y="34217"/>
                </a:lnTo>
                <a:lnTo>
                  <a:pt x="9172" y="34582"/>
                </a:lnTo>
                <a:lnTo>
                  <a:pt x="8467" y="34954"/>
                </a:lnTo>
                <a:lnTo>
                  <a:pt x="7762" y="35333"/>
                </a:lnTo>
                <a:lnTo>
                  <a:pt x="7057" y="35720"/>
                </a:lnTo>
                <a:lnTo>
                  <a:pt x="6352" y="36106"/>
                </a:lnTo>
                <a:lnTo>
                  <a:pt x="5653" y="36507"/>
                </a:lnTo>
                <a:lnTo>
                  <a:pt x="4959" y="36908"/>
                </a:lnTo>
                <a:lnTo>
                  <a:pt x="4260" y="37316"/>
                </a:lnTo>
                <a:lnTo>
                  <a:pt x="3572" y="37731"/>
                </a:lnTo>
                <a:lnTo>
                  <a:pt x="2878" y="38146"/>
                </a:lnTo>
                <a:lnTo>
                  <a:pt x="1509" y="38983"/>
                </a:lnTo>
                <a:lnTo>
                  <a:pt x="1433" y="39033"/>
                </a:lnTo>
                <a:lnTo>
                  <a:pt x="1364" y="39091"/>
                </a:lnTo>
                <a:lnTo>
                  <a:pt x="1306" y="39155"/>
                </a:lnTo>
                <a:lnTo>
                  <a:pt x="1260" y="39220"/>
                </a:lnTo>
                <a:lnTo>
                  <a:pt x="1220" y="39291"/>
                </a:lnTo>
                <a:lnTo>
                  <a:pt x="1185" y="39370"/>
                </a:lnTo>
                <a:lnTo>
                  <a:pt x="1162" y="39441"/>
                </a:lnTo>
                <a:lnTo>
                  <a:pt x="1144" y="39520"/>
                </a:lnTo>
                <a:lnTo>
                  <a:pt x="1133" y="39599"/>
                </a:lnTo>
                <a:lnTo>
                  <a:pt x="1127" y="39678"/>
                </a:lnTo>
                <a:lnTo>
                  <a:pt x="1133" y="39763"/>
                </a:lnTo>
                <a:lnTo>
                  <a:pt x="1144" y="39842"/>
                </a:lnTo>
                <a:lnTo>
                  <a:pt x="1156" y="39921"/>
                </a:lnTo>
                <a:lnTo>
                  <a:pt x="1179" y="40000"/>
                </a:lnTo>
                <a:lnTo>
                  <a:pt x="1208" y="40078"/>
                </a:lnTo>
                <a:lnTo>
                  <a:pt x="1243" y="40150"/>
                </a:lnTo>
                <a:lnTo>
                  <a:pt x="1277" y="40222"/>
                </a:lnTo>
                <a:lnTo>
                  <a:pt x="1318" y="40293"/>
                </a:lnTo>
                <a:lnTo>
                  <a:pt x="1364" y="40357"/>
                </a:lnTo>
                <a:lnTo>
                  <a:pt x="1416" y="40415"/>
                </a:lnTo>
                <a:lnTo>
                  <a:pt x="1474" y="40465"/>
                </a:lnTo>
                <a:lnTo>
                  <a:pt x="1532" y="40515"/>
                </a:lnTo>
                <a:lnTo>
                  <a:pt x="1589" y="40558"/>
                </a:lnTo>
                <a:lnTo>
                  <a:pt x="1659" y="40594"/>
                </a:lnTo>
                <a:lnTo>
                  <a:pt x="1722" y="40622"/>
                </a:lnTo>
                <a:lnTo>
                  <a:pt x="1792" y="40637"/>
                </a:lnTo>
                <a:lnTo>
                  <a:pt x="1867" y="40651"/>
                </a:lnTo>
                <a:lnTo>
                  <a:pt x="1942" y="40651"/>
                </a:lnTo>
                <a:lnTo>
                  <a:pt x="2017" y="40644"/>
                </a:lnTo>
                <a:lnTo>
                  <a:pt x="2092" y="40629"/>
                </a:lnTo>
                <a:lnTo>
                  <a:pt x="2173" y="40601"/>
                </a:lnTo>
                <a:lnTo>
                  <a:pt x="2254" y="40558"/>
                </a:lnTo>
                <a:lnTo>
                  <a:pt x="2942" y="40171"/>
                </a:lnTo>
                <a:lnTo>
                  <a:pt x="3635" y="39792"/>
                </a:lnTo>
                <a:lnTo>
                  <a:pt x="4335" y="39420"/>
                </a:lnTo>
                <a:lnTo>
                  <a:pt x="5028" y="39055"/>
                </a:lnTo>
                <a:lnTo>
                  <a:pt x="5728" y="38697"/>
                </a:lnTo>
                <a:lnTo>
                  <a:pt x="6427" y="38346"/>
                </a:lnTo>
                <a:lnTo>
                  <a:pt x="7126" y="38003"/>
                </a:lnTo>
                <a:lnTo>
                  <a:pt x="7826" y="37667"/>
                </a:lnTo>
                <a:lnTo>
                  <a:pt x="8531" y="37337"/>
                </a:lnTo>
                <a:lnTo>
                  <a:pt x="9236" y="37008"/>
                </a:lnTo>
                <a:lnTo>
                  <a:pt x="10652" y="36364"/>
                </a:lnTo>
                <a:lnTo>
                  <a:pt x="12074" y="35727"/>
                </a:lnTo>
                <a:lnTo>
                  <a:pt x="13501" y="35097"/>
                </a:lnTo>
                <a:lnTo>
                  <a:pt x="14877" y="39112"/>
                </a:lnTo>
                <a:lnTo>
                  <a:pt x="16247" y="43106"/>
                </a:lnTo>
                <a:lnTo>
                  <a:pt x="16339" y="43370"/>
                </a:lnTo>
                <a:lnTo>
                  <a:pt x="15432" y="43793"/>
                </a:lnTo>
                <a:lnTo>
                  <a:pt x="14530" y="44222"/>
                </a:lnTo>
                <a:lnTo>
                  <a:pt x="13623" y="44652"/>
                </a:lnTo>
                <a:lnTo>
                  <a:pt x="12727" y="45088"/>
                </a:lnTo>
                <a:lnTo>
                  <a:pt x="11825" y="45532"/>
                </a:lnTo>
                <a:lnTo>
                  <a:pt x="10929" y="45976"/>
                </a:lnTo>
                <a:lnTo>
                  <a:pt x="10034" y="46426"/>
                </a:lnTo>
                <a:lnTo>
                  <a:pt x="9144" y="46892"/>
                </a:lnTo>
                <a:lnTo>
                  <a:pt x="8253" y="47357"/>
                </a:lnTo>
                <a:lnTo>
                  <a:pt x="7363" y="47829"/>
                </a:lnTo>
                <a:lnTo>
                  <a:pt x="6479" y="48309"/>
                </a:lnTo>
                <a:lnTo>
                  <a:pt x="5595" y="48795"/>
                </a:lnTo>
                <a:lnTo>
                  <a:pt x="4716" y="49289"/>
                </a:lnTo>
                <a:lnTo>
                  <a:pt x="3838" y="49797"/>
                </a:lnTo>
                <a:lnTo>
                  <a:pt x="2959" y="50305"/>
                </a:lnTo>
                <a:lnTo>
                  <a:pt x="2086" y="50828"/>
                </a:lnTo>
                <a:lnTo>
                  <a:pt x="2017" y="50871"/>
                </a:lnTo>
                <a:lnTo>
                  <a:pt x="1954" y="50928"/>
                </a:lnTo>
                <a:lnTo>
                  <a:pt x="1902" y="50985"/>
                </a:lnTo>
                <a:lnTo>
                  <a:pt x="1855" y="51050"/>
                </a:lnTo>
                <a:lnTo>
                  <a:pt x="1815" y="51121"/>
                </a:lnTo>
                <a:lnTo>
                  <a:pt x="1780" y="51200"/>
                </a:lnTo>
                <a:lnTo>
                  <a:pt x="1757" y="51272"/>
                </a:lnTo>
                <a:lnTo>
                  <a:pt x="1734" y="51357"/>
                </a:lnTo>
                <a:lnTo>
                  <a:pt x="1722" y="51436"/>
                </a:lnTo>
                <a:lnTo>
                  <a:pt x="1717" y="51522"/>
                </a:lnTo>
                <a:lnTo>
                  <a:pt x="1717" y="51608"/>
                </a:lnTo>
                <a:lnTo>
                  <a:pt x="1717" y="51694"/>
                </a:lnTo>
                <a:lnTo>
                  <a:pt x="1728" y="51780"/>
                </a:lnTo>
                <a:lnTo>
                  <a:pt x="1745" y="51866"/>
                </a:lnTo>
                <a:lnTo>
                  <a:pt x="1763" y="51944"/>
                </a:lnTo>
                <a:lnTo>
                  <a:pt x="1786" y="52030"/>
                </a:lnTo>
                <a:lnTo>
                  <a:pt x="1821" y="52109"/>
                </a:lnTo>
                <a:lnTo>
                  <a:pt x="1855" y="52180"/>
                </a:lnTo>
                <a:lnTo>
                  <a:pt x="1890" y="52252"/>
                </a:lnTo>
                <a:lnTo>
                  <a:pt x="1930" y="52324"/>
                </a:lnTo>
                <a:lnTo>
                  <a:pt x="1977" y="52388"/>
                </a:lnTo>
                <a:lnTo>
                  <a:pt x="2029" y="52445"/>
                </a:lnTo>
                <a:lnTo>
                  <a:pt x="2081" y="52495"/>
                </a:lnTo>
                <a:lnTo>
                  <a:pt x="2138" y="52538"/>
                </a:lnTo>
                <a:lnTo>
                  <a:pt x="2196" y="52574"/>
                </a:lnTo>
                <a:lnTo>
                  <a:pt x="2260" y="52603"/>
                </a:lnTo>
                <a:lnTo>
                  <a:pt x="2323" y="52624"/>
                </a:lnTo>
                <a:lnTo>
                  <a:pt x="2393" y="52631"/>
                </a:lnTo>
                <a:lnTo>
                  <a:pt x="2462" y="52631"/>
                </a:lnTo>
                <a:lnTo>
                  <a:pt x="2532" y="52624"/>
                </a:lnTo>
                <a:lnTo>
                  <a:pt x="2607" y="52603"/>
                </a:lnTo>
                <a:lnTo>
                  <a:pt x="2682" y="52574"/>
                </a:lnTo>
                <a:lnTo>
                  <a:pt x="3583" y="52123"/>
                </a:lnTo>
                <a:lnTo>
                  <a:pt x="4485" y="51679"/>
                </a:lnTo>
                <a:lnTo>
                  <a:pt x="5392" y="51243"/>
                </a:lnTo>
                <a:lnTo>
                  <a:pt x="6300" y="50814"/>
                </a:lnTo>
                <a:lnTo>
                  <a:pt x="7207" y="50391"/>
                </a:lnTo>
                <a:lnTo>
                  <a:pt x="8121" y="49969"/>
                </a:lnTo>
                <a:lnTo>
                  <a:pt x="9028" y="49561"/>
                </a:lnTo>
                <a:lnTo>
                  <a:pt x="9947" y="49160"/>
                </a:lnTo>
                <a:lnTo>
                  <a:pt x="10860" y="48760"/>
                </a:lnTo>
                <a:lnTo>
                  <a:pt x="11779" y="48373"/>
                </a:lnTo>
                <a:lnTo>
                  <a:pt x="12698" y="47994"/>
                </a:lnTo>
                <a:lnTo>
                  <a:pt x="13623" y="47622"/>
                </a:lnTo>
                <a:lnTo>
                  <a:pt x="14548" y="47264"/>
                </a:lnTo>
                <a:lnTo>
                  <a:pt x="15478" y="46906"/>
                </a:lnTo>
                <a:lnTo>
                  <a:pt x="16409" y="46562"/>
                </a:lnTo>
                <a:lnTo>
                  <a:pt x="17339" y="46226"/>
                </a:lnTo>
                <a:lnTo>
                  <a:pt x="17934" y="47908"/>
                </a:lnTo>
                <a:lnTo>
                  <a:pt x="18530" y="49597"/>
                </a:lnTo>
                <a:lnTo>
                  <a:pt x="19732" y="52953"/>
                </a:lnTo>
                <a:lnTo>
                  <a:pt x="19639" y="52896"/>
                </a:lnTo>
                <a:lnTo>
                  <a:pt x="19535" y="52853"/>
                </a:lnTo>
                <a:lnTo>
                  <a:pt x="19426" y="52817"/>
                </a:lnTo>
                <a:lnTo>
                  <a:pt x="19316" y="52803"/>
                </a:lnTo>
                <a:lnTo>
                  <a:pt x="19258" y="52796"/>
                </a:lnTo>
                <a:lnTo>
                  <a:pt x="19200" y="52803"/>
                </a:lnTo>
                <a:lnTo>
                  <a:pt x="19137" y="52810"/>
                </a:lnTo>
                <a:lnTo>
                  <a:pt x="19079" y="52817"/>
                </a:lnTo>
                <a:lnTo>
                  <a:pt x="19015" y="52832"/>
                </a:lnTo>
                <a:lnTo>
                  <a:pt x="18952" y="52853"/>
                </a:lnTo>
                <a:lnTo>
                  <a:pt x="18888" y="52882"/>
                </a:lnTo>
                <a:lnTo>
                  <a:pt x="18819" y="52910"/>
                </a:lnTo>
                <a:lnTo>
                  <a:pt x="17674" y="53476"/>
                </a:lnTo>
                <a:lnTo>
                  <a:pt x="16530" y="54027"/>
                </a:lnTo>
                <a:lnTo>
                  <a:pt x="15374" y="54571"/>
                </a:lnTo>
                <a:lnTo>
                  <a:pt x="14224" y="55100"/>
                </a:lnTo>
                <a:lnTo>
                  <a:pt x="13068" y="55630"/>
                </a:lnTo>
                <a:lnTo>
                  <a:pt x="11906" y="56152"/>
                </a:lnTo>
                <a:lnTo>
                  <a:pt x="9589" y="57183"/>
                </a:lnTo>
                <a:lnTo>
                  <a:pt x="7271" y="58221"/>
                </a:lnTo>
                <a:lnTo>
                  <a:pt x="6109" y="58743"/>
                </a:lnTo>
                <a:lnTo>
                  <a:pt x="4953" y="59273"/>
                </a:lnTo>
                <a:lnTo>
                  <a:pt x="3803" y="59810"/>
                </a:lnTo>
                <a:lnTo>
                  <a:pt x="2653" y="60353"/>
                </a:lnTo>
                <a:lnTo>
                  <a:pt x="1509" y="60919"/>
                </a:lnTo>
                <a:lnTo>
                  <a:pt x="370" y="61491"/>
                </a:lnTo>
                <a:lnTo>
                  <a:pt x="312" y="61520"/>
                </a:lnTo>
                <a:lnTo>
                  <a:pt x="260" y="61563"/>
                </a:lnTo>
                <a:lnTo>
                  <a:pt x="214" y="61599"/>
                </a:lnTo>
                <a:lnTo>
                  <a:pt x="173" y="61642"/>
                </a:lnTo>
                <a:lnTo>
                  <a:pt x="139" y="61692"/>
                </a:lnTo>
                <a:lnTo>
                  <a:pt x="104" y="61742"/>
                </a:lnTo>
                <a:lnTo>
                  <a:pt x="75" y="61799"/>
                </a:lnTo>
                <a:lnTo>
                  <a:pt x="52" y="61849"/>
                </a:lnTo>
                <a:lnTo>
                  <a:pt x="35" y="61907"/>
                </a:lnTo>
                <a:lnTo>
                  <a:pt x="17" y="61964"/>
                </a:lnTo>
                <a:lnTo>
                  <a:pt x="6" y="62028"/>
                </a:lnTo>
                <a:lnTo>
                  <a:pt x="0" y="62085"/>
                </a:lnTo>
                <a:lnTo>
                  <a:pt x="0" y="62143"/>
                </a:lnTo>
                <a:lnTo>
                  <a:pt x="0" y="62207"/>
                </a:lnTo>
                <a:lnTo>
                  <a:pt x="6" y="62264"/>
                </a:lnTo>
                <a:lnTo>
                  <a:pt x="17" y="62322"/>
                </a:lnTo>
                <a:lnTo>
                  <a:pt x="29" y="62379"/>
                </a:lnTo>
                <a:lnTo>
                  <a:pt x="46" y="62429"/>
                </a:lnTo>
                <a:lnTo>
                  <a:pt x="69" y="62486"/>
                </a:lnTo>
                <a:lnTo>
                  <a:pt x="92" y="62529"/>
                </a:lnTo>
                <a:lnTo>
                  <a:pt x="121" y="62579"/>
                </a:lnTo>
                <a:lnTo>
                  <a:pt x="156" y="62622"/>
                </a:lnTo>
                <a:lnTo>
                  <a:pt x="191" y="62658"/>
                </a:lnTo>
                <a:lnTo>
                  <a:pt x="231" y="62694"/>
                </a:lnTo>
                <a:lnTo>
                  <a:pt x="272" y="62722"/>
                </a:lnTo>
                <a:lnTo>
                  <a:pt x="318" y="62751"/>
                </a:lnTo>
                <a:lnTo>
                  <a:pt x="370" y="62772"/>
                </a:lnTo>
                <a:lnTo>
                  <a:pt x="416" y="62787"/>
                </a:lnTo>
                <a:lnTo>
                  <a:pt x="474" y="62794"/>
                </a:lnTo>
                <a:lnTo>
                  <a:pt x="532" y="62794"/>
                </a:lnTo>
                <a:lnTo>
                  <a:pt x="590" y="62787"/>
                </a:lnTo>
                <a:lnTo>
                  <a:pt x="653" y="62772"/>
                </a:lnTo>
                <a:lnTo>
                  <a:pt x="1254" y="62615"/>
                </a:lnTo>
                <a:lnTo>
                  <a:pt x="1850" y="62443"/>
                </a:lnTo>
                <a:lnTo>
                  <a:pt x="2445" y="62271"/>
                </a:lnTo>
                <a:lnTo>
                  <a:pt x="3040" y="62100"/>
                </a:lnTo>
                <a:lnTo>
                  <a:pt x="3635" y="61914"/>
                </a:lnTo>
                <a:lnTo>
                  <a:pt x="4231" y="61728"/>
                </a:lnTo>
                <a:lnTo>
                  <a:pt x="4820" y="61534"/>
                </a:lnTo>
                <a:lnTo>
                  <a:pt x="5416" y="61334"/>
                </a:lnTo>
                <a:lnTo>
                  <a:pt x="6595" y="60926"/>
                </a:lnTo>
                <a:lnTo>
                  <a:pt x="7780" y="60504"/>
                </a:lnTo>
                <a:lnTo>
                  <a:pt x="8959" y="60074"/>
                </a:lnTo>
                <a:lnTo>
                  <a:pt x="10132" y="59631"/>
                </a:lnTo>
                <a:lnTo>
                  <a:pt x="11311" y="59173"/>
                </a:lnTo>
                <a:lnTo>
                  <a:pt x="12484" y="58715"/>
                </a:lnTo>
                <a:lnTo>
                  <a:pt x="14825" y="57791"/>
                </a:lnTo>
                <a:lnTo>
                  <a:pt x="17166" y="56861"/>
                </a:lnTo>
                <a:lnTo>
                  <a:pt x="18333" y="56403"/>
                </a:lnTo>
                <a:lnTo>
                  <a:pt x="19501" y="55952"/>
                </a:lnTo>
                <a:lnTo>
                  <a:pt x="19593" y="55909"/>
                </a:lnTo>
                <a:lnTo>
                  <a:pt x="19686" y="55866"/>
                </a:lnTo>
                <a:lnTo>
                  <a:pt x="19772" y="55809"/>
                </a:lnTo>
                <a:lnTo>
                  <a:pt x="19848" y="55752"/>
                </a:lnTo>
                <a:lnTo>
                  <a:pt x="19923" y="55687"/>
                </a:lnTo>
                <a:lnTo>
                  <a:pt x="19986" y="55616"/>
                </a:lnTo>
                <a:lnTo>
                  <a:pt x="20050" y="55537"/>
                </a:lnTo>
                <a:lnTo>
                  <a:pt x="20108" y="55458"/>
                </a:lnTo>
                <a:lnTo>
                  <a:pt x="20154" y="55380"/>
                </a:lnTo>
                <a:lnTo>
                  <a:pt x="20200" y="55294"/>
                </a:lnTo>
                <a:lnTo>
                  <a:pt x="20241" y="55201"/>
                </a:lnTo>
                <a:lnTo>
                  <a:pt x="20275" y="55108"/>
                </a:lnTo>
                <a:lnTo>
                  <a:pt x="20304" y="55015"/>
                </a:lnTo>
                <a:lnTo>
                  <a:pt x="20327" y="54914"/>
                </a:lnTo>
                <a:lnTo>
                  <a:pt x="20345" y="54814"/>
                </a:lnTo>
                <a:lnTo>
                  <a:pt x="20356" y="54714"/>
                </a:lnTo>
                <a:lnTo>
                  <a:pt x="21264" y="57212"/>
                </a:lnTo>
                <a:lnTo>
                  <a:pt x="22183" y="59702"/>
                </a:lnTo>
                <a:lnTo>
                  <a:pt x="23107" y="62186"/>
                </a:lnTo>
                <a:lnTo>
                  <a:pt x="24038" y="64662"/>
                </a:lnTo>
                <a:lnTo>
                  <a:pt x="21599" y="65585"/>
                </a:lnTo>
                <a:lnTo>
                  <a:pt x="19166" y="66515"/>
                </a:lnTo>
                <a:lnTo>
                  <a:pt x="17952" y="66981"/>
                </a:lnTo>
                <a:lnTo>
                  <a:pt x="16738" y="67460"/>
                </a:lnTo>
                <a:lnTo>
                  <a:pt x="15524" y="67940"/>
                </a:lnTo>
                <a:lnTo>
                  <a:pt x="14311" y="68426"/>
                </a:lnTo>
                <a:lnTo>
                  <a:pt x="13103" y="68927"/>
                </a:lnTo>
                <a:lnTo>
                  <a:pt x="11895" y="69428"/>
                </a:lnTo>
                <a:lnTo>
                  <a:pt x="10692" y="69944"/>
                </a:lnTo>
                <a:lnTo>
                  <a:pt x="9490" y="70466"/>
                </a:lnTo>
                <a:lnTo>
                  <a:pt x="8294" y="71003"/>
                </a:lnTo>
                <a:lnTo>
                  <a:pt x="7097" y="71554"/>
                </a:lnTo>
                <a:lnTo>
                  <a:pt x="5913" y="72112"/>
                </a:lnTo>
                <a:lnTo>
                  <a:pt x="4728" y="72692"/>
                </a:lnTo>
                <a:lnTo>
                  <a:pt x="4641" y="72742"/>
                </a:lnTo>
                <a:lnTo>
                  <a:pt x="4560" y="72799"/>
                </a:lnTo>
                <a:lnTo>
                  <a:pt x="4485" y="72864"/>
                </a:lnTo>
                <a:lnTo>
                  <a:pt x="4421" y="72928"/>
                </a:lnTo>
                <a:lnTo>
                  <a:pt x="4364" y="73007"/>
                </a:lnTo>
                <a:lnTo>
                  <a:pt x="4317" y="73085"/>
                </a:lnTo>
                <a:lnTo>
                  <a:pt x="4271" y="73171"/>
                </a:lnTo>
                <a:lnTo>
                  <a:pt x="4237" y="73264"/>
                </a:lnTo>
                <a:lnTo>
                  <a:pt x="4208" y="73350"/>
                </a:lnTo>
                <a:lnTo>
                  <a:pt x="4190" y="73443"/>
                </a:lnTo>
                <a:lnTo>
                  <a:pt x="4173" y="73543"/>
                </a:lnTo>
                <a:lnTo>
                  <a:pt x="4161" y="73636"/>
                </a:lnTo>
                <a:lnTo>
                  <a:pt x="4161" y="73737"/>
                </a:lnTo>
                <a:lnTo>
                  <a:pt x="4167" y="73830"/>
                </a:lnTo>
                <a:lnTo>
                  <a:pt x="4173" y="73923"/>
                </a:lnTo>
                <a:lnTo>
                  <a:pt x="4190" y="74016"/>
                </a:lnTo>
                <a:lnTo>
                  <a:pt x="4213" y="74109"/>
                </a:lnTo>
                <a:lnTo>
                  <a:pt x="4242" y="74195"/>
                </a:lnTo>
                <a:lnTo>
                  <a:pt x="4271" y="74273"/>
                </a:lnTo>
                <a:lnTo>
                  <a:pt x="4312" y="74352"/>
                </a:lnTo>
                <a:lnTo>
                  <a:pt x="4358" y="74424"/>
                </a:lnTo>
                <a:lnTo>
                  <a:pt x="4404" y="74495"/>
                </a:lnTo>
                <a:lnTo>
                  <a:pt x="4462" y="74553"/>
                </a:lnTo>
                <a:lnTo>
                  <a:pt x="4520" y="74610"/>
                </a:lnTo>
                <a:lnTo>
                  <a:pt x="4589" y="74653"/>
                </a:lnTo>
                <a:lnTo>
                  <a:pt x="4658" y="74688"/>
                </a:lnTo>
                <a:lnTo>
                  <a:pt x="4728" y="74710"/>
                </a:lnTo>
                <a:lnTo>
                  <a:pt x="4809" y="74731"/>
                </a:lnTo>
                <a:lnTo>
                  <a:pt x="4982" y="74731"/>
                </a:lnTo>
                <a:lnTo>
                  <a:pt x="5075" y="74710"/>
                </a:lnTo>
                <a:lnTo>
                  <a:pt x="5167" y="74681"/>
                </a:lnTo>
                <a:lnTo>
                  <a:pt x="7658" y="73722"/>
                </a:lnTo>
                <a:lnTo>
                  <a:pt x="8907" y="73250"/>
                </a:lnTo>
                <a:lnTo>
                  <a:pt x="10155" y="72785"/>
                </a:lnTo>
                <a:lnTo>
                  <a:pt x="11398" y="72320"/>
                </a:lnTo>
                <a:lnTo>
                  <a:pt x="12646" y="71869"/>
                </a:lnTo>
                <a:lnTo>
                  <a:pt x="13894" y="71418"/>
                </a:lnTo>
                <a:lnTo>
                  <a:pt x="15149" y="70981"/>
                </a:lnTo>
                <a:lnTo>
                  <a:pt x="16403" y="70552"/>
                </a:lnTo>
                <a:lnTo>
                  <a:pt x="17657" y="70130"/>
                </a:lnTo>
                <a:lnTo>
                  <a:pt x="18917" y="69722"/>
                </a:lnTo>
                <a:lnTo>
                  <a:pt x="20177" y="69328"/>
                </a:lnTo>
                <a:lnTo>
                  <a:pt x="21443" y="68949"/>
                </a:lnTo>
                <a:lnTo>
                  <a:pt x="22709" y="68584"/>
                </a:lnTo>
                <a:lnTo>
                  <a:pt x="23350" y="68405"/>
                </a:lnTo>
                <a:lnTo>
                  <a:pt x="23986" y="68233"/>
                </a:lnTo>
                <a:lnTo>
                  <a:pt x="24622" y="68061"/>
                </a:lnTo>
                <a:lnTo>
                  <a:pt x="25263" y="67897"/>
                </a:lnTo>
                <a:lnTo>
                  <a:pt x="26107" y="70108"/>
                </a:lnTo>
                <a:lnTo>
                  <a:pt x="26962" y="72305"/>
                </a:lnTo>
                <a:lnTo>
                  <a:pt x="27818" y="74502"/>
                </a:lnTo>
                <a:lnTo>
                  <a:pt x="28679" y="76700"/>
                </a:lnTo>
                <a:lnTo>
                  <a:pt x="29552" y="78890"/>
                </a:lnTo>
                <a:lnTo>
                  <a:pt x="30430" y="81072"/>
                </a:lnTo>
                <a:lnTo>
                  <a:pt x="31315" y="83255"/>
                </a:lnTo>
                <a:lnTo>
                  <a:pt x="32205" y="85438"/>
                </a:lnTo>
                <a:lnTo>
                  <a:pt x="32245" y="85531"/>
                </a:lnTo>
                <a:lnTo>
                  <a:pt x="32291" y="85617"/>
                </a:lnTo>
                <a:lnTo>
                  <a:pt x="32338" y="85703"/>
                </a:lnTo>
                <a:lnTo>
                  <a:pt x="32384" y="85781"/>
                </a:lnTo>
                <a:lnTo>
                  <a:pt x="32436" y="85853"/>
                </a:lnTo>
                <a:lnTo>
                  <a:pt x="32488" y="85925"/>
                </a:lnTo>
                <a:lnTo>
                  <a:pt x="32540" y="85982"/>
                </a:lnTo>
                <a:lnTo>
                  <a:pt x="32598" y="86039"/>
                </a:lnTo>
                <a:lnTo>
                  <a:pt x="32655" y="86096"/>
                </a:lnTo>
                <a:lnTo>
                  <a:pt x="32713" y="86139"/>
                </a:lnTo>
                <a:lnTo>
                  <a:pt x="32771" y="86182"/>
                </a:lnTo>
                <a:lnTo>
                  <a:pt x="32829" y="86218"/>
                </a:lnTo>
                <a:lnTo>
                  <a:pt x="32892" y="86254"/>
                </a:lnTo>
                <a:lnTo>
                  <a:pt x="32956" y="86282"/>
                </a:lnTo>
                <a:lnTo>
                  <a:pt x="33020" y="86304"/>
                </a:lnTo>
                <a:lnTo>
                  <a:pt x="33083" y="86325"/>
                </a:lnTo>
                <a:lnTo>
                  <a:pt x="33147" y="86340"/>
                </a:lnTo>
                <a:lnTo>
                  <a:pt x="33210" y="86347"/>
                </a:lnTo>
                <a:lnTo>
                  <a:pt x="33343" y="86354"/>
                </a:lnTo>
                <a:lnTo>
                  <a:pt x="33476" y="86347"/>
                </a:lnTo>
                <a:lnTo>
                  <a:pt x="33603" y="86318"/>
                </a:lnTo>
                <a:lnTo>
                  <a:pt x="33736" y="86282"/>
                </a:lnTo>
                <a:lnTo>
                  <a:pt x="33863" y="86225"/>
                </a:lnTo>
                <a:lnTo>
                  <a:pt x="33991" y="86161"/>
                </a:lnTo>
                <a:lnTo>
                  <a:pt x="34112" y="86082"/>
                </a:lnTo>
                <a:lnTo>
                  <a:pt x="34227" y="85989"/>
                </a:lnTo>
                <a:lnTo>
                  <a:pt x="34332" y="85889"/>
                </a:lnTo>
                <a:lnTo>
                  <a:pt x="34436" y="85774"/>
                </a:lnTo>
                <a:lnTo>
                  <a:pt x="34534" y="85645"/>
                </a:lnTo>
                <a:lnTo>
                  <a:pt x="34621" y="85517"/>
                </a:lnTo>
                <a:lnTo>
                  <a:pt x="34696" y="85374"/>
                </a:lnTo>
                <a:lnTo>
                  <a:pt x="34765" y="85216"/>
                </a:lnTo>
                <a:lnTo>
                  <a:pt x="34817" y="85059"/>
                </a:lnTo>
                <a:lnTo>
                  <a:pt x="34840" y="84980"/>
                </a:lnTo>
                <a:lnTo>
                  <a:pt x="34857" y="84894"/>
                </a:lnTo>
                <a:lnTo>
                  <a:pt x="34875" y="84808"/>
                </a:lnTo>
                <a:lnTo>
                  <a:pt x="34892" y="84722"/>
                </a:lnTo>
                <a:lnTo>
                  <a:pt x="34898" y="84636"/>
                </a:lnTo>
                <a:lnTo>
                  <a:pt x="34904" y="84543"/>
                </a:lnTo>
                <a:lnTo>
                  <a:pt x="34909" y="84457"/>
                </a:lnTo>
                <a:lnTo>
                  <a:pt x="34904" y="84364"/>
                </a:lnTo>
                <a:lnTo>
                  <a:pt x="34898" y="84271"/>
                </a:lnTo>
                <a:lnTo>
                  <a:pt x="34886" y="84178"/>
                </a:lnTo>
                <a:lnTo>
                  <a:pt x="34875" y="84085"/>
                </a:lnTo>
                <a:lnTo>
                  <a:pt x="34857" y="83992"/>
                </a:lnTo>
                <a:lnTo>
                  <a:pt x="34834" y="83892"/>
                </a:lnTo>
                <a:lnTo>
                  <a:pt x="34805" y="83799"/>
                </a:lnTo>
                <a:lnTo>
                  <a:pt x="34771" y="83699"/>
                </a:lnTo>
                <a:lnTo>
                  <a:pt x="34736" y="83606"/>
                </a:lnTo>
                <a:lnTo>
                  <a:pt x="33707" y="81058"/>
                </a:lnTo>
                <a:lnTo>
                  <a:pt x="32684" y="78503"/>
                </a:lnTo>
                <a:lnTo>
                  <a:pt x="31673" y="75948"/>
                </a:lnTo>
                <a:lnTo>
                  <a:pt x="30667" y="73386"/>
                </a:lnTo>
                <a:lnTo>
                  <a:pt x="29662" y="70817"/>
                </a:lnTo>
                <a:lnTo>
                  <a:pt x="28667" y="68247"/>
                </a:lnTo>
                <a:lnTo>
                  <a:pt x="27685" y="65678"/>
                </a:lnTo>
                <a:lnTo>
                  <a:pt x="26702" y="63102"/>
                </a:lnTo>
                <a:lnTo>
                  <a:pt x="25731" y="60518"/>
                </a:lnTo>
                <a:lnTo>
                  <a:pt x="24766" y="57934"/>
                </a:lnTo>
                <a:lnTo>
                  <a:pt x="23807" y="55344"/>
                </a:lnTo>
                <a:lnTo>
                  <a:pt x="22853" y="52746"/>
                </a:lnTo>
                <a:lnTo>
                  <a:pt x="21911" y="50148"/>
                </a:lnTo>
                <a:lnTo>
                  <a:pt x="20980" y="47543"/>
                </a:lnTo>
                <a:lnTo>
                  <a:pt x="20050" y="44938"/>
                </a:lnTo>
                <a:lnTo>
                  <a:pt x="19131" y="42326"/>
                </a:lnTo>
                <a:lnTo>
                  <a:pt x="18680" y="41023"/>
                </a:lnTo>
                <a:lnTo>
                  <a:pt x="18229" y="39721"/>
                </a:lnTo>
                <a:lnTo>
                  <a:pt x="17790" y="38411"/>
                </a:lnTo>
                <a:lnTo>
                  <a:pt x="17351" y="37101"/>
                </a:lnTo>
                <a:lnTo>
                  <a:pt x="16917" y="35791"/>
                </a:lnTo>
                <a:lnTo>
                  <a:pt x="16484" y="34475"/>
                </a:lnTo>
                <a:lnTo>
                  <a:pt x="15628" y="31841"/>
                </a:lnTo>
                <a:lnTo>
                  <a:pt x="14779" y="29193"/>
                </a:lnTo>
                <a:lnTo>
                  <a:pt x="13941" y="26545"/>
                </a:lnTo>
                <a:lnTo>
                  <a:pt x="13097" y="23897"/>
                </a:lnTo>
                <a:lnTo>
                  <a:pt x="12253" y="21249"/>
                </a:lnTo>
                <a:lnTo>
                  <a:pt x="11398" y="18608"/>
                </a:lnTo>
                <a:lnTo>
                  <a:pt x="10542" y="15974"/>
                </a:lnTo>
                <a:lnTo>
                  <a:pt x="10103" y="14658"/>
                </a:lnTo>
                <a:lnTo>
                  <a:pt x="9664" y="13341"/>
                </a:lnTo>
                <a:lnTo>
                  <a:pt x="9224" y="12031"/>
                </a:lnTo>
                <a:lnTo>
                  <a:pt x="8774" y="10721"/>
                </a:lnTo>
                <a:lnTo>
                  <a:pt x="8323" y="9419"/>
                </a:lnTo>
                <a:lnTo>
                  <a:pt x="7866" y="8116"/>
                </a:lnTo>
                <a:lnTo>
                  <a:pt x="7404" y="6821"/>
                </a:lnTo>
                <a:lnTo>
                  <a:pt x="6936" y="5526"/>
                </a:lnTo>
                <a:lnTo>
                  <a:pt x="6456" y="4237"/>
                </a:lnTo>
                <a:lnTo>
                  <a:pt x="5976" y="2956"/>
                </a:lnTo>
                <a:lnTo>
                  <a:pt x="5485" y="1675"/>
                </a:lnTo>
                <a:lnTo>
                  <a:pt x="4982" y="401"/>
                </a:lnTo>
                <a:lnTo>
                  <a:pt x="4947" y="330"/>
                </a:lnTo>
                <a:lnTo>
                  <a:pt x="4913" y="258"/>
                </a:lnTo>
                <a:lnTo>
                  <a:pt x="4872" y="201"/>
                </a:lnTo>
                <a:lnTo>
                  <a:pt x="4826" y="151"/>
                </a:lnTo>
                <a:lnTo>
                  <a:pt x="4780" y="108"/>
                </a:lnTo>
                <a:lnTo>
                  <a:pt x="4734" y="72"/>
                </a:lnTo>
                <a:lnTo>
                  <a:pt x="4682" y="43"/>
                </a:lnTo>
                <a:lnTo>
                  <a:pt x="4630" y="22"/>
                </a:lnTo>
                <a:lnTo>
                  <a:pt x="4578" y="8"/>
                </a:lnTo>
                <a:lnTo>
                  <a:pt x="452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900126">
            <a:off x="379533" y="358627"/>
            <a:ext cx="339047" cy="643114"/>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2"/>
        </a:solidFill>
      </p:bgPr>
    </p:bg>
    <p:spTree>
      <p:nvGrpSpPr>
        <p:cNvPr id="63" name="Shape 63"/>
        <p:cNvGrpSpPr/>
        <p:nvPr/>
      </p:nvGrpSpPr>
      <p:grpSpPr>
        <a:xfrm>
          <a:off x="0" y="0"/>
          <a:ext cx="0" cy="0"/>
          <a:chOff x="0" y="0"/>
          <a:chExt cx="0" cy="0"/>
        </a:xfrm>
      </p:grpSpPr>
      <p:sp>
        <p:nvSpPr>
          <p:cNvPr id="64" name="Google Shape;64;p4"/>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 name="Google Shape;65;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Char char="●"/>
              <a:defRPr sz="1400">
                <a:solidFill>
                  <a:schemeClr val="lt1"/>
                </a:solidFill>
              </a:defRPr>
            </a:lvl1pPr>
            <a:lvl2pPr indent="-317500" lvl="1" marL="914400" rtl="0">
              <a:lnSpc>
                <a:spcPct val="100000"/>
              </a:lnSpc>
              <a:spcBef>
                <a:spcPts val="1600"/>
              </a:spcBef>
              <a:spcAft>
                <a:spcPts val="0"/>
              </a:spcAft>
              <a:buClr>
                <a:schemeClr val="lt1"/>
              </a:buClr>
              <a:buSzPts val="1400"/>
              <a:buChar char="○"/>
              <a:defRPr>
                <a:solidFill>
                  <a:schemeClr val="lt1"/>
                </a:solidFill>
              </a:defRPr>
            </a:lvl2pPr>
            <a:lvl3pPr indent="-317500" lvl="2" marL="1371600" rtl="0">
              <a:lnSpc>
                <a:spcPct val="100000"/>
              </a:lnSpc>
              <a:spcBef>
                <a:spcPts val="1600"/>
              </a:spcBef>
              <a:spcAft>
                <a:spcPts val="0"/>
              </a:spcAft>
              <a:buClr>
                <a:schemeClr val="lt1"/>
              </a:buClr>
              <a:buSzPts val="1400"/>
              <a:buChar char="■"/>
              <a:defRPr>
                <a:solidFill>
                  <a:schemeClr val="lt1"/>
                </a:solidFill>
              </a:defRPr>
            </a:lvl3pPr>
            <a:lvl4pPr indent="-317500" lvl="3" marL="1828800" rtl="0">
              <a:lnSpc>
                <a:spcPct val="100000"/>
              </a:lnSpc>
              <a:spcBef>
                <a:spcPts val="1600"/>
              </a:spcBef>
              <a:spcAft>
                <a:spcPts val="0"/>
              </a:spcAft>
              <a:buClr>
                <a:schemeClr val="lt1"/>
              </a:buClr>
              <a:buSzPts val="1400"/>
              <a:buChar char="●"/>
              <a:defRPr>
                <a:solidFill>
                  <a:schemeClr val="lt1"/>
                </a:solidFill>
              </a:defRPr>
            </a:lvl4pPr>
            <a:lvl5pPr indent="-317500" lvl="4" marL="2286000" rtl="0">
              <a:lnSpc>
                <a:spcPct val="100000"/>
              </a:lnSpc>
              <a:spcBef>
                <a:spcPts val="1600"/>
              </a:spcBef>
              <a:spcAft>
                <a:spcPts val="0"/>
              </a:spcAft>
              <a:buClr>
                <a:schemeClr val="lt1"/>
              </a:buClr>
              <a:buSzPts val="1400"/>
              <a:buChar char="○"/>
              <a:defRPr>
                <a:solidFill>
                  <a:schemeClr val="lt1"/>
                </a:solidFill>
              </a:defRPr>
            </a:lvl5pPr>
            <a:lvl6pPr indent="-317500" lvl="5" marL="2743200" rtl="0">
              <a:lnSpc>
                <a:spcPct val="100000"/>
              </a:lnSpc>
              <a:spcBef>
                <a:spcPts val="1600"/>
              </a:spcBef>
              <a:spcAft>
                <a:spcPts val="0"/>
              </a:spcAft>
              <a:buClr>
                <a:schemeClr val="lt1"/>
              </a:buClr>
              <a:buSzPts val="1400"/>
              <a:buChar char="■"/>
              <a:defRPr>
                <a:solidFill>
                  <a:schemeClr val="lt1"/>
                </a:solidFill>
              </a:defRPr>
            </a:lvl6pPr>
            <a:lvl7pPr indent="-317500" lvl="6" marL="3200400" rtl="0">
              <a:lnSpc>
                <a:spcPct val="100000"/>
              </a:lnSpc>
              <a:spcBef>
                <a:spcPts val="1600"/>
              </a:spcBef>
              <a:spcAft>
                <a:spcPts val="0"/>
              </a:spcAft>
              <a:buClr>
                <a:schemeClr val="lt1"/>
              </a:buClr>
              <a:buSzPts val="1400"/>
              <a:buChar char="●"/>
              <a:defRPr>
                <a:solidFill>
                  <a:schemeClr val="lt1"/>
                </a:solidFill>
              </a:defRPr>
            </a:lvl7pPr>
            <a:lvl8pPr indent="-317500" lvl="7" marL="3657600" rtl="0">
              <a:lnSpc>
                <a:spcPct val="100000"/>
              </a:lnSpc>
              <a:spcBef>
                <a:spcPts val="1600"/>
              </a:spcBef>
              <a:spcAft>
                <a:spcPts val="0"/>
              </a:spcAft>
              <a:buClr>
                <a:schemeClr val="lt1"/>
              </a:buClr>
              <a:buSzPts val="1400"/>
              <a:buChar char="○"/>
              <a:defRPr>
                <a:solidFill>
                  <a:schemeClr val="lt1"/>
                </a:solidFill>
              </a:defRPr>
            </a:lvl8pPr>
            <a:lvl9pPr indent="-317500" lvl="8" marL="4114800" rtl="0">
              <a:lnSpc>
                <a:spcPct val="100000"/>
              </a:lnSpc>
              <a:spcBef>
                <a:spcPts val="1600"/>
              </a:spcBef>
              <a:spcAft>
                <a:spcPts val="1600"/>
              </a:spcAft>
              <a:buClr>
                <a:schemeClr val="lt1"/>
              </a:buClr>
              <a:buSzPts val="1400"/>
              <a:buChar char="■"/>
              <a:defRPr>
                <a:solidFill>
                  <a:schemeClr val="lt1"/>
                </a:solidFill>
              </a:defRPr>
            </a:lvl9pPr>
          </a:lstStyle>
          <a:p/>
        </p:txBody>
      </p:sp>
      <p:sp>
        <p:nvSpPr>
          <p:cNvPr id="66" name="Google Shape;66;p4"/>
          <p:cNvSpPr/>
          <p:nvPr/>
        </p:nvSpPr>
        <p:spPr>
          <a:xfrm rot="10800000">
            <a:off x="440626" y="301813"/>
            <a:ext cx="690075" cy="56753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rot="-2700000">
            <a:off x="7858157" y="4329454"/>
            <a:ext cx="889938" cy="422311"/>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rot="10800000">
            <a:off x="8522781" y="928981"/>
            <a:ext cx="118317" cy="39621"/>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rot="10800000">
            <a:off x="8318878" y="862716"/>
            <a:ext cx="110552" cy="53015"/>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rot="10800000">
            <a:off x="8009142" y="658532"/>
            <a:ext cx="108873" cy="81932"/>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rot="10800000">
            <a:off x="7839182" y="504739"/>
            <a:ext cx="92782" cy="92415"/>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rot="10800000">
            <a:off x="8429437" y="360437"/>
            <a:ext cx="178518" cy="14685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rot="10800000">
            <a:off x="306452" y="4020753"/>
            <a:ext cx="422770" cy="389395"/>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sp>
        <p:nvSpPr>
          <p:cNvPr id="75" name="Google Shape;75;p5"/>
          <p:cNvSpPr/>
          <p:nvPr/>
        </p:nvSpPr>
        <p:spPr>
          <a:xfrm>
            <a:off x="0" y="15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txBox="1"/>
          <p:nvPr>
            <p:ph idx="1" type="subTitle"/>
          </p:nvPr>
        </p:nvSpPr>
        <p:spPr>
          <a:xfrm>
            <a:off x="880800" y="1376000"/>
            <a:ext cx="3438900" cy="713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Font typeface="Bebas Neue"/>
              <a:buNone/>
              <a:defRPr sz="3000">
                <a:solidFill>
                  <a:schemeClr val="lt1"/>
                </a:solidFill>
                <a:latin typeface="Do Hyeon"/>
                <a:ea typeface="Do Hyeon"/>
                <a:cs typeface="Do Hyeon"/>
                <a:sym typeface="Do Hyeon"/>
              </a:defRPr>
            </a:lvl1pPr>
            <a:lvl2pPr lvl="1"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77" name="Google Shape;77;p5"/>
          <p:cNvSpPr txBox="1"/>
          <p:nvPr>
            <p:ph idx="2" type="subTitle"/>
          </p:nvPr>
        </p:nvSpPr>
        <p:spPr>
          <a:xfrm>
            <a:off x="4824300" y="1376000"/>
            <a:ext cx="34389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sz="3000">
                <a:latin typeface="Do Hyeon"/>
                <a:ea typeface="Do Hyeon"/>
                <a:cs typeface="Do Hyeon"/>
                <a:sym typeface="Do Hyeon"/>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78" name="Google Shape;78;p5"/>
          <p:cNvSpPr txBox="1"/>
          <p:nvPr>
            <p:ph idx="3" type="subTitle"/>
          </p:nvPr>
        </p:nvSpPr>
        <p:spPr>
          <a:xfrm>
            <a:off x="880800" y="2894325"/>
            <a:ext cx="3438900" cy="142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 name="Google Shape;79;p5"/>
          <p:cNvSpPr txBox="1"/>
          <p:nvPr>
            <p:ph idx="4" type="subTitle"/>
          </p:nvPr>
        </p:nvSpPr>
        <p:spPr>
          <a:xfrm>
            <a:off x="4824300" y="2894325"/>
            <a:ext cx="3438900" cy="142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0" name="Google Shape;80;p5"/>
          <p:cNvGrpSpPr/>
          <p:nvPr/>
        </p:nvGrpSpPr>
        <p:grpSpPr>
          <a:xfrm>
            <a:off x="467266" y="222041"/>
            <a:ext cx="881421" cy="520583"/>
            <a:chOff x="3863003" y="76204"/>
            <a:chExt cx="881421" cy="520583"/>
          </a:xfrm>
        </p:grpSpPr>
        <p:sp>
          <p:nvSpPr>
            <p:cNvPr id="81" name="Google Shape;81;p5"/>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2" name="Google Shape;82;p5"/>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3" name="Google Shape;83;p5"/>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4" name="Google Shape;84;p5"/>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85" name="Google Shape;85;p5"/>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
        <p:nvSpPr>
          <p:cNvPr id="86" name="Google Shape;86;p5"/>
          <p:cNvSpPr/>
          <p:nvPr/>
        </p:nvSpPr>
        <p:spPr>
          <a:xfrm rot="10800000">
            <a:off x="8040103" y="4560535"/>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rot="10800000">
            <a:off x="-107416" y="4665733"/>
            <a:ext cx="784478" cy="583641"/>
          </a:xfrm>
          <a:custGeom>
            <a:rect b="b" l="l" r="r" t="t"/>
            <a:pathLst>
              <a:path extrusionOk="0" h="49980" w="206035">
                <a:moveTo>
                  <a:pt x="13269" y="1"/>
                </a:moveTo>
                <a:lnTo>
                  <a:pt x="12574" y="16"/>
                </a:lnTo>
                <a:lnTo>
                  <a:pt x="11878" y="39"/>
                </a:lnTo>
                <a:lnTo>
                  <a:pt x="11209" y="86"/>
                </a:lnTo>
                <a:lnTo>
                  <a:pt x="10514" y="147"/>
                </a:lnTo>
                <a:lnTo>
                  <a:pt x="9872" y="225"/>
                </a:lnTo>
                <a:lnTo>
                  <a:pt x="9257" y="317"/>
                </a:lnTo>
                <a:lnTo>
                  <a:pt x="8641" y="425"/>
                </a:lnTo>
                <a:lnTo>
                  <a:pt x="8347" y="487"/>
                </a:lnTo>
                <a:lnTo>
                  <a:pt x="8080" y="549"/>
                </a:lnTo>
                <a:lnTo>
                  <a:pt x="7812" y="618"/>
                </a:lnTo>
                <a:lnTo>
                  <a:pt x="7545" y="695"/>
                </a:lnTo>
                <a:lnTo>
                  <a:pt x="7304" y="773"/>
                </a:lnTo>
                <a:lnTo>
                  <a:pt x="7063" y="850"/>
                </a:lnTo>
                <a:lnTo>
                  <a:pt x="6822" y="935"/>
                </a:lnTo>
                <a:lnTo>
                  <a:pt x="6608" y="1027"/>
                </a:lnTo>
                <a:lnTo>
                  <a:pt x="6421" y="1120"/>
                </a:lnTo>
                <a:lnTo>
                  <a:pt x="6207" y="1213"/>
                </a:lnTo>
                <a:lnTo>
                  <a:pt x="6046" y="1313"/>
                </a:lnTo>
                <a:lnTo>
                  <a:pt x="5886" y="1421"/>
                </a:lnTo>
                <a:lnTo>
                  <a:pt x="5725" y="1529"/>
                </a:lnTo>
                <a:lnTo>
                  <a:pt x="5592" y="1645"/>
                </a:lnTo>
                <a:lnTo>
                  <a:pt x="4816" y="2394"/>
                </a:lnTo>
                <a:lnTo>
                  <a:pt x="4094" y="3135"/>
                </a:lnTo>
                <a:lnTo>
                  <a:pt x="3452" y="3868"/>
                </a:lnTo>
                <a:lnTo>
                  <a:pt x="2863" y="4602"/>
                </a:lnTo>
                <a:lnTo>
                  <a:pt x="2301" y="5335"/>
                </a:lnTo>
                <a:lnTo>
                  <a:pt x="1820" y="6061"/>
                </a:lnTo>
                <a:lnTo>
                  <a:pt x="1419" y="6786"/>
                </a:lnTo>
                <a:lnTo>
                  <a:pt x="1044" y="7504"/>
                </a:lnTo>
                <a:lnTo>
                  <a:pt x="723" y="8222"/>
                </a:lnTo>
                <a:lnTo>
                  <a:pt x="482" y="8933"/>
                </a:lnTo>
                <a:lnTo>
                  <a:pt x="268" y="9635"/>
                </a:lnTo>
                <a:lnTo>
                  <a:pt x="135" y="10338"/>
                </a:lnTo>
                <a:lnTo>
                  <a:pt x="28" y="11040"/>
                </a:lnTo>
                <a:lnTo>
                  <a:pt x="1" y="11735"/>
                </a:lnTo>
                <a:lnTo>
                  <a:pt x="28" y="12422"/>
                </a:lnTo>
                <a:lnTo>
                  <a:pt x="81" y="13109"/>
                </a:lnTo>
                <a:lnTo>
                  <a:pt x="188" y="13788"/>
                </a:lnTo>
                <a:lnTo>
                  <a:pt x="375" y="14468"/>
                </a:lnTo>
                <a:lnTo>
                  <a:pt x="589" y="15139"/>
                </a:lnTo>
                <a:lnTo>
                  <a:pt x="857" y="15803"/>
                </a:lnTo>
                <a:lnTo>
                  <a:pt x="1178" y="16467"/>
                </a:lnTo>
                <a:lnTo>
                  <a:pt x="1552" y="17123"/>
                </a:lnTo>
                <a:lnTo>
                  <a:pt x="1954" y="17780"/>
                </a:lnTo>
                <a:lnTo>
                  <a:pt x="2408" y="18420"/>
                </a:lnTo>
                <a:lnTo>
                  <a:pt x="2917" y="19069"/>
                </a:lnTo>
                <a:lnTo>
                  <a:pt x="3478" y="19702"/>
                </a:lnTo>
                <a:lnTo>
                  <a:pt x="4094" y="20335"/>
                </a:lnTo>
                <a:lnTo>
                  <a:pt x="4736" y="20968"/>
                </a:lnTo>
                <a:lnTo>
                  <a:pt x="5431" y="21593"/>
                </a:lnTo>
                <a:lnTo>
                  <a:pt x="6153" y="22211"/>
                </a:lnTo>
                <a:lnTo>
                  <a:pt x="6929" y="22821"/>
                </a:lnTo>
                <a:lnTo>
                  <a:pt x="7759" y="23431"/>
                </a:lnTo>
                <a:lnTo>
                  <a:pt x="8615" y="24033"/>
                </a:lnTo>
                <a:lnTo>
                  <a:pt x="9524" y="24627"/>
                </a:lnTo>
                <a:lnTo>
                  <a:pt x="10460" y="25214"/>
                </a:lnTo>
                <a:lnTo>
                  <a:pt x="11450" y="25801"/>
                </a:lnTo>
                <a:lnTo>
                  <a:pt x="12493" y="26380"/>
                </a:lnTo>
                <a:lnTo>
                  <a:pt x="13537" y="26959"/>
                </a:lnTo>
                <a:lnTo>
                  <a:pt x="14660" y="27522"/>
                </a:lnTo>
                <a:lnTo>
                  <a:pt x="15784" y="28086"/>
                </a:lnTo>
                <a:lnTo>
                  <a:pt x="16987" y="28649"/>
                </a:lnTo>
                <a:lnTo>
                  <a:pt x="18191" y="29197"/>
                </a:lnTo>
                <a:lnTo>
                  <a:pt x="19449" y="29745"/>
                </a:lnTo>
                <a:lnTo>
                  <a:pt x="20733" y="30286"/>
                </a:lnTo>
                <a:lnTo>
                  <a:pt x="22070" y="30819"/>
                </a:lnTo>
                <a:lnTo>
                  <a:pt x="23408" y="31343"/>
                </a:lnTo>
                <a:lnTo>
                  <a:pt x="24799" y="31868"/>
                </a:lnTo>
                <a:lnTo>
                  <a:pt x="26243" y="32378"/>
                </a:lnTo>
                <a:lnTo>
                  <a:pt x="27688" y="32887"/>
                </a:lnTo>
                <a:lnTo>
                  <a:pt x="29186" y="33389"/>
                </a:lnTo>
                <a:lnTo>
                  <a:pt x="30711" y="33891"/>
                </a:lnTo>
                <a:lnTo>
                  <a:pt x="32262" y="34377"/>
                </a:lnTo>
                <a:lnTo>
                  <a:pt x="33840" y="34864"/>
                </a:lnTo>
                <a:lnTo>
                  <a:pt x="35472" y="35335"/>
                </a:lnTo>
                <a:lnTo>
                  <a:pt x="37104" y="35806"/>
                </a:lnTo>
                <a:lnTo>
                  <a:pt x="38789" y="36276"/>
                </a:lnTo>
                <a:lnTo>
                  <a:pt x="40475" y="36732"/>
                </a:lnTo>
                <a:lnTo>
                  <a:pt x="42213" y="37180"/>
                </a:lnTo>
                <a:lnTo>
                  <a:pt x="43979" y="37627"/>
                </a:lnTo>
                <a:lnTo>
                  <a:pt x="45744" y="38060"/>
                </a:lnTo>
                <a:lnTo>
                  <a:pt x="47563" y="38492"/>
                </a:lnTo>
                <a:lnTo>
                  <a:pt x="49382" y="38917"/>
                </a:lnTo>
                <a:lnTo>
                  <a:pt x="51255" y="39326"/>
                </a:lnTo>
                <a:lnTo>
                  <a:pt x="53128" y="39735"/>
                </a:lnTo>
                <a:lnTo>
                  <a:pt x="55054" y="40136"/>
                </a:lnTo>
                <a:lnTo>
                  <a:pt x="56980" y="40538"/>
                </a:lnTo>
                <a:lnTo>
                  <a:pt x="58932" y="40924"/>
                </a:lnTo>
                <a:lnTo>
                  <a:pt x="60885" y="41302"/>
                </a:lnTo>
                <a:lnTo>
                  <a:pt x="62892" y="41673"/>
                </a:lnTo>
                <a:lnTo>
                  <a:pt x="64898" y="42043"/>
                </a:lnTo>
                <a:lnTo>
                  <a:pt x="66931" y="42398"/>
                </a:lnTo>
                <a:lnTo>
                  <a:pt x="68991" y="42746"/>
                </a:lnTo>
                <a:lnTo>
                  <a:pt x="71077" y="43093"/>
                </a:lnTo>
                <a:lnTo>
                  <a:pt x="73164" y="43425"/>
                </a:lnTo>
                <a:lnTo>
                  <a:pt x="75277" y="43757"/>
                </a:lnTo>
                <a:lnTo>
                  <a:pt x="77390" y="44074"/>
                </a:lnTo>
                <a:lnTo>
                  <a:pt x="79557" y="44390"/>
                </a:lnTo>
                <a:lnTo>
                  <a:pt x="81697" y="44691"/>
                </a:lnTo>
                <a:lnTo>
                  <a:pt x="83891" y="44985"/>
                </a:lnTo>
                <a:lnTo>
                  <a:pt x="86084" y="45278"/>
                </a:lnTo>
                <a:lnTo>
                  <a:pt x="88278" y="45556"/>
                </a:lnTo>
                <a:lnTo>
                  <a:pt x="90498" y="45826"/>
                </a:lnTo>
                <a:lnTo>
                  <a:pt x="92718" y="46096"/>
                </a:lnTo>
                <a:lnTo>
                  <a:pt x="94966" y="46351"/>
                </a:lnTo>
                <a:lnTo>
                  <a:pt x="97213" y="46598"/>
                </a:lnTo>
                <a:lnTo>
                  <a:pt x="99486" y="46837"/>
                </a:lnTo>
                <a:lnTo>
                  <a:pt x="101760" y="47069"/>
                </a:lnTo>
                <a:lnTo>
                  <a:pt x="104061" y="47293"/>
                </a:lnTo>
                <a:lnTo>
                  <a:pt x="106361" y="47509"/>
                </a:lnTo>
                <a:lnTo>
                  <a:pt x="108662" y="47710"/>
                </a:lnTo>
                <a:lnTo>
                  <a:pt x="110989" y="47910"/>
                </a:lnTo>
                <a:lnTo>
                  <a:pt x="113290" y="48096"/>
                </a:lnTo>
                <a:lnTo>
                  <a:pt x="115644" y="48281"/>
                </a:lnTo>
                <a:lnTo>
                  <a:pt x="117971" y="48451"/>
                </a:lnTo>
                <a:lnTo>
                  <a:pt x="120298" y="48613"/>
                </a:lnTo>
                <a:lnTo>
                  <a:pt x="122652" y="48767"/>
                </a:lnTo>
                <a:lnTo>
                  <a:pt x="125006" y="48914"/>
                </a:lnTo>
                <a:lnTo>
                  <a:pt x="127360" y="49045"/>
                </a:lnTo>
                <a:lnTo>
                  <a:pt x="129741" y="49176"/>
                </a:lnTo>
                <a:lnTo>
                  <a:pt x="132095" y="49292"/>
                </a:lnTo>
                <a:lnTo>
                  <a:pt x="134476" y="49400"/>
                </a:lnTo>
                <a:lnTo>
                  <a:pt x="136830" y="49501"/>
                </a:lnTo>
                <a:lnTo>
                  <a:pt x="139211" y="49593"/>
                </a:lnTo>
                <a:lnTo>
                  <a:pt x="141592" y="49671"/>
                </a:lnTo>
                <a:lnTo>
                  <a:pt x="143946" y="49740"/>
                </a:lnTo>
                <a:lnTo>
                  <a:pt x="146327" y="49809"/>
                </a:lnTo>
                <a:lnTo>
                  <a:pt x="148707" y="49856"/>
                </a:lnTo>
                <a:lnTo>
                  <a:pt x="151062" y="49902"/>
                </a:lnTo>
                <a:lnTo>
                  <a:pt x="153442" y="49933"/>
                </a:lnTo>
                <a:lnTo>
                  <a:pt x="155796" y="49964"/>
                </a:lnTo>
                <a:lnTo>
                  <a:pt x="158150" y="49979"/>
                </a:lnTo>
                <a:lnTo>
                  <a:pt x="162859" y="49979"/>
                </a:lnTo>
                <a:lnTo>
                  <a:pt x="165213" y="49964"/>
                </a:lnTo>
                <a:lnTo>
                  <a:pt x="167567" y="49941"/>
                </a:lnTo>
                <a:lnTo>
                  <a:pt x="169894" y="49902"/>
                </a:lnTo>
                <a:lnTo>
                  <a:pt x="172221" y="49856"/>
                </a:lnTo>
                <a:lnTo>
                  <a:pt x="174549" y="49802"/>
                </a:lnTo>
                <a:lnTo>
                  <a:pt x="176876" y="49740"/>
                </a:lnTo>
                <a:lnTo>
                  <a:pt x="179176" y="49663"/>
                </a:lnTo>
                <a:lnTo>
                  <a:pt x="181477" y="49578"/>
                </a:lnTo>
                <a:lnTo>
                  <a:pt x="183751" y="49485"/>
                </a:lnTo>
                <a:lnTo>
                  <a:pt x="186051" y="49377"/>
                </a:lnTo>
                <a:lnTo>
                  <a:pt x="188298" y="49261"/>
                </a:lnTo>
                <a:lnTo>
                  <a:pt x="190572" y="49138"/>
                </a:lnTo>
                <a:lnTo>
                  <a:pt x="192819" y="48999"/>
                </a:lnTo>
                <a:lnTo>
                  <a:pt x="195040" y="48852"/>
                </a:lnTo>
                <a:lnTo>
                  <a:pt x="197260" y="48698"/>
                </a:lnTo>
                <a:lnTo>
                  <a:pt x="197982" y="48636"/>
                </a:lnTo>
                <a:lnTo>
                  <a:pt x="198651" y="48574"/>
                </a:lnTo>
                <a:lnTo>
                  <a:pt x="199293" y="48497"/>
                </a:lnTo>
                <a:lnTo>
                  <a:pt x="199908" y="48420"/>
                </a:lnTo>
                <a:lnTo>
                  <a:pt x="200497" y="48335"/>
                </a:lnTo>
                <a:lnTo>
                  <a:pt x="201058" y="48250"/>
                </a:lnTo>
                <a:lnTo>
                  <a:pt x="201567" y="48150"/>
                </a:lnTo>
                <a:lnTo>
                  <a:pt x="202075" y="48049"/>
                </a:lnTo>
                <a:lnTo>
                  <a:pt x="202530" y="47941"/>
                </a:lnTo>
                <a:lnTo>
                  <a:pt x="202958" y="47825"/>
                </a:lnTo>
                <a:lnTo>
                  <a:pt x="203359" y="47710"/>
                </a:lnTo>
                <a:lnTo>
                  <a:pt x="203733" y="47586"/>
                </a:lnTo>
                <a:lnTo>
                  <a:pt x="204081" y="47463"/>
                </a:lnTo>
                <a:lnTo>
                  <a:pt x="204375" y="47331"/>
                </a:lnTo>
                <a:lnTo>
                  <a:pt x="204670" y="47192"/>
                </a:lnTo>
                <a:lnTo>
                  <a:pt x="204937" y="47061"/>
                </a:lnTo>
                <a:lnTo>
                  <a:pt x="205151" y="46914"/>
                </a:lnTo>
                <a:lnTo>
                  <a:pt x="205365" y="46776"/>
                </a:lnTo>
                <a:lnTo>
                  <a:pt x="205526" y="46629"/>
                </a:lnTo>
                <a:lnTo>
                  <a:pt x="205686" y="46482"/>
                </a:lnTo>
                <a:lnTo>
                  <a:pt x="205820" y="46328"/>
                </a:lnTo>
                <a:lnTo>
                  <a:pt x="205900" y="46181"/>
                </a:lnTo>
                <a:lnTo>
                  <a:pt x="205981" y="46027"/>
                </a:lnTo>
                <a:lnTo>
                  <a:pt x="206034" y="45872"/>
                </a:lnTo>
                <a:lnTo>
                  <a:pt x="206034" y="45718"/>
                </a:lnTo>
                <a:lnTo>
                  <a:pt x="206034" y="45564"/>
                </a:lnTo>
                <a:lnTo>
                  <a:pt x="206007" y="45401"/>
                </a:lnTo>
                <a:lnTo>
                  <a:pt x="205954" y="45247"/>
                </a:lnTo>
                <a:lnTo>
                  <a:pt x="205874" y="45093"/>
                </a:lnTo>
                <a:lnTo>
                  <a:pt x="205767" y="44938"/>
                </a:lnTo>
                <a:lnTo>
                  <a:pt x="205660" y="44784"/>
                </a:lnTo>
                <a:lnTo>
                  <a:pt x="205499" y="44629"/>
                </a:lnTo>
                <a:lnTo>
                  <a:pt x="205339" y="44475"/>
                </a:lnTo>
                <a:lnTo>
                  <a:pt x="205151" y="44321"/>
                </a:lnTo>
                <a:lnTo>
                  <a:pt x="204937" y="44174"/>
                </a:lnTo>
                <a:lnTo>
                  <a:pt x="204697" y="44027"/>
                </a:lnTo>
                <a:lnTo>
                  <a:pt x="204456" y="43881"/>
                </a:lnTo>
                <a:lnTo>
                  <a:pt x="204188" y="43742"/>
                </a:lnTo>
                <a:lnTo>
                  <a:pt x="203894" y="43603"/>
                </a:lnTo>
                <a:lnTo>
                  <a:pt x="203573" y="43471"/>
                </a:lnTo>
                <a:lnTo>
                  <a:pt x="203225" y="43340"/>
                </a:lnTo>
                <a:lnTo>
                  <a:pt x="202877" y="43209"/>
                </a:lnTo>
                <a:lnTo>
                  <a:pt x="202503" y="43085"/>
                </a:lnTo>
                <a:lnTo>
                  <a:pt x="202102" y="42962"/>
                </a:lnTo>
                <a:lnTo>
                  <a:pt x="201700" y="42854"/>
                </a:lnTo>
                <a:lnTo>
                  <a:pt x="201272" y="42738"/>
                </a:lnTo>
                <a:lnTo>
                  <a:pt x="200818" y="42638"/>
                </a:lnTo>
                <a:lnTo>
                  <a:pt x="200363" y="42537"/>
                </a:lnTo>
                <a:lnTo>
                  <a:pt x="199855" y="42445"/>
                </a:lnTo>
                <a:lnTo>
                  <a:pt x="199373" y="42352"/>
                </a:lnTo>
                <a:lnTo>
                  <a:pt x="198838" y="42275"/>
                </a:lnTo>
                <a:lnTo>
                  <a:pt x="198330" y="42198"/>
                </a:lnTo>
                <a:lnTo>
                  <a:pt x="197768" y="42128"/>
                </a:lnTo>
                <a:lnTo>
                  <a:pt x="197206" y="42074"/>
                </a:lnTo>
                <a:lnTo>
                  <a:pt x="196618" y="42020"/>
                </a:lnTo>
                <a:lnTo>
                  <a:pt x="196029" y="41974"/>
                </a:lnTo>
                <a:lnTo>
                  <a:pt x="195414" y="41935"/>
                </a:lnTo>
                <a:lnTo>
                  <a:pt x="194799" y="41904"/>
                </a:lnTo>
                <a:lnTo>
                  <a:pt x="194157" y="41881"/>
                </a:lnTo>
                <a:lnTo>
                  <a:pt x="193515" y="41873"/>
                </a:lnTo>
                <a:lnTo>
                  <a:pt x="192846" y="41866"/>
                </a:lnTo>
                <a:lnTo>
                  <a:pt x="192177" y="41873"/>
                </a:lnTo>
                <a:lnTo>
                  <a:pt x="191482" y="41889"/>
                </a:lnTo>
                <a:lnTo>
                  <a:pt x="190786" y="41920"/>
                </a:lnTo>
                <a:lnTo>
                  <a:pt x="188940" y="41989"/>
                </a:lnTo>
                <a:lnTo>
                  <a:pt x="187095" y="42059"/>
                </a:lnTo>
                <a:lnTo>
                  <a:pt x="187790" y="39951"/>
                </a:lnTo>
                <a:lnTo>
                  <a:pt x="188432" y="37851"/>
                </a:lnTo>
                <a:lnTo>
                  <a:pt x="189021" y="35744"/>
                </a:lnTo>
                <a:lnTo>
                  <a:pt x="189529" y="33644"/>
                </a:lnTo>
                <a:lnTo>
                  <a:pt x="189984" y="31536"/>
                </a:lnTo>
                <a:lnTo>
                  <a:pt x="190385" y="29437"/>
                </a:lnTo>
                <a:lnTo>
                  <a:pt x="190733" y="27329"/>
                </a:lnTo>
                <a:lnTo>
                  <a:pt x="191027" y="25222"/>
                </a:lnTo>
                <a:lnTo>
                  <a:pt x="191241" y="23122"/>
                </a:lnTo>
                <a:lnTo>
                  <a:pt x="191401" y="21014"/>
                </a:lnTo>
                <a:lnTo>
                  <a:pt x="191508" y="18907"/>
                </a:lnTo>
                <a:lnTo>
                  <a:pt x="191535" y="16799"/>
                </a:lnTo>
                <a:lnTo>
                  <a:pt x="191535" y="14684"/>
                </a:lnTo>
                <a:lnTo>
                  <a:pt x="191455" y="12576"/>
                </a:lnTo>
                <a:lnTo>
                  <a:pt x="191294" y="10461"/>
                </a:lnTo>
                <a:lnTo>
                  <a:pt x="191107" y="8346"/>
                </a:lnTo>
                <a:lnTo>
                  <a:pt x="191080" y="8215"/>
                </a:lnTo>
                <a:lnTo>
                  <a:pt x="191054" y="8083"/>
                </a:lnTo>
                <a:lnTo>
                  <a:pt x="190973" y="7952"/>
                </a:lnTo>
                <a:lnTo>
                  <a:pt x="190920" y="7821"/>
                </a:lnTo>
                <a:lnTo>
                  <a:pt x="190813" y="7697"/>
                </a:lnTo>
                <a:lnTo>
                  <a:pt x="190706" y="7574"/>
                </a:lnTo>
                <a:lnTo>
                  <a:pt x="190599" y="7450"/>
                </a:lnTo>
                <a:lnTo>
                  <a:pt x="190465" y="7335"/>
                </a:lnTo>
                <a:lnTo>
                  <a:pt x="190305" y="7219"/>
                </a:lnTo>
                <a:lnTo>
                  <a:pt x="190144" y="7103"/>
                </a:lnTo>
                <a:lnTo>
                  <a:pt x="189770" y="6879"/>
                </a:lnTo>
                <a:lnTo>
                  <a:pt x="189342" y="6671"/>
                </a:lnTo>
                <a:lnTo>
                  <a:pt x="188887" y="6470"/>
                </a:lnTo>
                <a:lnTo>
                  <a:pt x="188352" y="6277"/>
                </a:lnTo>
                <a:lnTo>
                  <a:pt x="187817" y="6092"/>
                </a:lnTo>
                <a:lnTo>
                  <a:pt x="187202" y="5922"/>
                </a:lnTo>
                <a:lnTo>
                  <a:pt x="186586" y="5760"/>
                </a:lnTo>
                <a:lnTo>
                  <a:pt x="185918" y="5613"/>
                </a:lnTo>
                <a:lnTo>
                  <a:pt x="185222" y="5474"/>
                </a:lnTo>
                <a:lnTo>
                  <a:pt x="184500" y="5351"/>
                </a:lnTo>
                <a:lnTo>
                  <a:pt x="183751" y="5235"/>
                </a:lnTo>
                <a:lnTo>
                  <a:pt x="182975" y="5134"/>
                </a:lnTo>
                <a:lnTo>
                  <a:pt x="182199" y="5042"/>
                </a:lnTo>
                <a:lnTo>
                  <a:pt x="181397" y="4965"/>
                </a:lnTo>
                <a:lnTo>
                  <a:pt x="180594" y="4895"/>
                </a:lnTo>
                <a:lnTo>
                  <a:pt x="179792" y="4841"/>
                </a:lnTo>
                <a:lnTo>
                  <a:pt x="178962" y="4802"/>
                </a:lnTo>
                <a:lnTo>
                  <a:pt x="178160" y="4779"/>
                </a:lnTo>
                <a:lnTo>
                  <a:pt x="177331" y="4764"/>
                </a:lnTo>
                <a:lnTo>
                  <a:pt x="176528" y="4764"/>
                </a:lnTo>
                <a:lnTo>
                  <a:pt x="175699" y="4779"/>
                </a:lnTo>
                <a:lnTo>
                  <a:pt x="174923" y="4810"/>
                </a:lnTo>
                <a:lnTo>
                  <a:pt x="174147" y="4849"/>
                </a:lnTo>
                <a:lnTo>
                  <a:pt x="173372" y="4911"/>
                </a:lnTo>
                <a:lnTo>
                  <a:pt x="172649" y="4980"/>
                </a:lnTo>
                <a:lnTo>
                  <a:pt x="171927" y="5065"/>
                </a:lnTo>
                <a:lnTo>
                  <a:pt x="171231" y="5165"/>
                </a:lnTo>
                <a:lnTo>
                  <a:pt x="170750" y="5003"/>
                </a:lnTo>
                <a:lnTo>
                  <a:pt x="170215" y="4833"/>
                </a:lnTo>
                <a:lnTo>
                  <a:pt x="169653" y="4679"/>
                </a:lnTo>
                <a:lnTo>
                  <a:pt x="169038" y="4525"/>
                </a:lnTo>
                <a:lnTo>
                  <a:pt x="168583" y="4324"/>
                </a:lnTo>
                <a:lnTo>
                  <a:pt x="168102" y="4139"/>
                </a:lnTo>
                <a:lnTo>
                  <a:pt x="167593" y="3953"/>
                </a:lnTo>
                <a:lnTo>
                  <a:pt x="167032" y="3791"/>
                </a:lnTo>
                <a:lnTo>
                  <a:pt x="166443" y="3637"/>
                </a:lnTo>
                <a:lnTo>
                  <a:pt x="165828" y="3490"/>
                </a:lnTo>
                <a:lnTo>
                  <a:pt x="165186" y="3359"/>
                </a:lnTo>
                <a:lnTo>
                  <a:pt x="164517" y="3243"/>
                </a:lnTo>
                <a:lnTo>
                  <a:pt x="163822" y="3135"/>
                </a:lnTo>
                <a:lnTo>
                  <a:pt x="163099" y="3035"/>
                </a:lnTo>
                <a:lnTo>
                  <a:pt x="162377" y="2957"/>
                </a:lnTo>
                <a:lnTo>
                  <a:pt x="161628" y="2888"/>
                </a:lnTo>
                <a:lnTo>
                  <a:pt x="160879" y="2834"/>
                </a:lnTo>
                <a:lnTo>
                  <a:pt x="160130" y="2788"/>
                </a:lnTo>
                <a:lnTo>
                  <a:pt x="159354" y="2764"/>
                </a:lnTo>
                <a:lnTo>
                  <a:pt x="158578" y="2749"/>
                </a:lnTo>
                <a:lnTo>
                  <a:pt x="157749" y="2649"/>
                </a:lnTo>
                <a:lnTo>
                  <a:pt x="156947" y="2556"/>
                </a:lnTo>
                <a:lnTo>
                  <a:pt x="156117" y="2471"/>
                </a:lnTo>
                <a:lnTo>
                  <a:pt x="155288" y="2394"/>
                </a:lnTo>
                <a:lnTo>
                  <a:pt x="154486" y="2317"/>
                </a:lnTo>
                <a:lnTo>
                  <a:pt x="153656" y="2255"/>
                </a:lnTo>
                <a:lnTo>
                  <a:pt x="152827" y="2185"/>
                </a:lnTo>
                <a:lnTo>
                  <a:pt x="151998" y="2131"/>
                </a:lnTo>
                <a:lnTo>
                  <a:pt x="151169" y="2077"/>
                </a:lnTo>
                <a:lnTo>
                  <a:pt x="150339" y="2031"/>
                </a:lnTo>
                <a:lnTo>
                  <a:pt x="149483" y="1992"/>
                </a:lnTo>
                <a:lnTo>
                  <a:pt x="148654" y="1954"/>
                </a:lnTo>
                <a:lnTo>
                  <a:pt x="147798" y="1923"/>
                </a:lnTo>
                <a:lnTo>
                  <a:pt x="146942" y="1900"/>
                </a:lnTo>
                <a:lnTo>
                  <a:pt x="146086" y="1877"/>
                </a:lnTo>
                <a:lnTo>
                  <a:pt x="145230" y="1861"/>
                </a:lnTo>
                <a:lnTo>
                  <a:pt x="144347" y="1853"/>
                </a:lnTo>
                <a:lnTo>
                  <a:pt x="143491" y="1846"/>
                </a:lnTo>
                <a:lnTo>
                  <a:pt x="142608" y="1846"/>
                </a:lnTo>
                <a:lnTo>
                  <a:pt x="141699" y="1853"/>
                </a:lnTo>
                <a:lnTo>
                  <a:pt x="140816" y="1861"/>
                </a:lnTo>
                <a:lnTo>
                  <a:pt x="139907" y="1877"/>
                </a:lnTo>
                <a:lnTo>
                  <a:pt x="138087" y="1923"/>
                </a:lnTo>
                <a:lnTo>
                  <a:pt x="136215" y="1977"/>
                </a:lnTo>
                <a:lnTo>
                  <a:pt x="134289" y="2062"/>
                </a:lnTo>
                <a:lnTo>
                  <a:pt x="132363" y="2155"/>
                </a:lnTo>
                <a:lnTo>
                  <a:pt x="130357" y="2270"/>
                </a:lnTo>
                <a:lnTo>
                  <a:pt x="129715" y="2317"/>
                </a:lnTo>
                <a:lnTo>
                  <a:pt x="129099" y="2363"/>
                </a:lnTo>
                <a:lnTo>
                  <a:pt x="128511" y="2425"/>
                </a:lnTo>
                <a:lnTo>
                  <a:pt x="127949" y="2494"/>
                </a:lnTo>
                <a:lnTo>
                  <a:pt x="127414" y="2564"/>
                </a:lnTo>
                <a:lnTo>
                  <a:pt x="126879" y="2649"/>
                </a:lnTo>
                <a:lnTo>
                  <a:pt x="126397" y="2734"/>
                </a:lnTo>
                <a:lnTo>
                  <a:pt x="125916" y="2826"/>
                </a:lnTo>
                <a:lnTo>
                  <a:pt x="85068" y="680"/>
                </a:lnTo>
                <a:lnTo>
                  <a:pt x="84399" y="649"/>
                </a:lnTo>
                <a:lnTo>
                  <a:pt x="83730" y="626"/>
                </a:lnTo>
                <a:lnTo>
                  <a:pt x="83088" y="611"/>
                </a:lnTo>
                <a:lnTo>
                  <a:pt x="82446" y="603"/>
                </a:lnTo>
                <a:lnTo>
                  <a:pt x="81831" y="603"/>
                </a:lnTo>
                <a:lnTo>
                  <a:pt x="81216" y="611"/>
                </a:lnTo>
                <a:lnTo>
                  <a:pt x="80627" y="626"/>
                </a:lnTo>
                <a:lnTo>
                  <a:pt x="80039" y="649"/>
                </a:lnTo>
                <a:lnTo>
                  <a:pt x="79477" y="680"/>
                </a:lnTo>
                <a:lnTo>
                  <a:pt x="78915" y="711"/>
                </a:lnTo>
                <a:lnTo>
                  <a:pt x="78380" y="757"/>
                </a:lnTo>
                <a:lnTo>
                  <a:pt x="77845" y="804"/>
                </a:lnTo>
                <a:lnTo>
                  <a:pt x="77337" y="858"/>
                </a:lnTo>
                <a:lnTo>
                  <a:pt x="76829" y="919"/>
                </a:lnTo>
                <a:lnTo>
                  <a:pt x="76347" y="989"/>
                </a:lnTo>
                <a:lnTo>
                  <a:pt x="75892" y="1058"/>
                </a:lnTo>
                <a:lnTo>
                  <a:pt x="75438" y="1135"/>
                </a:lnTo>
                <a:lnTo>
                  <a:pt x="74983" y="1220"/>
                </a:lnTo>
                <a:lnTo>
                  <a:pt x="74582" y="1305"/>
                </a:lnTo>
                <a:lnTo>
                  <a:pt x="74154" y="1398"/>
                </a:lnTo>
                <a:lnTo>
                  <a:pt x="73779" y="1491"/>
                </a:lnTo>
                <a:lnTo>
                  <a:pt x="73405" y="1591"/>
                </a:lnTo>
                <a:lnTo>
                  <a:pt x="73030" y="1699"/>
                </a:lnTo>
                <a:lnTo>
                  <a:pt x="72709" y="1807"/>
                </a:lnTo>
                <a:lnTo>
                  <a:pt x="72361" y="1923"/>
                </a:lnTo>
                <a:lnTo>
                  <a:pt x="72067" y="2039"/>
                </a:lnTo>
                <a:lnTo>
                  <a:pt x="71773" y="2155"/>
                </a:lnTo>
                <a:lnTo>
                  <a:pt x="71505" y="2278"/>
                </a:lnTo>
                <a:lnTo>
                  <a:pt x="71238" y="2402"/>
                </a:lnTo>
                <a:lnTo>
                  <a:pt x="70997" y="2533"/>
                </a:lnTo>
                <a:lnTo>
                  <a:pt x="70783" y="2664"/>
                </a:lnTo>
                <a:lnTo>
                  <a:pt x="70569" y="2795"/>
                </a:lnTo>
                <a:lnTo>
                  <a:pt x="52887" y="1514"/>
                </a:lnTo>
                <a:lnTo>
                  <a:pt x="52191" y="1467"/>
                </a:lnTo>
                <a:lnTo>
                  <a:pt x="51523" y="1437"/>
                </a:lnTo>
                <a:lnTo>
                  <a:pt x="50854" y="1406"/>
                </a:lnTo>
                <a:lnTo>
                  <a:pt x="50185" y="1390"/>
                </a:lnTo>
                <a:lnTo>
                  <a:pt x="49570" y="1383"/>
                </a:lnTo>
                <a:lnTo>
                  <a:pt x="48928" y="1383"/>
                </a:lnTo>
                <a:lnTo>
                  <a:pt x="48312" y="1390"/>
                </a:lnTo>
                <a:lnTo>
                  <a:pt x="47724" y="1406"/>
                </a:lnTo>
                <a:lnTo>
                  <a:pt x="47135" y="1429"/>
                </a:lnTo>
                <a:lnTo>
                  <a:pt x="46574" y="1460"/>
                </a:lnTo>
                <a:lnTo>
                  <a:pt x="46039" y="1498"/>
                </a:lnTo>
                <a:lnTo>
                  <a:pt x="45504" y="1537"/>
                </a:lnTo>
                <a:lnTo>
                  <a:pt x="44969" y="1591"/>
                </a:lnTo>
                <a:lnTo>
                  <a:pt x="44460" y="1653"/>
                </a:lnTo>
                <a:lnTo>
                  <a:pt x="43979" y="1722"/>
                </a:lnTo>
                <a:lnTo>
                  <a:pt x="43524" y="1792"/>
                </a:lnTo>
                <a:lnTo>
                  <a:pt x="43069" y="1869"/>
                </a:lnTo>
                <a:lnTo>
                  <a:pt x="42615" y="1954"/>
                </a:lnTo>
                <a:lnTo>
                  <a:pt x="42187" y="2046"/>
                </a:lnTo>
                <a:lnTo>
                  <a:pt x="41785" y="2139"/>
                </a:lnTo>
                <a:lnTo>
                  <a:pt x="41411" y="2239"/>
                </a:lnTo>
                <a:lnTo>
                  <a:pt x="41036" y="2348"/>
                </a:lnTo>
                <a:lnTo>
                  <a:pt x="40689" y="2456"/>
                </a:lnTo>
                <a:lnTo>
                  <a:pt x="40341" y="2571"/>
                </a:lnTo>
                <a:lnTo>
                  <a:pt x="40020" y="2687"/>
                </a:lnTo>
                <a:lnTo>
                  <a:pt x="39725" y="2811"/>
                </a:lnTo>
                <a:lnTo>
                  <a:pt x="39458" y="2934"/>
                </a:lnTo>
                <a:lnTo>
                  <a:pt x="39190" y="3065"/>
                </a:lnTo>
                <a:lnTo>
                  <a:pt x="38950" y="3204"/>
                </a:lnTo>
                <a:lnTo>
                  <a:pt x="38709" y="3336"/>
                </a:lnTo>
                <a:lnTo>
                  <a:pt x="38522" y="3482"/>
                </a:lnTo>
                <a:lnTo>
                  <a:pt x="38334" y="3621"/>
                </a:lnTo>
                <a:lnTo>
                  <a:pt x="37880" y="3490"/>
                </a:lnTo>
                <a:lnTo>
                  <a:pt x="37398" y="3374"/>
                </a:lnTo>
                <a:lnTo>
                  <a:pt x="36917" y="3258"/>
                </a:lnTo>
                <a:lnTo>
                  <a:pt x="36408" y="3166"/>
                </a:lnTo>
                <a:lnTo>
                  <a:pt x="35900" y="3073"/>
                </a:lnTo>
                <a:lnTo>
                  <a:pt x="35365" y="3004"/>
                </a:lnTo>
                <a:lnTo>
                  <a:pt x="34830" y="2934"/>
                </a:lnTo>
                <a:lnTo>
                  <a:pt x="34268" y="2880"/>
                </a:lnTo>
                <a:lnTo>
                  <a:pt x="33707" y="2834"/>
                </a:lnTo>
                <a:lnTo>
                  <a:pt x="33145" y="2795"/>
                </a:lnTo>
                <a:lnTo>
                  <a:pt x="32583" y="2764"/>
                </a:lnTo>
                <a:lnTo>
                  <a:pt x="31995" y="2749"/>
                </a:lnTo>
                <a:lnTo>
                  <a:pt x="31433" y="2741"/>
                </a:lnTo>
                <a:lnTo>
                  <a:pt x="30844" y="2741"/>
                </a:lnTo>
                <a:lnTo>
                  <a:pt x="30256" y="2757"/>
                </a:lnTo>
                <a:lnTo>
                  <a:pt x="29667" y="2772"/>
                </a:lnTo>
                <a:lnTo>
                  <a:pt x="29106" y="2803"/>
                </a:lnTo>
                <a:lnTo>
                  <a:pt x="28517" y="2834"/>
                </a:lnTo>
                <a:lnTo>
                  <a:pt x="27955" y="2880"/>
                </a:lnTo>
                <a:lnTo>
                  <a:pt x="27367" y="2934"/>
                </a:lnTo>
                <a:lnTo>
                  <a:pt x="26832" y="2988"/>
                </a:lnTo>
                <a:lnTo>
                  <a:pt x="26270" y="3058"/>
                </a:lnTo>
                <a:lnTo>
                  <a:pt x="25735" y="3135"/>
                </a:lnTo>
                <a:lnTo>
                  <a:pt x="25200" y="3220"/>
                </a:lnTo>
                <a:lnTo>
                  <a:pt x="24692" y="3305"/>
                </a:lnTo>
                <a:lnTo>
                  <a:pt x="24183" y="3405"/>
                </a:lnTo>
                <a:lnTo>
                  <a:pt x="23702" y="3505"/>
                </a:lnTo>
                <a:lnTo>
                  <a:pt x="23220" y="3621"/>
                </a:lnTo>
                <a:lnTo>
                  <a:pt x="22766" y="3737"/>
                </a:lnTo>
                <a:lnTo>
                  <a:pt x="22338" y="3861"/>
                </a:lnTo>
                <a:lnTo>
                  <a:pt x="21936" y="3984"/>
                </a:lnTo>
                <a:lnTo>
                  <a:pt x="21535" y="4123"/>
                </a:lnTo>
                <a:lnTo>
                  <a:pt x="21508" y="3197"/>
                </a:lnTo>
                <a:lnTo>
                  <a:pt x="21508" y="2734"/>
                </a:lnTo>
                <a:lnTo>
                  <a:pt x="21535" y="2270"/>
                </a:lnTo>
                <a:lnTo>
                  <a:pt x="21535" y="2147"/>
                </a:lnTo>
                <a:lnTo>
                  <a:pt x="21535" y="2023"/>
                </a:lnTo>
                <a:lnTo>
                  <a:pt x="21482" y="1907"/>
                </a:lnTo>
                <a:lnTo>
                  <a:pt x="21428" y="1792"/>
                </a:lnTo>
                <a:lnTo>
                  <a:pt x="21348" y="1676"/>
                </a:lnTo>
                <a:lnTo>
                  <a:pt x="21268" y="1568"/>
                </a:lnTo>
                <a:lnTo>
                  <a:pt x="21161" y="1467"/>
                </a:lnTo>
                <a:lnTo>
                  <a:pt x="21027" y="1367"/>
                </a:lnTo>
                <a:lnTo>
                  <a:pt x="20893" y="1267"/>
                </a:lnTo>
                <a:lnTo>
                  <a:pt x="20733" y="1174"/>
                </a:lnTo>
                <a:lnTo>
                  <a:pt x="20572" y="1081"/>
                </a:lnTo>
                <a:lnTo>
                  <a:pt x="20385" y="997"/>
                </a:lnTo>
                <a:lnTo>
                  <a:pt x="20198" y="912"/>
                </a:lnTo>
                <a:lnTo>
                  <a:pt x="19984" y="834"/>
                </a:lnTo>
                <a:lnTo>
                  <a:pt x="19770" y="757"/>
                </a:lnTo>
                <a:lnTo>
                  <a:pt x="19529" y="680"/>
                </a:lnTo>
                <a:lnTo>
                  <a:pt x="19288" y="611"/>
                </a:lnTo>
                <a:lnTo>
                  <a:pt x="19021" y="549"/>
                </a:lnTo>
                <a:lnTo>
                  <a:pt x="18486" y="425"/>
                </a:lnTo>
                <a:lnTo>
                  <a:pt x="17924" y="325"/>
                </a:lnTo>
                <a:lnTo>
                  <a:pt x="17308" y="232"/>
                </a:lnTo>
                <a:lnTo>
                  <a:pt x="16666" y="155"/>
                </a:lnTo>
                <a:lnTo>
                  <a:pt x="16024" y="93"/>
                </a:lnTo>
                <a:lnTo>
                  <a:pt x="15356" y="47"/>
                </a:lnTo>
                <a:lnTo>
                  <a:pt x="14660" y="16"/>
                </a:lnTo>
                <a:lnTo>
                  <a:pt x="139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277338" y="1063010"/>
            <a:ext cx="356606" cy="676420"/>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rot="-9204418">
            <a:off x="8429920" y="582810"/>
            <a:ext cx="680816" cy="187424"/>
          </a:xfrm>
          <a:custGeom>
            <a:rect b="b" l="l" r="r" t="t"/>
            <a:pathLst>
              <a:path extrusionOk="0" h="26681" w="297334">
                <a:moveTo>
                  <a:pt x="7036" y="1"/>
                </a:moveTo>
                <a:lnTo>
                  <a:pt x="6662" y="8"/>
                </a:lnTo>
                <a:lnTo>
                  <a:pt x="6287" y="16"/>
                </a:lnTo>
                <a:lnTo>
                  <a:pt x="5939" y="39"/>
                </a:lnTo>
                <a:lnTo>
                  <a:pt x="5618" y="62"/>
                </a:lnTo>
                <a:lnTo>
                  <a:pt x="5271" y="86"/>
                </a:lnTo>
                <a:lnTo>
                  <a:pt x="4976" y="124"/>
                </a:lnTo>
                <a:lnTo>
                  <a:pt x="4682" y="163"/>
                </a:lnTo>
                <a:lnTo>
                  <a:pt x="4388" y="201"/>
                </a:lnTo>
                <a:lnTo>
                  <a:pt x="4120" y="248"/>
                </a:lnTo>
                <a:lnTo>
                  <a:pt x="3853" y="302"/>
                </a:lnTo>
                <a:lnTo>
                  <a:pt x="3612" y="356"/>
                </a:lnTo>
                <a:lnTo>
                  <a:pt x="3398" y="417"/>
                </a:lnTo>
                <a:lnTo>
                  <a:pt x="3184" y="479"/>
                </a:lnTo>
                <a:lnTo>
                  <a:pt x="2970" y="541"/>
                </a:lnTo>
                <a:lnTo>
                  <a:pt x="2783" y="610"/>
                </a:lnTo>
                <a:lnTo>
                  <a:pt x="2596" y="680"/>
                </a:lnTo>
                <a:lnTo>
                  <a:pt x="2435" y="757"/>
                </a:lnTo>
                <a:lnTo>
                  <a:pt x="2141" y="919"/>
                </a:lnTo>
                <a:lnTo>
                  <a:pt x="1927" y="1081"/>
                </a:lnTo>
                <a:lnTo>
                  <a:pt x="1740" y="1259"/>
                </a:lnTo>
                <a:lnTo>
                  <a:pt x="1606" y="1444"/>
                </a:lnTo>
                <a:lnTo>
                  <a:pt x="1526" y="1629"/>
                </a:lnTo>
                <a:lnTo>
                  <a:pt x="1526" y="1815"/>
                </a:lnTo>
                <a:lnTo>
                  <a:pt x="1552" y="2008"/>
                </a:lnTo>
                <a:lnTo>
                  <a:pt x="1633" y="2201"/>
                </a:lnTo>
                <a:lnTo>
                  <a:pt x="1766" y="2394"/>
                </a:lnTo>
                <a:lnTo>
                  <a:pt x="1954" y="2579"/>
                </a:lnTo>
                <a:lnTo>
                  <a:pt x="2194" y="2764"/>
                </a:lnTo>
                <a:lnTo>
                  <a:pt x="2489" y="2942"/>
                </a:lnTo>
                <a:lnTo>
                  <a:pt x="2836" y="3119"/>
                </a:lnTo>
                <a:lnTo>
                  <a:pt x="3238" y="3282"/>
                </a:lnTo>
                <a:lnTo>
                  <a:pt x="3692" y="3436"/>
                </a:lnTo>
                <a:lnTo>
                  <a:pt x="3933" y="3505"/>
                </a:lnTo>
                <a:lnTo>
                  <a:pt x="4174" y="3575"/>
                </a:lnTo>
                <a:lnTo>
                  <a:pt x="4441" y="3644"/>
                </a:lnTo>
                <a:lnTo>
                  <a:pt x="4736" y="3706"/>
                </a:lnTo>
                <a:lnTo>
                  <a:pt x="5030" y="3768"/>
                </a:lnTo>
                <a:lnTo>
                  <a:pt x="5324" y="3822"/>
                </a:lnTo>
                <a:lnTo>
                  <a:pt x="5645" y="3876"/>
                </a:lnTo>
                <a:lnTo>
                  <a:pt x="5993" y="3922"/>
                </a:lnTo>
                <a:lnTo>
                  <a:pt x="6341" y="3961"/>
                </a:lnTo>
                <a:lnTo>
                  <a:pt x="6689" y="3999"/>
                </a:lnTo>
                <a:lnTo>
                  <a:pt x="7063" y="4038"/>
                </a:lnTo>
                <a:lnTo>
                  <a:pt x="7438" y="4061"/>
                </a:lnTo>
                <a:lnTo>
                  <a:pt x="7839" y="4092"/>
                </a:lnTo>
                <a:lnTo>
                  <a:pt x="8267" y="4108"/>
                </a:lnTo>
                <a:lnTo>
                  <a:pt x="16880" y="4440"/>
                </a:lnTo>
                <a:lnTo>
                  <a:pt x="25494" y="4764"/>
                </a:lnTo>
                <a:lnTo>
                  <a:pt x="34108" y="5080"/>
                </a:lnTo>
                <a:lnTo>
                  <a:pt x="42748" y="5389"/>
                </a:lnTo>
                <a:lnTo>
                  <a:pt x="51389" y="5698"/>
                </a:lnTo>
                <a:lnTo>
                  <a:pt x="60029" y="6007"/>
                </a:lnTo>
                <a:lnTo>
                  <a:pt x="68670" y="6300"/>
                </a:lnTo>
                <a:lnTo>
                  <a:pt x="77310" y="6593"/>
                </a:lnTo>
                <a:lnTo>
                  <a:pt x="85977" y="6879"/>
                </a:lnTo>
                <a:lnTo>
                  <a:pt x="94618" y="7165"/>
                </a:lnTo>
                <a:lnTo>
                  <a:pt x="103285" y="7443"/>
                </a:lnTo>
                <a:lnTo>
                  <a:pt x="111952" y="7713"/>
                </a:lnTo>
                <a:lnTo>
                  <a:pt x="120619" y="7975"/>
                </a:lnTo>
                <a:lnTo>
                  <a:pt x="129287" y="8230"/>
                </a:lnTo>
                <a:lnTo>
                  <a:pt x="137954" y="8485"/>
                </a:lnTo>
                <a:lnTo>
                  <a:pt x="146621" y="8732"/>
                </a:lnTo>
                <a:lnTo>
                  <a:pt x="155315" y="8971"/>
                </a:lnTo>
                <a:lnTo>
                  <a:pt x="163982" y="9203"/>
                </a:lnTo>
                <a:lnTo>
                  <a:pt x="172676" y="9434"/>
                </a:lnTo>
                <a:lnTo>
                  <a:pt x="181343" y="9650"/>
                </a:lnTo>
                <a:lnTo>
                  <a:pt x="190037" y="9867"/>
                </a:lnTo>
                <a:lnTo>
                  <a:pt x="198704" y="10075"/>
                </a:lnTo>
                <a:lnTo>
                  <a:pt x="207398" y="10276"/>
                </a:lnTo>
                <a:lnTo>
                  <a:pt x="216092" y="10469"/>
                </a:lnTo>
                <a:lnTo>
                  <a:pt x="224759" y="10654"/>
                </a:lnTo>
                <a:lnTo>
                  <a:pt x="233453" y="10832"/>
                </a:lnTo>
                <a:lnTo>
                  <a:pt x="242121" y="11009"/>
                </a:lnTo>
                <a:lnTo>
                  <a:pt x="250815" y="11171"/>
                </a:lnTo>
                <a:lnTo>
                  <a:pt x="259508" y="11333"/>
                </a:lnTo>
                <a:lnTo>
                  <a:pt x="268176" y="11480"/>
                </a:lnTo>
                <a:lnTo>
                  <a:pt x="276870" y="11627"/>
                </a:lnTo>
                <a:lnTo>
                  <a:pt x="285537" y="11758"/>
                </a:lnTo>
                <a:lnTo>
                  <a:pt x="285350" y="12491"/>
                </a:lnTo>
                <a:lnTo>
                  <a:pt x="285136" y="13217"/>
                </a:lnTo>
                <a:lnTo>
                  <a:pt x="284895" y="13943"/>
                </a:lnTo>
                <a:lnTo>
                  <a:pt x="284627" y="14661"/>
                </a:lnTo>
                <a:lnTo>
                  <a:pt x="284360" y="15379"/>
                </a:lnTo>
                <a:lnTo>
                  <a:pt x="284066" y="16097"/>
                </a:lnTo>
                <a:lnTo>
                  <a:pt x="283745" y="16815"/>
                </a:lnTo>
                <a:lnTo>
                  <a:pt x="283397" y="17525"/>
                </a:lnTo>
                <a:lnTo>
                  <a:pt x="283049" y="18235"/>
                </a:lnTo>
                <a:lnTo>
                  <a:pt x="282648" y="18945"/>
                </a:lnTo>
                <a:lnTo>
                  <a:pt x="282220" y="19655"/>
                </a:lnTo>
                <a:lnTo>
                  <a:pt x="281738" y="20358"/>
                </a:lnTo>
                <a:lnTo>
                  <a:pt x="281257" y="21068"/>
                </a:lnTo>
                <a:lnTo>
                  <a:pt x="280722" y="21771"/>
                </a:lnTo>
                <a:lnTo>
                  <a:pt x="280133" y="22481"/>
                </a:lnTo>
                <a:lnTo>
                  <a:pt x="279545" y="23183"/>
                </a:lnTo>
                <a:lnTo>
                  <a:pt x="271118" y="22828"/>
                </a:lnTo>
                <a:lnTo>
                  <a:pt x="262692" y="22481"/>
                </a:lnTo>
                <a:lnTo>
                  <a:pt x="254239" y="22141"/>
                </a:lnTo>
                <a:lnTo>
                  <a:pt x="245812" y="21809"/>
                </a:lnTo>
                <a:lnTo>
                  <a:pt x="237359" y="21485"/>
                </a:lnTo>
                <a:lnTo>
                  <a:pt x="228933" y="21169"/>
                </a:lnTo>
                <a:lnTo>
                  <a:pt x="220479" y="20852"/>
                </a:lnTo>
                <a:lnTo>
                  <a:pt x="212026" y="20551"/>
                </a:lnTo>
                <a:lnTo>
                  <a:pt x="195120" y="19957"/>
                </a:lnTo>
                <a:lnTo>
                  <a:pt x="178187" y="19378"/>
                </a:lnTo>
                <a:lnTo>
                  <a:pt x="161254" y="18799"/>
                </a:lnTo>
                <a:lnTo>
                  <a:pt x="144320" y="18235"/>
                </a:lnTo>
                <a:lnTo>
                  <a:pt x="127414" y="17664"/>
                </a:lnTo>
                <a:lnTo>
                  <a:pt x="110481" y="17085"/>
                </a:lnTo>
                <a:lnTo>
                  <a:pt x="93548" y="16490"/>
                </a:lnTo>
                <a:lnTo>
                  <a:pt x="85095" y="16189"/>
                </a:lnTo>
                <a:lnTo>
                  <a:pt x="76641" y="15880"/>
                </a:lnTo>
                <a:lnTo>
                  <a:pt x="68188" y="15564"/>
                </a:lnTo>
                <a:lnTo>
                  <a:pt x="59735" y="15247"/>
                </a:lnTo>
                <a:lnTo>
                  <a:pt x="51282" y="14915"/>
                </a:lnTo>
                <a:lnTo>
                  <a:pt x="42855" y="14583"/>
                </a:lnTo>
                <a:lnTo>
                  <a:pt x="34402" y="14236"/>
                </a:lnTo>
                <a:lnTo>
                  <a:pt x="25976" y="13881"/>
                </a:lnTo>
                <a:lnTo>
                  <a:pt x="17549" y="13518"/>
                </a:lnTo>
                <a:lnTo>
                  <a:pt x="9123" y="13140"/>
                </a:lnTo>
                <a:lnTo>
                  <a:pt x="8695" y="13124"/>
                </a:lnTo>
                <a:lnTo>
                  <a:pt x="8294" y="13117"/>
                </a:lnTo>
                <a:lnTo>
                  <a:pt x="7464" y="13117"/>
                </a:lnTo>
                <a:lnTo>
                  <a:pt x="7090" y="13124"/>
                </a:lnTo>
                <a:lnTo>
                  <a:pt x="6689" y="13140"/>
                </a:lnTo>
                <a:lnTo>
                  <a:pt x="6314" y="13163"/>
                </a:lnTo>
                <a:lnTo>
                  <a:pt x="5966" y="13186"/>
                </a:lnTo>
                <a:lnTo>
                  <a:pt x="5592" y="13217"/>
                </a:lnTo>
                <a:lnTo>
                  <a:pt x="5244" y="13248"/>
                </a:lnTo>
                <a:lnTo>
                  <a:pt x="4923" y="13287"/>
                </a:lnTo>
                <a:lnTo>
                  <a:pt x="4575" y="13333"/>
                </a:lnTo>
                <a:lnTo>
                  <a:pt x="4254" y="13379"/>
                </a:lnTo>
                <a:lnTo>
                  <a:pt x="3960" y="13433"/>
                </a:lnTo>
                <a:lnTo>
                  <a:pt x="3666" y="13487"/>
                </a:lnTo>
                <a:lnTo>
                  <a:pt x="3371" y="13549"/>
                </a:lnTo>
                <a:lnTo>
                  <a:pt x="2810" y="13680"/>
                </a:lnTo>
                <a:lnTo>
                  <a:pt x="2328" y="13827"/>
                </a:lnTo>
                <a:lnTo>
                  <a:pt x="1873" y="13974"/>
                </a:lnTo>
                <a:lnTo>
                  <a:pt x="1445" y="14143"/>
                </a:lnTo>
                <a:lnTo>
                  <a:pt x="1098" y="14313"/>
                </a:lnTo>
                <a:lnTo>
                  <a:pt x="777" y="14491"/>
                </a:lnTo>
                <a:lnTo>
                  <a:pt x="509" y="14676"/>
                </a:lnTo>
                <a:lnTo>
                  <a:pt x="295" y="14861"/>
                </a:lnTo>
                <a:lnTo>
                  <a:pt x="135" y="15054"/>
                </a:lnTo>
                <a:lnTo>
                  <a:pt x="28" y="15247"/>
                </a:lnTo>
                <a:lnTo>
                  <a:pt x="1" y="15433"/>
                </a:lnTo>
                <a:lnTo>
                  <a:pt x="1" y="15626"/>
                </a:lnTo>
                <a:lnTo>
                  <a:pt x="81" y="15811"/>
                </a:lnTo>
                <a:lnTo>
                  <a:pt x="135" y="15896"/>
                </a:lnTo>
                <a:lnTo>
                  <a:pt x="215" y="15988"/>
                </a:lnTo>
                <a:lnTo>
                  <a:pt x="295" y="16073"/>
                </a:lnTo>
                <a:lnTo>
                  <a:pt x="402" y="16158"/>
                </a:lnTo>
                <a:lnTo>
                  <a:pt x="536" y="16243"/>
                </a:lnTo>
                <a:lnTo>
                  <a:pt x="670" y="16328"/>
                </a:lnTo>
                <a:lnTo>
                  <a:pt x="830" y="16405"/>
                </a:lnTo>
                <a:lnTo>
                  <a:pt x="991" y="16483"/>
                </a:lnTo>
                <a:lnTo>
                  <a:pt x="1178" y="16560"/>
                </a:lnTo>
                <a:lnTo>
                  <a:pt x="1392" y="16629"/>
                </a:lnTo>
                <a:lnTo>
                  <a:pt x="1633" y="16699"/>
                </a:lnTo>
                <a:lnTo>
                  <a:pt x="1873" y="16760"/>
                </a:lnTo>
                <a:lnTo>
                  <a:pt x="2114" y="16822"/>
                </a:lnTo>
                <a:lnTo>
                  <a:pt x="2382" y="16876"/>
                </a:lnTo>
                <a:lnTo>
                  <a:pt x="2676" y="16930"/>
                </a:lnTo>
                <a:lnTo>
                  <a:pt x="2997" y="16984"/>
                </a:lnTo>
                <a:lnTo>
                  <a:pt x="3318" y="17031"/>
                </a:lnTo>
                <a:lnTo>
                  <a:pt x="3666" y="17069"/>
                </a:lnTo>
                <a:lnTo>
                  <a:pt x="4040" y="17108"/>
                </a:lnTo>
                <a:lnTo>
                  <a:pt x="4441" y="17139"/>
                </a:lnTo>
                <a:lnTo>
                  <a:pt x="4843" y="17170"/>
                </a:lnTo>
                <a:lnTo>
                  <a:pt x="5271" y="17185"/>
                </a:lnTo>
                <a:lnTo>
                  <a:pt x="22124" y="17942"/>
                </a:lnTo>
                <a:lnTo>
                  <a:pt x="39057" y="18690"/>
                </a:lnTo>
                <a:lnTo>
                  <a:pt x="56017" y="19432"/>
                </a:lnTo>
                <a:lnTo>
                  <a:pt x="64523" y="19802"/>
                </a:lnTo>
                <a:lnTo>
                  <a:pt x="73030" y="20165"/>
                </a:lnTo>
                <a:lnTo>
                  <a:pt x="81537" y="20520"/>
                </a:lnTo>
                <a:lnTo>
                  <a:pt x="90070" y="20875"/>
                </a:lnTo>
                <a:lnTo>
                  <a:pt x="98604" y="21223"/>
                </a:lnTo>
                <a:lnTo>
                  <a:pt x="107164" y="21562"/>
                </a:lnTo>
                <a:lnTo>
                  <a:pt x="115724" y="21894"/>
                </a:lnTo>
                <a:lnTo>
                  <a:pt x="124257" y="22211"/>
                </a:lnTo>
                <a:lnTo>
                  <a:pt x="132844" y="22527"/>
                </a:lnTo>
                <a:lnTo>
                  <a:pt x="141405" y="22828"/>
                </a:lnTo>
                <a:lnTo>
                  <a:pt x="149965" y="23122"/>
                </a:lnTo>
                <a:lnTo>
                  <a:pt x="158552" y="23407"/>
                </a:lnTo>
                <a:lnTo>
                  <a:pt x="167112" y="23678"/>
                </a:lnTo>
                <a:lnTo>
                  <a:pt x="175699" y="23932"/>
                </a:lnTo>
                <a:lnTo>
                  <a:pt x="184286" y="24179"/>
                </a:lnTo>
                <a:lnTo>
                  <a:pt x="192846" y="24403"/>
                </a:lnTo>
                <a:lnTo>
                  <a:pt x="201433" y="24619"/>
                </a:lnTo>
                <a:lnTo>
                  <a:pt x="210020" y="24820"/>
                </a:lnTo>
                <a:lnTo>
                  <a:pt x="218580" y="24998"/>
                </a:lnTo>
                <a:lnTo>
                  <a:pt x="227167" y="25167"/>
                </a:lnTo>
                <a:lnTo>
                  <a:pt x="235727" y="25314"/>
                </a:lnTo>
                <a:lnTo>
                  <a:pt x="240007" y="25376"/>
                </a:lnTo>
                <a:lnTo>
                  <a:pt x="244287" y="25438"/>
                </a:lnTo>
                <a:lnTo>
                  <a:pt x="248567" y="25499"/>
                </a:lnTo>
                <a:lnTo>
                  <a:pt x="252848" y="25553"/>
                </a:lnTo>
                <a:lnTo>
                  <a:pt x="257128" y="25600"/>
                </a:lnTo>
                <a:lnTo>
                  <a:pt x="261408" y="25638"/>
                </a:lnTo>
                <a:lnTo>
                  <a:pt x="265688" y="25677"/>
                </a:lnTo>
                <a:lnTo>
                  <a:pt x="269968" y="25708"/>
                </a:lnTo>
                <a:lnTo>
                  <a:pt x="274248" y="25731"/>
                </a:lnTo>
                <a:lnTo>
                  <a:pt x="278501" y="25754"/>
                </a:lnTo>
                <a:lnTo>
                  <a:pt x="278715" y="25862"/>
                </a:lnTo>
                <a:lnTo>
                  <a:pt x="278929" y="25963"/>
                </a:lnTo>
                <a:lnTo>
                  <a:pt x="279170" y="26055"/>
                </a:lnTo>
                <a:lnTo>
                  <a:pt x="279438" y="26140"/>
                </a:lnTo>
                <a:lnTo>
                  <a:pt x="279732" y="26225"/>
                </a:lnTo>
                <a:lnTo>
                  <a:pt x="280053" y="26302"/>
                </a:lnTo>
                <a:lnTo>
                  <a:pt x="280401" y="26372"/>
                </a:lnTo>
                <a:lnTo>
                  <a:pt x="280748" y="26434"/>
                </a:lnTo>
                <a:lnTo>
                  <a:pt x="281123" y="26488"/>
                </a:lnTo>
                <a:lnTo>
                  <a:pt x="281497" y="26534"/>
                </a:lnTo>
                <a:lnTo>
                  <a:pt x="281872" y="26580"/>
                </a:lnTo>
                <a:lnTo>
                  <a:pt x="282273" y="26611"/>
                </a:lnTo>
                <a:lnTo>
                  <a:pt x="282675" y="26642"/>
                </a:lnTo>
                <a:lnTo>
                  <a:pt x="283103" y="26657"/>
                </a:lnTo>
                <a:lnTo>
                  <a:pt x="283504" y="26673"/>
                </a:lnTo>
                <a:lnTo>
                  <a:pt x="283932" y="26681"/>
                </a:lnTo>
                <a:lnTo>
                  <a:pt x="284333" y="26673"/>
                </a:lnTo>
                <a:lnTo>
                  <a:pt x="284734" y="26665"/>
                </a:lnTo>
                <a:lnTo>
                  <a:pt x="285162" y="26642"/>
                </a:lnTo>
                <a:lnTo>
                  <a:pt x="285537" y="26611"/>
                </a:lnTo>
                <a:lnTo>
                  <a:pt x="285938" y="26572"/>
                </a:lnTo>
                <a:lnTo>
                  <a:pt x="286313" y="26526"/>
                </a:lnTo>
                <a:lnTo>
                  <a:pt x="286687" y="26472"/>
                </a:lnTo>
                <a:lnTo>
                  <a:pt x="287035" y="26410"/>
                </a:lnTo>
                <a:lnTo>
                  <a:pt x="287356" y="26333"/>
                </a:lnTo>
                <a:lnTo>
                  <a:pt x="287677" y="26248"/>
                </a:lnTo>
                <a:lnTo>
                  <a:pt x="287971" y="26156"/>
                </a:lnTo>
                <a:lnTo>
                  <a:pt x="288239" y="26055"/>
                </a:lnTo>
                <a:lnTo>
                  <a:pt x="288506" y="25939"/>
                </a:lnTo>
                <a:lnTo>
                  <a:pt x="288720" y="25816"/>
                </a:lnTo>
                <a:lnTo>
                  <a:pt x="288907" y="25685"/>
                </a:lnTo>
                <a:lnTo>
                  <a:pt x="289068" y="25538"/>
                </a:lnTo>
                <a:lnTo>
                  <a:pt x="289095" y="25523"/>
                </a:lnTo>
                <a:lnTo>
                  <a:pt x="289309" y="25453"/>
                </a:lnTo>
                <a:lnTo>
                  <a:pt x="289523" y="25384"/>
                </a:lnTo>
                <a:lnTo>
                  <a:pt x="289710" y="25314"/>
                </a:lnTo>
                <a:lnTo>
                  <a:pt x="289870" y="25237"/>
                </a:lnTo>
                <a:lnTo>
                  <a:pt x="290031" y="25152"/>
                </a:lnTo>
                <a:lnTo>
                  <a:pt x="290165" y="25067"/>
                </a:lnTo>
                <a:lnTo>
                  <a:pt x="290272" y="24982"/>
                </a:lnTo>
                <a:lnTo>
                  <a:pt x="290352" y="24890"/>
                </a:lnTo>
                <a:lnTo>
                  <a:pt x="290432" y="24805"/>
                </a:lnTo>
                <a:lnTo>
                  <a:pt x="290486" y="24712"/>
                </a:lnTo>
                <a:lnTo>
                  <a:pt x="290512" y="24619"/>
                </a:lnTo>
                <a:lnTo>
                  <a:pt x="290512" y="24527"/>
                </a:lnTo>
                <a:lnTo>
                  <a:pt x="290486" y="24442"/>
                </a:lnTo>
                <a:lnTo>
                  <a:pt x="290459" y="24349"/>
                </a:lnTo>
                <a:lnTo>
                  <a:pt x="290405" y="24264"/>
                </a:lnTo>
                <a:lnTo>
                  <a:pt x="290325" y="24179"/>
                </a:lnTo>
                <a:lnTo>
                  <a:pt x="290940" y="23423"/>
                </a:lnTo>
                <a:lnTo>
                  <a:pt x="291556" y="22666"/>
                </a:lnTo>
                <a:lnTo>
                  <a:pt x="292091" y="21902"/>
                </a:lnTo>
                <a:lnTo>
                  <a:pt x="292599" y="21138"/>
                </a:lnTo>
                <a:lnTo>
                  <a:pt x="293080" y="20366"/>
                </a:lnTo>
                <a:lnTo>
                  <a:pt x="293482" y="19594"/>
                </a:lnTo>
                <a:lnTo>
                  <a:pt x="293830" y="18822"/>
                </a:lnTo>
                <a:lnTo>
                  <a:pt x="294124" y="18042"/>
                </a:lnTo>
                <a:lnTo>
                  <a:pt x="294365" y="17262"/>
                </a:lnTo>
                <a:lnTo>
                  <a:pt x="294552" y="16483"/>
                </a:lnTo>
                <a:lnTo>
                  <a:pt x="294632" y="16097"/>
                </a:lnTo>
                <a:lnTo>
                  <a:pt x="294686" y="15711"/>
                </a:lnTo>
                <a:lnTo>
                  <a:pt x="294712" y="15317"/>
                </a:lnTo>
                <a:lnTo>
                  <a:pt x="294739" y="14931"/>
                </a:lnTo>
                <a:lnTo>
                  <a:pt x="294739" y="14537"/>
                </a:lnTo>
                <a:lnTo>
                  <a:pt x="294712" y="14151"/>
                </a:lnTo>
                <a:lnTo>
                  <a:pt x="294686" y="13765"/>
                </a:lnTo>
                <a:lnTo>
                  <a:pt x="294632" y="13379"/>
                </a:lnTo>
                <a:lnTo>
                  <a:pt x="294579" y="12985"/>
                </a:lnTo>
                <a:lnTo>
                  <a:pt x="294472" y="12599"/>
                </a:lnTo>
                <a:lnTo>
                  <a:pt x="294365" y="12213"/>
                </a:lnTo>
                <a:lnTo>
                  <a:pt x="294258" y="11827"/>
                </a:lnTo>
                <a:lnTo>
                  <a:pt x="294659" y="11797"/>
                </a:lnTo>
                <a:lnTo>
                  <a:pt x="295060" y="11758"/>
                </a:lnTo>
                <a:lnTo>
                  <a:pt x="295408" y="11704"/>
                </a:lnTo>
                <a:lnTo>
                  <a:pt x="295729" y="11642"/>
                </a:lnTo>
                <a:lnTo>
                  <a:pt x="296023" y="11580"/>
                </a:lnTo>
                <a:lnTo>
                  <a:pt x="296291" y="11503"/>
                </a:lnTo>
                <a:lnTo>
                  <a:pt x="296531" y="11418"/>
                </a:lnTo>
                <a:lnTo>
                  <a:pt x="296719" y="11333"/>
                </a:lnTo>
                <a:lnTo>
                  <a:pt x="296906" y="11241"/>
                </a:lnTo>
                <a:lnTo>
                  <a:pt x="297066" y="11140"/>
                </a:lnTo>
                <a:lnTo>
                  <a:pt x="297173" y="11040"/>
                </a:lnTo>
                <a:lnTo>
                  <a:pt x="297254" y="10932"/>
                </a:lnTo>
                <a:lnTo>
                  <a:pt x="297307" y="10824"/>
                </a:lnTo>
                <a:lnTo>
                  <a:pt x="297334" y="10716"/>
                </a:lnTo>
                <a:lnTo>
                  <a:pt x="297334" y="10608"/>
                </a:lnTo>
                <a:lnTo>
                  <a:pt x="297307" y="10500"/>
                </a:lnTo>
                <a:lnTo>
                  <a:pt x="297254" y="10384"/>
                </a:lnTo>
                <a:lnTo>
                  <a:pt x="297173" y="10276"/>
                </a:lnTo>
                <a:lnTo>
                  <a:pt x="297066" y="10168"/>
                </a:lnTo>
                <a:lnTo>
                  <a:pt x="296906" y="10060"/>
                </a:lnTo>
                <a:lnTo>
                  <a:pt x="296745" y="9959"/>
                </a:lnTo>
                <a:lnTo>
                  <a:pt x="296558" y="9859"/>
                </a:lnTo>
                <a:lnTo>
                  <a:pt x="296317" y="9766"/>
                </a:lnTo>
                <a:lnTo>
                  <a:pt x="296050" y="9681"/>
                </a:lnTo>
                <a:lnTo>
                  <a:pt x="295782" y="9596"/>
                </a:lnTo>
                <a:lnTo>
                  <a:pt x="295461" y="9519"/>
                </a:lnTo>
                <a:lnTo>
                  <a:pt x="295114" y="9450"/>
                </a:lnTo>
                <a:lnTo>
                  <a:pt x="294766" y="9388"/>
                </a:lnTo>
                <a:lnTo>
                  <a:pt x="294365" y="9342"/>
                </a:lnTo>
                <a:lnTo>
                  <a:pt x="293937" y="9295"/>
                </a:lnTo>
                <a:lnTo>
                  <a:pt x="293482" y="9264"/>
                </a:lnTo>
                <a:lnTo>
                  <a:pt x="293000" y="9241"/>
                </a:lnTo>
                <a:lnTo>
                  <a:pt x="257395" y="8099"/>
                </a:lnTo>
                <a:lnTo>
                  <a:pt x="221817" y="6956"/>
                </a:lnTo>
                <a:lnTo>
                  <a:pt x="150607" y="4694"/>
                </a:lnTo>
                <a:lnTo>
                  <a:pt x="115002" y="3552"/>
                </a:lnTo>
                <a:lnTo>
                  <a:pt x="79423" y="2394"/>
                </a:lnTo>
                <a:lnTo>
                  <a:pt x="61634" y="1807"/>
                </a:lnTo>
                <a:lnTo>
                  <a:pt x="43845" y="1220"/>
                </a:lnTo>
                <a:lnTo>
                  <a:pt x="26056" y="618"/>
                </a:lnTo>
                <a:lnTo>
                  <a:pt x="8267" y="16"/>
                </a:lnTo>
                <a:lnTo>
                  <a:pt x="7839" y="8"/>
                </a:lnTo>
                <a:lnTo>
                  <a:pt x="74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rot="654613">
            <a:off x="7587036" y="591265"/>
            <a:ext cx="478283" cy="440461"/>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rot="10800000">
            <a:off x="7226044" y="451918"/>
            <a:ext cx="91997" cy="98090"/>
          </a:xfrm>
          <a:custGeom>
            <a:rect b="b" l="l" r="r" t="t"/>
            <a:pathLst>
              <a:path extrusionOk="0" h="11265" w="32422">
                <a:moveTo>
                  <a:pt x="28115" y="1"/>
                </a:moveTo>
                <a:lnTo>
                  <a:pt x="27741" y="9"/>
                </a:lnTo>
                <a:lnTo>
                  <a:pt x="27339" y="32"/>
                </a:lnTo>
                <a:lnTo>
                  <a:pt x="26965" y="55"/>
                </a:lnTo>
                <a:lnTo>
                  <a:pt x="26590" y="94"/>
                </a:lnTo>
                <a:lnTo>
                  <a:pt x="26216" y="148"/>
                </a:lnTo>
                <a:lnTo>
                  <a:pt x="25841" y="209"/>
                </a:lnTo>
                <a:lnTo>
                  <a:pt x="25494" y="279"/>
                </a:lnTo>
                <a:lnTo>
                  <a:pt x="25146" y="364"/>
                </a:lnTo>
                <a:lnTo>
                  <a:pt x="24825" y="464"/>
                </a:lnTo>
                <a:lnTo>
                  <a:pt x="23327" y="966"/>
                </a:lnTo>
                <a:lnTo>
                  <a:pt x="21829" y="1460"/>
                </a:lnTo>
                <a:lnTo>
                  <a:pt x="18752" y="2456"/>
                </a:lnTo>
                <a:lnTo>
                  <a:pt x="15676" y="3444"/>
                </a:lnTo>
                <a:lnTo>
                  <a:pt x="12627" y="4448"/>
                </a:lnTo>
                <a:lnTo>
                  <a:pt x="11102" y="4957"/>
                </a:lnTo>
                <a:lnTo>
                  <a:pt x="9604" y="5467"/>
                </a:lnTo>
                <a:lnTo>
                  <a:pt x="8133" y="5976"/>
                </a:lnTo>
                <a:lnTo>
                  <a:pt x="6661" y="6493"/>
                </a:lnTo>
                <a:lnTo>
                  <a:pt x="5243" y="7011"/>
                </a:lnTo>
                <a:lnTo>
                  <a:pt x="3852" y="7536"/>
                </a:lnTo>
                <a:lnTo>
                  <a:pt x="2488" y="8068"/>
                </a:lnTo>
                <a:lnTo>
                  <a:pt x="1177" y="8609"/>
                </a:lnTo>
                <a:lnTo>
                  <a:pt x="963" y="8701"/>
                </a:lnTo>
                <a:lnTo>
                  <a:pt x="776" y="8786"/>
                </a:lnTo>
                <a:lnTo>
                  <a:pt x="616" y="8879"/>
                </a:lnTo>
                <a:lnTo>
                  <a:pt x="482" y="8964"/>
                </a:lnTo>
                <a:lnTo>
                  <a:pt x="348" y="9056"/>
                </a:lnTo>
                <a:lnTo>
                  <a:pt x="268" y="9141"/>
                </a:lnTo>
                <a:lnTo>
                  <a:pt x="161" y="9226"/>
                </a:lnTo>
                <a:lnTo>
                  <a:pt x="107" y="9319"/>
                </a:lnTo>
                <a:lnTo>
                  <a:pt x="54" y="9404"/>
                </a:lnTo>
                <a:lnTo>
                  <a:pt x="27" y="9489"/>
                </a:lnTo>
                <a:lnTo>
                  <a:pt x="0" y="9566"/>
                </a:lnTo>
                <a:lnTo>
                  <a:pt x="0" y="9651"/>
                </a:lnTo>
                <a:lnTo>
                  <a:pt x="54" y="9813"/>
                </a:lnTo>
                <a:lnTo>
                  <a:pt x="161" y="9967"/>
                </a:lnTo>
                <a:lnTo>
                  <a:pt x="321" y="10114"/>
                </a:lnTo>
                <a:lnTo>
                  <a:pt x="562" y="10261"/>
                </a:lnTo>
                <a:lnTo>
                  <a:pt x="830" y="10400"/>
                </a:lnTo>
                <a:lnTo>
                  <a:pt x="1124" y="10523"/>
                </a:lnTo>
                <a:lnTo>
                  <a:pt x="1498" y="10647"/>
                </a:lnTo>
                <a:lnTo>
                  <a:pt x="1873" y="10762"/>
                </a:lnTo>
                <a:lnTo>
                  <a:pt x="2301" y="10863"/>
                </a:lnTo>
                <a:lnTo>
                  <a:pt x="2756" y="10955"/>
                </a:lnTo>
                <a:lnTo>
                  <a:pt x="3264" y="11033"/>
                </a:lnTo>
                <a:lnTo>
                  <a:pt x="3772" y="11110"/>
                </a:lnTo>
                <a:lnTo>
                  <a:pt x="4307" y="11164"/>
                </a:lnTo>
                <a:lnTo>
                  <a:pt x="4842" y="11210"/>
                </a:lnTo>
                <a:lnTo>
                  <a:pt x="5404" y="11241"/>
                </a:lnTo>
                <a:lnTo>
                  <a:pt x="5992" y="11264"/>
                </a:lnTo>
                <a:lnTo>
                  <a:pt x="6554" y="11264"/>
                </a:lnTo>
                <a:lnTo>
                  <a:pt x="7143" y="11257"/>
                </a:lnTo>
                <a:lnTo>
                  <a:pt x="7731" y="11233"/>
                </a:lnTo>
                <a:lnTo>
                  <a:pt x="8293" y="11187"/>
                </a:lnTo>
                <a:lnTo>
                  <a:pt x="8855" y="11125"/>
                </a:lnTo>
                <a:lnTo>
                  <a:pt x="9417" y="11048"/>
                </a:lnTo>
                <a:lnTo>
                  <a:pt x="9952" y="10955"/>
                </a:lnTo>
                <a:lnTo>
                  <a:pt x="10219" y="10901"/>
                </a:lnTo>
                <a:lnTo>
                  <a:pt x="10487" y="10840"/>
                </a:lnTo>
                <a:lnTo>
                  <a:pt x="10727" y="10778"/>
                </a:lnTo>
                <a:lnTo>
                  <a:pt x="10968" y="10708"/>
                </a:lnTo>
                <a:lnTo>
                  <a:pt x="11209" y="10639"/>
                </a:lnTo>
                <a:lnTo>
                  <a:pt x="11450" y="10562"/>
                </a:lnTo>
                <a:lnTo>
                  <a:pt x="12867" y="10044"/>
                </a:lnTo>
                <a:lnTo>
                  <a:pt x="14232" y="9520"/>
                </a:lnTo>
                <a:lnTo>
                  <a:pt x="15569" y="8995"/>
                </a:lnTo>
                <a:lnTo>
                  <a:pt x="16907" y="8454"/>
                </a:lnTo>
                <a:lnTo>
                  <a:pt x="18191" y="7906"/>
                </a:lnTo>
                <a:lnTo>
                  <a:pt x="19475" y="7358"/>
                </a:lnTo>
                <a:lnTo>
                  <a:pt x="20732" y="6802"/>
                </a:lnTo>
                <a:lnTo>
                  <a:pt x="21963" y="6246"/>
                </a:lnTo>
                <a:lnTo>
                  <a:pt x="24424" y="5119"/>
                </a:lnTo>
                <a:lnTo>
                  <a:pt x="26831" y="3992"/>
                </a:lnTo>
                <a:lnTo>
                  <a:pt x="29265" y="2873"/>
                </a:lnTo>
                <a:lnTo>
                  <a:pt x="31700" y="1761"/>
                </a:lnTo>
                <a:lnTo>
                  <a:pt x="31941" y="1638"/>
                </a:lnTo>
                <a:lnTo>
                  <a:pt x="32128" y="1522"/>
                </a:lnTo>
                <a:lnTo>
                  <a:pt x="32288" y="1398"/>
                </a:lnTo>
                <a:lnTo>
                  <a:pt x="32369" y="1282"/>
                </a:lnTo>
                <a:lnTo>
                  <a:pt x="32422" y="1167"/>
                </a:lnTo>
                <a:lnTo>
                  <a:pt x="32422" y="1059"/>
                </a:lnTo>
                <a:lnTo>
                  <a:pt x="32395" y="950"/>
                </a:lnTo>
                <a:lnTo>
                  <a:pt x="32342" y="842"/>
                </a:lnTo>
                <a:lnTo>
                  <a:pt x="32208" y="750"/>
                </a:lnTo>
                <a:lnTo>
                  <a:pt x="32074" y="649"/>
                </a:lnTo>
                <a:lnTo>
                  <a:pt x="31887" y="564"/>
                </a:lnTo>
                <a:lnTo>
                  <a:pt x="31700" y="480"/>
                </a:lnTo>
                <a:lnTo>
                  <a:pt x="31459" y="402"/>
                </a:lnTo>
                <a:lnTo>
                  <a:pt x="31192" y="325"/>
                </a:lnTo>
                <a:lnTo>
                  <a:pt x="30924" y="263"/>
                </a:lnTo>
                <a:lnTo>
                  <a:pt x="30630" y="202"/>
                </a:lnTo>
                <a:lnTo>
                  <a:pt x="30309" y="148"/>
                </a:lnTo>
                <a:lnTo>
                  <a:pt x="29961" y="101"/>
                </a:lnTo>
                <a:lnTo>
                  <a:pt x="29613" y="63"/>
                </a:lnTo>
                <a:lnTo>
                  <a:pt x="29239" y="40"/>
                </a:lnTo>
                <a:lnTo>
                  <a:pt x="28864" y="16"/>
                </a:lnTo>
                <a:lnTo>
                  <a:pt x="28490" y="9"/>
                </a:lnTo>
                <a:lnTo>
                  <a:pt x="281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rot="10800000">
            <a:off x="7429486" y="223980"/>
            <a:ext cx="170182" cy="123020"/>
          </a:xfrm>
          <a:custGeom>
            <a:rect b="b" l="l" r="r" t="t"/>
            <a:pathLst>
              <a:path extrusionOk="0" h="14128" w="59976">
                <a:moveTo>
                  <a:pt x="54812" y="0"/>
                </a:moveTo>
                <a:lnTo>
                  <a:pt x="54411" y="15"/>
                </a:lnTo>
                <a:lnTo>
                  <a:pt x="54010" y="46"/>
                </a:lnTo>
                <a:lnTo>
                  <a:pt x="53609" y="85"/>
                </a:lnTo>
                <a:lnTo>
                  <a:pt x="53234" y="139"/>
                </a:lnTo>
                <a:lnTo>
                  <a:pt x="52860" y="216"/>
                </a:lnTo>
                <a:lnTo>
                  <a:pt x="52485" y="301"/>
                </a:lnTo>
                <a:lnTo>
                  <a:pt x="52111" y="401"/>
                </a:lnTo>
                <a:lnTo>
                  <a:pt x="50800" y="818"/>
                </a:lnTo>
                <a:lnTo>
                  <a:pt x="49462" y="1220"/>
                </a:lnTo>
                <a:lnTo>
                  <a:pt x="48125" y="1621"/>
                </a:lnTo>
                <a:lnTo>
                  <a:pt x="46787" y="2007"/>
                </a:lnTo>
                <a:lnTo>
                  <a:pt x="45423" y="2393"/>
                </a:lnTo>
                <a:lnTo>
                  <a:pt x="44059" y="2771"/>
                </a:lnTo>
                <a:lnTo>
                  <a:pt x="42694" y="3134"/>
                </a:lnTo>
                <a:lnTo>
                  <a:pt x="41303" y="3497"/>
                </a:lnTo>
                <a:lnTo>
                  <a:pt x="39912" y="3852"/>
                </a:lnTo>
                <a:lnTo>
                  <a:pt x="38521" y="4207"/>
                </a:lnTo>
                <a:lnTo>
                  <a:pt x="37103" y="4547"/>
                </a:lnTo>
                <a:lnTo>
                  <a:pt x="35686" y="4879"/>
                </a:lnTo>
                <a:lnTo>
                  <a:pt x="34241" y="5211"/>
                </a:lnTo>
                <a:lnTo>
                  <a:pt x="32797" y="5535"/>
                </a:lnTo>
                <a:lnTo>
                  <a:pt x="31325" y="5852"/>
                </a:lnTo>
                <a:lnTo>
                  <a:pt x="29854" y="6160"/>
                </a:lnTo>
                <a:lnTo>
                  <a:pt x="28356" y="6469"/>
                </a:lnTo>
                <a:lnTo>
                  <a:pt x="26831" y="6770"/>
                </a:lnTo>
                <a:lnTo>
                  <a:pt x="25306" y="7064"/>
                </a:lnTo>
                <a:lnTo>
                  <a:pt x="23782" y="7349"/>
                </a:lnTo>
                <a:lnTo>
                  <a:pt x="22230" y="7635"/>
                </a:lnTo>
                <a:lnTo>
                  <a:pt x="20652" y="7913"/>
                </a:lnTo>
                <a:lnTo>
                  <a:pt x="19047" y="8183"/>
                </a:lnTo>
                <a:lnTo>
                  <a:pt x="17442" y="8453"/>
                </a:lnTo>
                <a:lnTo>
                  <a:pt x="15810" y="8716"/>
                </a:lnTo>
                <a:lnTo>
                  <a:pt x="14151" y="8971"/>
                </a:lnTo>
                <a:lnTo>
                  <a:pt x="12493" y="9225"/>
                </a:lnTo>
                <a:lnTo>
                  <a:pt x="10808" y="9472"/>
                </a:lnTo>
                <a:lnTo>
                  <a:pt x="9096" y="9712"/>
                </a:lnTo>
                <a:lnTo>
                  <a:pt x="7357" y="9951"/>
                </a:lnTo>
                <a:lnTo>
                  <a:pt x="5618" y="10183"/>
                </a:lnTo>
                <a:lnTo>
                  <a:pt x="3826" y="10414"/>
                </a:lnTo>
                <a:lnTo>
                  <a:pt x="3451" y="10468"/>
                </a:lnTo>
                <a:lnTo>
                  <a:pt x="3103" y="10522"/>
                </a:lnTo>
                <a:lnTo>
                  <a:pt x="2756" y="10576"/>
                </a:lnTo>
                <a:lnTo>
                  <a:pt x="2461" y="10638"/>
                </a:lnTo>
                <a:lnTo>
                  <a:pt x="2167" y="10700"/>
                </a:lnTo>
                <a:lnTo>
                  <a:pt x="1873" y="10769"/>
                </a:lnTo>
                <a:lnTo>
                  <a:pt x="1632" y="10839"/>
                </a:lnTo>
                <a:lnTo>
                  <a:pt x="1391" y="10908"/>
                </a:lnTo>
                <a:lnTo>
                  <a:pt x="1177" y="10985"/>
                </a:lnTo>
                <a:lnTo>
                  <a:pt x="990" y="11055"/>
                </a:lnTo>
                <a:lnTo>
                  <a:pt x="803" y="11132"/>
                </a:lnTo>
                <a:lnTo>
                  <a:pt x="642" y="11217"/>
                </a:lnTo>
                <a:lnTo>
                  <a:pt x="509" y="11294"/>
                </a:lnTo>
                <a:lnTo>
                  <a:pt x="375" y="11379"/>
                </a:lnTo>
                <a:lnTo>
                  <a:pt x="268" y="11464"/>
                </a:lnTo>
                <a:lnTo>
                  <a:pt x="188" y="11549"/>
                </a:lnTo>
                <a:lnTo>
                  <a:pt x="107" y="11634"/>
                </a:lnTo>
                <a:lnTo>
                  <a:pt x="54" y="11719"/>
                </a:lnTo>
                <a:lnTo>
                  <a:pt x="27" y="11804"/>
                </a:lnTo>
                <a:lnTo>
                  <a:pt x="0" y="11896"/>
                </a:lnTo>
                <a:lnTo>
                  <a:pt x="0" y="12074"/>
                </a:lnTo>
                <a:lnTo>
                  <a:pt x="54" y="12251"/>
                </a:lnTo>
                <a:lnTo>
                  <a:pt x="161" y="12421"/>
                </a:lnTo>
                <a:lnTo>
                  <a:pt x="321" y="12599"/>
                </a:lnTo>
                <a:lnTo>
                  <a:pt x="562" y="12769"/>
                </a:lnTo>
                <a:lnTo>
                  <a:pt x="830" y="12939"/>
                </a:lnTo>
                <a:lnTo>
                  <a:pt x="1151" y="13093"/>
                </a:lnTo>
                <a:lnTo>
                  <a:pt x="1525" y="13247"/>
                </a:lnTo>
                <a:lnTo>
                  <a:pt x="1926" y="13394"/>
                </a:lnTo>
                <a:lnTo>
                  <a:pt x="2381" y="13533"/>
                </a:lnTo>
                <a:lnTo>
                  <a:pt x="2863" y="13657"/>
                </a:lnTo>
                <a:lnTo>
                  <a:pt x="3398" y="13772"/>
                </a:lnTo>
                <a:lnTo>
                  <a:pt x="3959" y="13865"/>
                </a:lnTo>
                <a:lnTo>
                  <a:pt x="4548" y="13958"/>
                </a:lnTo>
                <a:lnTo>
                  <a:pt x="5163" y="14027"/>
                </a:lnTo>
                <a:lnTo>
                  <a:pt x="5484" y="14050"/>
                </a:lnTo>
                <a:lnTo>
                  <a:pt x="5832" y="14073"/>
                </a:lnTo>
                <a:lnTo>
                  <a:pt x="6153" y="14097"/>
                </a:lnTo>
                <a:lnTo>
                  <a:pt x="6501" y="14112"/>
                </a:lnTo>
                <a:lnTo>
                  <a:pt x="6848" y="14120"/>
                </a:lnTo>
                <a:lnTo>
                  <a:pt x="7196" y="14127"/>
                </a:lnTo>
                <a:lnTo>
                  <a:pt x="7544" y="14127"/>
                </a:lnTo>
                <a:lnTo>
                  <a:pt x="7892" y="14120"/>
                </a:lnTo>
                <a:lnTo>
                  <a:pt x="8266" y="14112"/>
                </a:lnTo>
                <a:lnTo>
                  <a:pt x="8641" y="14097"/>
                </a:lnTo>
                <a:lnTo>
                  <a:pt x="9015" y="14073"/>
                </a:lnTo>
                <a:lnTo>
                  <a:pt x="9390" y="14043"/>
                </a:lnTo>
                <a:lnTo>
                  <a:pt x="9764" y="14012"/>
                </a:lnTo>
                <a:lnTo>
                  <a:pt x="10139" y="13973"/>
                </a:lnTo>
                <a:lnTo>
                  <a:pt x="11985" y="13757"/>
                </a:lnTo>
                <a:lnTo>
                  <a:pt x="13830" y="13525"/>
                </a:lnTo>
                <a:lnTo>
                  <a:pt x="15649" y="13286"/>
                </a:lnTo>
                <a:lnTo>
                  <a:pt x="17468" y="13039"/>
                </a:lnTo>
                <a:lnTo>
                  <a:pt x="19261" y="12769"/>
                </a:lnTo>
                <a:lnTo>
                  <a:pt x="21053" y="12499"/>
                </a:lnTo>
                <a:lnTo>
                  <a:pt x="22819" y="12213"/>
                </a:lnTo>
                <a:lnTo>
                  <a:pt x="24584" y="11912"/>
                </a:lnTo>
                <a:lnTo>
                  <a:pt x="26323" y="11611"/>
                </a:lnTo>
                <a:lnTo>
                  <a:pt x="28035" y="11294"/>
                </a:lnTo>
                <a:lnTo>
                  <a:pt x="29720" y="10962"/>
                </a:lnTo>
                <a:lnTo>
                  <a:pt x="31406" y="10630"/>
                </a:lnTo>
                <a:lnTo>
                  <a:pt x="33064" y="10283"/>
                </a:lnTo>
                <a:lnTo>
                  <a:pt x="34696" y="9928"/>
                </a:lnTo>
                <a:lnTo>
                  <a:pt x="36301" y="9557"/>
                </a:lnTo>
                <a:lnTo>
                  <a:pt x="37906" y="9187"/>
                </a:lnTo>
                <a:lnTo>
                  <a:pt x="39457" y="8801"/>
                </a:lnTo>
                <a:lnTo>
                  <a:pt x="41009" y="8415"/>
                </a:lnTo>
                <a:lnTo>
                  <a:pt x="42507" y="8013"/>
                </a:lnTo>
                <a:lnTo>
                  <a:pt x="43978" y="7604"/>
                </a:lnTo>
                <a:lnTo>
                  <a:pt x="45450" y="7187"/>
                </a:lnTo>
                <a:lnTo>
                  <a:pt x="46867" y="6770"/>
                </a:lnTo>
                <a:lnTo>
                  <a:pt x="48258" y="6338"/>
                </a:lnTo>
                <a:lnTo>
                  <a:pt x="49623" y="5898"/>
                </a:lnTo>
                <a:lnTo>
                  <a:pt x="50960" y="5458"/>
                </a:lnTo>
                <a:lnTo>
                  <a:pt x="52244" y="5010"/>
                </a:lnTo>
                <a:lnTo>
                  <a:pt x="53502" y="4555"/>
                </a:lnTo>
                <a:lnTo>
                  <a:pt x="54732" y="4092"/>
                </a:lnTo>
                <a:lnTo>
                  <a:pt x="55936" y="3621"/>
                </a:lnTo>
                <a:lnTo>
                  <a:pt x="57086" y="3150"/>
                </a:lnTo>
                <a:lnTo>
                  <a:pt x="58210" y="2671"/>
                </a:lnTo>
                <a:lnTo>
                  <a:pt x="59280" y="2185"/>
                </a:lnTo>
                <a:lnTo>
                  <a:pt x="59520" y="2061"/>
                </a:lnTo>
                <a:lnTo>
                  <a:pt x="59681" y="1945"/>
                </a:lnTo>
                <a:lnTo>
                  <a:pt x="59815" y="1822"/>
                </a:lnTo>
                <a:lnTo>
                  <a:pt x="59922" y="1698"/>
                </a:lnTo>
                <a:lnTo>
                  <a:pt x="59948" y="1567"/>
                </a:lnTo>
                <a:lnTo>
                  <a:pt x="59975" y="1444"/>
                </a:lnTo>
                <a:lnTo>
                  <a:pt x="59922" y="1328"/>
                </a:lnTo>
                <a:lnTo>
                  <a:pt x="59841" y="1204"/>
                </a:lnTo>
                <a:lnTo>
                  <a:pt x="59734" y="1089"/>
                </a:lnTo>
                <a:lnTo>
                  <a:pt x="59601" y="973"/>
                </a:lnTo>
                <a:lnTo>
                  <a:pt x="59413" y="857"/>
                </a:lnTo>
                <a:lnTo>
                  <a:pt x="59226" y="749"/>
                </a:lnTo>
                <a:lnTo>
                  <a:pt x="58985" y="648"/>
                </a:lnTo>
                <a:lnTo>
                  <a:pt x="58718" y="548"/>
                </a:lnTo>
                <a:lnTo>
                  <a:pt x="58450" y="455"/>
                </a:lnTo>
                <a:lnTo>
                  <a:pt x="58156" y="371"/>
                </a:lnTo>
                <a:lnTo>
                  <a:pt x="57835" y="293"/>
                </a:lnTo>
                <a:lnTo>
                  <a:pt x="57487" y="224"/>
                </a:lnTo>
                <a:lnTo>
                  <a:pt x="57140" y="162"/>
                </a:lnTo>
                <a:lnTo>
                  <a:pt x="56765" y="108"/>
                </a:lnTo>
                <a:lnTo>
                  <a:pt x="56391" y="69"/>
                </a:lnTo>
                <a:lnTo>
                  <a:pt x="55989" y="31"/>
                </a:lnTo>
                <a:lnTo>
                  <a:pt x="55615" y="8"/>
                </a:lnTo>
                <a:lnTo>
                  <a:pt x="5521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rot="10800000">
            <a:off x="7715351" y="154142"/>
            <a:ext cx="128434" cy="48544"/>
          </a:xfrm>
          <a:custGeom>
            <a:rect b="b" l="l" r="r" t="t"/>
            <a:pathLst>
              <a:path extrusionOk="0" h="5575" w="45263">
                <a:moveTo>
                  <a:pt x="43256" y="1"/>
                </a:moveTo>
                <a:lnTo>
                  <a:pt x="43069" y="8"/>
                </a:lnTo>
                <a:lnTo>
                  <a:pt x="42855" y="16"/>
                </a:lnTo>
                <a:lnTo>
                  <a:pt x="40340" y="186"/>
                </a:lnTo>
                <a:lnTo>
                  <a:pt x="37852" y="333"/>
                </a:lnTo>
                <a:lnTo>
                  <a:pt x="35338" y="479"/>
                </a:lnTo>
                <a:lnTo>
                  <a:pt x="32823" y="611"/>
                </a:lnTo>
                <a:lnTo>
                  <a:pt x="30335" y="734"/>
                </a:lnTo>
                <a:lnTo>
                  <a:pt x="27794" y="850"/>
                </a:lnTo>
                <a:lnTo>
                  <a:pt x="22738" y="1081"/>
                </a:lnTo>
                <a:lnTo>
                  <a:pt x="21508" y="1135"/>
                </a:lnTo>
                <a:lnTo>
                  <a:pt x="20277" y="1182"/>
                </a:lnTo>
                <a:lnTo>
                  <a:pt x="17843" y="1274"/>
                </a:lnTo>
                <a:lnTo>
                  <a:pt x="15382" y="1359"/>
                </a:lnTo>
                <a:lnTo>
                  <a:pt x="12947" y="1452"/>
                </a:lnTo>
                <a:lnTo>
                  <a:pt x="11717" y="1514"/>
                </a:lnTo>
                <a:lnTo>
                  <a:pt x="10513" y="1575"/>
                </a:lnTo>
                <a:lnTo>
                  <a:pt x="9309" y="1645"/>
                </a:lnTo>
                <a:lnTo>
                  <a:pt x="8132" y="1722"/>
                </a:lnTo>
                <a:lnTo>
                  <a:pt x="6929" y="1815"/>
                </a:lnTo>
                <a:lnTo>
                  <a:pt x="5751" y="1915"/>
                </a:lnTo>
                <a:lnTo>
                  <a:pt x="4601" y="2031"/>
                </a:lnTo>
                <a:lnTo>
                  <a:pt x="3451" y="2154"/>
                </a:lnTo>
                <a:lnTo>
                  <a:pt x="3130" y="2201"/>
                </a:lnTo>
                <a:lnTo>
                  <a:pt x="2836" y="2239"/>
                </a:lnTo>
                <a:lnTo>
                  <a:pt x="2568" y="2286"/>
                </a:lnTo>
                <a:lnTo>
                  <a:pt x="2301" y="2332"/>
                </a:lnTo>
                <a:lnTo>
                  <a:pt x="2060" y="2386"/>
                </a:lnTo>
                <a:lnTo>
                  <a:pt x="1819" y="2440"/>
                </a:lnTo>
                <a:lnTo>
                  <a:pt x="1391" y="2548"/>
                </a:lnTo>
                <a:lnTo>
                  <a:pt x="1043" y="2672"/>
                </a:lnTo>
                <a:lnTo>
                  <a:pt x="722" y="2803"/>
                </a:lnTo>
                <a:lnTo>
                  <a:pt x="482" y="2942"/>
                </a:lnTo>
                <a:lnTo>
                  <a:pt x="294" y="3081"/>
                </a:lnTo>
                <a:lnTo>
                  <a:pt x="134" y="3228"/>
                </a:lnTo>
                <a:lnTo>
                  <a:pt x="54" y="3374"/>
                </a:lnTo>
                <a:lnTo>
                  <a:pt x="0" y="3529"/>
                </a:lnTo>
                <a:lnTo>
                  <a:pt x="0" y="3683"/>
                </a:lnTo>
                <a:lnTo>
                  <a:pt x="54" y="3837"/>
                </a:lnTo>
                <a:lnTo>
                  <a:pt x="134" y="3992"/>
                </a:lnTo>
                <a:lnTo>
                  <a:pt x="294" y="4146"/>
                </a:lnTo>
                <a:lnTo>
                  <a:pt x="455" y="4293"/>
                </a:lnTo>
                <a:lnTo>
                  <a:pt x="669" y="4440"/>
                </a:lnTo>
                <a:lnTo>
                  <a:pt x="936" y="4586"/>
                </a:lnTo>
                <a:lnTo>
                  <a:pt x="1231" y="4717"/>
                </a:lnTo>
                <a:lnTo>
                  <a:pt x="1552" y="4849"/>
                </a:lnTo>
                <a:lnTo>
                  <a:pt x="1899" y="4972"/>
                </a:lnTo>
                <a:lnTo>
                  <a:pt x="2301" y="5088"/>
                </a:lnTo>
                <a:lnTo>
                  <a:pt x="2729" y="5196"/>
                </a:lnTo>
                <a:lnTo>
                  <a:pt x="3183" y="5289"/>
                </a:lnTo>
                <a:lnTo>
                  <a:pt x="3665" y="5374"/>
                </a:lnTo>
                <a:lnTo>
                  <a:pt x="4173" y="5443"/>
                </a:lnTo>
                <a:lnTo>
                  <a:pt x="4708" y="5497"/>
                </a:lnTo>
                <a:lnTo>
                  <a:pt x="5243" y="5544"/>
                </a:lnTo>
                <a:lnTo>
                  <a:pt x="5832" y="5567"/>
                </a:lnTo>
                <a:lnTo>
                  <a:pt x="6420" y="5574"/>
                </a:lnTo>
                <a:lnTo>
                  <a:pt x="7036" y="5567"/>
                </a:lnTo>
                <a:lnTo>
                  <a:pt x="7651" y="5544"/>
                </a:lnTo>
                <a:lnTo>
                  <a:pt x="8855" y="5466"/>
                </a:lnTo>
                <a:lnTo>
                  <a:pt x="10005" y="5381"/>
                </a:lnTo>
                <a:lnTo>
                  <a:pt x="11182" y="5281"/>
                </a:lnTo>
                <a:lnTo>
                  <a:pt x="12305" y="5165"/>
                </a:lnTo>
                <a:lnTo>
                  <a:pt x="13456" y="5034"/>
                </a:lnTo>
                <a:lnTo>
                  <a:pt x="14579" y="4903"/>
                </a:lnTo>
                <a:lnTo>
                  <a:pt x="15703" y="4756"/>
                </a:lnTo>
                <a:lnTo>
                  <a:pt x="16799" y="4609"/>
                </a:lnTo>
                <a:lnTo>
                  <a:pt x="19020" y="4293"/>
                </a:lnTo>
                <a:lnTo>
                  <a:pt x="21187" y="3976"/>
                </a:lnTo>
                <a:lnTo>
                  <a:pt x="23380" y="3660"/>
                </a:lnTo>
                <a:lnTo>
                  <a:pt x="24477" y="3505"/>
                </a:lnTo>
                <a:lnTo>
                  <a:pt x="25574" y="3359"/>
                </a:lnTo>
                <a:lnTo>
                  <a:pt x="30202" y="2757"/>
                </a:lnTo>
                <a:lnTo>
                  <a:pt x="32502" y="2456"/>
                </a:lnTo>
                <a:lnTo>
                  <a:pt x="34803" y="2162"/>
                </a:lnTo>
                <a:lnTo>
                  <a:pt x="37103" y="1884"/>
                </a:lnTo>
                <a:lnTo>
                  <a:pt x="39431" y="1606"/>
                </a:lnTo>
                <a:lnTo>
                  <a:pt x="41811" y="1336"/>
                </a:lnTo>
                <a:lnTo>
                  <a:pt x="44192" y="1081"/>
                </a:lnTo>
                <a:lnTo>
                  <a:pt x="44379" y="1058"/>
                </a:lnTo>
                <a:lnTo>
                  <a:pt x="44540" y="1035"/>
                </a:lnTo>
                <a:lnTo>
                  <a:pt x="44700" y="1004"/>
                </a:lnTo>
                <a:lnTo>
                  <a:pt x="44834" y="966"/>
                </a:lnTo>
                <a:lnTo>
                  <a:pt x="44941" y="927"/>
                </a:lnTo>
                <a:lnTo>
                  <a:pt x="45048" y="888"/>
                </a:lnTo>
                <a:lnTo>
                  <a:pt x="45128" y="842"/>
                </a:lnTo>
                <a:lnTo>
                  <a:pt x="45182" y="804"/>
                </a:lnTo>
                <a:lnTo>
                  <a:pt x="45235" y="757"/>
                </a:lnTo>
                <a:lnTo>
                  <a:pt x="45262" y="703"/>
                </a:lnTo>
                <a:lnTo>
                  <a:pt x="45262" y="611"/>
                </a:lnTo>
                <a:lnTo>
                  <a:pt x="45235" y="510"/>
                </a:lnTo>
                <a:lnTo>
                  <a:pt x="45128" y="410"/>
                </a:lnTo>
                <a:lnTo>
                  <a:pt x="44968" y="317"/>
                </a:lnTo>
                <a:lnTo>
                  <a:pt x="44781" y="232"/>
                </a:lnTo>
                <a:lnTo>
                  <a:pt x="44540" y="155"/>
                </a:lnTo>
                <a:lnTo>
                  <a:pt x="44272" y="86"/>
                </a:lnTo>
                <a:lnTo>
                  <a:pt x="44112" y="62"/>
                </a:lnTo>
                <a:lnTo>
                  <a:pt x="43951" y="39"/>
                </a:lnTo>
                <a:lnTo>
                  <a:pt x="43791" y="24"/>
                </a:lnTo>
                <a:lnTo>
                  <a:pt x="43630" y="8"/>
                </a:lnTo>
                <a:lnTo>
                  <a:pt x="4344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10800000">
            <a:off x="7859184" y="102210"/>
            <a:ext cx="137654" cy="65013"/>
          </a:xfrm>
          <a:custGeom>
            <a:rect b="b" l="l" r="r" t="t"/>
            <a:pathLst>
              <a:path extrusionOk="0" h="6602" w="42883">
                <a:moveTo>
                  <a:pt x="38228" y="1"/>
                </a:moveTo>
                <a:lnTo>
                  <a:pt x="37746" y="8"/>
                </a:lnTo>
                <a:lnTo>
                  <a:pt x="37238" y="24"/>
                </a:lnTo>
                <a:lnTo>
                  <a:pt x="36703" y="55"/>
                </a:lnTo>
                <a:lnTo>
                  <a:pt x="28357" y="734"/>
                </a:lnTo>
                <a:lnTo>
                  <a:pt x="24184" y="1074"/>
                </a:lnTo>
                <a:lnTo>
                  <a:pt x="19984" y="1429"/>
                </a:lnTo>
                <a:lnTo>
                  <a:pt x="15837" y="1792"/>
                </a:lnTo>
                <a:lnTo>
                  <a:pt x="13751" y="1977"/>
                </a:lnTo>
                <a:lnTo>
                  <a:pt x="11691" y="2170"/>
                </a:lnTo>
                <a:lnTo>
                  <a:pt x="9631" y="2371"/>
                </a:lnTo>
                <a:lnTo>
                  <a:pt x="7571" y="2571"/>
                </a:lnTo>
                <a:lnTo>
                  <a:pt x="5538" y="2780"/>
                </a:lnTo>
                <a:lnTo>
                  <a:pt x="3505" y="2996"/>
                </a:lnTo>
                <a:lnTo>
                  <a:pt x="3184" y="3035"/>
                </a:lnTo>
                <a:lnTo>
                  <a:pt x="2890" y="3073"/>
                </a:lnTo>
                <a:lnTo>
                  <a:pt x="2596" y="3119"/>
                </a:lnTo>
                <a:lnTo>
                  <a:pt x="2328" y="3166"/>
                </a:lnTo>
                <a:lnTo>
                  <a:pt x="2087" y="3220"/>
                </a:lnTo>
                <a:lnTo>
                  <a:pt x="1847" y="3274"/>
                </a:lnTo>
                <a:lnTo>
                  <a:pt x="1633" y="3328"/>
                </a:lnTo>
                <a:lnTo>
                  <a:pt x="1419" y="3390"/>
                </a:lnTo>
                <a:lnTo>
                  <a:pt x="1231" y="3451"/>
                </a:lnTo>
                <a:lnTo>
                  <a:pt x="1044" y="3521"/>
                </a:lnTo>
                <a:lnTo>
                  <a:pt x="884" y="3590"/>
                </a:lnTo>
                <a:lnTo>
                  <a:pt x="750" y="3660"/>
                </a:lnTo>
                <a:lnTo>
                  <a:pt x="482" y="3806"/>
                </a:lnTo>
                <a:lnTo>
                  <a:pt x="295" y="3953"/>
                </a:lnTo>
                <a:lnTo>
                  <a:pt x="135" y="4115"/>
                </a:lnTo>
                <a:lnTo>
                  <a:pt x="54" y="4277"/>
                </a:lnTo>
                <a:lnTo>
                  <a:pt x="1" y="4447"/>
                </a:lnTo>
                <a:lnTo>
                  <a:pt x="1" y="4617"/>
                </a:lnTo>
                <a:lnTo>
                  <a:pt x="54" y="4787"/>
                </a:lnTo>
                <a:lnTo>
                  <a:pt x="135" y="4957"/>
                </a:lnTo>
                <a:lnTo>
                  <a:pt x="295" y="5127"/>
                </a:lnTo>
                <a:lnTo>
                  <a:pt x="456" y="5289"/>
                </a:lnTo>
                <a:lnTo>
                  <a:pt x="696" y="5451"/>
                </a:lnTo>
                <a:lnTo>
                  <a:pt x="937" y="5605"/>
                </a:lnTo>
                <a:lnTo>
                  <a:pt x="1231" y="5752"/>
                </a:lnTo>
                <a:lnTo>
                  <a:pt x="1579" y="5891"/>
                </a:lnTo>
                <a:lnTo>
                  <a:pt x="1954" y="6030"/>
                </a:lnTo>
                <a:lnTo>
                  <a:pt x="2355" y="6146"/>
                </a:lnTo>
                <a:lnTo>
                  <a:pt x="2783" y="6261"/>
                </a:lnTo>
                <a:lnTo>
                  <a:pt x="3238" y="6354"/>
                </a:lnTo>
                <a:lnTo>
                  <a:pt x="3746" y="6439"/>
                </a:lnTo>
                <a:lnTo>
                  <a:pt x="4254" y="6508"/>
                </a:lnTo>
                <a:lnTo>
                  <a:pt x="4549" y="6532"/>
                </a:lnTo>
                <a:lnTo>
                  <a:pt x="4816" y="6555"/>
                </a:lnTo>
                <a:lnTo>
                  <a:pt x="5084" y="6578"/>
                </a:lnTo>
                <a:lnTo>
                  <a:pt x="5378" y="6586"/>
                </a:lnTo>
                <a:lnTo>
                  <a:pt x="5672" y="6601"/>
                </a:lnTo>
                <a:lnTo>
                  <a:pt x="6287" y="6601"/>
                </a:lnTo>
                <a:lnTo>
                  <a:pt x="6582" y="6593"/>
                </a:lnTo>
                <a:lnTo>
                  <a:pt x="6903" y="6586"/>
                </a:lnTo>
                <a:lnTo>
                  <a:pt x="7224" y="6570"/>
                </a:lnTo>
                <a:lnTo>
                  <a:pt x="7545" y="6547"/>
                </a:lnTo>
                <a:lnTo>
                  <a:pt x="7892" y="6516"/>
                </a:lnTo>
                <a:lnTo>
                  <a:pt x="9925" y="6323"/>
                </a:lnTo>
                <a:lnTo>
                  <a:pt x="11985" y="6115"/>
                </a:lnTo>
                <a:lnTo>
                  <a:pt x="14018" y="5906"/>
                </a:lnTo>
                <a:lnTo>
                  <a:pt x="16051" y="5682"/>
                </a:lnTo>
                <a:lnTo>
                  <a:pt x="18084" y="5459"/>
                </a:lnTo>
                <a:lnTo>
                  <a:pt x="20117" y="5235"/>
                </a:lnTo>
                <a:lnTo>
                  <a:pt x="24130" y="4764"/>
                </a:lnTo>
                <a:lnTo>
                  <a:pt x="28169" y="4285"/>
                </a:lnTo>
                <a:lnTo>
                  <a:pt x="32182" y="3791"/>
                </a:lnTo>
                <a:lnTo>
                  <a:pt x="40154" y="2811"/>
                </a:lnTo>
                <a:lnTo>
                  <a:pt x="40635" y="2749"/>
                </a:lnTo>
                <a:lnTo>
                  <a:pt x="41063" y="2672"/>
                </a:lnTo>
                <a:lnTo>
                  <a:pt x="41438" y="2587"/>
                </a:lnTo>
                <a:lnTo>
                  <a:pt x="41759" y="2494"/>
                </a:lnTo>
                <a:lnTo>
                  <a:pt x="42053" y="2386"/>
                </a:lnTo>
                <a:lnTo>
                  <a:pt x="42294" y="2278"/>
                </a:lnTo>
                <a:lnTo>
                  <a:pt x="42481" y="2162"/>
                </a:lnTo>
                <a:lnTo>
                  <a:pt x="42641" y="2046"/>
                </a:lnTo>
                <a:lnTo>
                  <a:pt x="42775" y="1923"/>
                </a:lnTo>
                <a:lnTo>
                  <a:pt x="42829" y="1792"/>
                </a:lnTo>
                <a:lnTo>
                  <a:pt x="42882" y="1668"/>
                </a:lnTo>
                <a:lnTo>
                  <a:pt x="42882" y="1537"/>
                </a:lnTo>
                <a:lnTo>
                  <a:pt x="42855" y="1406"/>
                </a:lnTo>
                <a:lnTo>
                  <a:pt x="42775" y="1274"/>
                </a:lnTo>
                <a:lnTo>
                  <a:pt x="42668" y="1143"/>
                </a:lnTo>
                <a:lnTo>
                  <a:pt x="42534" y="1020"/>
                </a:lnTo>
                <a:lnTo>
                  <a:pt x="42347" y="896"/>
                </a:lnTo>
                <a:lnTo>
                  <a:pt x="42160" y="780"/>
                </a:lnTo>
                <a:lnTo>
                  <a:pt x="41919" y="664"/>
                </a:lnTo>
                <a:lnTo>
                  <a:pt x="41678" y="556"/>
                </a:lnTo>
                <a:lnTo>
                  <a:pt x="41384" y="456"/>
                </a:lnTo>
                <a:lnTo>
                  <a:pt x="41063" y="363"/>
                </a:lnTo>
                <a:lnTo>
                  <a:pt x="40715" y="279"/>
                </a:lnTo>
                <a:lnTo>
                  <a:pt x="40368" y="201"/>
                </a:lnTo>
                <a:lnTo>
                  <a:pt x="39966" y="140"/>
                </a:lnTo>
                <a:lnTo>
                  <a:pt x="39565" y="86"/>
                </a:lnTo>
                <a:lnTo>
                  <a:pt x="39137" y="47"/>
                </a:lnTo>
                <a:lnTo>
                  <a:pt x="38682" y="16"/>
                </a:lnTo>
                <a:lnTo>
                  <a:pt x="3822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rot="-5400000">
            <a:off x="3961507" y="-135708"/>
            <a:ext cx="409756" cy="628246"/>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96" name="Google Shape;96;p5"/>
          <p:cNvSpPr/>
          <p:nvPr/>
        </p:nvSpPr>
        <p:spPr>
          <a:xfrm rot="10800000">
            <a:off x="1039629" y="4794282"/>
            <a:ext cx="179263" cy="14749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rot="-6783967">
            <a:off x="294460" y="4079912"/>
            <a:ext cx="92063" cy="98076"/>
          </a:xfrm>
          <a:custGeom>
            <a:rect b="b" l="l" r="r" t="t"/>
            <a:pathLst>
              <a:path extrusionOk="0" h="11265" w="32422">
                <a:moveTo>
                  <a:pt x="28115" y="1"/>
                </a:moveTo>
                <a:lnTo>
                  <a:pt x="27741" y="9"/>
                </a:lnTo>
                <a:lnTo>
                  <a:pt x="27339" y="32"/>
                </a:lnTo>
                <a:lnTo>
                  <a:pt x="26965" y="55"/>
                </a:lnTo>
                <a:lnTo>
                  <a:pt x="26590" y="94"/>
                </a:lnTo>
                <a:lnTo>
                  <a:pt x="26216" y="148"/>
                </a:lnTo>
                <a:lnTo>
                  <a:pt x="25841" y="209"/>
                </a:lnTo>
                <a:lnTo>
                  <a:pt x="25494" y="279"/>
                </a:lnTo>
                <a:lnTo>
                  <a:pt x="25146" y="364"/>
                </a:lnTo>
                <a:lnTo>
                  <a:pt x="24825" y="464"/>
                </a:lnTo>
                <a:lnTo>
                  <a:pt x="23327" y="966"/>
                </a:lnTo>
                <a:lnTo>
                  <a:pt x="21829" y="1460"/>
                </a:lnTo>
                <a:lnTo>
                  <a:pt x="18752" y="2456"/>
                </a:lnTo>
                <a:lnTo>
                  <a:pt x="15676" y="3444"/>
                </a:lnTo>
                <a:lnTo>
                  <a:pt x="12627" y="4448"/>
                </a:lnTo>
                <a:lnTo>
                  <a:pt x="11102" y="4957"/>
                </a:lnTo>
                <a:lnTo>
                  <a:pt x="9604" y="5467"/>
                </a:lnTo>
                <a:lnTo>
                  <a:pt x="8133" y="5976"/>
                </a:lnTo>
                <a:lnTo>
                  <a:pt x="6661" y="6493"/>
                </a:lnTo>
                <a:lnTo>
                  <a:pt x="5243" y="7011"/>
                </a:lnTo>
                <a:lnTo>
                  <a:pt x="3852" y="7536"/>
                </a:lnTo>
                <a:lnTo>
                  <a:pt x="2488" y="8068"/>
                </a:lnTo>
                <a:lnTo>
                  <a:pt x="1177" y="8609"/>
                </a:lnTo>
                <a:lnTo>
                  <a:pt x="963" y="8701"/>
                </a:lnTo>
                <a:lnTo>
                  <a:pt x="776" y="8786"/>
                </a:lnTo>
                <a:lnTo>
                  <a:pt x="616" y="8879"/>
                </a:lnTo>
                <a:lnTo>
                  <a:pt x="482" y="8964"/>
                </a:lnTo>
                <a:lnTo>
                  <a:pt x="348" y="9056"/>
                </a:lnTo>
                <a:lnTo>
                  <a:pt x="268" y="9141"/>
                </a:lnTo>
                <a:lnTo>
                  <a:pt x="161" y="9226"/>
                </a:lnTo>
                <a:lnTo>
                  <a:pt x="107" y="9319"/>
                </a:lnTo>
                <a:lnTo>
                  <a:pt x="54" y="9404"/>
                </a:lnTo>
                <a:lnTo>
                  <a:pt x="27" y="9489"/>
                </a:lnTo>
                <a:lnTo>
                  <a:pt x="0" y="9566"/>
                </a:lnTo>
                <a:lnTo>
                  <a:pt x="0" y="9651"/>
                </a:lnTo>
                <a:lnTo>
                  <a:pt x="54" y="9813"/>
                </a:lnTo>
                <a:lnTo>
                  <a:pt x="161" y="9967"/>
                </a:lnTo>
                <a:lnTo>
                  <a:pt x="321" y="10114"/>
                </a:lnTo>
                <a:lnTo>
                  <a:pt x="562" y="10261"/>
                </a:lnTo>
                <a:lnTo>
                  <a:pt x="830" y="10400"/>
                </a:lnTo>
                <a:lnTo>
                  <a:pt x="1124" y="10523"/>
                </a:lnTo>
                <a:lnTo>
                  <a:pt x="1498" y="10647"/>
                </a:lnTo>
                <a:lnTo>
                  <a:pt x="1873" y="10762"/>
                </a:lnTo>
                <a:lnTo>
                  <a:pt x="2301" y="10863"/>
                </a:lnTo>
                <a:lnTo>
                  <a:pt x="2756" y="10955"/>
                </a:lnTo>
                <a:lnTo>
                  <a:pt x="3264" y="11033"/>
                </a:lnTo>
                <a:lnTo>
                  <a:pt x="3772" y="11110"/>
                </a:lnTo>
                <a:lnTo>
                  <a:pt x="4307" y="11164"/>
                </a:lnTo>
                <a:lnTo>
                  <a:pt x="4842" y="11210"/>
                </a:lnTo>
                <a:lnTo>
                  <a:pt x="5404" y="11241"/>
                </a:lnTo>
                <a:lnTo>
                  <a:pt x="5992" y="11264"/>
                </a:lnTo>
                <a:lnTo>
                  <a:pt x="6554" y="11264"/>
                </a:lnTo>
                <a:lnTo>
                  <a:pt x="7143" y="11257"/>
                </a:lnTo>
                <a:lnTo>
                  <a:pt x="7731" y="11233"/>
                </a:lnTo>
                <a:lnTo>
                  <a:pt x="8293" y="11187"/>
                </a:lnTo>
                <a:lnTo>
                  <a:pt x="8855" y="11125"/>
                </a:lnTo>
                <a:lnTo>
                  <a:pt x="9417" y="11048"/>
                </a:lnTo>
                <a:lnTo>
                  <a:pt x="9952" y="10955"/>
                </a:lnTo>
                <a:lnTo>
                  <a:pt x="10219" y="10901"/>
                </a:lnTo>
                <a:lnTo>
                  <a:pt x="10487" y="10840"/>
                </a:lnTo>
                <a:lnTo>
                  <a:pt x="10727" y="10778"/>
                </a:lnTo>
                <a:lnTo>
                  <a:pt x="10968" y="10708"/>
                </a:lnTo>
                <a:lnTo>
                  <a:pt x="11209" y="10639"/>
                </a:lnTo>
                <a:lnTo>
                  <a:pt x="11450" y="10562"/>
                </a:lnTo>
                <a:lnTo>
                  <a:pt x="12867" y="10044"/>
                </a:lnTo>
                <a:lnTo>
                  <a:pt x="14232" y="9520"/>
                </a:lnTo>
                <a:lnTo>
                  <a:pt x="15569" y="8995"/>
                </a:lnTo>
                <a:lnTo>
                  <a:pt x="16907" y="8454"/>
                </a:lnTo>
                <a:lnTo>
                  <a:pt x="18191" y="7906"/>
                </a:lnTo>
                <a:lnTo>
                  <a:pt x="19475" y="7358"/>
                </a:lnTo>
                <a:lnTo>
                  <a:pt x="20732" y="6802"/>
                </a:lnTo>
                <a:lnTo>
                  <a:pt x="21963" y="6246"/>
                </a:lnTo>
                <a:lnTo>
                  <a:pt x="24424" y="5119"/>
                </a:lnTo>
                <a:lnTo>
                  <a:pt x="26831" y="3992"/>
                </a:lnTo>
                <a:lnTo>
                  <a:pt x="29265" y="2873"/>
                </a:lnTo>
                <a:lnTo>
                  <a:pt x="31700" y="1761"/>
                </a:lnTo>
                <a:lnTo>
                  <a:pt x="31941" y="1638"/>
                </a:lnTo>
                <a:lnTo>
                  <a:pt x="32128" y="1522"/>
                </a:lnTo>
                <a:lnTo>
                  <a:pt x="32288" y="1398"/>
                </a:lnTo>
                <a:lnTo>
                  <a:pt x="32369" y="1282"/>
                </a:lnTo>
                <a:lnTo>
                  <a:pt x="32422" y="1167"/>
                </a:lnTo>
                <a:lnTo>
                  <a:pt x="32422" y="1059"/>
                </a:lnTo>
                <a:lnTo>
                  <a:pt x="32395" y="950"/>
                </a:lnTo>
                <a:lnTo>
                  <a:pt x="32342" y="842"/>
                </a:lnTo>
                <a:lnTo>
                  <a:pt x="32208" y="750"/>
                </a:lnTo>
                <a:lnTo>
                  <a:pt x="32074" y="649"/>
                </a:lnTo>
                <a:lnTo>
                  <a:pt x="31887" y="564"/>
                </a:lnTo>
                <a:lnTo>
                  <a:pt x="31700" y="480"/>
                </a:lnTo>
                <a:lnTo>
                  <a:pt x="31459" y="402"/>
                </a:lnTo>
                <a:lnTo>
                  <a:pt x="31192" y="325"/>
                </a:lnTo>
                <a:lnTo>
                  <a:pt x="30924" y="263"/>
                </a:lnTo>
                <a:lnTo>
                  <a:pt x="30630" y="202"/>
                </a:lnTo>
                <a:lnTo>
                  <a:pt x="30309" y="148"/>
                </a:lnTo>
                <a:lnTo>
                  <a:pt x="29961" y="101"/>
                </a:lnTo>
                <a:lnTo>
                  <a:pt x="29613" y="63"/>
                </a:lnTo>
                <a:lnTo>
                  <a:pt x="29239" y="40"/>
                </a:lnTo>
                <a:lnTo>
                  <a:pt x="28864" y="16"/>
                </a:lnTo>
                <a:lnTo>
                  <a:pt x="28490" y="9"/>
                </a:lnTo>
                <a:lnTo>
                  <a:pt x="281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rot="-6783967">
            <a:off x="548705" y="4205953"/>
            <a:ext cx="170302" cy="123002"/>
          </a:xfrm>
          <a:custGeom>
            <a:rect b="b" l="l" r="r" t="t"/>
            <a:pathLst>
              <a:path extrusionOk="0" h="14128" w="59976">
                <a:moveTo>
                  <a:pt x="54812" y="0"/>
                </a:moveTo>
                <a:lnTo>
                  <a:pt x="54411" y="15"/>
                </a:lnTo>
                <a:lnTo>
                  <a:pt x="54010" y="46"/>
                </a:lnTo>
                <a:lnTo>
                  <a:pt x="53609" y="85"/>
                </a:lnTo>
                <a:lnTo>
                  <a:pt x="53234" y="139"/>
                </a:lnTo>
                <a:lnTo>
                  <a:pt x="52860" y="216"/>
                </a:lnTo>
                <a:lnTo>
                  <a:pt x="52485" y="301"/>
                </a:lnTo>
                <a:lnTo>
                  <a:pt x="52111" y="401"/>
                </a:lnTo>
                <a:lnTo>
                  <a:pt x="50800" y="818"/>
                </a:lnTo>
                <a:lnTo>
                  <a:pt x="49462" y="1220"/>
                </a:lnTo>
                <a:lnTo>
                  <a:pt x="48125" y="1621"/>
                </a:lnTo>
                <a:lnTo>
                  <a:pt x="46787" y="2007"/>
                </a:lnTo>
                <a:lnTo>
                  <a:pt x="45423" y="2393"/>
                </a:lnTo>
                <a:lnTo>
                  <a:pt x="44059" y="2771"/>
                </a:lnTo>
                <a:lnTo>
                  <a:pt x="42694" y="3134"/>
                </a:lnTo>
                <a:lnTo>
                  <a:pt x="41303" y="3497"/>
                </a:lnTo>
                <a:lnTo>
                  <a:pt x="39912" y="3852"/>
                </a:lnTo>
                <a:lnTo>
                  <a:pt x="38521" y="4207"/>
                </a:lnTo>
                <a:lnTo>
                  <a:pt x="37103" y="4547"/>
                </a:lnTo>
                <a:lnTo>
                  <a:pt x="35686" y="4879"/>
                </a:lnTo>
                <a:lnTo>
                  <a:pt x="34241" y="5211"/>
                </a:lnTo>
                <a:lnTo>
                  <a:pt x="32797" y="5535"/>
                </a:lnTo>
                <a:lnTo>
                  <a:pt x="31325" y="5852"/>
                </a:lnTo>
                <a:lnTo>
                  <a:pt x="29854" y="6160"/>
                </a:lnTo>
                <a:lnTo>
                  <a:pt x="28356" y="6469"/>
                </a:lnTo>
                <a:lnTo>
                  <a:pt x="26831" y="6770"/>
                </a:lnTo>
                <a:lnTo>
                  <a:pt x="25306" y="7064"/>
                </a:lnTo>
                <a:lnTo>
                  <a:pt x="23782" y="7349"/>
                </a:lnTo>
                <a:lnTo>
                  <a:pt x="22230" y="7635"/>
                </a:lnTo>
                <a:lnTo>
                  <a:pt x="20652" y="7913"/>
                </a:lnTo>
                <a:lnTo>
                  <a:pt x="19047" y="8183"/>
                </a:lnTo>
                <a:lnTo>
                  <a:pt x="17442" y="8453"/>
                </a:lnTo>
                <a:lnTo>
                  <a:pt x="15810" y="8716"/>
                </a:lnTo>
                <a:lnTo>
                  <a:pt x="14151" y="8971"/>
                </a:lnTo>
                <a:lnTo>
                  <a:pt x="12493" y="9225"/>
                </a:lnTo>
                <a:lnTo>
                  <a:pt x="10808" y="9472"/>
                </a:lnTo>
                <a:lnTo>
                  <a:pt x="9096" y="9712"/>
                </a:lnTo>
                <a:lnTo>
                  <a:pt x="7357" y="9951"/>
                </a:lnTo>
                <a:lnTo>
                  <a:pt x="5618" y="10183"/>
                </a:lnTo>
                <a:lnTo>
                  <a:pt x="3826" y="10414"/>
                </a:lnTo>
                <a:lnTo>
                  <a:pt x="3451" y="10468"/>
                </a:lnTo>
                <a:lnTo>
                  <a:pt x="3103" y="10522"/>
                </a:lnTo>
                <a:lnTo>
                  <a:pt x="2756" y="10576"/>
                </a:lnTo>
                <a:lnTo>
                  <a:pt x="2461" y="10638"/>
                </a:lnTo>
                <a:lnTo>
                  <a:pt x="2167" y="10700"/>
                </a:lnTo>
                <a:lnTo>
                  <a:pt x="1873" y="10769"/>
                </a:lnTo>
                <a:lnTo>
                  <a:pt x="1632" y="10839"/>
                </a:lnTo>
                <a:lnTo>
                  <a:pt x="1391" y="10908"/>
                </a:lnTo>
                <a:lnTo>
                  <a:pt x="1177" y="10985"/>
                </a:lnTo>
                <a:lnTo>
                  <a:pt x="990" y="11055"/>
                </a:lnTo>
                <a:lnTo>
                  <a:pt x="803" y="11132"/>
                </a:lnTo>
                <a:lnTo>
                  <a:pt x="642" y="11217"/>
                </a:lnTo>
                <a:lnTo>
                  <a:pt x="509" y="11294"/>
                </a:lnTo>
                <a:lnTo>
                  <a:pt x="375" y="11379"/>
                </a:lnTo>
                <a:lnTo>
                  <a:pt x="268" y="11464"/>
                </a:lnTo>
                <a:lnTo>
                  <a:pt x="188" y="11549"/>
                </a:lnTo>
                <a:lnTo>
                  <a:pt x="107" y="11634"/>
                </a:lnTo>
                <a:lnTo>
                  <a:pt x="54" y="11719"/>
                </a:lnTo>
                <a:lnTo>
                  <a:pt x="27" y="11804"/>
                </a:lnTo>
                <a:lnTo>
                  <a:pt x="0" y="11896"/>
                </a:lnTo>
                <a:lnTo>
                  <a:pt x="0" y="12074"/>
                </a:lnTo>
                <a:lnTo>
                  <a:pt x="54" y="12251"/>
                </a:lnTo>
                <a:lnTo>
                  <a:pt x="161" y="12421"/>
                </a:lnTo>
                <a:lnTo>
                  <a:pt x="321" y="12599"/>
                </a:lnTo>
                <a:lnTo>
                  <a:pt x="562" y="12769"/>
                </a:lnTo>
                <a:lnTo>
                  <a:pt x="830" y="12939"/>
                </a:lnTo>
                <a:lnTo>
                  <a:pt x="1151" y="13093"/>
                </a:lnTo>
                <a:lnTo>
                  <a:pt x="1525" y="13247"/>
                </a:lnTo>
                <a:lnTo>
                  <a:pt x="1926" y="13394"/>
                </a:lnTo>
                <a:lnTo>
                  <a:pt x="2381" y="13533"/>
                </a:lnTo>
                <a:lnTo>
                  <a:pt x="2863" y="13657"/>
                </a:lnTo>
                <a:lnTo>
                  <a:pt x="3398" y="13772"/>
                </a:lnTo>
                <a:lnTo>
                  <a:pt x="3959" y="13865"/>
                </a:lnTo>
                <a:lnTo>
                  <a:pt x="4548" y="13958"/>
                </a:lnTo>
                <a:lnTo>
                  <a:pt x="5163" y="14027"/>
                </a:lnTo>
                <a:lnTo>
                  <a:pt x="5484" y="14050"/>
                </a:lnTo>
                <a:lnTo>
                  <a:pt x="5832" y="14073"/>
                </a:lnTo>
                <a:lnTo>
                  <a:pt x="6153" y="14097"/>
                </a:lnTo>
                <a:lnTo>
                  <a:pt x="6501" y="14112"/>
                </a:lnTo>
                <a:lnTo>
                  <a:pt x="6848" y="14120"/>
                </a:lnTo>
                <a:lnTo>
                  <a:pt x="7196" y="14127"/>
                </a:lnTo>
                <a:lnTo>
                  <a:pt x="7544" y="14127"/>
                </a:lnTo>
                <a:lnTo>
                  <a:pt x="7892" y="14120"/>
                </a:lnTo>
                <a:lnTo>
                  <a:pt x="8266" y="14112"/>
                </a:lnTo>
                <a:lnTo>
                  <a:pt x="8641" y="14097"/>
                </a:lnTo>
                <a:lnTo>
                  <a:pt x="9015" y="14073"/>
                </a:lnTo>
                <a:lnTo>
                  <a:pt x="9390" y="14043"/>
                </a:lnTo>
                <a:lnTo>
                  <a:pt x="9764" y="14012"/>
                </a:lnTo>
                <a:lnTo>
                  <a:pt x="10139" y="13973"/>
                </a:lnTo>
                <a:lnTo>
                  <a:pt x="11985" y="13757"/>
                </a:lnTo>
                <a:lnTo>
                  <a:pt x="13830" y="13525"/>
                </a:lnTo>
                <a:lnTo>
                  <a:pt x="15649" y="13286"/>
                </a:lnTo>
                <a:lnTo>
                  <a:pt x="17468" y="13039"/>
                </a:lnTo>
                <a:lnTo>
                  <a:pt x="19261" y="12769"/>
                </a:lnTo>
                <a:lnTo>
                  <a:pt x="21053" y="12499"/>
                </a:lnTo>
                <a:lnTo>
                  <a:pt x="22819" y="12213"/>
                </a:lnTo>
                <a:lnTo>
                  <a:pt x="24584" y="11912"/>
                </a:lnTo>
                <a:lnTo>
                  <a:pt x="26323" y="11611"/>
                </a:lnTo>
                <a:lnTo>
                  <a:pt x="28035" y="11294"/>
                </a:lnTo>
                <a:lnTo>
                  <a:pt x="29720" y="10962"/>
                </a:lnTo>
                <a:lnTo>
                  <a:pt x="31406" y="10630"/>
                </a:lnTo>
                <a:lnTo>
                  <a:pt x="33064" y="10283"/>
                </a:lnTo>
                <a:lnTo>
                  <a:pt x="34696" y="9928"/>
                </a:lnTo>
                <a:lnTo>
                  <a:pt x="36301" y="9557"/>
                </a:lnTo>
                <a:lnTo>
                  <a:pt x="37906" y="9187"/>
                </a:lnTo>
                <a:lnTo>
                  <a:pt x="39457" y="8801"/>
                </a:lnTo>
                <a:lnTo>
                  <a:pt x="41009" y="8415"/>
                </a:lnTo>
                <a:lnTo>
                  <a:pt x="42507" y="8013"/>
                </a:lnTo>
                <a:lnTo>
                  <a:pt x="43978" y="7604"/>
                </a:lnTo>
                <a:lnTo>
                  <a:pt x="45450" y="7187"/>
                </a:lnTo>
                <a:lnTo>
                  <a:pt x="46867" y="6770"/>
                </a:lnTo>
                <a:lnTo>
                  <a:pt x="48258" y="6338"/>
                </a:lnTo>
                <a:lnTo>
                  <a:pt x="49623" y="5898"/>
                </a:lnTo>
                <a:lnTo>
                  <a:pt x="50960" y="5458"/>
                </a:lnTo>
                <a:lnTo>
                  <a:pt x="52244" y="5010"/>
                </a:lnTo>
                <a:lnTo>
                  <a:pt x="53502" y="4555"/>
                </a:lnTo>
                <a:lnTo>
                  <a:pt x="54732" y="4092"/>
                </a:lnTo>
                <a:lnTo>
                  <a:pt x="55936" y="3621"/>
                </a:lnTo>
                <a:lnTo>
                  <a:pt x="57086" y="3150"/>
                </a:lnTo>
                <a:lnTo>
                  <a:pt x="58210" y="2671"/>
                </a:lnTo>
                <a:lnTo>
                  <a:pt x="59280" y="2185"/>
                </a:lnTo>
                <a:lnTo>
                  <a:pt x="59520" y="2061"/>
                </a:lnTo>
                <a:lnTo>
                  <a:pt x="59681" y="1945"/>
                </a:lnTo>
                <a:lnTo>
                  <a:pt x="59815" y="1822"/>
                </a:lnTo>
                <a:lnTo>
                  <a:pt x="59922" y="1698"/>
                </a:lnTo>
                <a:lnTo>
                  <a:pt x="59948" y="1567"/>
                </a:lnTo>
                <a:lnTo>
                  <a:pt x="59975" y="1444"/>
                </a:lnTo>
                <a:lnTo>
                  <a:pt x="59922" y="1328"/>
                </a:lnTo>
                <a:lnTo>
                  <a:pt x="59841" y="1204"/>
                </a:lnTo>
                <a:lnTo>
                  <a:pt x="59734" y="1089"/>
                </a:lnTo>
                <a:lnTo>
                  <a:pt x="59601" y="973"/>
                </a:lnTo>
                <a:lnTo>
                  <a:pt x="59413" y="857"/>
                </a:lnTo>
                <a:lnTo>
                  <a:pt x="59226" y="749"/>
                </a:lnTo>
                <a:lnTo>
                  <a:pt x="58985" y="648"/>
                </a:lnTo>
                <a:lnTo>
                  <a:pt x="58718" y="548"/>
                </a:lnTo>
                <a:lnTo>
                  <a:pt x="58450" y="455"/>
                </a:lnTo>
                <a:lnTo>
                  <a:pt x="58156" y="371"/>
                </a:lnTo>
                <a:lnTo>
                  <a:pt x="57835" y="293"/>
                </a:lnTo>
                <a:lnTo>
                  <a:pt x="57487" y="224"/>
                </a:lnTo>
                <a:lnTo>
                  <a:pt x="57140" y="162"/>
                </a:lnTo>
                <a:lnTo>
                  <a:pt x="56765" y="108"/>
                </a:lnTo>
                <a:lnTo>
                  <a:pt x="56391" y="69"/>
                </a:lnTo>
                <a:lnTo>
                  <a:pt x="55989" y="31"/>
                </a:lnTo>
                <a:lnTo>
                  <a:pt x="55615" y="8"/>
                </a:lnTo>
                <a:lnTo>
                  <a:pt x="5521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rot="-6783967">
            <a:off x="772058" y="4444936"/>
            <a:ext cx="128525" cy="48538"/>
          </a:xfrm>
          <a:custGeom>
            <a:rect b="b" l="l" r="r" t="t"/>
            <a:pathLst>
              <a:path extrusionOk="0" h="5575" w="45263">
                <a:moveTo>
                  <a:pt x="43256" y="1"/>
                </a:moveTo>
                <a:lnTo>
                  <a:pt x="43069" y="8"/>
                </a:lnTo>
                <a:lnTo>
                  <a:pt x="42855" y="16"/>
                </a:lnTo>
                <a:lnTo>
                  <a:pt x="40340" y="186"/>
                </a:lnTo>
                <a:lnTo>
                  <a:pt x="37852" y="333"/>
                </a:lnTo>
                <a:lnTo>
                  <a:pt x="35338" y="479"/>
                </a:lnTo>
                <a:lnTo>
                  <a:pt x="32823" y="611"/>
                </a:lnTo>
                <a:lnTo>
                  <a:pt x="30335" y="734"/>
                </a:lnTo>
                <a:lnTo>
                  <a:pt x="27794" y="850"/>
                </a:lnTo>
                <a:lnTo>
                  <a:pt x="22738" y="1081"/>
                </a:lnTo>
                <a:lnTo>
                  <a:pt x="21508" y="1135"/>
                </a:lnTo>
                <a:lnTo>
                  <a:pt x="20277" y="1182"/>
                </a:lnTo>
                <a:lnTo>
                  <a:pt x="17843" y="1274"/>
                </a:lnTo>
                <a:lnTo>
                  <a:pt x="15382" y="1359"/>
                </a:lnTo>
                <a:lnTo>
                  <a:pt x="12947" y="1452"/>
                </a:lnTo>
                <a:lnTo>
                  <a:pt x="11717" y="1514"/>
                </a:lnTo>
                <a:lnTo>
                  <a:pt x="10513" y="1575"/>
                </a:lnTo>
                <a:lnTo>
                  <a:pt x="9309" y="1645"/>
                </a:lnTo>
                <a:lnTo>
                  <a:pt x="8132" y="1722"/>
                </a:lnTo>
                <a:lnTo>
                  <a:pt x="6929" y="1815"/>
                </a:lnTo>
                <a:lnTo>
                  <a:pt x="5751" y="1915"/>
                </a:lnTo>
                <a:lnTo>
                  <a:pt x="4601" y="2031"/>
                </a:lnTo>
                <a:lnTo>
                  <a:pt x="3451" y="2154"/>
                </a:lnTo>
                <a:lnTo>
                  <a:pt x="3130" y="2201"/>
                </a:lnTo>
                <a:lnTo>
                  <a:pt x="2836" y="2239"/>
                </a:lnTo>
                <a:lnTo>
                  <a:pt x="2568" y="2286"/>
                </a:lnTo>
                <a:lnTo>
                  <a:pt x="2301" y="2332"/>
                </a:lnTo>
                <a:lnTo>
                  <a:pt x="2060" y="2386"/>
                </a:lnTo>
                <a:lnTo>
                  <a:pt x="1819" y="2440"/>
                </a:lnTo>
                <a:lnTo>
                  <a:pt x="1391" y="2548"/>
                </a:lnTo>
                <a:lnTo>
                  <a:pt x="1043" y="2672"/>
                </a:lnTo>
                <a:lnTo>
                  <a:pt x="722" y="2803"/>
                </a:lnTo>
                <a:lnTo>
                  <a:pt x="482" y="2942"/>
                </a:lnTo>
                <a:lnTo>
                  <a:pt x="294" y="3081"/>
                </a:lnTo>
                <a:lnTo>
                  <a:pt x="134" y="3228"/>
                </a:lnTo>
                <a:lnTo>
                  <a:pt x="54" y="3374"/>
                </a:lnTo>
                <a:lnTo>
                  <a:pt x="0" y="3529"/>
                </a:lnTo>
                <a:lnTo>
                  <a:pt x="0" y="3683"/>
                </a:lnTo>
                <a:lnTo>
                  <a:pt x="54" y="3837"/>
                </a:lnTo>
                <a:lnTo>
                  <a:pt x="134" y="3992"/>
                </a:lnTo>
                <a:lnTo>
                  <a:pt x="294" y="4146"/>
                </a:lnTo>
                <a:lnTo>
                  <a:pt x="455" y="4293"/>
                </a:lnTo>
                <a:lnTo>
                  <a:pt x="669" y="4440"/>
                </a:lnTo>
                <a:lnTo>
                  <a:pt x="936" y="4586"/>
                </a:lnTo>
                <a:lnTo>
                  <a:pt x="1231" y="4717"/>
                </a:lnTo>
                <a:lnTo>
                  <a:pt x="1552" y="4849"/>
                </a:lnTo>
                <a:lnTo>
                  <a:pt x="1899" y="4972"/>
                </a:lnTo>
                <a:lnTo>
                  <a:pt x="2301" y="5088"/>
                </a:lnTo>
                <a:lnTo>
                  <a:pt x="2729" y="5196"/>
                </a:lnTo>
                <a:lnTo>
                  <a:pt x="3183" y="5289"/>
                </a:lnTo>
                <a:lnTo>
                  <a:pt x="3665" y="5374"/>
                </a:lnTo>
                <a:lnTo>
                  <a:pt x="4173" y="5443"/>
                </a:lnTo>
                <a:lnTo>
                  <a:pt x="4708" y="5497"/>
                </a:lnTo>
                <a:lnTo>
                  <a:pt x="5243" y="5544"/>
                </a:lnTo>
                <a:lnTo>
                  <a:pt x="5832" y="5567"/>
                </a:lnTo>
                <a:lnTo>
                  <a:pt x="6420" y="5574"/>
                </a:lnTo>
                <a:lnTo>
                  <a:pt x="7036" y="5567"/>
                </a:lnTo>
                <a:lnTo>
                  <a:pt x="7651" y="5544"/>
                </a:lnTo>
                <a:lnTo>
                  <a:pt x="8855" y="5466"/>
                </a:lnTo>
                <a:lnTo>
                  <a:pt x="10005" y="5381"/>
                </a:lnTo>
                <a:lnTo>
                  <a:pt x="11182" y="5281"/>
                </a:lnTo>
                <a:lnTo>
                  <a:pt x="12305" y="5165"/>
                </a:lnTo>
                <a:lnTo>
                  <a:pt x="13456" y="5034"/>
                </a:lnTo>
                <a:lnTo>
                  <a:pt x="14579" y="4903"/>
                </a:lnTo>
                <a:lnTo>
                  <a:pt x="15703" y="4756"/>
                </a:lnTo>
                <a:lnTo>
                  <a:pt x="16799" y="4609"/>
                </a:lnTo>
                <a:lnTo>
                  <a:pt x="19020" y="4293"/>
                </a:lnTo>
                <a:lnTo>
                  <a:pt x="21187" y="3976"/>
                </a:lnTo>
                <a:lnTo>
                  <a:pt x="23380" y="3660"/>
                </a:lnTo>
                <a:lnTo>
                  <a:pt x="24477" y="3505"/>
                </a:lnTo>
                <a:lnTo>
                  <a:pt x="25574" y="3359"/>
                </a:lnTo>
                <a:lnTo>
                  <a:pt x="30202" y="2757"/>
                </a:lnTo>
                <a:lnTo>
                  <a:pt x="32502" y="2456"/>
                </a:lnTo>
                <a:lnTo>
                  <a:pt x="34803" y="2162"/>
                </a:lnTo>
                <a:lnTo>
                  <a:pt x="37103" y="1884"/>
                </a:lnTo>
                <a:lnTo>
                  <a:pt x="39431" y="1606"/>
                </a:lnTo>
                <a:lnTo>
                  <a:pt x="41811" y="1336"/>
                </a:lnTo>
                <a:lnTo>
                  <a:pt x="44192" y="1081"/>
                </a:lnTo>
                <a:lnTo>
                  <a:pt x="44379" y="1058"/>
                </a:lnTo>
                <a:lnTo>
                  <a:pt x="44540" y="1035"/>
                </a:lnTo>
                <a:lnTo>
                  <a:pt x="44700" y="1004"/>
                </a:lnTo>
                <a:lnTo>
                  <a:pt x="44834" y="966"/>
                </a:lnTo>
                <a:lnTo>
                  <a:pt x="44941" y="927"/>
                </a:lnTo>
                <a:lnTo>
                  <a:pt x="45048" y="888"/>
                </a:lnTo>
                <a:lnTo>
                  <a:pt x="45128" y="842"/>
                </a:lnTo>
                <a:lnTo>
                  <a:pt x="45182" y="804"/>
                </a:lnTo>
                <a:lnTo>
                  <a:pt x="45235" y="757"/>
                </a:lnTo>
                <a:lnTo>
                  <a:pt x="45262" y="703"/>
                </a:lnTo>
                <a:lnTo>
                  <a:pt x="45262" y="611"/>
                </a:lnTo>
                <a:lnTo>
                  <a:pt x="45235" y="510"/>
                </a:lnTo>
                <a:lnTo>
                  <a:pt x="45128" y="410"/>
                </a:lnTo>
                <a:lnTo>
                  <a:pt x="44968" y="317"/>
                </a:lnTo>
                <a:lnTo>
                  <a:pt x="44781" y="232"/>
                </a:lnTo>
                <a:lnTo>
                  <a:pt x="44540" y="155"/>
                </a:lnTo>
                <a:lnTo>
                  <a:pt x="44272" y="86"/>
                </a:lnTo>
                <a:lnTo>
                  <a:pt x="44112" y="62"/>
                </a:lnTo>
                <a:lnTo>
                  <a:pt x="43951" y="39"/>
                </a:lnTo>
                <a:lnTo>
                  <a:pt x="43791" y="24"/>
                </a:lnTo>
                <a:lnTo>
                  <a:pt x="43630" y="8"/>
                </a:lnTo>
                <a:lnTo>
                  <a:pt x="4344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rot="-6786642">
            <a:off x="913877" y="4647062"/>
            <a:ext cx="137659" cy="65008"/>
          </a:xfrm>
          <a:custGeom>
            <a:rect b="b" l="l" r="r" t="t"/>
            <a:pathLst>
              <a:path extrusionOk="0" h="6602" w="42883">
                <a:moveTo>
                  <a:pt x="38228" y="1"/>
                </a:moveTo>
                <a:lnTo>
                  <a:pt x="37746" y="8"/>
                </a:lnTo>
                <a:lnTo>
                  <a:pt x="37238" y="24"/>
                </a:lnTo>
                <a:lnTo>
                  <a:pt x="36703" y="55"/>
                </a:lnTo>
                <a:lnTo>
                  <a:pt x="28357" y="734"/>
                </a:lnTo>
                <a:lnTo>
                  <a:pt x="24184" y="1074"/>
                </a:lnTo>
                <a:lnTo>
                  <a:pt x="19984" y="1429"/>
                </a:lnTo>
                <a:lnTo>
                  <a:pt x="15837" y="1792"/>
                </a:lnTo>
                <a:lnTo>
                  <a:pt x="13751" y="1977"/>
                </a:lnTo>
                <a:lnTo>
                  <a:pt x="11691" y="2170"/>
                </a:lnTo>
                <a:lnTo>
                  <a:pt x="9631" y="2371"/>
                </a:lnTo>
                <a:lnTo>
                  <a:pt x="7571" y="2571"/>
                </a:lnTo>
                <a:lnTo>
                  <a:pt x="5538" y="2780"/>
                </a:lnTo>
                <a:lnTo>
                  <a:pt x="3505" y="2996"/>
                </a:lnTo>
                <a:lnTo>
                  <a:pt x="3184" y="3035"/>
                </a:lnTo>
                <a:lnTo>
                  <a:pt x="2890" y="3073"/>
                </a:lnTo>
                <a:lnTo>
                  <a:pt x="2596" y="3119"/>
                </a:lnTo>
                <a:lnTo>
                  <a:pt x="2328" y="3166"/>
                </a:lnTo>
                <a:lnTo>
                  <a:pt x="2087" y="3220"/>
                </a:lnTo>
                <a:lnTo>
                  <a:pt x="1847" y="3274"/>
                </a:lnTo>
                <a:lnTo>
                  <a:pt x="1633" y="3328"/>
                </a:lnTo>
                <a:lnTo>
                  <a:pt x="1419" y="3390"/>
                </a:lnTo>
                <a:lnTo>
                  <a:pt x="1231" y="3451"/>
                </a:lnTo>
                <a:lnTo>
                  <a:pt x="1044" y="3521"/>
                </a:lnTo>
                <a:lnTo>
                  <a:pt x="884" y="3590"/>
                </a:lnTo>
                <a:lnTo>
                  <a:pt x="750" y="3660"/>
                </a:lnTo>
                <a:lnTo>
                  <a:pt x="482" y="3806"/>
                </a:lnTo>
                <a:lnTo>
                  <a:pt x="295" y="3953"/>
                </a:lnTo>
                <a:lnTo>
                  <a:pt x="135" y="4115"/>
                </a:lnTo>
                <a:lnTo>
                  <a:pt x="54" y="4277"/>
                </a:lnTo>
                <a:lnTo>
                  <a:pt x="1" y="4447"/>
                </a:lnTo>
                <a:lnTo>
                  <a:pt x="1" y="4617"/>
                </a:lnTo>
                <a:lnTo>
                  <a:pt x="54" y="4787"/>
                </a:lnTo>
                <a:lnTo>
                  <a:pt x="135" y="4957"/>
                </a:lnTo>
                <a:lnTo>
                  <a:pt x="295" y="5127"/>
                </a:lnTo>
                <a:lnTo>
                  <a:pt x="456" y="5289"/>
                </a:lnTo>
                <a:lnTo>
                  <a:pt x="696" y="5451"/>
                </a:lnTo>
                <a:lnTo>
                  <a:pt x="937" y="5605"/>
                </a:lnTo>
                <a:lnTo>
                  <a:pt x="1231" y="5752"/>
                </a:lnTo>
                <a:lnTo>
                  <a:pt x="1579" y="5891"/>
                </a:lnTo>
                <a:lnTo>
                  <a:pt x="1954" y="6030"/>
                </a:lnTo>
                <a:lnTo>
                  <a:pt x="2355" y="6146"/>
                </a:lnTo>
                <a:lnTo>
                  <a:pt x="2783" y="6261"/>
                </a:lnTo>
                <a:lnTo>
                  <a:pt x="3238" y="6354"/>
                </a:lnTo>
                <a:lnTo>
                  <a:pt x="3746" y="6439"/>
                </a:lnTo>
                <a:lnTo>
                  <a:pt x="4254" y="6508"/>
                </a:lnTo>
                <a:lnTo>
                  <a:pt x="4549" y="6532"/>
                </a:lnTo>
                <a:lnTo>
                  <a:pt x="4816" y="6555"/>
                </a:lnTo>
                <a:lnTo>
                  <a:pt x="5084" y="6578"/>
                </a:lnTo>
                <a:lnTo>
                  <a:pt x="5378" y="6586"/>
                </a:lnTo>
                <a:lnTo>
                  <a:pt x="5672" y="6601"/>
                </a:lnTo>
                <a:lnTo>
                  <a:pt x="6287" y="6601"/>
                </a:lnTo>
                <a:lnTo>
                  <a:pt x="6582" y="6593"/>
                </a:lnTo>
                <a:lnTo>
                  <a:pt x="6903" y="6586"/>
                </a:lnTo>
                <a:lnTo>
                  <a:pt x="7224" y="6570"/>
                </a:lnTo>
                <a:lnTo>
                  <a:pt x="7545" y="6547"/>
                </a:lnTo>
                <a:lnTo>
                  <a:pt x="7892" y="6516"/>
                </a:lnTo>
                <a:lnTo>
                  <a:pt x="9925" y="6323"/>
                </a:lnTo>
                <a:lnTo>
                  <a:pt x="11985" y="6115"/>
                </a:lnTo>
                <a:lnTo>
                  <a:pt x="14018" y="5906"/>
                </a:lnTo>
                <a:lnTo>
                  <a:pt x="16051" y="5682"/>
                </a:lnTo>
                <a:lnTo>
                  <a:pt x="18084" y="5459"/>
                </a:lnTo>
                <a:lnTo>
                  <a:pt x="20117" y="5235"/>
                </a:lnTo>
                <a:lnTo>
                  <a:pt x="24130" y="4764"/>
                </a:lnTo>
                <a:lnTo>
                  <a:pt x="28169" y="4285"/>
                </a:lnTo>
                <a:lnTo>
                  <a:pt x="32182" y="3791"/>
                </a:lnTo>
                <a:lnTo>
                  <a:pt x="40154" y="2811"/>
                </a:lnTo>
                <a:lnTo>
                  <a:pt x="40635" y="2749"/>
                </a:lnTo>
                <a:lnTo>
                  <a:pt x="41063" y="2672"/>
                </a:lnTo>
                <a:lnTo>
                  <a:pt x="41438" y="2587"/>
                </a:lnTo>
                <a:lnTo>
                  <a:pt x="41759" y="2494"/>
                </a:lnTo>
                <a:lnTo>
                  <a:pt x="42053" y="2386"/>
                </a:lnTo>
                <a:lnTo>
                  <a:pt x="42294" y="2278"/>
                </a:lnTo>
                <a:lnTo>
                  <a:pt x="42481" y="2162"/>
                </a:lnTo>
                <a:lnTo>
                  <a:pt x="42641" y="2046"/>
                </a:lnTo>
                <a:lnTo>
                  <a:pt x="42775" y="1923"/>
                </a:lnTo>
                <a:lnTo>
                  <a:pt x="42829" y="1792"/>
                </a:lnTo>
                <a:lnTo>
                  <a:pt x="42882" y="1668"/>
                </a:lnTo>
                <a:lnTo>
                  <a:pt x="42882" y="1537"/>
                </a:lnTo>
                <a:lnTo>
                  <a:pt x="42855" y="1406"/>
                </a:lnTo>
                <a:lnTo>
                  <a:pt x="42775" y="1274"/>
                </a:lnTo>
                <a:lnTo>
                  <a:pt x="42668" y="1143"/>
                </a:lnTo>
                <a:lnTo>
                  <a:pt x="42534" y="1020"/>
                </a:lnTo>
                <a:lnTo>
                  <a:pt x="42347" y="896"/>
                </a:lnTo>
                <a:lnTo>
                  <a:pt x="42160" y="780"/>
                </a:lnTo>
                <a:lnTo>
                  <a:pt x="41919" y="664"/>
                </a:lnTo>
                <a:lnTo>
                  <a:pt x="41678" y="556"/>
                </a:lnTo>
                <a:lnTo>
                  <a:pt x="41384" y="456"/>
                </a:lnTo>
                <a:lnTo>
                  <a:pt x="41063" y="363"/>
                </a:lnTo>
                <a:lnTo>
                  <a:pt x="40715" y="279"/>
                </a:lnTo>
                <a:lnTo>
                  <a:pt x="40368" y="201"/>
                </a:lnTo>
                <a:lnTo>
                  <a:pt x="39966" y="140"/>
                </a:lnTo>
                <a:lnTo>
                  <a:pt x="39565" y="86"/>
                </a:lnTo>
                <a:lnTo>
                  <a:pt x="39137" y="47"/>
                </a:lnTo>
                <a:lnTo>
                  <a:pt x="38682" y="16"/>
                </a:lnTo>
                <a:lnTo>
                  <a:pt x="3822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sp>
        <p:nvSpPr>
          <p:cNvPr id="102" name="Google Shape;102;p6"/>
          <p:cNvSpPr/>
          <p:nvPr/>
        </p:nvSpPr>
        <p:spPr>
          <a:xfrm rot="5626613">
            <a:off x="8122242" y="347617"/>
            <a:ext cx="603532" cy="496238"/>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rot="-5400000">
            <a:off x="1012007" y="-109233"/>
            <a:ext cx="409756" cy="628246"/>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04" name="Google Shape;104;p6"/>
          <p:cNvSpPr/>
          <p:nvPr/>
        </p:nvSpPr>
        <p:spPr>
          <a:xfrm flipH="1" rot="10800000">
            <a:off x="7533909" y="752764"/>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rot="-2700000">
            <a:off x="444648" y="567032"/>
            <a:ext cx="356650" cy="676505"/>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rot="5628844">
            <a:off x="112915" y="4687621"/>
            <a:ext cx="368923" cy="303574"/>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rot="654613">
            <a:off x="8540636" y="4551715"/>
            <a:ext cx="478283" cy="440461"/>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7728963" y="4868364"/>
            <a:ext cx="259403" cy="23134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2"/>
        </a:solidFill>
      </p:bgPr>
    </p:bg>
    <p:spTree>
      <p:nvGrpSpPr>
        <p:cNvPr id="110" name="Shape 110"/>
        <p:cNvGrpSpPr/>
        <p:nvPr/>
      </p:nvGrpSpPr>
      <p:grpSpPr>
        <a:xfrm>
          <a:off x="0" y="0"/>
          <a:ext cx="0" cy="0"/>
          <a:chOff x="0" y="0"/>
          <a:chExt cx="0" cy="0"/>
        </a:xfrm>
      </p:grpSpPr>
      <p:sp>
        <p:nvSpPr>
          <p:cNvPr id="111" name="Google Shape;111;p7"/>
          <p:cNvSpPr txBox="1"/>
          <p:nvPr>
            <p:ph type="title"/>
          </p:nvPr>
        </p:nvSpPr>
        <p:spPr>
          <a:xfrm>
            <a:off x="720000" y="1619550"/>
            <a:ext cx="3866100" cy="895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42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2" name="Google Shape;112;p7"/>
          <p:cNvSpPr txBox="1"/>
          <p:nvPr>
            <p:ph idx="1" type="subTitle"/>
          </p:nvPr>
        </p:nvSpPr>
        <p:spPr>
          <a:xfrm>
            <a:off x="720000" y="2515050"/>
            <a:ext cx="4423500" cy="128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3" name="Google Shape;113;p7"/>
          <p:cNvSpPr/>
          <p:nvPr/>
        </p:nvSpPr>
        <p:spPr>
          <a:xfrm rot="10800000">
            <a:off x="8062004" y="4754223"/>
            <a:ext cx="1289220" cy="570377"/>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rot="-6946894">
            <a:off x="752787" y="714844"/>
            <a:ext cx="642085" cy="52779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rot="10800000">
            <a:off x="8371250" y="310163"/>
            <a:ext cx="472527" cy="459660"/>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rot="-1918652">
            <a:off x="8700205" y="2032193"/>
            <a:ext cx="355214" cy="326954"/>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rot="5400000">
            <a:off x="4794141" y="4730628"/>
            <a:ext cx="381508" cy="477377"/>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rot="10800000">
            <a:off x="1754427" y="387289"/>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
          <p:cNvSpPr/>
          <p:nvPr/>
        </p:nvSpPr>
        <p:spPr>
          <a:xfrm rot="10800000">
            <a:off x="8725813" y="1040919"/>
            <a:ext cx="303979" cy="242305"/>
          </a:xfrm>
          <a:custGeom>
            <a:rect b="b" l="l" r="r" t="t"/>
            <a:pathLst>
              <a:path extrusionOk="0" h="24164" w="92960">
                <a:moveTo>
                  <a:pt x="50479" y="1"/>
                </a:moveTo>
                <a:lnTo>
                  <a:pt x="50051" y="8"/>
                </a:lnTo>
                <a:lnTo>
                  <a:pt x="49623" y="24"/>
                </a:lnTo>
                <a:lnTo>
                  <a:pt x="49195" y="39"/>
                </a:lnTo>
                <a:lnTo>
                  <a:pt x="48767" y="62"/>
                </a:lnTo>
                <a:lnTo>
                  <a:pt x="48366" y="85"/>
                </a:lnTo>
                <a:lnTo>
                  <a:pt x="47938" y="116"/>
                </a:lnTo>
                <a:lnTo>
                  <a:pt x="47537" y="155"/>
                </a:lnTo>
                <a:lnTo>
                  <a:pt x="47135" y="194"/>
                </a:lnTo>
                <a:lnTo>
                  <a:pt x="46761" y="240"/>
                </a:lnTo>
                <a:lnTo>
                  <a:pt x="46386" y="286"/>
                </a:lnTo>
                <a:lnTo>
                  <a:pt x="46012" y="340"/>
                </a:lnTo>
                <a:lnTo>
                  <a:pt x="45637" y="402"/>
                </a:lnTo>
                <a:lnTo>
                  <a:pt x="45316" y="471"/>
                </a:lnTo>
                <a:lnTo>
                  <a:pt x="44969" y="533"/>
                </a:lnTo>
                <a:lnTo>
                  <a:pt x="44648" y="610"/>
                </a:lnTo>
                <a:lnTo>
                  <a:pt x="44353" y="688"/>
                </a:lnTo>
                <a:lnTo>
                  <a:pt x="44059" y="773"/>
                </a:lnTo>
                <a:lnTo>
                  <a:pt x="43792" y="857"/>
                </a:lnTo>
                <a:lnTo>
                  <a:pt x="43524" y="950"/>
                </a:lnTo>
                <a:lnTo>
                  <a:pt x="43283" y="1050"/>
                </a:lnTo>
                <a:lnTo>
                  <a:pt x="43069" y="1151"/>
                </a:lnTo>
                <a:lnTo>
                  <a:pt x="42882" y="1259"/>
                </a:lnTo>
                <a:lnTo>
                  <a:pt x="42695" y="1375"/>
                </a:lnTo>
                <a:lnTo>
                  <a:pt x="42534" y="1490"/>
                </a:lnTo>
                <a:lnTo>
                  <a:pt x="42400" y="1614"/>
                </a:lnTo>
                <a:lnTo>
                  <a:pt x="42293" y="1738"/>
                </a:lnTo>
                <a:lnTo>
                  <a:pt x="42213" y="1869"/>
                </a:lnTo>
                <a:lnTo>
                  <a:pt x="42160" y="2008"/>
                </a:lnTo>
                <a:lnTo>
                  <a:pt x="42133" y="2147"/>
                </a:lnTo>
                <a:lnTo>
                  <a:pt x="42133" y="2293"/>
                </a:lnTo>
                <a:lnTo>
                  <a:pt x="42160" y="2440"/>
                </a:lnTo>
                <a:lnTo>
                  <a:pt x="42374" y="3359"/>
                </a:lnTo>
                <a:lnTo>
                  <a:pt x="42534" y="4277"/>
                </a:lnTo>
                <a:lnTo>
                  <a:pt x="42668" y="5196"/>
                </a:lnTo>
                <a:lnTo>
                  <a:pt x="42775" y="6115"/>
                </a:lnTo>
                <a:lnTo>
                  <a:pt x="42882" y="7041"/>
                </a:lnTo>
                <a:lnTo>
                  <a:pt x="42935" y="7960"/>
                </a:lnTo>
                <a:lnTo>
                  <a:pt x="43016" y="9813"/>
                </a:lnTo>
                <a:lnTo>
                  <a:pt x="40662" y="9828"/>
                </a:lnTo>
                <a:lnTo>
                  <a:pt x="38334" y="9851"/>
                </a:lnTo>
                <a:lnTo>
                  <a:pt x="35980" y="9882"/>
                </a:lnTo>
                <a:lnTo>
                  <a:pt x="33653" y="9913"/>
                </a:lnTo>
                <a:lnTo>
                  <a:pt x="31299" y="9951"/>
                </a:lnTo>
                <a:lnTo>
                  <a:pt x="28972" y="10006"/>
                </a:lnTo>
                <a:lnTo>
                  <a:pt x="26644" y="10052"/>
                </a:lnTo>
                <a:lnTo>
                  <a:pt x="24317" y="10114"/>
                </a:lnTo>
                <a:lnTo>
                  <a:pt x="22017" y="10183"/>
                </a:lnTo>
                <a:lnTo>
                  <a:pt x="19689" y="10253"/>
                </a:lnTo>
                <a:lnTo>
                  <a:pt x="17389" y="10330"/>
                </a:lnTo>
                <a:lnTo>
                  <a:pt x="15088" y="10415"/>
                </a:lnTo>
                <a:lnTo>
                  <a:pt x="12814" y="10507"/>
                </a:lnTo>
                <a:lnTo>
                  <a:pt x="10514" y="10608"/>
                </a:lnTo>
                <a:lnTo>
                  <a:pt x="8240" y="10716"/>
                </a:lnTo>
                <a:lnTo>
                  <a:pt x="5993" y="10832"/>
                </a:lnTo>
                <a:lnTo>
                  <a:pt x="5565" y="10855"/>
                </a:lnTo>
                <a:lnTo>
                  <a:pt x="5164" y="10886"/>
                </a:lnTo>
                <a:lnTo>
                  <a:pt x="4762" y="10924"/>
                </a:lnTo>
                <a:lnTo>
                  <a:pt x="4388" y="10963"/>
                </a:lnTo>
                <a:lnTo>
                  <a:pt x="4013" y="11009"/>
                </a:lnTo>
                <a:lnTo>
                  <a:pt x="3666" y="11063"/>
                </a:lnTo>
                <a:lnTo>
                  <a:pt x="3345" y="11117"/>
                </a:lnTo>
                <a:lnTo>
                  <a:pt x="3024" y="11179"/>
                </a:lnTo>
                <a:lnTo>
                  <a:pt x="2729" y="11248"/>
                </a:lnTo>
                <a:lnTo>
                  <a:pt x="2462" y="11318"/>
                </a:lnTo>
                <a:lnTo>
                  <a:pt x="2194" y="11387"/>
                </a:lnTo>
                <a:lnTo>
                  <a:pt x="1927" y="11465"/>
                </a:lnTo>
                <a:lnTo>
                  <a:pt x="1713" y="11542"/>
                </a:lnTo>
                <a:lnTo>
                  <a:pt x="1472" y="11627"/>
                </a:lnTo>
                <a:lnTo>
                  <a:pt x="1285" y="11712"/>
                </a:lnTo>
                <a:lnTo>
                  <a:pt x="1098" y="11804"/>
                </a:lnTo>
                <a:lnTo>
                  <a:pt x="910" y="11897"/>
                </a:lnTo>
                <a:lnTo>
                  <a:pt x="750" y="11990"/>
                </a:lnTo>
                <a:lnTo>
                  <a:pt x="616" y="12082"/>
                </a:lnTo>
                <a:lnTo>
                  <a:pt x="482" y="12183"/>
                </a:lnTo>
                <a:lnTo>
                  <a:pt x="268" y="12383"/>
                </a:lnTo>
                <a:lnTo>
                  <a:pt x="135" y="12592"/>
                </a:lnTo>
                <a:lnTo>
                  <a:pt x="28" y="12808"/>
                </a:lnTo>
                <a:lnTo>
                  <a:pt x="1" y="13024"/>
                </a:lnTo>
                <a:lnTo>
                  <a:pt x="1" y="13240"/>
                </a:lnTo>
                <a:lnTo>
                  <a:pt x="81" y="13456"/>
                </a:lnTo>
                <a:lnTo>
                  <a:pt x="215" y="13672"/>
                </a:lnTo>
                <a:lnTo>
                  <a:pt x="402" y="13881"/>
                </a:lnTo>
                <a:lnTo>
                  <a:pt x="643" y="14089"/>
                </a:lnTo>
                <a:lnTo>
                  <a:pt x="910" y="14290"/>
                </a:lnTo>
                <a:lnTo>
                  <a:pt x="1258" y="14483"/>
                </a:lnTo>
                <a:lnTo>
                  <a:pt x="1659" y="14661"/>
                </a:lnTo>
                <a:lnTo>
                  <a:pt x="1873" y="14746"/>
                </a:lnTo>
                <a:lnTo>
                  <a:pt x="2087" y="14830"/>
                </a:lnTo>
                <a:lnTo>
                  <a:pt x="2328" y="14915"/>
                </a:lnTo>
                <a:lnTo>
                  <a:pt x="2596" y="14993"/>
                </a:lnTo>
                <a:lnTo>
                  <a:pt x="2863" y="15062"/>
                </a:lnTo>
                <a:lnTo>
                  <a:pt x="3131" y="15132"/>
                </a:lnTo>
                <a:lnTo>
                  <a:pt x="3425" y="15201"/>
                </a:lnTo>
                <a:lnTo>
                  <a:pt x="3719" y="15255"/>
                </a:lnTo>
                <a:lnTo>
                  <a:pt x="4040" y="15317"/>
                </a:lnTo>
                <a:lnTo>
                  <a:pt x="4361" y="15371"/>
                </a:lnTo>
                <a:lnTo>
                  <a:pt x="4682" y="15417"/>
                </a:lnTo>
                <a:lnTo>
                  <a:pt x="5030" y="15456"/>
                </a:lnTo>
                <a:lnTo>
                  <a:pt x="5404" y="15494"/>
                </a:lnTo>
                <a:lnTo>
                  <a:pt x="5752" y="15525"/>
                </a:lnTo>
                <a:lnTo>
                  <a:pt x="6153" y="15556"/>
                </a:lnTo>
                <a:lnTo>
                  <a:pt x="6528" y="15572"/>
                </a:lnTo>
                <a:lnTo>
                  <a:pt x="6956" y="15587"/>
                </a:lnTo>
                <a:lnTo>
                  <a:pt x="7357" y="15595"/>
                </a:lnTo>
                <a:lnTo>
                  <a:pt x="7785" y="15602"/>
                </a:lnTo>
                <a:lnTo>
                  <a:pt x="8213" y="15595"/>
                </a:lnTo>
                <a:lnTo>
                  <a:pt x="25842" y="15286"/>
                </a:lnTo>
                <a:lnTo>
                  <a:pt x="34589" y="15139"/>
                </a:lnTo>
                <a:lnTo>
                  <a:pt x="43337" y="15000"/>
                </a:lnTo>
                <a:lnTo>
                  <a:pt x="43444" y="15950"/>
                </a:lnTo>
                <a:lnTo>
                  <a:pt x="43524" y="16892"/>
                </a:lnTo>
                <a:lnTo>
                  <a:pt x="43658" y="17826"/>
                </a:lnTo>
                <a:lnTo>
                  <a:pt x="43845" y="18768"/>
                </a:lnTo>
                <a:lnTo>
                  <a:pt x="44032" y="19709"/>
                </a:lnTo>
                <a:lnTo>
                  <a:pt x="44300" y="20644"/>
                </a:lnTo>
                <a:lnTo>
                  <a:pt x="44594" y="21578"/>
                </a:lnTo>
                <a:lnTo>
                  <a:pt x="44781" y="22049"/>
                </a:lnTo>
                <a:lnTo>
                  <a:pt x="44969" y="22512"/>
                </a:lnTo>
                <a:lnTo>
                  <a:pt x="45102" y="22712"/>
                </a:lnTo>
                <a:lnTo>
                  <a:pt x="45263" y="22898"/>
                </a:lnTo>
                <a:lnTo>
                  <a:pt x="45477" y="23068"/>
                </a:lnTo>
                <a:lnTo>
                  <a:pt x="45718" y="23230"/>
                </a:lnTo>
                <a:lnTo>
                  <a:pt x="46012" y="23384"/>
                </a:lnTo>
                <a:lnTo>
                  <a:pt x="46333" y="23515"/>
                </a:lnTo>
                <a:lnTo>
                  <a:pt x="46707" y="23639"/>
                </a:lnTo>
                <a:lnTo>
                  <a:pt x="47109" y="23747"/>
                </a:lnTo>
                <a:lnTo>
                  <a:pt x="47510" y="23847"/>
                </a:lnTo>
                <a:lnTo>
                  <a:pt x="47965" y="23924"/>
                </a:lnTo>
                <a:lnTo>
                  <a:pt x="48419" y="24002"/>
                </a:lnTo>
                <a:lnTo>
                  <a:pt x="48901" y="24056"/>
                </a:lnTo>
                <a:lnTo>
                  <a:pt x="49382" y="24102"/>
                </a:lnTo>
                <a:lnTo>
                  <a:pt x="49891" y="24133"/>
                </a:lnTo>
                <a:lnTo>
                  <a:pt x="50399" y="24156"/>
                </a:lnTo>
                <a:lnTo>
                  <a:pt x="50907" y="24164"/>
                </a:lnTo>
                <a:lnTo>
                  <a:pt x="51415" y="24156"/>
                </a:lnTo>
                <a:lnTo>
                  <a:pt x="51924" y="24133"/>
                </a:lnTo>
                <a:lnTo>
                  <a:pt x="52432" y="24102"/>
                </a:lnTo>
                <a:lnTo>
                  <a:pt x="52913" y="24056"/>
                </a:lnTo>
                <a:lnTo>
                  <a:pt x="53395" y="24002"/>
                </a:lnTo>
                <a:lnTo>
                  <a:pt x="53850" y="23932"/>
                </a:lnTo>
                <a:lnTo>
                  <a:pt x="54304" y="23847"/>
                </a:lnTo>
                <a:lnTo>
                  <a:pt x="54706" y="23747"/>
                </a:lnTo>
                <a:lnTo>
                  <a:pt x="55107" y="23639"/>
                </a:lnTo>
                <a:lnTo>
                  <a:pt x="55482" y="23515"/>
                </a:lnTo>
                <a:lnTo>
                  <a:pt x="55803" y="23384"/>
                </a:lnTo>
                <a:lnTo>
                  <a:pt x="56097" y="23237"/>
                </a:lnTo>
                <a:lnTo>
                  <a:pt x="56338" y="23075"/>
                </a:lnTo>
                <a:lnTo>
                  <a:pt x="56552" y="22898"/>
                </a:lnTo>
                <a:lnTo>
                  <a:pt x="56739" y="22712"/>
                </a:lnTo>
                <a:lnTo>
                  <a:pt x="56846" y="22512"/>
                </a:lnTo>
                <a:lnTo>
                  <a:pt x="57033" y="22033"/>
                </a:lnTo>
                <a:lnTo>
                  <a:pt x="57220" y="21562"/>
                </a:lnTo>
                <a:lnTo>
                  <a:pt x="57541" y="20605"/>
                </a:lnTo>
                <a:lnTo>
                  <a:pt x="57782" y="19648"/>
                </a:lnTo>
                <a:lnTo>
                  <a:pt x="57996" y="18690"/>
                </a:lnTo>
                <a:lnTo>
                  <a:pt x="58183" y="17725"/>
                </a:lnTo>
                <a:lnTo>
                  <a:pt x="58290" y="16768"/>
                </a:lnTo>
                <a:lnTo>
                  <a:pt x="58397" y="15803"/>
                </a:lnTo>
                <a:lnTo>
                  <a:pt x="58478" y="14838"/>
                </a:lnTo>
                <a:lnTo>
                  <a:pt x="65245" y="14784"/>
                </a:lnTo>
                <a:lnTo>
                  <a:pt x="68643" y="14769"/>
                </a:lnTo>
                <a:lnTo>
                  <a:pt x="72013" y="14753"/>
                </a:lnTo>
                <a:lnTo>
                  <a:pt x="75411" y="14746"/>
                </a:lnTo>
                <a:lnTo>
                  <a:pt x="78808" y="14746"/>
                </a:lnTo>
                <a:lnTo>
                  <a:pt x="82232" y="14753"/>
                </a:lnTo>
                <a:lnTo>
                  <a:pt x="85656" y="14776"/>
                </a:lnTo>
                <a:lnTo>
                  <a:pt x="86111" y="14776"/>
                </a:lnTo>
                <a:lnTo>
                  <a:pt x="86566" y="14769"/>
                </a:lnTo>
                <a:lnTo>
                  <a:pt x="86994" y="14753"/>
                </a:lnTo>
                <a:lnTo>
                  <a:pt x="87395" y="14738"/>
                </a:lnTo>
                <a:lnTo>
                  <a:pt x="87796" y="14715"/>
                </a:lnTo>
                <a:lnTo>
                  <a:pt x="88198" y="14684"/>
                </a:lnTo>
                <a:lnTo>
                  <a:pt x="88545" y="14653"/>
                </a:lnTo>
                <a:lnTo>
                  <a:pt x="88920" y="14614"/>
                </a:lnTo>
                <a:lnTo>
                  <a:pt x="89241" y="14576"/>
                </a:lnTo>
                <a:lnTo>
                  <a:pt x="89562" y="14529"/>
                </a:lnTo>
                <a:lnTo>
                  <a:pt x="89883" y="14475"/>
                </a:lnTo>
                <a:lnTo>
                  <a:pt x="90177" y="14421"/>
                </a:lnTo>
                <a:lnTo>
                  <a:pt x="90445" y="14360"/>
                </a:lnTo>
                <a:lnTo>
                  <a:pt x="90712" y="14298"/>
                </a:lnTo>
                <a:lnTo>
                  <a:pt x="90953" y="14228"/>
                </a:lnTo>
                <a:lnTo>
                  <a:pt x="91194" y="14159"/>
                </a:lnTo>
                <a:lnTo>
                  <a:pt x="91408" y="14089"/>
                </a:lnTo>
                <a:lnTo>
                  <a:pt x="91622" y="14012"/>
                </a:lnTo>
                <a:lnTo>
                  <a:pt x="91809" y="13927"/>
                </a:lnTo>
                <a:lnTo>
                  <a:pt x="91996" y="13850"/>
                </a:lnTo>
                <a:lnTo>
                  <a:pt x="92157" y="13765"/>
                </a:lnTo>
                <a:lnTo>
                  <a:pt x="92290" y="13680"/>
                </a:lnTo>
                <a:lnTo>
                  <a:pt x="92424" y="13588"/>
                </a:lnTo>
                <a:lnTo>
                  <a:pt x="92531" y="13495"/>
                </a:lnTo>
                <a:lnTo>
                  <a:pt x="92718" y="13310"/>
                </a:lnTo>
                <a:lnTo>
                  <a:pt x="92852" y="13117"/>
                </a:lnTo>
                <a:lnTo>
                  <a:pt x="92932" y="12924"/>
                </a:lnTo>
                <a:lnTo>
                  <a:pt x="92959" y="12723"/>
                </a:lnTo>
                <a:lnTo>
                  <a:pt x="92906" y="12522"/>
                </a:lnTo>
                <a:lnTo>
                  <a:pt x="92825" y="12321"/>
                </a:lnTo>
                <a:lnTo>
                  <a:pt x="92665" y="12128"/>
                </a:lnTo>
                <a:lnTo>
                  <a:pt x="92451" y="11928"/>
                </a:lnTo>
                <a:lnTo>
                  <a:pt x="92183" y="11742"/>
                </a:lnTo>
                <a:lnTo>
                  <a:pt x="91862" y="11557"/>
                </a:lnTo>
                <a:lnTo>
                  <a:pt x="91488" y="11380"/>
                </a:lnTo>
                <a:lnTo>
                  <a:pt x="91274" y="11295"/>
                </a:lnTo>
                <a:lnTo>
                  <a:pt x="91060" y="11218"/>
                </a:lnTo>
                <a:lnTo>
                  <a:pt x="90819" y="11133"/>
                </a:lnTo>
                <a:lnTo>
                  <a:pt x="90578" y="11063"/>
                </a:lnTo>
                <a:lnTo>
                  <a:pt x="90311" y="10986"/>
                </a:lnTo>
                <a:lnTo>
                  <a:pt x="90017" y="10916"/>
                </a:lnTo>
                <a:lnTo>
                  <a:pt x="89722" y="10847"/>
                </a:lnTo>
                <a:lnTo>
                  <a:pt x="89428" y="10785"/>
                </a:lnTo>
                <a:lnTo>
                  <a:pt x="89107" y="10723"/>
                </a:lnTo>
                <a:lnTo>
                  <a:pt x="88786" y="10669"/>
                </a:lnTo>
                <a:lnTo>
                  <a:pt x="88438" y="10623"/>
                </a:lnTo>
                <a:lnTo>
                  <a:pt x="88091" y="10569"/>
                </a:lnTo>
                <a:lnTo>
                  <a:pt x="87716" y="10530"/>
                </a:lnTo>
                <a:lnTo>
                  <a:pt x="87315" y="10492"/>
                </a:lnTo>
                <a:lnTo>
                  <a:pt x="86913" y="10461"/>
                </a:lnTo>
                <a:lnTo>
                  <a:pt x="86512" y="10430"/>
                </a:lnTo>
                <a:lnTo>
                  <a:pt x="86084" y="10407"/>
                </a:lnTo>
                <a:lnTo>
                  <a:pt x="85656" y="10392"/>
                </a:lnTo>
                <a:lnTo>
                  <a:pt x="82339" y="10291"/>
                </a:lnTo>
                <a:lnTo>
                  <a:pt x="79022" y="10191"/>
                </a:lnTo>
                <a:lnTo>
                  <a:pt x="75678" y="10114"/>
                </a:lnTo>
                <a:lnTo>
                  <a:pt x="72334" y="10036"/>
                </a:lnTo>
                <a:lnTo>
                  <a:pt x="68964" y="9967"/>
                </a:lnTo>
                <a:lnTo>
                  <a:pt x="65566" y="9913"/>
                </a:lnTo>
                <a:lnTo>
                  <a:pt x="62196" y="9867"/>
                </a:lnTo>
                <a:lnTo>
                  <a:pt x="58799" y="9836"/>
                </a:lnTo>
                <a:lnTo>
                  <a:pt x="58879" y="7983"/>
                </a:lnTo>
                <a:lnTo>
                  <a:pt x="58959" y="7057"/>
                </a:lnTo>
                <a:lnTo>
                  <a:pt x="59039" y="6130"/>
                </a:lnTo>
                <a:lnTo>
                  <a:pt x="59146" y="5204"/>
                </a:lnTo>
                <a:lnTo>
                  <a:pt x="59280" y="4285"/>
                </a:lnTo>
                <a:lnTo>
                  <a:pt x="59441" y="3359"/>
                </a:lnTo>
                <a:lnTo>
                  <a:pt x="59655" y="2440"/>
                </a:lnTo>
                <a:lnTo>
                  <a:pt x="59681" y="2293"/>
                </a:lnTo>
                <a:lnTo>
                  <a:pt x="59681" y="2147"/>
                </a:lnTo>
                <a:lnTo>
                  <a:pt x="59655" y="2008"/>
                </a:lnTo>
                <a:lnTo>
                  <a:pt x="59601" y="1869"/>
                </a:lnTo>
                <a:lnTo>
                  <a:pt x="59521" y="1738"/>
                </a:lnTo>
                <a:lnTo>
                  <a:pt x="59414" y="1614"/>
                </a:lnTo>
                <a:lnTo>
                  <a:pt x="59280" y="1490"/>
                </a:lnTo>
                <a:lnTo>
                  <a:pt x="59120" y="1375"/>
                </a:lnTo>
                <a:lnTo>
                  <a:pt x="58932" y="1267"/>
                </a:lnTo>
                <a:lnTo>
                  <a:pt x="58745" y="1159"/>
                </a:lnTo>
                <a:lnTo>
                  <a:pt x="58531" y="1050"/>
                </a:lnTo>
                <a:lnTo>
                  <a:pt x="58290" y="958"/>
                </a:lnTo>
                <a:lnTo>
                  <a:pt x="58023" y="865"/>
                </a:lnTo>
                <a:lnTo>
                  <a:pt x="57755" y="773"/>
                </a:lnTo>
                <a:lnTo>
                  <a:pt x="57461" y="688"/>
                </a:lnTo>
                <a:lnTo>
                  <a:pt x="57167" y="610"/>
                </a:lnTo>
                <a:lnTo>
                  <a:pt x="56846" y="541"/>
                </a:lnTo>
                <a:lnTo>
                  <a:pt x="56525" y="471"/>
                </a:lnTo>
                <a:lnTo>
                  <a:pt x="56177" y="402"/>
                </a:lnTo>
                <a:lnTo>
                  <a:pt x="55803" y="348"/>
                </a:lnTo>
                <a:lnTo>
                  <a:pt x="55428" y="294"/>
                </a:lnTo>
                <a:lnTo>
                  <a:pt x="55054" y="240"/>
                </a:lnTo>
                <a:lnTo>
                  <a:pt x="54679" y="194"/>
                </a:lnTo>
                <a:lnTo>
                  <a:pt x="54278" y="155"/>
                </a:lnTo>
                <a:lnTo>
                  <a:pt x="53876" y="116"/>
                </a:lnTo>
                <a:lnTo>
                  <a:pt x="53448" y="85"/>
                </a:lnTo>
                <a:lnTo>
                  <a:pt x="53047" y="62"/>
                </a:lnTo>
                <a:lnTo>
                  <a:pt x="52619" y="39"/>
                </a:lnTo>
                <a:lnTo>
                  <a:pt x="52191" y="24"/>
                </a:lnTo>
                <a:lnTo>
                  <a:pt x="51763" y="8"/>
                </a:lnTo>
                <a:lnTo>
                  <a:pt x="5133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rot="10800000">
            <a:off x="368955" y="233707"/>
            <a:ext cx="428717" cy="299902"/>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rot="10800000">
            <a:off x="455277" y="176423"/>
            <a:ext cx="380079" cy="277692"/>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rot="10800000">
            <a:off x="1292461" y="228610"/>
            <a:ext cx="59923" cy="105900"/>
          </a:xfrm>
          <a:custGeom>
            <a:rect b="b" l="l" r="r" t="t"/>
            <a:pathLst>
              <a:path extrusionOk="0" h="10561" w="18325">
                <a:moveTo>
                  <a:pt x="4574" y="0"/>
                </a:moveTo>
                <a:lnTo>
                  <a:pt x="4173" y="8"/>
                </a:lnTo>
                <a:lnTo>
                  <a:pt x="3772" y="31"/>
                </a:lnTo>
                <a:lnTo>
                  <a:pt x="3397" y="62"/>
                </a:lnTo>
                <a:lnTo>
                  <a:pt x="3023" y="101"/>
                </a:lnTo>
                <a:lnTo>
                  <a:pt x="2648" y="147"/>
                </a:lnTo>
                <a:lnTo>
                  <a:pt x="2274" y="201"/>
                </a:lnTo>
                <a:lnTo>
                  <a:pt x="1926" y="270"/>
                </a:lnTo>
                <a:lnTo>
                  <a:pt x="1605" y="340"/>
                </a:lnTo>
                <a:lnTo>
                  <a:pt x="1311" y="425"/>
                </a:lnTo>
                <a:lnTo>
                  <a:pt x="1043" y="517"/>
                </a:lnTo>
                <a:lnTo>
                  <a:pt x="776" y="610"/>
                </a:lnTo>
                <a:lnTo>
                  <a:pt x="562" y="718"/>
                </a:lnTo>
                <a:lnTo>
                  <a:pt x="375" y="834"/>
                </a:lnTo>
                <a:lnTo>
                  <a:pt x="214" y="957"/>
                </a:lnTo>
                <a:lnTo>
                  <a:pt x="107" y="1089"/>
                </a:lnTo>
                <a:lnTo>
                  <a:pt x="27" y="1220"/>
                </a:lnTo>
                <a:lnTo>
                  <a:pt x="0" y="1367"/>
                </a:lnTo>
                <a:lnTo>
                  <a:pt x="27" y="1668"/>
                </a:lnTo>
                <a:lnTo>
                  <a:pt x="54" y="1961"/>
                </a:lnTo>
                <a:lnTo>
                  <a:pt x="107" y="2254"/>
                </a:lnTo>
                <a:lnTo>
                  <a:pt x="214" y="2555"/>
                </a:lnTo>
                <a:lnTo>
                  <a:pt x="321" y="2849"/>
                </a:lnTo>
                <a:lnTo>
                  <a:pt x="482" y="3150"/>
                </a:lnTo>
                <a:lnTo>
                  <a:pt x="642" y="3443"/>
                </a:lnTo>
                <a:lnTo>
                  <a:pt x="829" y="3737"/>
                </a:lnTo>
                <a:lnTo>
                  <a:pt x="1070" y="4030"/>
                </a:lnTo>
                <a:lnTo>
                  <a:pt x="1311" y="4323"/>
                </a:lnTo>
                <a:lnTo>
                  <a:pt x="1578" y="4617"/>
                </a:lnTo>
                <a:lnTo>
                  <a:pt x="1873" y="4902"/>
                </a:lnTo>
                <a:lnTo>
                  <a:pt x="2194" y="5196"/>
                </a:lnTo>
                <a:lnTo>
                  <a:pt x="2541" y="5481"/>
                </a:lnTo>
                <a:lnTo>
                  <a:pt x="2889" y="5767"/>
                </a:lnTo>
                <a:lnTo>
                  <a:pt x="3264" y="6053"/>
                </a:lnTo>
                <a:lnTo>
                  <a:pt x="3665" y="6330"/>
                </a:lnTo>
                <a:lnTo>
                  <a:pt x="4093" y="6608"/>
                </a:lnTo>
                <a:lnTo>
                  <a:pt x="4548" y="6886"/>
                </a:lnTo>
                <a:lnTo>
                  <a:pt x="5002" y="7157"/>
                </a:lnTo>
                <a:lnTo>
                  <a:pt x="5484" y="7427"/>
                </a:lnTo>
                <a:lnTo>
                  <a:pt x="5966" y="7697"/>
                </a:lnTo>
                <a:lnTo>
                  <a:pt x="6474" y="7959"/>
                </a:lnTo>
                <a:lnTo>
                  <a:pt x="7009" y="8222"/>
                </a:lnTo>
                <a:lnTo>
                  <a:pt x="7544" y="8477"/>
                </a:lnTo>
                <a:lnTo>
                  <a:pt x="8106" y="8731"/>
                </a:lnTo>
                <a:lnTo>
                  <a:pt x="8694" y="8978"/>
                </a:lnTo>
                <a:lnTo>
                  <a:pt x="9283" y="9225"/>
                </a:lnTo>
                <a:lnTo>
                  <a:pt x="9871" y="9465"/>
                </a:lnTo>
                <a:lnTo>
                  <a:pt x="10486" y="9704"/>
                </a:lnTo>
                <a:lnTo>
                  <a:pt x="11128" y="9936"/>
                </a:lnTo>
                <a:lnTo>
                  <a:pt x="11770" y="10160"/>
                </a:lnTo>
                <a:lnTo>
                  <a:pt x="12065" y="10252"/>
                </a:lnTo>
                <a:lnTo>
                  <a:pt x="12359" y="10329"/>
                </a:lnTo>
                <a:lnTo>
                  <a:pt x="12653" y="10391"/>
                </a:lnTo>
                <a:lnTo>
                  <a:pt x="12974" y="10445"/>
                </a:lnTo>
                <a:lnTo>
                  <a:pt x="13322" y="10492"/>
                </a:lnTo>
                <a:lnTo>
                  <a:pt x="13643" y="10522"/>
                </a:lnTo>
                <a:lnTo>
                  <a:pt x="13964" y="10546"/>
                </a:lnTo>
                <a:lnTo>
                  <a:pt x="14312" y="10561"/>
                </a:lnTo>
                <a:lnTo>
                  <a:pt x="14659" y="10561"/>
                </a:lnTo>
                <a:lnTo>
                  <a:pt x="14980" y="10553"/>
                </a:lnTo>
                <a:lnTo>
                  <a:pt x="15301" y="10538"/>
                </a:lnTo>
                <a:lnTo>
                  <a:pt x="15622" y="10515"/>
                </a:lnTo>
                <a:lnTo>
                  <a:pt x="15943" y="10484"/>
                </a:lnTo>
                <a:lnTo>
                  <a:pt x="16238" y="10445"/>
                </a:lnTo>
                <a:lnTo>
                  <a:pt x="16532" y="10399"/>
                </a:lnTo>
                <a:lnTo>
                  <a:pt x="16826" y="10345"/>
                </a:lnTo>
                <a:lnTo>
                  <a:pt x="17067" y="10291"/>
                </a:lnTo>
                <a:lnTo>
                  <a:pt x="17308" y="10221"/>
                </a:lnTo>
                <a:lnTo>
                  <a:pt x="17549" y="10152"/>
                </a:lnTo>
                <a:lnTo>
                  <a:pt x="17736" y="10082"/>
                </a:lnTo>
                <a:lnTo>
                  <a:pt x="17896" y="9997"/>
                </a:lnTo>
                <a:lnTo>
                  <a:pt x="18057" y="9913"/>
                </a:lnTo>
                <a:lnTo>
                  <a:pt x="18164" y="9828"/>
                </a:lnTo>
                <a:lnTo>
                  <a:pt x="18271" y="9735"/>
                </a:lnTo>
                <a:lnTo>
                  <a:pt x="18324" y="9642"/>
                </a:lnTo>
                <a:lnTo>
                  <a:pt x="18324" y="9542"/>
                </a:lnTo>
                <a:lnTo>
                  <a:pt x="18324" y="9442"/>
                </a:lnTo>
                <a:lnTo>
                  <a:pt x="18271" y="9341"/>
                </a:lnTo>
                <a:lnTo>
                  <a:pt x="18164" y="9241"/>
                </a:lnTo>
                <a:lnTo>
                  <a:pt x="18030" y="9133"/>
                </a:lnTo>
                <a:lnTo>
                  <a:pt x="17870" y="9032"/>
                </a:lnTo>
                <a:lnTo>
                  <a:pt x="17629" y="8924"/>
                </a:lnTo>
                <a:lnTo>
                  <a:pt x="17094" y="8693"/>
                </a:lnTo>
                <a:lnTo>
                  <a:pt x="16586" y="8469"/>
                </a:lnTo>
                <a:lnTo>
                  <a:pt x="16077" y="8237"/>
                </a:lnTo>
                <a:lnTo>
                  <a:pt x="15596" y="8006"/>
                </a:lnTo>
                <a:lnTo>
                  <a:pt x="15141" y="7774"/>
                </a:lnTo>
                <a:lnTo>
                  <a:pt x="14713" y="7542"/>
                </a:lnTo>
                <a:lnTo>
                  <a:pt x="14285" y="7311"/>
                </a:lnTo>
                <a:lnTo>
                  <a:pt x="13884" y="7079"/>
                </a:lnTo>
                <a:lnTo>
                  <a:pt x="13509" y="6848"/>
                </a:lnTo>
                <a:lnTo>
                  <a:pt x="13161" y="6608"/>
                </a:lnTo>
                <a:lnTo>
                  <a:pt x="12814" y="6377"/>
                </a:lnTo>
                <a:lnTo>
                  <a:pt x="12466" y="6137"/>
                </a:lnTo>
                <a:lnTo>
                  <a:pt x="12145" y="5898"/>
                </a:lnTo>
                <a:lnTo>
                  <a:pt x="11851" y="5659"/>
                </a:lnTo>
                <a:lnTo>
                  <a:pt x="11316" y="5180"/>
                </a:lnTo>
                <a:lnTo>
                  <a:pt x="10807" y="4694"/>
                </a:lnTo>
                <a:lnTo>
                  <a:pt x="10379" y="4200"/>
                </a:lnTo>
                <a:lnTo>
                  <a:pt x="9978" y="3698"/>
                </a:lnTo>
                <a:lnTo>
                  <a:pt x="9657" y="3188"/>
                </a:lnTo>
                <a:lnTo>
                  <a:pt x="9336" y="2679"/>
                </a:lnTo>
                <a:lnTo>
                  <a:pt x="9095" y="2154"/>
                </a:lnTo>
                <a:lnTo>
                  <a:pt x="8881" y="1621"/>
                </a:lnTo>
                <a:lnTo>
                  <a:pt x="8694" y="1081"/>
                </a:lnTo>
                <a:lnTo>
                  <a:pt x="8614" y="934"/>
                </a:lnTo>
                <a:lnTo>
                  <a:pt x="8507" y="795"/>
                </a:lnTo>
                <a:lnTo>
                  <a:pt x="8346" y="664"/>
                </a:lnTo>
                <a:lnTo>
                  <a:pt x="8159" y="556"/>
                </a:lnTo>
                <a:lnTo>
                  <a:pt x="7945" y="448"/>
                </a:lnTo>
                <a:lnTo>
                  <a:pt x="7704" y="355"/>
                </a:lnTo>
                <a:lnTo>
                  <a:pt x="7437" y="278"/>
                </a:lnTo>
                <a:lnTo>
                  <a:pt x="7116" y="209"/>
                </a:lnTo>
                <a:lnTo>
                  <a:pt x="6795" y="147"/>
                </a:lnTo>
                <a:lnTo>
                  <a:pt x="6447" y="93"/>
                </a:lnTo>
                <a:lnTo>
                  <a:pt x="6099" y="54"/>
                </a:lnTo>
                <a:lnTo>
                  <a:pt x="5725" y="31"/>
                </a:lnTo>
                <a:lnTo>
                  <a:pt x="5350" y="8"/>
                </a:lnTo>
                <a:lnTo>
                  <a:pt x="49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rot="10800000">
            <a:off x="1321501" y="420350"/>
            <a:ext cx="32196" cy="94299"/>
          </a:xfrm>
          <a:custGeom>
            <a:rect b="b" l="l" r="r" t="t"/>
            <a:pathLst>
              <a:path extrusionOk="0" h="9404" w="9846">
                <a:moveTo>
                  <a:pt x="6154" y="1"/>
                </a:moveTo>
                <a:lnTo>
                  <a:pt x="5886" y="9"/>
                </a:lnTo>
                <a:lnTo>
                  <a:pt x="5645" y="16"/>
                </a:lnTo>
                <a:lnTo>
                  <a:pt x="5404" y="40"/>
                </a:lnTo>
                <a:lnTo>
                  <a:pt x="5190" y="55"/>
                </a:lnTo>
                <a:lnTo>
                  <a:pt x="4950" y="86"/>
                </a:lnTo>
                <a:lnTo>
                  <a:pt x="4736" y="117"/>
                </a:lnTo>
                <a:lnTo>
                  <a:pt x="4522" y="155"/>
                </a:lnTo>
                <a:lnTo>
                  <a:pt x="4334" y="194"/>
                </a:lnTo>
                <a:lnTo>
                  <a:pt x="4120" y="248"/>
                </a:lnTo>
                <a:lnTo>
                  <a:pt x="3960" y="302"/>
                </a:lnTo>
                <a:lnTo>
                  <a:pt x="3799" y="364"/>
                </a:lnTo>
                <a:lnTo>
                  <a:pt x="3318" y="572"/>
                </a:lnTo>
                <a:lnTo>
                  <a:pt x="2863" y="788"/>
                </a:lnTo>
                <a:lnTo>
                  <a:pt x="2462" y="1012"/>
                </a:lnTo>
                <a:lnTo>
                  <a:pt x="2087" y="1244"/>
                </a:lnTo>
                <a:lnTo>
                  <a:pt x="1740" y="1483"/>
                </a:lnTo>
                <a:lnTo>
                  <a:pt x="1445" y="1730"/>
                </a:lnTo>
                <a:lnTo>
                  <a:pt x="1178" y="1977"/>
                </a:lnTo>
                <a:lnTo>
                  <a:pt x="937" y="2232"/>
                </a:lnTo>
                <a:lnTo>
                  <a:pt x="723" y="2494"/>
                </a:lnTo>
                <a:lnTo>
                  <a:pt x="536" y="2757"/>
                </a:lnTo>
                <a:lnTo>
                  <a:pt x="402" y="3019"/>
                </a:lnTo>
                <a:lnTo>
                  <a:pt x="268" y="3290"/>
                </a:lnTo>
                <a:lnTo>
                  <a:pt x="161" y="3568"/>
                </a:lnTo>
                <a:lnTo>
                  <a:pt x="81" y="3838"/>
                </a:lnTo>
                <a:lnTo>
                  <a:pt x="28" y="4116"/>
                </a:lnTo>
                <a:lnTo>
                  <a:pt x="1" y="4394"/>
                </a:lnTo>
                <a:lnTo>
                  <a:pt x="1" y="4671"/>
                </a:lnTo>
                <a:lnTo>
                  <a:pt x="1" y="4949"/>
                </a:lnTo>
                <a:lnTo>
                  <a:pt x="28" y="5235"/>
                </a:lnTo>
                <a:lnTo>
                  <a:pt x="81" y="5513"/>
                </a:lnTo>
                <a:lnTo>
                  <a:pt x="135" y="5791"/>
                </a:lnTo>
                <a:lnTo>
                  <a:pt x="215" y="6061"/>
                </a:lnTo>
                <a:lnTo>
                  <a:pt x="429" y="6609"/>
                </a:lnTo>
                <a:lnTo>
                  <a:pt x="670" y="7142"/>
                </a:lnTo>
                <a:lnTo>
                  <a:pt x="964" y="7667"/>
                </a:lnTo>
                <a:lnTo>
                  <a:pt x="1285" y="8169"/>
                </a:lnTo>
                <a:lnTo>
                  <a:pt x="1633" y="8647"/>
                </a:lnTo>
                <a:lnTo>
                  <a:pt x="1740" y="8748"/>
                </a:lnTo>
                <a:lnTo>
                  <a:pt x="1847" y="8840"/>
                </a:lnTo>
                <a:lnTo>
                  <a:pt x="1980" y="8925"/>
                </a:lnTo>
                <a:lnTo>
                  <a:pt x="2168" y="9002"/>
                </a:lnTo>
                <a:lnTo>
                  <a:pt x="2328" y="9072"/>
                </a:lnTo>
                <a:lnTo>
                  <a:pt x="2542" y="9141"/>
                </a:lnTo>
                <a:lnTo>
                  <a:pt x="2756" y="9195"/>
                </a:lnTo>
                <a:lnTo>
                  <a:pt x="2997" y="9242"/>
                </a:lnTo>
                <a:lnTo>
                  <a:pt x="3238" y="9288"/>
                </a:lnTo>
                <a:lnTo>
                  <a:pt x="3505" y="9327"/>
                </a:lnTo>
                <a:lnTo>
                  <a:pt x="3773" y="9357"/>
                </a:lnTo>
                <a:lnTo>
                  <a:pt x="4040" y="9373"/>
                </a:lnTo>
                <a:lnTo>
                  <a:pt x="4308" y="9388"/>
                </a:lnTo>
                <a:lnTo>
                  <a:pt x="4602" y="9404"/>
                </a:lnTo>
                <a:lnTo>
                  <a:pt x="4869" y="9404"/>
                </a:lnTo>
                <a:lnTo>
                  <a:pt x="5137" y="9396"/>
                </a:lnTo>
                <a:lnTo>
                  <a:pt x="5431" y="9388"/>
                </a:lnTo>
                <a:lnTo>
                  <a:pt x="5699" y="9365"/>
                </a:lnTo>
                <a:lnTo>
                  <a:pt x="5940" y="9342"/>
                </a:lnTo>
                <a:lnTo>
                  <a:pt x="6207" y="9311"/>
                </a:lnTo>
                <a:lnTo>
                  <a:pt x="6448" y="9273"/>
                </a:lnTo>
                <a:lnTo>
                  <a:pt x="6662" y="9234"/>
                </a:lnTo>
                <a:lnTo>
                  <a:pt x="6876" y="9180"/>
                </a:lnTo>
                <a:lnTo>
                  <a:pt x="7090" y="9126"/>
                </a:lnTo>
                <a:lnTo>
                  <a:pt x="7250" y="9064"/>
                </a:lnTo>
                <a:lnTo>
                  <a:pt x="7411" y="8995"/>
                </a:lnTo>
                <a:lnTo>
                  <a:pt x="7545" y="8917"/>
                </a:lnTo>
                <a:lnTo>
                  <a:pt x="7652" y="8833"/>
                </a:lnTo>
                <a:lnTo>
                  <a:pt x="7732" y="8748"/>
                </a:lnTo>
                <a:lnTo>
                  <a:pt x="7785" y="8647"/>
                </a:lnTo>
                <a:lnTo>
                  <a:pt x="7812" y="8547"/>
                </a:lnTo>
                <a:lnTo>
                  <a:pt x="7812" y="8439"/>
                </a:lnTo>
                <a:lnTo>
                  <a:pt x="7678" y="7929"/>
                </a:lnTo>
                <a:lnTo>
                  <a:pt x="7598" y="7420"/>
                </a:lnTo>
                <a:lnTo>
                  <a:pt x="7571" y="6910"/>
                </a:lnTo>
                <a:lnTo>
                  <a:pt x="7571" y="6401"/>
                </a:lnTo>
                <a:lnTo>
                  <a:pt x="7625" y="5891"/>
                </a:lnTo>
                <a:lnTo>
                  <a:pt x="7732" y="5382"/>
                </a:lnTo>
                <a:lnTo>
                  <a:pt x="7892" y="4872"/>
                </a:lnTo>
                <a:lnTo>
                  <a:pt x="8106" y="4363"/>
                </a:lnTo>
                <a:lnTo>
                  <a:pt x="8240" y="4147"/>
                </a:lnTo>
                <a:lnTo>
                  <a:pt x="8374" y="3930"/>
                </a:lnTo>
                <a:lnTo>
                  <a:pt x="8668" y="3490"/>
                </a:lnTo>
                <a:lnTo>
                  <a:pt x="8962" y="3058"/>
                </a:lnTo>
                <a:lnTo>
                  <a:pt x="9283" y="2626"/>
                </a:lnTo>
                <a:lnTo>
                  <a:pt x="9551" y="2193"/>
                </a:lnTo>
                <a:lnTo>
                  <a:pt x="9658" y="1977"/>
                </a:lnTo>
                <a:lnTo>
                  <a:pt x="9738" y="1753"/>
                </a:lnTo>
                <a:lnTo>
                  <a:pt x="9818" y="1537"/>
                </a:lnTo>
                <a:lnTo>
                  <a:pt x="9845" y="1313"/>
                </a:lnTo>
                <a:lnTo>
                  <a:pt x="9845" y="1097"/>
                </a:lnTo>
                <a:lnTo>
                  <a:pt x="9818" y="873"/>
                </a:lnTo>
                <a:lnTo>
                  <a:pt x="9792" y="796"/>
                </a:lnTo>
                <a:lnTo>
                  <a:pt x="9765" y="727"/>
                </a:lnTo>
                <a:lnTo>
                  <a:pt x="9685" y="649"/>
                </a:lnTo>
                <a:lnTo>
                  <a:pt x="9578" y="588"/>
                </a:lnTo>
                <a:lnTo>
                  <a:pt x="9471" y="518"/>
                </a:lnTo>
                <a:lnTo>
                  <a:pt x="9364" y="464"/>
                </a:lnTo>
                <a:lnTo>
                  <a:pt x="9203" y="402"/>
                </a:lnTo>
                <a:lnTo>
                  <a:pt x="9043" y="348"/>
                </a:lnTo>
                <a:lnTo>
                  <a:pt x="8882" y="302"/>
                </a:lnTo>
                <a:lnTo>
                  <a:pt x="8695" y="248"/>
                </a:lnTo>
                <a:lnTo>
                  <a:pt x="8481" y="209"/>
                </a:lnTo>
                <a:lnTo>
                  <a:pt x="8294" y="171"/>
                </a:lnTo>
                <a:lnTo>
                  <a:pt x="8080" y="132"/>
                </a:lnTo>
                <a:lnTo>
                  <a:pt x="7839" y="101"/>
                </a:lnTo>
                <a:lnTo>
                  <a:pt x="7384" y="55"/>
                </a:lnTo>
                <a:lnTo>
                  <a:pt x="7143" y="32"/>
                </a:lnTo>
                <a:lnTo>
                  <a:pt x="6876" y="16"/>
                </a:lnTo>
                <a:lnTo>
                  <a:pt x="6635" y="9"/>
                </a:lnTo>
                <a:lnTo>
                  <a:pt x="639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rot="10800000">
            <a:off x="1236756" y="562395"/>
            <a:ext cx="76194" cy="84923"/>
          </a:xfrm>
          <a:custGeom>
            <a:rect b="b" l="l" r="r" t="t"/>
            <a:pathLst>
              <a:path extrusionOk="0" h="8469" w="23301">
                <a:moveTo>
                  <a:pt x="18298" y="0"/>
                </a:moveTo>
                <a:lnTo>
                  <a:pt x="17763" y="8"/>
                </a:lnTo>
                <a:lnTo>
                  <a:pt x="17228" y="15"/>
                </a:lnTo>
                <a:lnTo>
                  <a:pt x="16666" y="39"/>
                </a:lnTo>
                <a:lnTo>
                  <a:pt x="16131" y="70"/>
                </a:lnTo>
                <a:lnTo>
                  <a:pt x="15596" y="108"/>
                </a:lnTo>
                <a:lnTo>
                  <a:pt x="15061" y="162"/>
                </a:lnTo>
                <a:lnTo>
                  <a:pt x="14526" y="216"/>
                </a:lnTo>
                <a:lnTo>
                  <a:pt x="14018" y="278"/>
                </a:lnTo>
                <a:lnTo>
                  <a:pt x="13483" y="347"/>
                </a:lnTo>
                <a:lnTo>
                  <a:pt x="12975" y="425"/>
                </a:lnTo>
                <a:lnTo>
                  <a:pt x="12466" y="510"/>
                </a:lnTo>
                <a:lnTo>
                  <a:pt x="11985" y="594"/>
                </a:lnTo>
                <a:lnTo>
                  <a:pt x="11477" y="687"/>
                </a:lnTo>
                <a:lnTo>
                  <a:pt x="10995" y="787"/>
                </a:lnTo>
                <a:lnTo>
                  <a:pt x="10514" y="896"/>
                </a:lnTo>
                <a:lnTo>
                  <a:pt x="10059" y="1004"/>
                </a:lnTo>
                <a:lnTo>
                  <a:pt x="9149" y="1227"/>
                </a:lnTo>
                <a:lnTo>
                  <a:pt x="8267" y="1467"/>
                </a:lnTo>
                <a:lnTo>
                  <a:pt x="7437" y="1714"/>
                </a:lnTo>
                <a:lnTo>
                  <a:pt x="6635" y="1976"/>
                </a:lnTo>
                <a:lnTo>
                  <a:pt x="5886" y="2231"/>
                </a:lnTo>
                <a:lnTo>
                  <a:pt x="5190" y="2494"/>
                </a:lnTo>
                <a:lnTo>
                  <a:pt x="4575" y="2748"/>
                </a:lnTo>
                <a:lnTo>
                  <a:pt x="3986" y="3003"/>
                </a:lnTo>
                <a:lnTo>
                  <a:pt x="3398" y="3273"/>
                </a:lnTo>
                <a:lnTo>
                  <a:pt x="2863" y="3551"/>
                </a:lnTo>
                <a:lnTo>
                  <a:pt x="2381" y="3837"/>
                </a:lnTo>
                <a:lnTo>
                  <a:pt x="1927" y="4122"/>
                </a:lnTo>
                <a:lnTo>
                  <a:pt x="1525" y="4416"/>
                </a:lnTo>
                <a:lnTo>
                  <a:pt x="1178" y="4709"/>
                </a:lnTo>
                <a:lnTo>
                  <a:pt x="857" y="5010"/>
                </a:lnTo>
                <a:lnTo>
                  <a:pt x="589" y="5319"/>
                </a:lnTo>
                <a:lnTo>
                  <a:pt x="375" y="5620"/>
                </a:lnTo>
                <a:lnTo>
                  <a:pt x="215" y="5929"/>
                </a:lnTo>
                <a:lnTo>
                  <a:pt x="81" y="6245"/>
                </a:lnTo>
                <a:lnTo>
                  <a:pt x="27" y="6554"/>
                </a:lnTo>
                <a:lnTo>
                  <a:pt x="1" y="6871"/>
                </a:lnTo>
                <a:lnTo>
                  <a:pt x="27" y="7187"/>
                </a:lnTo>
                <a:lnTo>
                  <a:pt x="134" y="7504"/>
                </a:lnTo>
                <a:lnTo>
                  <a:pt x="268" y="7820"/>
                </a:lnTo>
                <a:lnTo>
                  <a:pt x="322" y="7897"/>
                </a:lnTo>
                <a:lnTo>
                  <a:pt x="402" y="7967"/>
                </a:lnTo>
                <a:lnTo>
                  <a:pt x="509" y="8036"/>
                </a:lnTo>
                <a:lnTo>
                  <a:pt x="616" y="8098"/>
                </a:lnTo>
                <a:lnTo>
                  <a:pt x="750" y="8152"/>
                </a:lnTo>
                <a:lnTo>
                  <a:pt x="883" y="8206"/>
                </a:lnTo>
                <a:lnTo>
                  <a:pt x="1044" y="8253"/>
                </a:lnTo>
                <a:lnTo>
                  <a:pt x="1204" y="8299"/>
                </a:lnTo>
                <a:lnTo>
                  <a:pt x="1392" y="8338"/>
                </a:lnTo>
                <a:lnTo>
                  <a:pt x="1606" y="8368"/>
                </a:lnTo>
                <a:lnTo>
                  <a:pt x="1793" y="8399"/>
                </a:lnTo>
                <a:lnTo>
                  <a:pt x="2007" y="8422"/>
                </a:lnTo>
                <a:lnTo>
                  <a:pt x="2221" y="8446"/>
                </a:lnTo>
                <a:lnTo>
                  <a:pt x="2435" y="8453"/>
                </a:lnTo>
                <a:lnTo>
                  <a:pt x="2649" y="8469"/>
                </a:lnTo>
                <a:lnTo>
                  <a:pt x="3318" y="8469"/>
                </a:lnTo>
                <a:lnTo>
                  <a:pt x="3532" y="8453"/>
                </a:lnTo>
                <a:lnTo>
                  <a:pt x="3746" y="8438"/>
                </a:lnTo>
                <a:lnTo>
                  <a:pt x="3960" y="8422"/>
                </a:lnTo>
                <a:lnTo>
                  <a:pt x="4174" y="8399"/>
                </a:lnTo>
                <a:lnTo>
                  <a:pt x="4361" y="8368"/>
                </a:lnTo>
                <a:lnTo>
                  <a:pt x="4548" y="8330"/>
                </a:lnTo>
                <a:lnTo>
                  <a:pt x="4709" y="8291"/>
                </a:lnTo>
                <a:lnTo>
                  <a:pt x="4869" y="8245"/>
                </a:lnTo>
                <a:lnTo>
                  <a:pt x="5003" y="8191"/>
                </a:lnTo>
                <a:lnTo>
                  <a:pt x="5137" y="8137"/>
                </a:lnTo>
                <a:lnTo>
                  <a:pt x="5244" y="8067"/>
                </a:lnTo>
                <a:lnTo>
                  <a:pt x="5351" y="8006"/>
                </a:lnTo>
                <a:lnTo>
                  <a:pt x="5431" y="7928"/>
                </a:lnTo>
                <a:lnTo>
                  <a:pt x="5485" y="7851"/>
                </a:lnTo>
                <a:lnTo>
                  <a:pt x="5618" y="7604"/>
                </a:lnTo>
                <a:lnTo>
                  <a:pt x="5779" y="7365"/>
                </a:lnTo>
                <a:lnTo>
                  <a:pt x="5966" y="7133"/>
                </a:lnTo>
                <a:lnTo>
                  <a:pt x="6180" y="6894"/>
                </a:lnTo>
                <a:lnTo>
                  <a:pt x="6421" y="6662"/>
                </a:lnTo>
                <a:lnTo>
                  <a:pt x="6688" y="6438"/>
                </a:lnTo>
                <a:lnTo>
                  <a:pt x="6956" y="6215"/>
                </a:lnTo>
                <a:lnTo>
                  <a:pt x="7277" y="5991"/>
                </a:lnTo>
                <a:lnTo>
                  <a:pt x="7625" y="5775"/>
                </a:lnTo>
                <a:lnTo>
                  <a:pt x="7999" y="5566"/>
                </a:lnTo>
                <a:lnTo>
                  <a:pt x="8374" y="5358"/>
                </a:lnTo>
                <a:lnTo>
                  <a:pt x="8802" y="5149"/>
                </a:lnTo>
                <a:lnTo>
                  <a:pt x="9283" y="4948"/>
                </a:lnTo>
                <a:lnTo>
                  <a:pt x="9765" y="4748"/>
                </a:lnTo>
                <a:lnTo>
                  <a:pt x="10273" y="4555"/>
                </a:lnTo>
                <a:lnTo>
                  <a:pt x="10835" y="4369"/>
                </a:lnTo>
                <a:lnTo>
                  <a:pt x="11423" y="4184"/>
                </a:lnTo>
                <a:lnTo>
                  <a:pt x="12038" y="4022"/>
                </a:lnTo>
                <a:lnTo>
                  <a:pt x="12654" y="3875"/>
                </a:lnTo>
                <a:lnTo>
                  <a:pt x="13296" y="3736"/>
                </a:lnTo>
                <a:lnTo>
                  <a:pt x="13964" y="3605"/>
                </a:lnTo>
                <a:lnTo>
                  <a:pt x="14633" y="3489"/>
                </a:lnTo>
                <a:lnTo>
                  <a:pt x="15329" y="3374"/>
                </a:lnTo>
                <a:lnTo>
                  <a:pt x="15998" y="3266"/>
                </a:lnTo>
                <a:lnTo>
                  <a:pt x="17389" y="3057"/>
                </a:lnTo>
                <a:lnTo>
                  <a:pt x="18780" y="2841"/>
                </a:lnTo>
                <a:lnTo>
                  <a:pt x="19475" y="2725"/>
                </a:lnTo>
                <a:lnTo>
                  <a:pt x="20144" y="2609"/>
                </a:lnTo>
                <a:lnTo>
                  <a:pt x="20813" y="2478"/>
                </a:lnTo>
                <a:lnTo>
                  <a:pt x="21481" y="2331"/>
                </a:lnTo>
                <a:lnTo>
                  <a:pt x="21802" y="2254"/>
                </a:lnTo>
                <a:lnTo>
                  <a:pt x="22097" y="2169"/>
                </a:lnTo>
                <a:lnTo>
                  <a:pt x="22364" y="2077"/>
                </a:lnTo>
                <a:lnTo>
                  <a:pt x="22605" y="1984"/>
                </a:lnTo>
                <a:lnTo>
                  <a:pt x="22792" y="1891"/>
                </a:lnTo>
                <a:lnTo>
                  <a:pt x="22953" y="1799"/>
                </a:lnTo>
                <a:lnTo>
                  <a:pt x="23086" y="1706"/>
                </a:lnTo>
                <a:lnTo>
                  <a:pt x="23167" y="1606"/>
                </a:lnTo>
                <a:lnTo>
                  <a:pt x="23247" y="1513"/>
                </a:lnTo>
                <a:lnTo>
                  <a:pt x="23274" y="1413"/>
                </a:lnTo>
                <a:lnTo>
                  <a:pt x="23300" y="1320"/>
                </a:lnTo>
                <a:lnTo>
                  <a:pt x="23274" y="1220"/>
                </a:lnTo>
                <a:lnTo>
                  <a:pt x="23220" y="1127"/>
                </a:lnTo>
                <a:lnTo>
                  <a:pt x="23140" y="1035"/>
                </a:lnTo>
                <a:lnTo>
                  <a:pt x="23060" y="942"/>
                </a:lnTo>
                <a:lnTo>
                  <a:pt x="22926" y="849"/>
                </a:lnTo>
                <a:lnTo>
                  <a:pt x="22792" y="764"/>
                </a:lnTo>
                <a:lnTo>
                  <a:pt x="22605" y="679"/>
                </a:lnTo>
                <a:lnTo>
                  <a:pt x="22418" y="594"/>
                </a:lnTo>
                <a:lnTo>
                  <a:pt x="22204" y="517"/>
                </a:lnTo>
                <a:lnTo>
                  <a:pt x="21963" y="440"/>
                </a:lnTo>
                <a:lnTo>
                  <a:pt x="21722" y="371"/>
                </a:lnTo>
                <a:lnTo>
                  <a:pt x="21455" y="309"/>
                </a:lnTo>
                <a:lnTo>
                  <a:pt x="21160" y="247"/>
                </a:lnTo>
                <a:lnTo>
                  <a:pt x="20866" y="193"/>
                </a:lnTo>
                <a:lnTo>
                  <a:pt x="20545" y="147"/>
                </a:lnTo>
                <a:lnTo>
                  <a:pt x="20197" y="108"/>
                </a:lnTo>
                <a:lnTo>
                  <a:pt x="19850" y="70"/>
                </a:lnTo>
                <a:lnTo>
                  <a:pt x="19475" y="39"/>
                </a:lnTo>
                <a:lnTo>
                  <a:pt x="19101" y="23"/>
                </a:lnTo>
                <a:lnTo>
                  <a:pt x="18699" y="8"/>
                </a:lnTo>
                <a:lnTo>
                  <a:pt x="1829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rot="10800000">
            <a:off x="696553" y="1040931"/>
            <a:ext cx="83977" cy="81834"/>
          </a:xfrm>
          <a:custGeom>
            <a:rect b="b" l="l" r="r" t="t"/>
            <a:pathLst>
              <a:path extrusionOk="0" h="8161" w="25681">
                <a:moveTo>
                  <a:pt x="20839" y="0"/>
                </a:moveTo>
                <a:lnTo>
                  <a:pt x="20438" y="16"/>
                </a:lnTo>
                <a:lnTo>
                  <a:pt x="20036" y="47"/>
                </a:lnTo>
                <a:lnTo>
                  <a:pt x="19635" y="78"/>
                </a:lnTo>
                <a:lnTo>
                  <a:pt x="19234" y="132"/>
                </a:lnTo>
                <a:lnTo>
                  <a:pt x="18859" y="193"/>
                </a:lnTo>
                <a:lnTo>
                  <a:pt x="18485" y="271"/>
                </a:lnTo>
                <a:lnTo>
                  <a:pt x="18137" y="363"/>
                </a:lnTo>
                <a:lnTo>
                  <a:pt x="16880" y="718"/>
                </a:lnTo>
                <a:lnTo>
                  <a:pt x="15649" y="1081"/>
                </a:lnTo>
                <a:lnTo>
                  <a:pt x="14445" y="1452"/>
                </a:lnTo>
                <a:lnTo>
                  <a:pt x="13242" y="1830"/>
                </a:lnTo>
                <a:lnTo>
                  <a:pt x="12091" y="2216"/>
                </a:lnTo>
                <a:lnTo>
                  <a:pt x="10941" y="2602"/>
                </a:lnTo>
                <a:lnTo>
                  <a:pt x="9818" y="2996"/>
                </a:lnTo>
                <a:lnTo>
                  <a:pt x="8721" y="3397"/>
                </a:lnTo>
                <a:lnTo>
                  <a:pt x="7651" y="3799"/>
                </a:lnTo>
                <a:lnTo>
                  <a:pt x="6581" y="4208"/>
                </a:lnTo>
                <a:lnTo>
                  <a:pt x="5537" y="4617"/>
                </a:lnTo>
                <a:lnTo>
                  <a:pt x="4521" y="5034"/>
                </a:lnTo>
                <a:lnTo>
                  <a:pt x="3504" y="5451"/>
                </a:lnTo>
                <a:lnTo>
                  <a:pt x="2515" y="5868"/>
                </a:lnTo>
                <a:lnTo>
                  <a:pt x="1525" y="6292"/>
                </a:lnTo>
                <a:lnTo>
                  <a:pt x="562" y="6717"/>
                </a:lnTo>
                <a:lnTo>
                  <a:pt x="401" y="6802"/>
                </a:lnTo>
                <a:lnTo>
                  <a:pt x="241" y="6894"/>
                </a:lnTo>
                <a:lnTo>
                  <a:pt x="134" y="6979"/>
                </a:lnTo>
                <a:lnTo>
                  <a:pt x="54" y="7072"/>
                </a:lnTo>
                <a:lnTo>
                  <a:pt x="27" y="7157"/>
                </a:lnTo>
                <a:lnTo>
                  <a:pt x="0" y="7242"/>
                </a:lnTo>
                <a:lnTo>
                  <a:pt x="27" y="7327"/>
                </a:lnTo>
                <a:lnTo>
                  <a:pt x="54" y="7412"/>
                </a:lnTo>
                <a:lnTo>
                  <a:pt x="107" y="7489"/>
                </a:lnTo>
                <a:lnTo>
                  <a:pt x="214" y="7566"/>
                </a:lnTo>
                <a:lnTo>
                  <a:pt x="321" y="7643"/>
                </a:lnTo>
                <a:lnTo>
                  <a:pt x="455" y="7713"/>
                </a:lnTo>
                <a:lnTo>
                  <a:pt x="615" y="7774"/>
                </a:lnTo>
                <a:lnTo>
                  <a:pt x="776" y="7844"/>
                </a:lnTo>
                <a:lnTo>
                  <a:pt x="963" y="7898"/>
                </a:lnTo>
                <a:lnTo>
                  <a:pt x="1150" y="7952"/>
                </a:lnTo>
                <a:lnTo>
                  <a:pt x="1391" y="7998"/>
                </a:lnTo>
                <a:lnTo>
                  <a:pt x="1605" y="8045"/>
                </a:lnTo>
                <a:lnTo>
                  <a:pt x="1846" y="8075"/>
                </a:lnTo>
                <a:lnTo>
                  <a:pt x="2087" y="8106"/>
                </a:lnTo>
                <a:lnTo>
                  <a:pt x="2354" y="8129"/>
                </a:lnTo>
                <a:lnTo>
                  <a:pt x="2622" y="8145"/>
                </a:lnTo>
                <a:lnTo>
                  <a:pt x="2889" y="8153"/>
                </a:lnTo>
                <a:lnTo>
                  <a:pt x="3157" y="8160"/>
                </a:lnTo>
                <a:lnTo>
                  <a:pt x="3424" y="8153"/>
                </a:lnTo>
                <a:lnTo>
                  <a:pt x="3718" y="8129"/>
                </a:lnTo>
                <a:lnTo>
                  <a:pt x="3986" y="8106"/>
                </a:lnTo>
                <a:lnTo>
                  <a:pt x="4253" y="8075"/>
                </a:lnTo>
                <a:lnTo>
                  <a:pt x="4521" y="8029"/>
                </a:lnTo>
                <a:lnTo>
                  <a:pt x="4788" y="7975"/>
                </a:lnTo>
                <a:lnTo>
                  <a:pt x="5056" y="7906"/>
                </a:lnTo>
                <a:lnTo>
                  <a:pt x="5323" y="7828"/>
                </a:lnTo>
                <a:lnTo>
                  <a:pt x="7651" y="7072"/>
                </a:lnTo>
                <a:lnTo>
                  <a:pt x="10032" y="6315"/>
                </a:lnTo>
                <a:lnTo>
                  <a:pt x="12439" y="5574"/>
                </a:lnTo>
                <a:lnTo>
                  <a:pt x="14847" y="4833"/>
                </a:lnTo>
                <a:lnTo>
                  <a:pt x="19715" y="3359"/>
                </a:lnTo>
                <a:lnTo>
                  <a:pt x="22150" y="2617"/>
                </a:lnTo>
                <a:lnTo>
                  <a:pt x="24557" y="1876"/>
                </a:lnTo>
                <a:lnTo>
                  <a:pt x="24878" y="1768"/>
                </a:lnTo>
                <a:lnTo>
                  <a:pt x="25146" y="1660"/>
                </a:lnTo>
                <a:lnTo>
                  <a:pt x="25360" y="1552"/>
                </a:lnTo>
                <a:lnTo>
                  <a:pt x="25520" y="1436"/>
                </a:lnTo>
                <a:lnTo>
                  <a:pt x="25627" y="1328"/>
                </a:lnTo>
                <a:lnTo>
                  <a:pt x="25681" y="1220"/>
                </a:lnTo>
                <a:lnTo>
                  <a:pt x="25681" y="1112"/>
                </a:lnTo>
                <a:lnTo>
                  <a:pt x="25654" y="1012"/>
                </a:lnTo>
                <a:lnTo>
                  <a:pt x="25600" y="904"/>
                </a:lnTo>
                <a:lnTo>
                  <a:pt x="25467" y="803"/>
                </a:lnTo>
                <a:lnTo>
                  <a:pt x="25333" y="711"/>
                </a:lnTo>
                <a:lnTo>
                  <a:pt x="25146" y="618"/>
                </a:lnTo>
                <a:lnTo>
                  <a:pt x="24932" y="533"/>
                </a:lnTo>
                <a:lnTo>
                  <a:pt x="24718" y="448"/>
                </a:lnTo>
                <a:lnTo>
                  <a:pt x="24450" y="371"/>
                </a:lnTo>
                <a:lnTo>
                  <a:pt x="24156" y="301"/>
                </a:lnTo>
                <a:lnTo>
                  <a:pt x="23835" y="232"/>
                </a:lnTo>
                <a:lnTo>
                  <a:pt x="23514" y="178"/>
                </a:lnTo>
                <a:lnTo>
                  <a:pt x="23166" y="124"/>
                </a:lnTo>
                <a:lnTo>
                  <a:pt x="22792" y="78"/>
                </a:lnTo>
                <a:lnTo>
                  <a:pt x="22417" y="47"/>
                </a:lnTo>
                <a:lnTo>
                  <a:pt x="22043" y="24"/>
                </a:lnTo>
                <a:lnTo>
                  <a:pt x="2164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rot="10800000">
            <a:off x="507329" y="1216727"/>
            <a:ext cx="99984" cy="102190"/>
          </a:xfrm>
          <a:custGeom>
            <a:rect b="b" l="l" r="r" t="t"/>
            <a:pathLst>
              <a:path extrusionOk="0" h="10191" w="30576">
                <a:moveTo>
                  <a:pt x="26189" y="0"/>
                </a:moveTo>
                <a:lnTo>
                  <a:pt x="25841" y="8"/>
                </a:lnTo>
                <a:lnTo>
                  <a:pt x="25493" y="23"/>
                </a:lnTo>
                <a:lnTo>
                  <a:pt x="25146" y="46"/>
                </a:lnTo>
                <a:lnTo>
                  <a:pt x="24825" y="85"/>
                </a:lnTo>
                <a:lnTo>
                  <a:pt x="24504" y="131"/>
                </a:lnTo>
                <a:lnTo>
                  <a:pt x="24209" y="193"/>
                </a:lnTo>
                <a:lnTo>
                  <a:pt x="23915" y="270"/>
                </a:lnTo>
                <a:lnTo>
                  <a:pt x="23621" y="348"/>
                </a:lnTo>
                <a:lnTo>
                  <a:pt x="23353" y="448"/>
                </a:lnTo>
                <a:lnTo>
                  <a:pt x="20732" y="1536"/>
                </a:lnTo>
                <a:lnTo>
                  <a:pt x="18110" y="2609"/>
                </a:lnTo>
                <a:lnTo>
                  <a:pt x="16799" y="3142"/>
                </a:lnTo>
                <a:lnTo>
                  <a:pt x="15489" y="3667"/>
                </a:lnTo>
                <a:lnTo>
                  <a:pt x="14178" y="4192"/>
                </a:lnTo>
                <a:lnTo>
                  <a:pt x="12814" y="4709"/>
                </a:lnTo>
                <a:lnTo>
                  <a:pt x="11449" y="5219"/>
                </a:lnTo>
                <a:lnTo>
                  <a:pt x="10058" y="5728"/>
                </a:lnTo>
                <a:lnTo>
                  <a:pt x="8641" y="6230"/>
                </a:lnTo>
                <a:lnTo>
                  <a:pt x="7169" y="6724"/>
                </a:lnTo>
                <a:lnTo>
                  <a:pt x="5671" y="7211"/>
                </a:lnTo>
                <a:lnTo>
                  <a:pt x="4120" y="7697"/>
                </a:lnTo>
                <a:lnTo>
                  <a:pt x="2515" y="8176"/>
                </a:lnTo>
                <a:lnTo>
                  <a:pt x="856" y="8646"/>
                </a:lnTo>
                <a:lnTo>
                  <a:pt x="615" y="8716"/>
                </a:lnTo>
                <a:lnTo>
                  <a:pt x="428" y="8793"/>
                </a:lnTo>
                <a:lnTo>
                  <a:pt x="268" y="8870"/>
                </a:lnTo>
                <a:lnTo>
                  <a:pt x="161" y="8948"/>
                </a:lnTo>
                <a:lnTo>
                  <a:pt x="54" y="9025"/>
                </a:lnTo>
                <a:lnTo>
                  <a:pt x="27" y="9110"/>
                </a:lnTo>
                <a:lnTo>
                  <a:pt x="0" y="9187"/>
                </a:lnTo>
                <a:lnTo>
                  <a:pt x="0" y="9272"/>
                </a:lnTo>
                <a:lnTo>
                  <a:pt x="54" y="9349"/>
                </a:lnTo>
                <a:lnTo>
                  <a:pt x="107" y="9426"/>
                </a:lnTo>
                <a:lnTo>
                  <a:pt x="214" y="9503"/>
                </a:lnTo>
                <a:lnTo>
                  <a:pt x="321" y="9581"/>
                </a:lnTo>
                <a:lnTo>
                  <a:pt x="455" y="9650"/>
                </a:lnTo>
                <a:lnTo>
                  <a:pt x="615" y="9727"/>
                </a:lnTo>
                <a:lnTo>
                  <a:pt x="803" y="9789"/>
                </a:lnTo>
                <a:lnTo>
                  <a:pt x="990" y="9851"/>
                </a:lnTo>
                <a:lnTo>
                  <a:pt x="1204" y="9913"/>
                </a:lnTo>
                <a:lnTo>
                  <a:pt x="1445" y="9967"/>
                </a:lnTo>
                <a:lnTo>
                  <a:pt x="1685" y="10021"/>
                </a:lnTo>
                <a:lnTo>
                  <a:pt x="1926" y="10067"/>
                </a:lnTo>
                <a:lnTo>
                  <a:pt x="2194" y="10106"/>
                </a:lnTo>
                <a:lnTo>
                  <a:pt x="2461" y="10136"/>
                </a:lnTo>
                <a:lnTo>
                  <a:pt x="2755" y="10160"/>
                </a:lnTo>
                <a:lnTo>
                  <a:pt x="3050" y="10175"/>
                </a:lnTo>
                <a:lnTo>
                  <a:pt x="3317" y="10190"/>
                </a:lnTo>
                <a:lnTo>
                  <a:pt x="3611" y="10190"/>
                </a:lnTo>
                <a:lnTo>
                  <a:pt x="3906" y="10183"/>
                </a:lnTo>
                <a:lnTo>
                  <a:pt x="4200" y="10167"/>
                </a:lnTo>
                <a:lnTo>
                  <a:pt x="4494" y="10144"/>
                </a:lnTo>
                <a:lnTo>
                  <a:pt x="4788" y="10113"/>
                </a:lnTo>
                <a:lnTo>
                  <a:pt x="5083" y="10067"/>
                </a:lnTo>
                <a:lnTo>
                  <a:pt x="5350" y="10013"/>
                </a:lnTo>
                <a:lnTo>
                  <a:pt x="7196" y="9596"/>
                </a:lnTo>
                <a:lnTo>
                  <a:pt x="9042" y="9164"/>
                </a:lnTo>
                <a:lnTo>
                  <a:pt x="10861" y="8716"/>
                </a:lnTo>
                <a:lnTo>
                  <a:pt x="12653" y="8253"/>
                </a:lnTo>
                <a:lnTo>
                  <a:pt x="14419" y="7774"/>
                </a:lnTo>
                <a:lnTo>
                  <a:pt x="16157" y="7280"/>
                </a:lnTo>
                <a:lnTo>
                  <a:pt x="17013" y="7033"/>
                </a:lnTo>
                <a:lnTo>
                  <a:pt x="17843" y="6778"/>
                </a:lnTo>
                <a:lnTo>
                  <a:pt x="18672" y="6516"/>
                </a:lnTo>
                <a:lnTo>
                  <a:pt x="19501" y="6253"/>
                </a:lnTo>
                <a:lnTo>
                  <a:pt x="20304" y="5991"/>
                </a:lnTo>
                <a:lnTo>
                  <a:pt x="21106" y="5721"/>
                </a:lnTo>
                <a:lnTo>
                  <a:pt x="21882" y="5450"/>
                </a:lnTo>
                <a:lnTo>
                  <a:pt x="22631" y="5180"/>
                </a:lnTo>
                <a:lnTo>
                  <a:pt x="23380" y="4902"/>
                </a:lnTo>
                <a:lnTo>
                  <a:pt x="24102" y="4617"/>
                </a:lnTo>
                <a:lnTo>
                  <a:pt x="24798" y="4339"/>
                </a:lnTo>
                <a:lnTo>
                  <a:pt x="25493" y="4053"/>
                </a:lnTo>
                <a:lnTo>
                  <a:pt x="26162" y="3760"/>
                </a:lnTo>
                <a:lnTo>
                  <a:pt x="26804" y="3474"/>
                </a:lnTo>
                <a:lnTo>
                  <a:pt x="27446" y="3181"/>
                </a:lnTo>
                <a:lnTo>
                  <a:pt x="28035" y="2880"/>
                </a:lnTo>
                <a:lnTo>
                  <a:pt x="28623" y="2579"/>
                </a:lnTo>
                <a:lnTo>
                  <a:pt x="29185" y="2278"/>
                </a:lnTo>
                <a:lnTo>
                  <a:pt x="29693" y="1976"/>
                </a:lnTo>
                <a:lnTo>
                  <a:pt x="30201" y="1668"/>
                </a:lnTo>
                <a:lnTo>
                  <a:pt x="30362" y="1560"/>
                </a:lnTo>
                <a:lnTo>
                  <a:pt x="30469" y="1452"/>
                </a:lnTo>
                <a:lnTo>
                  <a:pt x="30549" y="1343"/>
                </a:lnTo>
                <a:lnTo>
                  <a:pt x="30576" y="1235"/>
                </a:lnTo>
                <a:lnTo>
                  <a:pt x="30549" y="1127"/>
                </a:lnTo>
                <a:lnTo>
                  <a:pt x="30522" y="1027"/>
                </a:lnTo>
                <a:lnTo>
                  <a:pt x="30442" y="927"/>
                </a:lnTo>
                <a:lnTo>
                  <a:pt x="30308" y="826"/>
                </a:lnTo>
                <a:lnTo>
                  <a:pt x="30175" y="734"/>
                </a:lnTo>
                <a:lnTo>
                  <a:pt x="30014" y="641"/>
                </a:lnTo>
                <a:lnTo>
                  <a:pt x="29800" y="556"/>
                </a:lnTo>
                <a:lnTo>
                  <a:pt x="29586" y="471"/>
                </a:lnTo>
                <a:lnTo>
                  <a:pt x="29345" y="402"/>
                </a:lnTo>
                <a:lnTo>
                  <a:pt x="29078" y="324"/>
                </a:lnTo>
                <a:lnTo>
                  <a:pt x="28810" y="263"/>
                </a:lnTo>
                <a:lnTo>
                  <a:pt x="28516" y="201"/>
                </a:lnTo>
                <a:lnTo>
                  <a:pt x="28195" y="147"/>
                </a:lnTo>
                <a:lnTo>
                  <a:pt x="27874" y="108"/>
                </a:lnTo>
                <a:lnTo>
                  <a:pt x="27553" y="70"/>
                </a:lnTo>
                <a:lnTo>
                  <a:pt x="27205" y="39"/>
                </a:lnTo>
                <a:lnTo>
                  <a:pt x="26858" y="16"/>
                </a:lnTo>
                <a:lnTo>
                  <a:pt x="2653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rot="10800000">
            <a:off x="399265" y="1388803"/>
            <a:ext cx="72957" cy="104597"/>
          </a:xfrm>
          <a:custGeom>
            <a:rect b="b" l="l" r="r" t="t"/>
            <a:pathLst>
              <a:path extrusionOk="0" h="10431" w="22311">
                <a:moveTo>
                  <a:pt x="18753" y="1"/>
                </a:moveTo>
                <a:lnTo>
                  <a:pt x="18459" y="8"/>
                </a:lnTo>
                <a:lnTo>
                  <a:pt x="18164" y="16"/>
                </a:lnTo>
                <a:lnTo>
                  <a:pt x="17870" y="31"/>
                </a:lnTo>
                <a:lnTo>
                  <a:pt x="17576" y="55"/>
                </a:lnTo>
                <a:lnTo>
                  <a:pt x="17282" y="85"/>
                </a:lnTo>
                <a:lnTo>
                  <a:pt x="17014" y="116"/>
                </a:lnTo>
                <a:lnTo>
                  <a:pt x="16747" y="155"/>
                </a:lnTo>
                <a:lnTo>
                  <a:pt x="16506" y="201"/>
                </a:lnTo>
                <a:lnTo>
                  <a:pt x="16265" y="248"/>
                </a:lnTo>
                <a:lnTo>
                  <a:pt x="16051" y="309"/>
                </a:lnTo>
                <a:lnTo>
                  <a:pt x="15837" y="371"/>
                </a:lnTo>
                <a:lnTo>
                  <a:pt x="15650" y="441"/>
                </a:lnTo>
                <a:lnTo>
                  <a:pt x="15489" y="518"/>
                </a:lnTo>
                <a:lnTo>
                  <a:pt x="15356" y="595"/>
                </a:lnTo>
                <a:lnTo>
                  <a:pt x="14553" y="1151"/>
                </a:lnTo>
                <a:lnTo>
                  <a:pt x="13751" y="1707"/>
                </a:lnTo>
                <a:lnTo>
                  <a:pt x="12226" y="2787"/>
                </a:lnTo>
                <a:lnTo>
                  <a:pt x="11450" y="3320"/>
                </a:lnTo>
                <a:lnTo>
                  <a:pt x="10674" y="3845"/>
                </a:lnTo>
                <a:lnTo>
                  <a:pt x="9898" y="4370"/>
                </a:lnTo>
                <a:lnTo>
                  <a:pt x="9069" y="4887"/>
                </a:lnTo>
                <a:lnTo>
                  <a:pt x="8240" y="5397"/>
                </a:lnTo>
                <a:lnTo>
                  <a:pt x="7357" y="5899"/>
                </a:lnTo>
                <a:lnTo>
                  <a:pt x="6421" y="6408"/>
                </a:lnTo>
                <a:lnTo>
                  <a:pt x="5431" y="6902"/>
                </a:lnTo>
                <a:lnTo>
                  <a:pt x="4896" y="7149"/>
                </a:lnTo>
                <a:lnTo>
                  <a:pt x="4361" y="7396"/>
                </a:lnTo>
                <a:lnTo>
                  <a:pt x="3799" y="7643"/>
                </a:lnTo>
                <a:lnTo>
                  <a:pt x="3211" y="7890"/>
                </a:lnTo>
                <a:lnTo>
                  <a:pt x="2622" y="8137"/>
                </a:lnTo>
                <a:lnTo>
                  <a:pt x="2007" y="8384"/>
                </a:lnTo>
                <a:lnTo>
                  <a:pt x="1338" y="8624"/>
                </a:lnTo>
                <a:lnTo>
                  <a:pt x="670" y="8871"/>
                </a:lnTo>
                <a:lnTo>
                  <a:pt x="482" y="8948"/>
                </a:lnTo>
                <a:lnTo>
                  <a:pt x="322" y="9025"/>
                </a:lnTo>
                <a:lnTo>
                  <a:pt x="215" y="9110"/>
                </a:lnTo>
                <a:lnTo>
                  <a:pt x="108" y="9187"/>
                </a:lnTo>
                <a:lnTo>
                  <a:pt x="54" y="9272"/>
                </a:lnTo>
                <a:lnTo>
                  <a:pt x="1" y="9357"/>
                </a:lnTo>
                <a:lnTo>
                  <a:pt x="1" y="9434"/>
                </a:lnTo>
                <a:lnTo>
                  <a:pt x="27" y="9519"/>
                </a:lnTo>
                <a:lnTo>
                  <a:pt x="54" y="9604"/>
                </a:lnTo>
                <a:lnTo>
                  <a:pt x="134" y="9681"/>
                </a:lnTo>
                <a:lnTo>
                  <a:pt x="215" y="9758"/>
                </a:lnTo>
                <a:lnTo>
                  <a:pt x="349" y="9836"/>
                </a:lnTo>
                <a:lnTo>
                  <a:pt x="482" y="9913"/>
                </a:lnTo>
                <a:lnTo>
                  <a:pt x="616" y="9982"/>
                </a:lnTo>
                <a:lnTo>
                  <a:pt x="803" y="10052"/>
                </a:lnTo>
                <a:lnTo>
                  <a:pt x="964" y="10114"/>
                </a:lnTo>
                <a:lnTo>
                  <a:pt x="1178" y="10168"/>
                </a:lnTo>
                <a:lnTo>
                  <a:pt x="1392" y="10222"/>
                </a:lnTo>
                <a:lnTo>
                  <a:pt x="1606" y="10276"/>
                </a:lnTo>
                <a:lnTo>
                  <a:pt x="1847" y="10314"/>
                </a:lnTo>
                <a:lnTo>
                  <a:pt x="2114" y="10353"/>
                </a:lnTo>
                <a:lnTo>
                  <a:pt x="2355" y="10384"/>
                </a:lnTo>
                <a:lnTo>
                  <a:pt x="2622" y="10407"/>
                </a:lnTo>
                <a:lnTo>
                  <a:pt x="2890" y="10422"/>
                </a:lnTo>
                <a:lnTo>
                  <a:pt x="3157" y="10430"/>
                </a:lnTo>
                <a:lnTo>
                  <a:pt x="3452" y="10430"/>
                </a:lnTo>
                <a:lnTo>
                  <a:pt x="3719" y="10415"/>
                </a:lnTo>
                <a:lnTo>
                  <a:pt x="4013" y="10399"/>
                </a:lnTo>
                <a:lnTo>
                  <a:pt x="4281" y="10368"/>
                </a:lnTo>
                <a:lnTo>
                  <a:pt x="4575" y="10330"/>
                </a:lnTo>
                <a:lnTo>
                  <a:pt x="4843" y="10283"/>
                </a:lnTo>
                <a:lnTo>
                  <a:pt x="5110" y="10222"/>
                </a:lnTo>
                <a:lnTo>
                  <a:pt x="5966" y="9998"/>
                </a:lnTo>
                <a:lnTo>
                  <a:pt x="6822" y="9774"/>
                </a:lnTo>
                <a:lnTo>
                  <a:pt x="7678" y="9550"/>
                </a:lnTo>
                <a:lnTo>
                  <a:pt x="8507" y="9311"/>
                </a:lnTo>
                <a:lnTo>
                  <a:pt x="9310" y="9071"/>
                </a:lnTo>
                <a:lnTo>
                  <a:pt x="10139" y="8824"/>
                </a:lnTo>
                <a:lnTo>
                  <a:pt x="10915" y="8570"/>
                </a:lnTo>
                <a:lnTo>
                  <a:pt x="11691" y="8307"/>
                </a:lnTo>
                <a:lnTo>
                  <a:pt x="12440" y="8045"/>
                </a:lnTo>
                <a:lnTo>
                  <a:pt x="13189" y="7774"/>
                </a:lnTo>
                <a:lnTo>
                  <a:pt x="13911" y="7504"/>
                </a:lnTo>
                <a:lnTo>
                  <a:pt x="14607" y="7226"/>
                </a:lnTo>
                <a:lnTo>
                  <a:pt x="15275" y="6941"/>
                </a:lnTo>
                <a:lnTo>
                  <a:pt x="15944" y="6655"/>
                </a:lnTo>
                <a:lnTo>
                  <a:pt x="16559" y="6362"/>
                </a:lnTo>
                <a:lnTo>
                  <a:pt x="17175" y="6061"/>
                </a:lnTo>
                <a:lnTo>
                  <a:pt x="17736" y="5760"/>
                </a:lnTo>
                <a:lnTo>
                  <a:pt x="18298" y="5458"/>
                </a:lnTo>
                <a:lnTo>
                  <a:pt x="18806" y="5150"/>
                </a:lnTo>
                <a:lnTo>
                  <a:pt x="19288" y="4841"/>
                </a:lnTo>
                <a:lnTo>
                  <a:pt x="19743" y="4524"/>
                </a:lnTo>
                <a:lnTo>
                  <a:pt x="20171" y="4208"/>
                </a:lnTo>
                <a:lnTo>
                  <a:pt x="20545" y="3891"/>
                </a:lnTo>
                <a:lnTo>
                  <a:pt x="20920" y="3567"/>
                </a:lnTo>
                <a:lnTo>
                  <a:pt x="21241" y="3243"/>
                </a:lnTo>
                <a:lnTo>
                  <a:pt x="21508" y="2919"/>
                </a:lnTo>
                <a:lnTo>
                  <a:pt x="21749" y="2587"/>
                </a:lnTo>
                <a:lnTo>
                  <a:pt x="21936" y="2255"/>
                </a:lnTo>
                <a:lnTo>
                  <a:pt x="22097" y="1923"/>
                </a:lnTo>
                <a:lnTo>
                  <a:pt x="22230" y="1583"/>
                </a:lnTo>
                <a:lnTo>
                  <a:pt x="22284" y="1243"/>
                </a:lnTo>
                <a:lnTo>
                  <a:pt x="22311" y="911"/>
                </a:lnTo>
                <a:lnTo>
                  <a:pt x="22311" y="811"/>
                </a:lnTo>
                <a:lnTo>
                  <a:pt x="22257" y="718"/>
                </a:lnTo>
                <a:lnTo>
                  <a:pt x="22177" y="634"/>
                </a:lnTo>
                <a:lnTo>
                  <a:pt x="22097" y="549"/>
                </a:lnTo>
                <a:lnTo>
                  <a:pt x="21963" y="471"/>
                </a:lnTo>
                <a:lnTo>
                  <a:pt x="21802" y="402"/>
                </a:lnTo>
                <a:lnTo>
                  <a:pt x="21615" y="340"/>
                </a:lnTo>
                <a:lnTo>
                  <a:pt x="21428" y="278"/>
                </a:lnTo>
                <a:lnTo>
                  <a:pt x="21214" y="224"/>
                </a:lnTo>
                <a:lnTo>
                  <a:pt x="20973" y="178"/>
                </a:lnTo>
                <a:lnTo>
                  <a:pt x="20732" y="139"/>
                </a:lnTo>
                <a:lnTo>
                  <a:pt x="20492" y="101"/>
                </a:lnTo>
                <a:lnTo>
                  <a:pt x="20197" y="70"/>
                </a:lnTo>
                <a:lnTo>
                  <a:pt x="19930" y="47"/>
                </a:lnTo>
                <a:lnTo>
                  <a:pt x="19636" y="24"/>
                </a:lnTo>
                <a:lnTo>
                  <a:pt x="19341" y="16"/>
                </a:lnTo>
                <a:lnTo>
                  <a:pt x="19047" y="8"/>
                </a:lnTo>
                <a:lnTo>
                  <a:pt x="1875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rot="10800000">
            <a:off x="4064601" y="4774226"/>
            <a:ext cx="716024" cy="390161"/>
          </a:xfrm>
          <a:custGeom>
            <a:rect b="b" l="l" r="r" t="t"/>
            <a:pathLst>
              <a:path extrusionOk="0" h="43472" w="243753">
                <a:moveTo>
                  <a:pt x="5966" y="1"/>
                </a:moveTo>
                <a:lnTo>
                  <a:pt x="5351" y="8"/>
                </a:lnTo>
                <a:lnTo>
                  <a:pt x="4762" y="24"/>
                </a:lnTo>
                <a:lnTo>
                  <a:pt x="4174" y="62"/>
                </a:lnTo>
                <a:lnTo>
                  <a:pt x="3585" y="109"/>
                </a:lnTo>
                <a:lnTo>
                  <a:pt x="3050" y="170"/>
                </a:lnTo>
                <a:lnTo>
                  <a:pt x="2542" y="248"/>
                </a:lnTo>
                <a:lnTo>
                  <a:pt x="2060" y="340"/>
                </a:lnTo>
                <a:lnTo>
                  <a:pt x="1820" y="394"/>
                </a:lnTo>
                <a:lnTo>
                  <a:pt x="1606" y="448"/>
                </a:lnTo>
                <a:lnTo>
                  <a:pt x="1418" y="510"/>
                </a:lnTo>
                <a:lnTo>
                  <a:pt x="1204" y="572"/>
                </a:lnTo>
                <a:lnTo>
                  <a:pt x="1044" y="634"/>
                </a:lnTo>
                <a:lnTo>
                  <a:pt x="857" y="703"/>
                </a:lnTo>
                <a:lnTo>
                  <a:pt x="723" y="773"/>
                </a:lnTo>
                <a:lnTo>
                  <a:pt x="562" y="850"/>
                </a:lnTo>
                <a:lnTo>
                  <a:pt x="455" y="935"/>
                </a:lnTo>
                <a:lnTo>
                  <a:pt x="322" y="1012"/>
                </a:lnTo>
                <a:lnTo>
                  <a:pt x="241" y="1104"/>
                </a:lnTo>
                <a:lnTo>
                  <a:pt x="161" y="1189"/>
                </a:lnTo>
                <a:lnTo>
                  <a:pt x="81" y="1282"/>
                </a:lnTo>
                <a:lnTo>
                  <a:pt x="54" y="1382"/>
                </a:lnTo>
                <a:lnTo>
                  <a:pt x="27" y="1483"/>
                </a:lnTo>
                <a:lnTo>
                  <a:pt x="1" y="1591"/>
                </a:lnTo>
                <a:lnTo>
                  <a:pt x="27" y="1699"/>
                </a:lnTo>
                <a:lnTo>
                  <a:pt x="54" y="1807"/>
                </a:lnTo>
                <a:lnTo>
                  <a:pt x="402" y="2733"/>
                </a:lnTo>
                <a:lnTo>
                  <a:pt x="803" y="3660"/>
                </a:lnTo>
                <a:lnTo>
                  <a:pt x="1285" y="4586"/>
                </a:lnTo>
                <a:lnTo>
                  <a:pt x="1793" y="5513"/>
                </a:lnTo>
                <a:lnTo>
                  <a:pt x="2355" y="6439"/>
                </a:lnTo>
                <a:lnTo>
                  <a:pt x="2970" y="7358"/>
                </a:lnTo>
                <a:lnTo>
                  <a:pt x="3639" y="8276"/>
                </a:lnTo>
                <a:lnTo>
                  <a:pt x="4361" y="9195"/>
                </a:lnTo>
                <a:lnTo>
                  <a:pt x="5110" y="10106"/>
                </a:lnTo>
                <a:lnTo>
                  <a:pt x="5939" y="11017"/>
                </a:lnTo>
                <a:lnTo>
                  <a:pt x="6822" y="11920"/>
                </a:lnTo>
                <a:lnTo>
                  <a:pt x="7732" y="12823"/>
                </a:lnTo>
                <a:lnTo>
                  <a:pt x="8721" y="13719"/>
                </a:lnTo>
                <a:lnTo>
                  <a:pt x="9738" y="14607"/>
                </a:lnTo>
                <a:lnTo>
                  <a:pt x="10808" y="15494"/>
                </a:lnTo>
                <a:lnTo>
                  <a:pt x="11931" y="16374"/>
                </a:lnTo>
                <a:lnTo>
                  <a:pt x="13108" y="17247"/>
                </a:lnTo>
                <a:lnTo>
                  <a:pt x="14339" y="18111"/>
                </a:lnTo>
                <a:lnTo>
                  <a:pt x="15623" y="18968"/>
                </a:lnTo>
                <a:lnTo>
                  <a:pt x="16961" y="19818"/>
                </a:lnTo>
                <a:lnTo>
                  <a:pt x="18325" y="20667"/>
                </a:lnTo>
                <a:lnTo>
                  <a:pt x="19769" y="21500"/>
                </a:lnTo>
                <a:lnTo>
                  <a:pt x="21241" y="22319"/>
                </a:lnTo>
                <a:lnTo>
                  <a:pt x="22765" y="23137"/>
                </a:lnTo>
                <a:lnTo>
                  <a:pt x="24344" y="23940"/>
                </a:lnTo>
                <a:lnTo>
                  <a:pt x="25975" y="24735"/>
                </a:lnTo>
                <a:lnTo>
                  <a:pt x="27661" y="25523"/>
                </a:lnTo>
                <a:lnTo>
                  <a:pt x="29373" y="26295"/>
                </a:lnTo>
                <a:lnTo>
                  <a:pt x="31165" y="27059"/>
                </a:lnTo>
                <a:lnTo>
                  <a:pt x="32075" y="27437"/>
                </a:lnTo>
                <a:lnTo>
                  <a:pt x="32984" y="27808"/>
                </a:lnTo>
                <a:lnTo>
                  <a:pt x="33920" y="28178"/>
                </a:lnTo>
                <a:lnTo>
                  <a:pt x="34857" y="28549"/>
                </a:lnTo>
                <a:lnTo>
                  <a:pt x="35820" y="28912"/>
                </a:lnTo>
                <a:lnTo>
                  <a:pt x="36783" y="29274"/>
                </a:lnTo>
                <a:lnTo>
                  <a:pt x="37772" y="29630"/>
                </a:lnTo>
                <a:lnTo>
                  <a:pt x="38762" y="29985"/>
                </a:lnTo>
                <a:lnTo>
                  <a:pt x="39779" y="30340"/>
                </a:lnTo>
                <a:lnTo>
                  <a:pt x="40795" y="30687"/>
                </a:lnTo>
                <a:lnTo>
                  <a:pt x="41812" y="31027"/>
                </a:lnTo>
                <a:lnTo>
                  <a:pt x="42855" y="31374"/>
                </a:lnTo>
                <a:lnTo>
                  <a:pt x="43925" y="31706"/>
                </a:lnTo>
                <a:lnTo>
                  <a:pt x="44968" y="32038"/>
                </a:lnTo>
                <a:lnTo>
                  <a:pt x="46065" y="32370"/>
                </a:lnTo>
                <a:lnTo>
                  <a:pt x="47162" y="32694"/>
                </a:lnTo>
                <a:lnTo>
                  <a:pt x="48259" y="33019"/>
                </a:lnTo>
                <a:lnTo>
                  <a:pt x="49382" y="33335"/>
                </a:lnTo>
                <a:lnTo>
                  <a:pt x="50506" y="33652"/>
                </a:lnTo>
                <a:lnTo>
                  <a:pt x="51629" y="33960"/>
                </a:lnTo>
                <a:lnTo>
                  <a:pt x="52780" y="34269"/>
                </a:lnTo>
                <a:lnTo>
                  <a:pt x="53957" y="34570"/>
                </a:lnTo>
                <a:lnTo>
                  <a:pt x="55134" y="34871"/>
                </a:lnTo>
                <a:lnTo>
                  <a:pt x="56311" y="35165"/>
                </a:lnTo>
                <a:lnTo>
                  <a:pt x="57514" y="35458"/>
                </a:lnTo>
                <a:lnTo>
                  <a:pt x="58745" y="35744"/>
                </a:lnTo>
                <a:lnTo>
                  <a:pt x="59975" y="36022"/>
                </a:lnTo>
                <a:lnTo>
                  <a:pt x="61206" y="36300"/>
                </a:lnTo>
                <a:lnTo>
                  <a:pt x="62437" y="36570"/>
                </a:lnTo>
                <a:lnTo>
                  <a:pt x="63721" y="36840"/>
                </a:lnTo>
                <a:lnTo>
                  <a:pt x="64978" y="37102"/>
                </a:lnTo>
                <a:lnTo>
                  <a:pt x="66262" y="37365"/>
                </a:lnTo>
                <a:lnTo>
                  <a:pt x="67573" y="37620"/>
                </a:lnTo>
                <a:lnTo>
                  <a:pt x="68883" y="37867"/>
                </a:lnTo>
                <a:lnTo>
                  <a:pt x="70194" y="38114"/>
                </a:lnTo>
                <a:lnTo>
                  <a:pt x="71532" y="38353"/>
                </a:lnTo>
                <a:lnTo>
                  <a:pt x="72869" y="38592"/>
                </a:lnTo>
                <a:lnTo>
                  <a:pt x="74234" y="38824"/>
                </a:lnTo>
                <a:lnTo>
                  <a:pt x="75598" y="39048"/>
                </a:lnTo>
                <a:lnTo>
                  <a:pt x="76989" y="39264"/>
                </a:lnTo>
                <a:lnTo>
                  <a:pt x="78380" y="39480"/>
                </a:lnTo>
                <a:lnTo>
                  <a:pt x="79798" y="39696"/>
                </a:lnTo>
                <a:lnTo>
                  <a:pt x="81215" y="39897"/>
                </a:lnTo>
                <a:lnTo>
                  <a:pt x="82633" y="40098"/>
                </a:lnTo>
                <a:lnTo>
                  <a:pt x="84078" y="40298"/>
                </a:lnTo>
                <a:lnTo>
                  <a:pt x="85522" y="40484"/>
                </a:lnTo>
                <a:lnTo>
                  <a:pt x="86994" y="40669"/>
                </a:lnTo>
                <a:lnTo>
                  <a:pt x="88465" y="40847"/>
                </a:lnTo>
                <a:lnTo>
                  <a:pt x="89963" y="41024"/>
                </a:lnTo>
                <a:lnTo>
                  <a:pt x="91461" y="41194"/>
                </a:lnTo>
                <a:lnTo>
                  <a:pt x="92959" y="41356"/>
                </a:lnTo>
                <a:lnTo>
                  <a:pt x="94484" y="41510"/>
                </a:lnTo>
                <a:lnTo>
                  <a:pt x="96035" y="41665"/>
                </a:lnTo>
                <a:lnTo>
                  <a:pt x="97587" y="41812"/>
                </a:lnTo>
                <a:lnTo>
                  <a:pt x="99138" y="41950"/>
                </a:lnTo>
                <a:lnTo>
                  <a:pt x="100717" y="42082"/>
                </a:lnTo>
                <a:lnTo>
                  <a:pt x="102295" y="42213"/>
                </a:lnTo>
                <a:lnTo>
                  <a:pt x="103873" y="42336"/>
                </a:lnTo>
                <a:lnTo>
                  <a:pt x="105505" y="42452"/>
                </a:lnTo>
                <a:lnTo>
                  <a:pt x="107110" y="42560"/>
                </a:lnTo>
                <a:lnTo>
                  <a:pt x="108742" y="42668"/>
                </a:lnTo>
                <a:lnTo>
                  <a:pt x="110374" y="42761"/>
                </a:lnTo>
                <a:lnTo>
                  <a:pt x="112032" y="42854"/>
                </a:lnTo>
                <a:lnTo>
                  <a:pt x="113691" y="42939"/>
                </a:lnTo>
                <a:lnTo>
                  <a:pt x="115376" y="43024"/>
                </a:lnTo>
                <a:lnTo>
                  <a:pt x="117061" y="43093"/>
                </a:lnTo>
                <a:lnTo>
                  <a:pt x="118773" y="43163"/>
                </a:lnTo>
                <a:lnTo>
                  <a:pt x="120485" y="43224"/>
                </a:lnTo>
                <a:lnTo>
                  <a:pt x="122197" y="43278"/>
                </a:lnTo>
                <a:lnTo>
                  <a:pt x="123936" y="43325"/>
                </a:lnTo>
                <a:lnTo>
                  <a:pt x="125835" y="43371"/>
                </a:lnTo>
                <a:lnTo>
                  <a:pt x="127708" y="43402"/>
                </a:lnTo>
                <a:lnTo>
                  <a:pt x="129581" y="43433"/>
                </a:lnTo>
                <a:lnTo>
                  <a:pt x="131426" y="43456"/>
                </a:lnTo>
                <a:lnTo>
                  <a:pt x="133245" y="43464"/>
                </a:lnTo>
                <a:lnTo>
                  <a:pt x="135064" y="43471"/>
                </a:lnTo>
                <a:lnTo>
                  <a:pt x="136883" y="43471"/>
                </a:lnTo>
                <a:lnTo>
                  <a:pt x="138676" y="43456"/>
                </a:lnTo>
                <a:lnTo>
                  <a:pt x="140441" y="43440"/>
                </a:lnTo>
                <a:lnTo>
                  <a:pt x="142180" y="43410"/>
                </a:lnTo>
                <a:lnTo>
                  <a:pt x="143946" y="43379"/>
                </a:lnTo>
                <a:lnTo>
                  <a:pt x="145658" y="43340"/>
                </a:lnTo>
                <a:lnTo>
                  <a:pt x="147370" y="43286"/>
                </a:lnTo>
                <a:lnTo>
                  <a:pt x="149082" y="43232"/>
                </a:lnTo>
                <a:lnTo>
                  <a:pt x="150767" y="43170"/>
                </a:lnTo>
                <a:lnTo>
                  <a:pt x="152426" y="43101"/>
                </a:lnTo>
                <a:lnTo>
                  <a:pt x="154084" y="43024"/>
                </a:lnTo>
                <a:lnTo>
                  <a:pt x="155716" y="42939"/>
                </a:lnTo>
                <a:lnTo>
                  <a:pt x="157348" y="42846"/>
                </a:lnTo>
                <a:lnTo>
                  <a:pt x="158953" y="42746"/>
                </a:lnTo>
                <a:lnTo>
                  <a:pt x="160531" y="42638"/>
                </a:lnTo>
                <a:lnTo>
                  <a:pt x="162109" y="42529"/>
                </a:lnTo>
                <a:lnTo>
                  <a:pt x="163688" y="42406"/>
                </a:lnTo>
                <a:lnTo>
                  <a:pt x="165212" y="42282"/>
                </a:lnTo>
                <a:lnTo>
                  <a:pt x="166764" y="42151"/>
                </a:lnTo>
                <a:lnTo>
                  <a:pt x="168262" y="42012"/>
                </a:lnTo>
                <a:lnTo>
                  <a:pt x="169787" y="41866"/>
                </a:lnTo>
                <a:lnTo>
                  <a:pt x="171258" y="41711"/>
                </a:lnTo>
                <a:lnTo>
                  <a:pt x="172729" y="41557"/>
                </a:lnTo>
                <a:lnTo>
                  <a:pt x="174201" y="41387"/>
                </a:lnTo>
                <a:lnTo>
                  <a:pt x="175645" y="41217"/>
                </a:lnTo>
                <a:lnTo>
                  <a:pt x="177063" y="41040"/>
                </a:lnTo>
                <a:lnTo>
                  <a:pt x="178481" y="40854"/>
                </a:lnTo>
                <a:lnTo>
                  <a:pt x="179872" y="40669"/>
                </a:lnTo>
                <a:lnTo>
                  <a:pt x="181263" y="40468"/>
                </a:lnTo>
                <a:lnTo>
                  <a:pt x="182627" y="40268"/>
                </a:lnTo>
                <a:lnTo>
                  <a:pt x="183965" y="40059"/>
                </a:lnTo>
                <a:lnTo>
                  <a:pt x="185302" y="39843"/>
                </a:lnTo>
                <a:lnTo>
                  <a:pt x="186640" y="39627"/>
                </a:lnTo>
                <a:lnTo>
                  <a:pt x="187924" y="39403"/>
                </a:lnTo>
                <a:lnTo>
                  <a:pt x="189234" y="39171"/>
                </a:lnTo>
                <a:lnTo>
                  <a:pt x="190492" y="38932"/>
                </a:lnTo>
                <a:lnTo>
                  <a:pt x="191749" y="38693"/>
                </a:lnTo>
                <a:lnTo>
                  <a:pt x="193006" y="38446"/>
                </a:lnTo>
                <a:lnTo>
                  <a:pt x="194237" y="38191"/>
                </a:lnTo>
                <a:lnTo>
                  <a:pt x="195467" y="37928"/>
                </a:lnTo>
                <a:lnTo>
                  <a:pt x="196644" y="37666"/>
                </a:lnTo>
                <a:lnTo>
                  <a:pt x="197848" y="37396"/>
                </a:lnTo>
                <a:lnTo>
                  <a:pt x="198998" y="37126"/>
                </a:lnTo>
                <a:lnTo>
                  <a:pt x="200175" y="36840"/>
                </a:lnTo>
                <a:lnTo>
                  <a:pt x="201299" y="36562"/>
                </a:lnTo>
                <a:lnTo>
                  <a:pt x="202422" y="36269"/>
                </a:lnTo>
                <a:lnTo>
                  <a:pt x="203546" y="35975"/>
                </a:lnTo>
                <a:lnTo>
                  <a:pt x="204643" y="35674"/>
                </a:lnTo>
                <a:lnTo>
                  <a:pt x="205713" y="35373"/>
                </a:lnTo>
                <a:lnTo>
                  <a:pt x="206783" y="35064"/>
                </a:lnTo>
                <a:lnTo>
                  <a:pt x="207826" y="34748"/>
                </a:lnTo>
                <a:lnTo>
                  <a:pt x="208869" y="34431"/>
                </a:lnTo>
                <a:lnTo>
                  <a:pt x="209886" y="34107"/>
                </a:lnTo>
                <a:lnTo>
                  <a:pt x="210902" y="33775"/>
                </a:lnTo>
                <a:lnTo>
                  <a:pt x="211892" y="33443"/>
                </a:lnTo>
                <a:lnTo>
                  <a:pt x="212855" y="33111"/>
                </a:lnTo>
                <a:lnTo>
                  <a:pt x="213818" y="32772"/>
                </a:lnTo>
                <a:lnTo>
                  <a:pt x="214755" y="32424"/>
                </a:lnTo>
                <a:lnTo>
                  <a:pt x="215691" y="32077"/>
                </a:lnTo>
                <a:lnTo>
                  <a:pt x="216600" y="31722"/>
                </a:lnTo>
                <a:lnTo>
                  <a:pt x="217510" y="31367"/>
                </a:lnTo>
                <a:lnTo>
                  <a:pt x="218393" y="31004"/>
                </a:lnTo>
                <a:lnTo>
                  <a:pt x="219249" y="30641"/>
                </a:lnTo>
                <a:lnTo>
                  <a:pt x="220105" y="30270"/>
                </a:lnTo>
                <a:lnTo>
                  <a:pt x="220934" y="29892"/>
                </a:lnTo>
                <a:lnTo>
                  <a:pt x="221763" y="29514"/>
                </a:lnTo>
                <a:lnTo>
                  <a:pt x="222566" y="29135"/>
                </a:lnTo>
                <a:lnTo>
                  <a:pt x="223368" y="28749"/>
                </a:lnTo>
                <a:lnTo>
                  <a:pt x="224144" y="28363"/>
                </a:lnTo>
                <a:lnTo>
                  <a:pt x="224920" y="27970"/>
                </a:lnTo>
                <a:lnTo>
                  <a:pt x="225669" y="27576"/>
                </a:lnTo>
                <a:lnTo>
                  <a:pt x="226391" y="27182"/>
                </a:lnTo>
                <a:lnTo>
                  <a:pt x="227113" y="26781"/>
                </a:lnTo>
                <a:lnTo>
                  <a:pt x="227809" y="26372"/>
                </a:lnTo>
                <a:lnTo>
                  <a:pt x="228504" y="25963"/>
                </a:lnTo>
                <a:lnTo>
                  <a:pt x="229173" y="25553"/>
                </a:lnTo>
                <a:lnTo>
                  <a:pt x="229815" y="25137"/>
                </a:lnTo>
                <a:lnTo>
                  <a:pt x="230457" y="24720"/>
                </a:lnTo>
                <a:lnTo>
                  <a:pt x="231099" y="24303"/>
                </a:lnTo>
                <a:lnTo>
                  <a:pt x="231714" y="23878"/>
                </a:lnTo>
                <a:lnTo>
                  <a:pt x="232303" y="23446"/>
                </a:lnTo>
                <a:lnTo>
                  <a:pt x="232891" y="23021"/>
                </a:lnTo>
                <a:lnTo>
                  <a:pt x="233453" y="22589"/>
                </a:lnTo>
                <a:lnTo>
                  <a:pt x="233988" y="22149"/>
                </a:lnTo>
                <a:lnTo>
                  <a:pt x="234523" y="21717"/>
                </a:lnTo>
                <a:lnTo>
                  <a:pt x="235058" y="21277"/>
                </a:lnTo>
                <a:lnTo>
                  <a:pt x="235566" y="20837"/>
                </a:lnTo>
                <a:lnTo>
                  <a:pt x="236048" y="20389"/>
                </a:lnTo>
                <a:lnTo>
                  <a:pt x="236529" y="19941"/>
                </a:lnTo>
                <a:lnTo>
                  <a:pt x="236984" y="19493"/>
                </a:lnTo>
                <a:lnTo>
                  <a:pt x="237439" y="19038"/>
                </a:lnTo>
                <a:lnTo>
                  <a:pt x="237867" y="18582"/>
                </a:lnTo>
                <a:lnTo>
                  <a:pt x="238268" y="18127"/>
                </a:lnTo>
                <a:lnTo>
                  <a:pt x="238670" y="17671"/>
                </a:lnTo>
                <a:lnTo>
                  <a:pt x="239071" y="17208"/>
                </a:lnTo>
                <a:lnTo>
                  <a:pt x="239419" y="16753"/>
                </a:lnTo>
                <a:lnTo>
                  <a:pt x="239793" y="16282"/>
                </a:lnTo>
                <a:lnTo>
                  <a:pt x="240114" y="15819"/>
                </a:lnTo>
                <a:lnTo>
                  <a:pt x="240756" y="14885"/>
                </a:lnTo>
                <a:lnTo>
                  <a:pt x="241318" y="13935"/>
                </a:lnTo>
                <a:lnTo>
                  <a:pt x="241826" y="12985"/>
                </a:lnTo>
                <a:lnTo>
                  <a:pt x="242281" y="12036"/>
                </a:lnTo>
                <a:lnTo>
                  <a:pt x="242682" y="11071"/>
                </a:lnTo>
                <a:lnTo>
                  <a:pt x="243003" y="10106"/>
                </a:lnTo>
                <a:lnTo>
                  <a:pt x="243271" y="9141"/>
                </a:lnTo>
                <a:lnTo>
                  <a:pt x="243485" y="8168"/>
                </a:lnTo>
                <a:lnTo>
                  <a:pt x="243618" y="7188"/>
                </a:lnTo>
                <a:lnTo>
                  <a:pt x="243725" y="6215"/>
                </a:lnTo>
                <a:lnTo>
                  <a:pt x="243752" y="5235"/>
                </a:lnTo>
                <a:lnTo>
                  <a:pt x="243699" y="4254"/>
                </a:lnTo>
                <a:lnTo>
                  <a:pt x="243672" y="4108"/>
                </a:lnTo>
                <a:lnTo>
                  <a:pt x="243592" y="3976"/>
                </a:lnTo>
                <a:lnTo>
                  <a:pt x="243485" y="3860"/>
                </a:lnTo>
                <a:lnTo>
                  <a:pt x="243351" y="3745"/>
                </a:lnTo>
                <a:lnTo>
                  <a:pt x="243164" y="3644"/>
                </a:lnTo>
                <a:lnTo>
                  <a:pt x="242950" y="3544"/>
                </a:lnTo>
                <a:lnTo>
                  <a:pt x="242709" y="3459"/>
                </a:lnTo>
                <a:lnTo>
                  <a:pt x="242441" y="3390"/>
                </a:lnTo>
                <a:lnTo>
                  <a:pt x="242147" y="3320"/>
                </a:lnTo>
                <a:lnTo>
                  <a:pt x="241826" y="3258"/>
                </a:lnTo>
                <a:lnTo>
                  <a:pt x="241505" y="3212"/>
                </a:lnTo>
                <a:lnTo>
                  <a:pt x="241157" y="3173"/>
                </a:lnTo>
                <a:lnTo>
                  <a:pt x="240810" y="3143"/>
                </a:lnTo>
                <a:lnTo>
                  <a:pt x="240435" y="3119"/>
                </a:lnTo>
                <a:lnTo>
                  <a:pt x="240061" y="3112"/>
                </a:lnTo>
                <a:lnTo>
                  <a:pt x="239686" y="3104"/>
                </a:lnTo>
                <a:lnTo>
                  <a:pt x="239312" y="3112"/>
                </a:lnTo>
                <a:lnTo>
                  <a:pt x="238937" y="3127"/>
                </a:lnTo>
                <a:lnTo>
                  <a:pt x="238589" y="3150"/>
                </a:lnTo>
                <a:lnTo>
                  <a:pt x="238215" y="3181"/>
                </a:lnTo>
                <a:lnTo>
                  <a:pt x="237867" y="3220"/>
                </a:lnTo>
                <a:lnTo>
                  <a:pt x="237519" y="3266"/>
                </a:lnTo>
                <a:lnTo>
                  <a:pt x="237198" y="3328"/>
                </a:lnTo>
                <a:lnTo>
                  <a:pt x="236904" y="3397"/>
                </a:lnTo>
                <a:lnTo>
                  <a:pt x="236610" y="3475"/>
                </a:lnTo>
                <a:lnTo>
                  <a:pt x="236369" y="3559"/>
                </a:lnTo>
                <a:lnTo>
                  <a:pt x="236128" y="3652"/>
                </a:lnTo>
                <a:lnTo>
                  <a:pt x="235941" y="3752"/>
                </a:lnTo>
                <a:lnTo>
                  <a:pt x="235754" y="3860"/>
                </a:lnTo>
                <a:lnTo>
                  <a:pt x="235620" y="3984"/>
                </a:lnTo>
                <a:lnTo>
                  <a:pt x="235540" y="4115"/>
                </a:lnTo>
                <a:lnTo>
                  <a:pt x="235459" y="4254"/>
                </a:lnTo>
                <a:lnTo>
                  <a:pt x="235245" y="5127"/>
                </a:lnTo>
                <a:lnTo>
                  <a:pt x="234951" y="6007"/>
                </a:lnTo>
                <a:lnTo>
                  <a:pt x="234630" y="6879"/>
                </a:lnTo>
                <a:lnTo>
                  <a:pt x="234282" y="7759"/>
                </a:lnTo>
                <a:lnTo>
                  <a:pt x="233881" y="8631"/>
                </a:lnTo>
                <a:lnTo>
                  <a:pt x="233426" y="9504"/>
                </a:lnTo>
                <a:lnTo>
                  <a:pt x="232945" y="10368"/>
                </a:lnTo>
                <a:lnTo>
                  <a:pt x="232437" y="11233"/>
                </a:lnTo>
                <a:lnTo>
                  <a:pt x="231848" y="12098"/>
                </a:lnTo>
                <a:lnTo>
                  <a:pt x="231260" y="12955"/>
                </a:lnTo>
                <a:lnTo>
                  <a:pt x="230591" y="13804"/>
                </a:lnTo>
                <a:lnTo>
                  <a:pt x="229895" y="14653"/>
                </a:lnTo>
                <a:lnTo>
                  <a:pt x="229146" y="15494"/>
                </a:lnTo>
                <a:lnTo>
                  <a:pt x="228371" y="16328"/>
                </a:lnTo>
                <a:lnTo>
                  <a:pt x="227541" y="17162"/>
                </a:lnTo>
                <a:lnTo>
                  <a:pt x="226659" y="17980"/>
                </a:lnTo>
                <a:lnTo>
                  <a:pt x="225749" y="18791"/>
                </a:lnTo>
                <a:lnTo>
                  <a:pt x="224786" y="19601"/>
                </a:lnTo>
                <a:lnTo>
                  <a:pt x="223769" y="20397"/>
                </a:lnTo>
                <a:lnTo>
                  <a:pt x="222699" y="21184"/>
                </a:lnTo>
                <a:lnTo>
                  <a:pt x="221603" y="21964"/>
                </a:lnTo>
                <a:lnTo>
                  <a:pt x="220452" y="22736"/>
                </a:lnTo>
                <a:lnTo>
                  <a:pt x="219249" y="23492"/>
                </a:lnTo>
                <a:lnTo>
                  <a:pt x="217991" y="24241"/>
                </a:lnTo>
                <a:lnTo>
                  <a:pt x="216681" y="24974"/>
                </a:lnTo>
                <a:lnTo>
                  <a:pt x="215343" y="25700"/>
                </a:lnTo>
                <a:lnTo>
                  <a:pt x="214648" y="26055"/>
                </a:lnTo>
                <a:lnTo>
                  <a:pt x="213952" y="26410"/>
                </a:lnTo>
                <a:lnTo>
                  <a:pt x="213230" y="26758"/>
                </a:lnTo>
                <a:lnTo>
                  <a:pt x="212507" y="27105"/>
                </a:lnTo>
                <a:lnTo>
                  <a:pt x="211758" y="27453"/>
                </a:lnTo>
                <a:lnTo>
                  <a:pt x="211009" y="27792"/>
                </a:lnTo>
                <a:lnTo>
                  <a:pt x="210234" y="28132"/>
                </a:lnTo>
                <a:lnTo>
                  <a:pt x="209458" y="28464"/>
                </a:lnTo>
                <a:lnTo>
                  <a:pt x="208655" y="28796"/>
                </a:lnTo>
                <a:lnTo>
                  <a:pt x="207853" y="29120"/>
                </a:lnTo>
                <a:lnTo>
                  <a:pt x="207024" y="29444"/>
                </a:lnTo>
                <a:lnTo>
                  <a:pt x="206194" y="29768"/>
                </a:lnTo>
                <a:lnTo>
                  <a:pt x="205365" y="30077"/>
                </a:lnTo>
                <a:lnTo>
                  <a:pt x="204509" y="30394"/>
                </a:lnTo>
                <a:lnTo>
                  <a:pt x="203626" y="30703"/>
                </a:lnTo>
                <a:lnTo>
                  <a:pt x="202743" y="31004"/>
                </a:lnTo>
                <a:lnTo>
                  <a:pt x="201861" y="31305"/>
                </a:lnTo>
                <a:lnTo>
                  <a:pt x="200951" y="31598"/>
                </a:lnTo>
                <a:lnTo>
                  <a:pt x="200015" y="31891"/>
                </a:lnTo>
                <a:lnTo>
                  <a:pt x="199079" y="32177"/>
                </a:lnTo>
                <a:lnTo>
                  <a:pt x="198142" y="32463"/>
                </a:lnTo>
                <a:lnTo>
                  <a:pt x="197153" y="32741"/>
                </a:lnTo>
                <a:lnTo>
                  <a:pt x="196190" y="33011"/>
                </a:lnTo>
                <a:lnTo>
                  <a:pt x="195200" y="33281"/>
                </a:lnTo>
                <a:lnTo>
                  <a:pt x="194183" y="33544"/>
                </a:lnTo>
                <a:lnTo>
                  <a:pt x="193167" y="33806"/>
                </a:lnTo>
                <a:lnTo>
                  <a:pt x="192150" y="34061"/>
                </a:lnTo>
                <a:lnTo>
                  <a:pt x="191107" y="34316"/>
                </a:lnTo>
                <a:lnTo>
                  <a:pt x="190037" y="34555"/>
                </a:lnTo>
                <a:lnTo>
                  <a:pt x="188967" y="34802"/>
                </a:lnTo>
                <a:lnTo>
                  <a:pt x="187897" y="35033"/>
                </a:lnTo>
                <a:lnTo>
                  <a:pt x="186773" y="35265"/>
                </a:lnTo>
                <a:lnTo>
                  <a:pt x="185677" y="35497"/>
                </a:lnTo>
                <a:lnTo>
                  <a:pt x="184553" y="35713"/>
                </a:lnTo>
                <a:lnTo>
                  <a:pt x="183403" y="35929"/>
                </a:lnTo>
                <a:lnTo>
                  <a:pt x="182253" y="36145"/>
                </a:lnTo>
                <a:lnTo>
                  <a:pt x="181075" y="36346"/>
                </a:lnTo>
                <a:lnTo>
                  <a:pt x="179898" y="36547"/>
                </a:lnTo>
                <a:lnTo>
                  <a:pt x="178695" y="36740"/>
                </a:lnTo>
                <a:lnTo>
                  <a:pt x="177491" y="36933"/>
                </a:lnTo>
                <a:lnTo>
                  <a:pt x="176260" y="37118"/>
                </a:lnTo>
                <a:lnTo>
                  <a:pt x="175003" y="37295"/>
                </a:lnTo>
                <a:lnTo>
                  <a:pt x="173773" y="37465"/>
                </a:lnTo>
                <a:lnTo>
                  <a:pt x="172489" y="37635"/>
                </a:lnTo>
                <a:lnTo>
                  <a:pt x="171205" y="37797"/>
                </a:lnTo>
                <a:lnTo>
                  <a:pt x="169894" y="37952"/>
                </a:lnTo>
                <a:lnTo>
                  <a:pt x="168583" y="38098"/>
                </a:lnTo>
                <a:lnTo>
                  <a:pt x="167272" y="38245"/>
                </a:lnTo>
                <a:lnTo>
                  <a:pt x="165935" y="38384"/>
                </a:lnTo>
                <a:lnTo>
                  <a:pt x="164570" y="38515"/>
                </a:lnTo>
                <a:lnTo>
                  <a:pt x="163179" y="38639"/>
                </a:lnTo>
                <a:lnTo>
                  <a:pt x="161815" y="38762"/>
                </a:lnTo>
                <a:lnTo>
                  <a:pt x="160397" y="38870"/>
                </a:lnTo>
                <a:lnTo>
                  <a:pt x="158979" y="38978"/>
                </a:lnTo>
                <a:lnTo>
                  <a:pt x="157562" y="39079"/>
                </a:lnTo>
                <a:lnTo>
                  <a:pt x="156117" y="39171"/>
                </a:lnTo>
                <a:lnTo>
                  <a:pt x="154646" y="39264"/>
                </a:lnTo>
                <a:lnTo>
                  <a:pt x="153175" y="39341"/>
                </a:lnTo>
                <a:lnTo>
                  <a:pt x="151677" y="39418"/>
                </a:lnTo>
                <a:lnTo>
                  <a:pt x="150179" y="39488"/>
                </a:lnTo>
                <a:lnTo>
                  <a:pt x="148654" y="39550"/>
                </a:lnTo>
                <a:lnTo>
                  <a:pt x="147102" y="39604"/>
                </a:lnTo>
                <a:lnTo>
                  <a:pt x="145551" y="39650"/>
                </a:lnTo>
                <a:lnTo>
                  <a:pt x="143972" y="39689"/>
                </a:lnTo>
                <a:lnTo>
                  <a:pt x="142394" y="39719"/>
                </a:lnTo>
                <a:lnTo>
                  <a:pt x="140789" y="39750"/>
                </a:lnTo>
                <a:lnTo>
                  <a:pt x="139184" y="39766"/>
                </a:lnTo>
                <a:lnTo>
                  <a:pt x="137552" y="39781"/>
                </a:lnTo>
                <a:lnTo>
                  <a:pt x="135894" y="39789"/>
                </a:lnTo>
                <a:lnTo>
                  <a:pt x="134235" y="39781"/>
                </a:lnTo>
                <a:lnTo>
                  <a:pt x="132577" y="39773"/>
                </a:lnTo>
                <a:lnTo>
                  <a:pt x="130865" y="39758"/>
                </a:lnTo>
                <a:lnTo>
                  <a:pt x="129153" y="39735"/>
                </a:lnTo>
                <a:lnTo>
                  <a:pt x="127441" y="39704"/>
                </a:lnTo>
                <a:lnTo>
                  <a:pt x="125702" y="39665"/>
                </a:lnTo>
                <a:lnTo>
                  <a:pt x="123936" y="39619"/>
                </a:lnTo>
                <a:lnTo>
                  <a:pt x="122385" y="39573"/>
                </a:lnTo>
                <a:lnTo>
                  <a:pt x="120833" y="39519"/>
                </a:lnTo>
                <a:lnTo>
                  <a:pt x="119308" y="39457"/>
                </a:lnTo>
                <a:lnTo>
                  <a:pt x="117784" y="39387"/>
                </a:lnTo>
                <a:lnTo>
                  <a:pt x="116286" y="39318"/>
                </a:lnTo>
                <a:lnTo>
                  <a:pt x="114761" y="39241"/>
                </a:lnTo>
                <a:lnTo>
                  <a:pt x="113289" y="39164"/>
                </a:lnTo>
                <a:lnTo>
                  <a:pt x="111791" y="39071"/>
                </a:lnTo>
                <a:lnTo>
                  <a:pt x="110347" y="38978"/>
                </a:lnTo>
                <a:lnTo>
                  <a:pt x="108876" y="38878"/>
                </a:lnTo>
                <a:lnTo>
                  <a:pt x="107431" y="38778"/>
                </a:lnTo>
                <a:lnTo>
                  <a:pt x="105987" y="38662"/>
                </a:lnTo>
                <a:lnTo>
                  <a:pt x="104569" y="38546"/>
                </a:lnTo>
                <a:lnTo>
                  <a:pt x="103151" y="38430"/>
                </a:lnTo>
                <a:lnTo>
                  <a:pt x="101733" y="38299"/>
                </a:lnTo>
                <a:lnTo>
                  <a:pt x="100342" y="38168"/>
                </a:lnTo>
                <a:lnTo>
                  <a:pt x="98951" y="38036"/>
                </a:lnTo>
                <a:lnTo>
                  <a:pt x="97587" y="37890"/>
                </a:lnTo>
                <a:lnTo>
                  <a:pt x="96223" y="37743"/>
                </a:lnTo>
                <a:lnTo>
                  <a:pt x="94858" y="37589"/>
                </a:lnTo>
                <a:lnTo>
                  <a:pt x="93521" y="37434"/>
                </a:lnTo>
                <a:lnTo>
                  <a:pt x="92183" y="37272"/>
                </a:lnTo>
                <a:lnTo>
                  <a:pt x="90872" y="37102"/>
                </a:lnTo>
                <a:lnTo>
                  <a:pt x="89562" y="36933"/>
                </a:lnTo>
                <a:lnTo>
                  <a:pt x="88251" y="36755"/>
                </a:lnTo>
                <a:lnTo>
                  <a:pt x="86967" y="36577"/>
                </a:lnTo>
                <a:lnTo>
                  <a:pt x="85683" y="36392"/>
                </a:lnTo>
                <a:lnTo>
                  <a:pt x="84426" y="36199"/>
                </a:lnTo>
                <a:lnTo>
                  <a:pt x="83168" y="35998"/>
                </a:lnTo>
                <a:lnTo>
                  <a:pt x="81911" y="35805"/>
                </a:lnTo>
                <a:lnTo>
                  <a:pt x="80680" y="35597"/>
                </a:lnTo>
                <a:lnTo>
                  <a:pt x="79450" y="35389"/>
                </a:lnTo>
                <a:lnTo>
                  <a:pt x="78246" y="35172"/>
                </a:lnTo>
                <a:lnTo>
                  <a:pt x="77042" y="34956"/>
                </a:lnTo>
                <a:lnTo>
                  <a:pt x="75839" y="34732"/>
                </a:lnTo>
                <a:lnTo>
                  <a:pt x="74662" y="34509"/>
                </a:lnTo>
                <a:lnTo>
                  <a:pt x="73485" y="34277"/>
                </a:lnTo>
                <a:lnTo>
                  <a:pt x="72334" y="34045"/>
                </a:lnTo>
                <a:lnTo>
                  <a:pt x="71184" y="33806"/>
                </a:lnTo>
                <a:lnTo>
                  <a:pt x="70060" y="33559"/>
                </a:lnTo>
                <a:lnTo>
                  <a:pt x="68910" y="33312"/>
                </a:lnTo>
                <a:lnTo>
                  <a:pt x="67813" y="33057"/>
                </a:lnTo>
                <a:lnTo>
                  <a:pt x="66690" y="32802"/>
                </a:lnTo>
                <a:lnTo>
                  <a:pt x="65593" y="32548"/>
                </a:lnTo>
                <a:lnTo>
                  <a:pt x="64523" y="32285"/>
                </a:lnTo>
                <a:lnTo>
                  <a:pt x="63453" y="32015"/>
                </a:lnTo>
                <a:lnTo>
                  <a:pt x="62383" y="31745"/>
                </a:lnTo>
                <a:lnTo>
                  <a:pt x="61340" y="31475"/>
                </a:lnTo>
                <a:lnTo>
                  <a:pt x="60296" y="31197"/>
                </a:lnTo>
                <a:lnTo>
                  <a:pt x="59253" y="30911"/>
                </a:lnTo>
                <a:lnTo>
                  <a:pt x="58237" y="30625"/>
                </a:lnTo>
                <a:lnTo>
                  <a:pt x="57220" y="30340"/>
                </a:lnTo>
                <a:lnTo>
                  <a:pt x="56230" y="30046"/>
                </a:lnTo>
                <a:lnTo>
                  <a:pt x="55241" y="29753"/>
                </a:lnTo>
                <a:lnTo>
                  <a:pt x="53315" y="29151"/>
                </a:lnTo>
                <a:lnTo>
                  <a:pt x="51415" y="28533"/>
                </a:lnTo>
                <a:lnTo>
                  <a:pt x="49543" y="27908"/>
                </a:lnTo>
                <a:lnTo>
                  <a:pt x="47750" y="27267"/>
                </a:lnTo>
                <a:lnTo>
                  <a:pt x="45985" y="26619"/>
                </a:lnTo>
                <a:lnTo>
                  <a:pt x="44246" y="25955"/>
                </a:lnTo>
                <a:lnTo>
                  <a:pt x="42588" y="25283"/>
                </a:lnTo>
                <a:lnTo>
                  <a:pt x="40956" y="24596"/>
                </a:lnTo>
                <a:lnTo>
                  <a:pt x="39351" y="23901"/>
                </a:lnTo>
                <a:lnTo>
                  <a:pt x="37826" y="23199"/>
                </a:lnTo>
                <a:lnTo>
                  <a:pt x="36328" y="22481"/>
                </a:lnTo>
                <a:lnTo>
                  <a:pt x="34857" y="21755"/>
                </a:lnTo>
                <a:lnTo>
                  <a:pt x="33466" y="21030"/>
                </a:lnTo>
                <a:lnTo>
                  <a:pt x="32101" y="20288"/>
                </a:lnTo>
                <a:lnTo>
                  <a:pt x="30764" y="19540"/>
                </a:lnTo>
                <a:lnTo>
                  <a:pt x="29480" y="18783"/>
                </a:lnTo>
                <a:lnTo>
                  <a:pt x="28249" y="18019"/>
                </a:lnTo>
                <a:lnTo>
                  <a:pt x="27072" y="17247"/>
                </a:lnTo>
                <a:lnTo>
                  <a:pt x="25922" y="16467"/>
                </a:lnTo>
                <a:lnTo>
                  <a:pt x="24825" y="15687"/>
                </a:lnTo>
                <a:lnTo>
                  <a:pt x="23782" y="14892"/>
                </a:lnTo>
                <a:lnTo>
                  <a:pt x="22792" y="14097"/>
                </a:lnTo>
                <a:lnTo>
                  <a:pt x="21829" y="13302"/>
                </a:lnTo>
                <a:lnTo>
                  <a:pt x="20920" y="12499"/>
                </a:lnTo>
                <a:lnTo>
                  <a:pt x="20037" y="11688"/>
                </a:lnTo>
                <a:lnTo>
                  <a:pt x="19208" y="10878"/>
                </a:lnTo>
                <a:lnTo>
                  <a:pt x="18432" y="10060"/>
                </a:lnTo>
                <a:lnTo>
                  <a:pt x="17710" y="9241"/>
                </a:lnTo>
                <a:lnTo>
                  <a:pt x="17014" y="8423"/>
                </a:lnTo>
                <a:lnTo>
                  <a:pt x="16372" y="7597"/>
                </a:lnTo>
                <a:lnTo>
                  <a:pt x="15783" y="6779"/>
                </a:lnTo>
                <a:lnTo>
                  <a:pt x="15222" y="5953"/>
                </a:lnTo>
                <a:lnTo>
                  <a:pt x="14740" y="5119"/>
                </a:lnTo>
                <a:lnTo>
                  <a:pt x="14259" y="4293"/>
                </a:lnTo>
                <a:lnTo>
                  <a:pt x="13857" y="3467"/>
                </a:lnTo>
                <a:lnTo>
                  <a:pt x="13483" y="2641"/>
                </a:lnTo>
                <a:lnTo>
                  <a:pt x="13189" y="1807"/>
                </a:lnTo>
                <a:lnTo>
                  <a:pt x="13135" y="1699"/>
                </a:lnTo>
                <a:lnTo>
                  <a:pt x="13055" y="1591"/>
                </a:lnTo>
                <a:lnTo>
                  <a:pt x="12975" y="1490"/>
                </a:lnTo>
                <a:lnTo>
                  <a:pt x="12868" y="1390"/>
                </a:lnTo>
                <a:lnTo>
                  <a:pt x="12761" y="1290"/>
                </a:lnTo>
                <a:lnTo>
                  <a:pt x="12627" y="1197"/>
                </a:lnTo>
                <a:lnTo>
                  <a:pt x="12493" y="1104"/>
                </a:lnTo>
                <a:lnTo>
                  <a:pt x="12333" y="1020"/>
                </a:lnTo>
                <a:lnTo>
                  <a:pt x="12172" y="935"/>
                </a:lnTo>
                <a:lnTo>
                  <a:pt x="11985" y="857"/>
                </a:lnTo>
                <a:lnTo>
                  <a:pt x="11771" y="780"/>
                </a:lnTo>
                <a:lnTo>
                  <a:pt x="11584" y="711"/>
                </a:lnTo>
                <a:lnTo>
                  <a:pt x="11129" y="572"/>
                </a:lnTo>
                <a:lnTo>
                  <a:pt x="10647" y="456"/>
                </a:lnTo>
                <a:lnTo>
                  <a:pt x="10112" y="348"/>
                </a:lnTo>
                <a:lnTo>
                  <a:pt x="9577" y="255"/>
                </a:lnTo>
                <a:lnTo>
                  <a:pt x="9016" y="178"/>
                </a:lnTo>
                <a:lnTo>
                  <a:pt x="8427" y="116"/>
                </a:lnTo>
                <a:lnTo>
                  <a:pt x="7812" y="62"/>
                </a:lnTo>
                <a:lnTo>
                  <a:pt x="7197" y="31"/>
                </a:lnTo>
                <a:lnTo>
                  <a:pt x="6581" y="8"/>
                </a:lnTo>
                <a:lnTo>
                  <a:pt x="596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rot="10800000">
            <a:off x="132312" y="4476536"/>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rot="10800000">
            <a:off x="8059335" y="746079"/>
            <a:ext cx="139743" cy="117257"/>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rot="10800000">
            <a:off x="7876119" y="693069"/>
            <a:ext cx="118021" cy="39513"/>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rot="10800000">
            <a:off x="7672779" y="626988"/>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rot="10800000">
            <a:off x="7363897" y="423368"/>
            <a:ext cx="108600" cy="81708"/>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rot="10800000">
            <a:off x="7194408" y="270001"/>
            <a:ext cx="92550" cy="921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rot="10800000">
            <a:off x="3331847" y="4487946"/>
            <a:ext cx="280826" cy="231117"/>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rot="-9286308">
            <a:off x="6043211" y="691958"/>
            <a:ext cx="598778" cy="41705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8"/>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9" name="Google Shape;139;p8"/>
          <p:cNvSpPr/>
          <p:nvPr/>
        </p:nvSpPr>
        <p:spPr>
          <a:xfrm>
            <a:off x="4339748" y="4396301"/>
            <a:ext cx="723847" cy="552742"/>
          </a:xfrm>
          <a:custGeom>
            <a:rect b="b" l="l" r="r" t="t"/>
            <a:pathLst>
              <a:path extrusionOk="0" h="49275" w="64514">
                <a:moveTo>
                  <a:pt x="5774" y="4767"/>
                </a:moveTo>
                <a:lnTo>
                  <a:pt x="12513" y="5497"/>
                </a:lnTo>
                <a:lnTo>
                  <a:pt x="19247" y="6234"/>
                </a:lnTo>
                <a:lnTo>
                  <a:pt x="25986" y="6978"/>
                </a:lnTo>
                <a:lnTo>
                  <a:pt x="32719" y="7730"/>
                </a:lnTo>
                <a:lnTo>
                  <a:pt x="46192" y="9240"/>
                </a:lnTo>
                <a:lnTo>
                  <a:pt x="52925" y="9984"/>
                </a:lnTo>
                <a:lnTo>
                  <a:pt x="59664" y="10729"/>
                </a:lnTo>
                <a:lnTo>
                  <a:pt x="57572" y="15631"/>
                </a:lnTo>
                <a:lnTo>
                  <a:pt x="55480" y="20526"/>
                </a:lnTo>
                <a:lnTo>
                  <a:pt x="51295" y="30317"/>
                </a:lnTo>
                <a:lnTo>
                  <a:pt x="50908" y="31211"/>
                </a:lnTo>
                <a:lnTo>
                  <a:pt x="50509" y="32120"/>
                </a:lnTo>
                <a:lnTo>
                  <a:pt x="49700" y="33945"/>
                </a:lnTo>
                <a:lnTo>
                  <a:pt x="49290" y="34868"/>
                </a:lnTo>
                <a:lnTo>
                  <a:pt x="48885" y="35799"/>
                </a:lnTo>
                <a:lnTo>
                  <a:pt x="48486" y="36736"/>
                </a:lnTo>
                <a:lnTo>
                  <a:pt x="48099" y="37681"/>
                </a:lnTo>
                <a:lnTo>
                  <a:pt x="47908" y="38153"/>
                </a:lnTo>
                <a:lnTo>
                  <a:pt x="47723" y="38633"/>
                </a:lnTo>
                <a:lnTo>
                  <a:pt x="47538" y="39112"/>
                </a:lnTo>
                <a:lnTo>
                  <a:pt x="47365" y="39592"/>
                </a:lnTo>
                <a:lnTo>
                  <a:pt x="47192" y="40071"/>
                </a:lnTo>
                <a:lnTo>
                  <a:pt x="47024" y="40558"/>
                </a:lnTo>
                <a:lnTo>
                  <a:pt x="46862" y="41045"/>
                </a:lnTo>
                <a:lnTo>
                  <a:pt x="46706" y="41531"/>
                </a:lnTo>
                <a:lnTo>
                  <a:pt x="46556" y="42018"/>
                </a:lnTo>
                <a:lnTo>
                  <a:pt x="46411" y="42512"/>
                </a:lnTo>
                <a:lnTo>
                  <a:pt x="46278" y="43006"/>
                </a:lnTo>
                <a:lnTo>
                  <a:pt x="46151" y="43499"/>
                </a:lnTo>
                <a:lnTo>
                  <a:pt x="46030" y="44000"/>
                </a:lnTo>
                <a:lnTo>
                  <a:pt x="45920" y="44501"/>
                </a:lnTo>
                <a:lnTo>
                  <a:pt x="45816" y="45002"/>
                </a:lnTo>
                <a:lnTo>
                  <a:pt x="45724" y="45503"/>
                </a:lnTo>
                <a:lnTo>
                  <a:pt x="45082" y="44766"/>
                </a:lnTo>
                <a:lnTo>
                  <a:pt x="44440" y="44036"/>
                </a:lnTo>
                <a:lnTo>
                  <a:pt x="43793" y="43313"/>
                </a:lnTo>
                <a:lnTo>
                  <a:pt x="43140" y="42590"/>
                </a:lnTo>
                <a:lnTo>
                  <a:pt x="42487" y="41868"/>
                </a:lnTo>
                <a:lnTo>
                  <a:pt x="41828" y="41159"/>
                </a:lnTo>
                <a:lnTo>
                  <a:pt x="41169" y="40443"/>
                </a:lnTo>
                <a:lnTo>
                  <a:pt x="40504" y="39742"/>
                </a:lnTo>
                <a:lnTo>
                  <a:pt x="39840" y="39041"/>
                </a:lnTo>
                <a:lnTo>
                  <a:pt x="39169" y="38339"/>
                </a:lnTo>
                <a:lnTo>
                  <a:pt x="37823" y="36951"/>
                </a:lnTo>
                <a:lnTo>
                  <a:pt x="36470" y="35570"/>
                </a:lnTo>
                <a:lnTo>
                  <a:pt x="35106" y="34203"/>
                </a:lnTo>
                <a:lnTo>
                  <a:pt x="33742" y="32843"/>
                </a:lnTo>
                <a:lnTo>
                  <a:pt x="32372" y="31490"/>
                </a:lnTo>
                <a:lnTo>
                  <a:pt x="31003" y="30138"/>
                </a:lnTo>
                <a:lnTo>
                  <a:pt x="29627" y="28792"/>
                </a:lnTo>
                <a:lnTo>
                  <a:pt x="26876" y="26108"/>
                </a:lnTo>
                <a:lnTo>
                  <a:pt x="25506" y="24763"/>
                </a:lnTo>
                <a:lnTo>
                  <a:pt x="24136" y="23417"/>
                </a:lnTo>
                <a:lnTo>
                  <a:pt x="23576" y="22866"/>
                </a:lnTo>
                <a:lnTo>
                  <a:pt x="23003" y="22315"/>
                </a:lnTo>
                <a:lnTo>
                  <a:pt x="22431" y="21771"/>
                </a:lnTo>
                <a:lnTo>
                  <a:pt x="21853" y="21220"/>
                </a:lnTo>
                <a:lnTo>
                  <a:pt x="20680" y="20118"/>
                </a:lnTo>
                <a:lnTo>
                  <a:pt x="19489" y="19016"/>
                </a:lnTo>
                <a:lnTo>
                  <a:pt x="17097" y="16805"/>
                </a:lnTo>
                <a:lnTo>
                  <a:pt x="15894" y="15681"/>
                </a:lnTo>
                <a:lnTo>
                  <a:pt x="14698" y="14550"/>
                </a:lnTo>
                <a:lnTo>
                  <a:pt x="14103" y="13978"/>
                </a:lnTo>
                <a:lnTo>
                  <a:pt x="13507" y="13405"/>
                </a:lnTo>
                <a:lnTo>
                  <a:pt x="12918" y="12825"/>
                </a:lnTo>
                <a:lnTo>
                  <a:pt x="12334" y="12239"/>
                </a:lnTo>
                <a:lnTo>
                  <a:pt x="11750" y="11652"/>
                </a:lnTo>
                <a:lnTo>
                  <a:pt x="11172" y="11058"/>
                </a:lnTo>
                <a:lnTo>
                  <a:pt x="10600" y="10457"/>
                </a:lnTo>
                <a:lnTo>
                  <a:pt x="10034" y="9855"/>
                </a:lnTo>
                <a:lnTo>
                  <a:pt x="9473" y="9240"/>
                </a:lnTo>
                <a:lnTo>
                  <a:pt x="8918" y="8624"/>
                </a:lnTo>
                <a:lnTo>
                  <a:pt x="8375" y="8002"/>
                </a:lnTo>
                <a:lnTo>
                  <a:pt x="7837" y="7365"/>
                </a:lnTo>
                <a:lnTo>
                  <a:pt x="7306" y="6728"/>
                </a:lnTo>
                <a:lnTo>
                  <a:pt x="6786" y="6084"/>
                </a:lnTo>
                <a:lnTo>
                  <a:pt x="6277" y="5425"/>
                </a:lnTo>
                <a:lnTo>
                  <a:pt x="5774" y="4767"/>
                </a:lnTo>
                <a:close/>
                <a:moveTo>
                  <a:pt x="1659" y="1"/>
                </a:moveTo>
                <a:lnTo>
                  <a:pt x="1543" y="8"/>
                </a:lnTo>
                <a:lnTo>
                  <a:pt x="1434" y="29"/>
                </a:lnTo>
                <a:lnTo>
                  <a:pt x="1324" y="58"/>
                </a:lnTo>
                <a:lnTo>
                  <a:pt x="1214" y="101"/>
                </a:lnTo>
                <a:lnTo>
                  <a:pt x="1110" y="151"/>
                </a:lnTo>
                <a:lnTo>
                  <a:pt x="1006" y="208"/>
                </a:lnTo>
                <a:lnTo>
                  <a:pt x="908" y="280"/>
                </a:lnTo>
                <a:lnTo>
                  <a:pt x="809" y="358"/>
                </a:lnTo>
                <a:lnTo>
                  <a:pt x="717" y="444"/>
                </a:lnTo>
                <a:lnTo>
                  <a:pt x="630" y="544"/>
                </a:lnTo>
                <a:lnTo>
                  <a:pt x="549" y="645"/>
                </a:lnTo>
                <a:lnTo>
                  <a:pt x="468" y="752"/>
                </a:lnTo>
                <a:lnTo>
                  <a:pt x="393" y="866"/>
                </a:lnTo>
                <a:lnTo>
                  <a:pt x="324" y="981"/>
                </a:lnTo>
                <a:lnTo>
                  <a:pt x="260" y="1103"/>
                </a:lnTo>
                <a:lnTo>
                  <a:pt x="208" y="1231"/>
                </a:lnTo>
                <a:lnTo>
                  <a:pt x="156" y="1367"/>
                </a:lnTo>
                <a:lnTo>
                  <a:pt x="110" y="1496"/>
                </a:lnTo>
                <a:lnTo>
                  <a:pt x="75" y="1632"/>
                </a:lnTo>
                <a:lnTo>
                  <a:pt x="46" y="1775"/>
                </a:lnTo>
                <a:lnTo>
                  <a:pt x="23" y="1911"/>
                </a:lnTo>
                <a:lnTo>
                  <a:pt x="6" y="2055"/>
                </a:lnTo>
                <a:lnTo>
                  <a:pt x="0" y="2198"/>
                </a:lnTo>
                <a:lnTo>
                  <a:pt x="0" y="2334"/>
                </a:lnTo>
                <a:lnTo>
                  <a:pt x="12" y="2477"/>
                </a:lnTo>
                <a:lnTo>
                  <a:pt x="29" y="2613"/>
                </a:lnTo>
                <a:lnTo>
                  <a:pt x="58" y="2749"/>
                </a:lnTo>
                <a:lnTo>
                  <a:pt x="93" y="2885"/>
                </a:lnTo>
                <a:lnTo>
                  <a:pt x="139" y="3014"/>
                </a:lnTo>
                <a:lnTo>
                  <a:pt x="197" y="3142"/>
                </a:lnTo>
                <a:lnTo>
                  <a:pt x="266" y="3264"/>
                </a:lnTo>
                <a:lnTo>
                  <a:pt x="526" y="3686"/>
                </a:lnTo>
                <a:lnTo>
                  <a:pt x="786" y="4101"/>
                </a:lnTo>
                <a:lnTo>
                  <a:pt x="1052" y="4516"/>
                </a:lnTo>
                <a:lnTo>
                  <a:pt x="1324" y="4924"/>
                </a:lnTo>
                <a:lnTo>
                  <a:pt x="1595" y="5332"/>
                </a:lnTo>
                <a:lnTo>
                  <a:pt x="1873" y="5733"/>
                </a:lnTo>
                <a:lnTo>
                  <a:pt x="2150" y="6134"/>
                </a:lnTo>
                <a:lnTo>
                  <a:pt x="2433" y="6527"/>
                </a:lnTo>
                <a:lnTo>
                  <a:pt x="2722" y="6921"/>
                </a:lnTo>
                <a:lnTo>
                  <a:pt x="3011" y="7308"/>
                </a:lnTo>
                <a:lnTo>
                  <a:pt x="3306" y="7701"/>
                </a:lnTo>
                <a:lnTo>
                  <a:pt x="3601" y="8081"/>
                </a:lnTo>
                <a:lnTo>
                  <a:pt x="3901" y="8460"/>
                </a:lnTo>
                <a:lnTo>
                  <a:pt x="4202" y="8839"/>
                </a:lnTo>
                <a:lnTo>
                  <a:pt x="4503" y="9218"/>
                </a:lnTo>
                <a:lnTo>
                  <a:pt x="4815" y="9591"/>
                </a:lnTo>
                <a:lnTo>
                  <a:pt x="5433" y="10328"/>
                </a:lnTo>
                <a:lnTo>
                  <a:pt x="6069" y="11051"/>
                </a:lnTo>
                <a:lnTo>
                  <a:pt x="6705" y="11766"/>
                </a:lnTo>
                <a:lnTo>
                  <a:pt x="7358" y="12475"/>
                </a:lnTo>
                <a:lnTo>
                  <a:pt x="8011" y="13176"/>
                </a:lnTo>
                <a:lnTo>
                  <a:pt x="8676" y="13870"/>
                </a:lnTo>
                <a:lnTo>
                  <a:pt x="9346" y="14557"/>
                </a:lnTo>
                <a:lnTo>
                  <a:pt x="10022" y="15237"/>
                </a:lnTo>
                <a:lnTo>
                  <a:pt x="10698" y="15903"/>
                </a:lnTo>
                <a:lnTo>
                  <a:pt x="11380" y="16576"/>
                </a:lnTo>
                <a:lnTo>
                  <a:pt x="12068" y="17234"/>
                </a:lnTo>
                <a:lnTo>
                  <a:pt x="12762" y="17892"/>
                </a:lnTo>
                <a:lnTo>
                  <a:pt x="14143" y="19195"/>
                </a:lnTo>
                <a:lnTo>
                  <a:pt x="15530" y="20490"/>
                </a:lnTo>
                <a:lnTo>
                  <a:pt x="16912" y="21771"/>
                </a:lnTo>
                <a:lnTo>
                  <a:pt x="18287" y="23060"/>
                </a:lnTo>
                <a:lnTo>
                  <a:pt x="18969" y="23697"/>
                </a:lnTo>
                <a:lnTo>
                  <a:pt x="19645" y="24341"/>
                </a:lnTo>
                <a:lnTo>
                  <a:pt x="20316" y="24992"/>
                </a:lnTo>
                <a:lnTo>
                  <a:pt x="20981" y="25636"/>
                </a:lnTo>
                <a:lnTo>
                  <a:pt x="22472" y="27096"/>
                </a:lnTo>
                <a:lnTo>
                  <a:pt x="23957" y="28563"/>
                </a:lnTo>
                <a:lnTo>
                  <a:pt x="26934" y="31512"/>
                </a:lnTo>
                <a:lnTo>
                  <a:pt x="28419" y="32986"/>
                </a:lnTo>
                <a:lnTo>
                  <a:pt x="29910" y="34460"/>
                </a:lnTo>
                <a:lnTo>
                  <a:pt x="31407" y="35920"/>
                </a:lnTo>
                <a:lnTo>
                  <a:pt x="32910" y="37380"/>
                </a:lnTo>
                <a:lnTo>
                  <a:pt x="34418" y="38826"/>
                </a:lnTo>
                <a:lnTo>
                  <a:pt x="35176" y="39542"/>
                </a:lnTo>
                <a:lnTo>
                  <a:pt x="35933" y="40257"/>
                </a:lnTo>
                <a:lnTo>
                  <a:pt x="36690" y="40973"/>
                </a:lnTo>
                <a:lnTo>
                  <a:pt x="37453" y="41682"/>
                </a:lnTo>
                <a:lnTo>
                  <a:pt x="38216" y="42383"/>
                </a:lnTo>
                <a:lnTo>
                  <a:pt x="38984" y="43077"/>
                </a:lnTo>
                <a:lnTo>
                  <a:pt x="39753" y="43771"/>
                </a:lnTo>
                <a:lnTo>
                  <a:pt x="40528" y="44458"/>
                </a:lnTo>
                <a:lnTo>
                  <a:pt x="41302" y="45145"/>
                </a:lnTo>
                <a:lnTo>
                  <a:pt x="42082" y="45818"/>
                </a:lnTo>
                <a:lnTo>
                  <a:pt x="42863" y="46491"/>
                </a:lnTo>
                <a:lnTo>
                  <a:pt x="43649" y="47156"/>
                </a:lnTo>
                <a:lnTo>
                  <a:pt x="44435" y="47815"/>
                </a:lnTo>
                <a:lnTo>
                  <a:pt x="45226" y="48459"/>
                </a:lnTo>
                <a:lnTo>
                  <a:pt x="45278" y="48495"/>
                </a:lnTo>
                <a:lnTo>
                  <a:pt x="45330" y="48523"/>
                </a:lnTo>
                <a:lnTo>
                  <a:pt x="45429" y="48559"/>
                </a:lnTo>
                <a:lnTo>
                  <a:pt x="45446" y="48638"/>
                </a:lnTo>
                <a:lnTo>
                  <a:pt x="45475" y="48702"/>
                </a:lnTo>
                <a:lnTo>
                  <a:pt x="45504" y="48774"/>
                </a:lnTo>
                <a:lnTo>
                  <a:pt x="45533" y="48831"/>
                </a:lnTo>
                <a:lnTo>
                  <a:pt x="45573" y="48896"/>
                </a:lnTo>
                <a:lnTo>
                  <a:pt x="45614" y="48946"/>
                </a:lnTo>
                <a:lnTo>
                  <a:pt x="45654" y="48996"/>
                </a:lnTo>
                <a:lnTo>
                  <a:pt x="45700" y="49046"/>
                </a:lnTo>
                <a:lnTo>
                  <a:pt x="45752" y="49089"/>
                </a:lnTo>
                <a:lnTo>
                  <a:pt x="45804" y="49125"/>
                </a:lnTo>
                <a:lnTo>
                  <a:pt x="45856" y="49160"/>
                </a:lnTo>
                <a:lnTo>
                  <a:pt x="45914" y="49189"/>
                </a:lnTo>
                <a:lnTo>
                  <a:pt x="45972" y="49218"/>
                </a:lnTo>
                <a:lnTo>
                  <a:pt x="46030" y="49239"/>
                </a:lnTo>
                <a:lnTo>
                  <a:pt x="46088" y="49253"/>
                </a:lnTo>
                <a:lnTo>
                  <a:pt x="46151" y="49268"/>
                </a:lnTo>
                <a:lnTo>
                  <a:pt x="46209" y="49275"/>
                </a:lnTo>
                <a:lnTo>
                  <a:pt x="46336" y="49275"/>
                </a:lnTo>
                <a:lnTo>
                  <a:pt x="46394" y="49268"/>
                </a:lnTo>
                <a:lnTo>
                  <a:pt x="46458" y="49253"/>
                </a:lnTo>
                <a:lnTo>
                  <a:pt x="46515" y="49239"/>
                </a:lnTo>
                <a:lnTo>
                  <a:pt x="46573" y="49218"/>
                </a:lnTo>
                <a:lnTo>
                  <a:pt x="46631" y="49189"/>
                </a:lnTo>
                <a:lnTo>
                  <a:pt x="46683" y="49153"/>
                </a:lnTo>
                <a:lnTo>
                  <a:pt x="46741" y="49117"/>
                </a:lnTo>
                <a:lnTo>
                  <a:pt x="46787" y="49074"/>
                </a:lnTo>
                <a:lnTo>
                  <a:pt x="46839" y="49024"/>
                </a:lnTo>
                <a:lnTo>
                  <a:pt x="46879" y="48974"/>
                </a:lnTo>
                <a:lnTo>
                  <a:pt x="46926" y="48910"/>
                </a:lnTo>
                <a:lnTo>
                  <a:pt x="46960" y="48845"/>
                </a:lnTo>
                <a:lnTo>
                  <a:pt x="46995" y="48774"/>
                </a:lnTo>
                <a:lnTo>
                  <a:pt x="48047" y="46412"/>
                </a:lnTo>
                <a:lnTo>
                  <a:pt x="49105" y="44058"/>
                </a:lnTo>
                <a:lnTo>
                  <a:pt x="50168" y="41710"/>
                </a:lnTo>
                <a:lnTo>
                  <a:pt x="51243" y="39363"/>
                </a:lnTo>
                <a:lnTo>
                  <a:pt x="52330" y="37022"/>
                </a:lnTo>
                <a:lnTo>
                  <a:pt x="53416" y="34682"/>
                </a:lnTo>
                <a:lnTo>
                  <a:pt x="55595" y="30002"/>
                </a:lnTo>
                <a:lnTo>
                  <a:pt x="57786" y="25321"/>
                </a:lnTo>
                <a:lnTo>
                  <a:pt x="58872" y="22981"/>
                </a:lnTo>
                <a:lnTo>
                  <a:pt x="59959" y="20633"/>
                </a:lnTo>
                <a:lnTo>
                  <a:pt x="61040" y="18286"/>
                </a:lnTo>
                <a:lnTo>
                  <a:pt x="62115" y="15939"/>
                </a:lnTo>
                <a:lnTo>
                  <a:pt x="63178" y="13584"/>
                </a:lnTo>
                <a:lnTo>
                  <a:pt x="64236" y="11222"/>
                </a:lnTo>
                <a:lnTo>
                  <a:pt x="64317" y="11029"/>
                </a:lnTo>
                <a:lnTo>
                  <a:pt x="64380" y="10836"/>
                </a:lnTo>
                <a:lnTo>
                  <a:pt x="64432" y="10650"/>
                </a:lnTo>
                <a:lnTo>
                  <a:pt x="64473" y="10464"/>
                </a:lnTo>
                <a:lnTo>
                  <a:pt x="64496" y="10278"/>
                </a:lnTo>
                <a:lnTo>
                  <a:pt x="64513" y="10092"/>
                </a:lnTo>
                <a:lnTo>
                  <a:pt x="64513" y="9913"/>
                </a:lnTo>
                <a:lnTo>
                  <a:pt x="64508" y="9741"/>
                </a:lnTo>
                <a:lnTo>
                  <a:pt x="64484" y="9569"/>
                </a:lnTo>
                <a:lnTo>
                  <a:pt x="64456" y="9397"/>
                </a:lnTo>
                <a:lnTo>
                  <a:pt x="64421" y="9233"/>
                </a:lnTo>
                <a:lnTo>
                  <a:pt x="64375" y="9068"/>
                </a:lnTo>
                <a:lnTo>
                  <a:pt x="64317" y="8918"/>
                </a:lnTo>
                <a:lnTo>
                  <a:pt x="64253" y="8768"/>
                </a:lnTo>
                <a:lnTo>
                  <a:pt x="64184" y="8617"/>
                </a:lnTo>
                <a:lnTo>
                  <a:pt x="64103" y="8481"/>
                </a:lnTo>
                <a:lnTo>
                  <a:pt x="64074" y="8274"/>
                </a:lnTo>
                <a:lnTo>
                  <a:pt x="64039" y="8066"/>
                </a:lnTo>
                <a:lnTo>
                  <a:pt x="63987" y="7866"/>
                </a:lnTo>
                <a:lnTo>
                  <a:pt x="63930" y="7665"/>
                </a:lnTo>
                <a:lnTo>
                  <a:pt x="63854" y="7479"/>
                </a:lnTo>
                <a:lnTo>
                  <a:pt x="63768" y="7293"/>
                </a:lnTo>
                <a:lnTo>
                  <a:pt x="63722" y="7207"/>
                </a:lnTo>
                <a:lnTo>
                  <a:pt x="63670" y="7114"/>
                </a:lnTo>
                <a:lnTo>
                  <a:pt x="63618" y="7036"/>
                </a:lnTo>
                <a:lnTo>
                  <a:pt x="63560" y="6950"/>
                </a:lnTo>
                <a:lnTo>
                  <a:pt x="63502" y="6878"/>
                </a:lnTo>
                <a:lnTo>
                  <a:pt x="63438" y="6799"/>
                </a:lnTo>
                <a:lnTo>
                  <a:pt x="63375" y="6728"/>
                </a:lnTo>
                <a:lnTo>
                  <a:pt x="63305" y="6663"/>
                </a:lnTo>
                <a:lnTo>
                  <a:pt x="63236" y="6592"/>
                </a:lnTo>
                <a:lnTo>
                  <a:pt x="63161" y="6535"/>
                </a:lnTo>
                <a:lnTo>
                  <a:pt x="63080" y="6477"/>
                </a:lnTo>
                <a:lnTo>
                  <a:pt x="62999" y="6420"/>
                </a:lnTo>
                <a:lnTo>
                  <a:pt x="62918" y="6377"/>
                </a:lnTo>
                <a:lnTo>
                  <a:pt x="62831" y="6327"/>
                </a:lnTo>
                <a:lnTo>
                  <a:pt x="62739" y="6291"/>
                </a:lnTo>
                <a:lnTo>
                  <a:pt x="62647" y="6256"/>
                </a:lnTo>
                <a:lnTo>
                  <a:pt x="62554" y="6227"/>
                </a:lnTo>
                <a:lnTo>
                  <a:pt x="62450" y="6198"/>
                </a:lnTo>
                <a:lnTo>
                  <a:pt x="62352" y="6177"/>
                </a:lnTo>
                <a:lnTo>
                  <a:pt x="62248" y="6163"/>
                </a:lnTo>
                <a:lnTo>
                  <a:pt x="58468" y="5747"/>
                </a:lnTo>
                <a:lnTo>
                  <a:pt x="54688" y="5339"/>
                </a:lnTo>
                <a:lnTo>
                  <a:pt x="50914" y="4932"/>
                </a:lnTo>
                <a:lnTo>
                  <a:pt x="47134" y="4531"/>
                </a:lnTo>
                <a:lnTo>
                  <a:pt x="43354" y="4137"/>
                </a:lnTo>
                <a:lnTo>
                  <a:pt x="39574" y="3751"/>
                </a:lnTo>
                <a:lnTo>
                  <a:pt x="32020" y="2985"/>
                </a:lnTo>
                <a:lnTo>
                  <a:pt x="24460" y="2233"/>
                </a:lnTo>
                <a:lnTo>
                  <a:pt x="16894" y="1489"/>
                </a:lnTo>
                <a:lnTo>
                  <a:pt x="1775" y="8"/>
                </a:lnTo>
                <a:lnTo>
                  <a:pt x="165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3380449" y="4668793"/>
            <a:ext cx="259403" cy="32797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5899871" y="4737117"/>
            <a:ext cx="287711" cy="774195"/>
          </a:xfrm>
          <a:custGeom>
            <a:rect b="b" l="l" r="r" t="t"/>
            <a:pathLst>
              <a:path extrusionOk="0" h="49940" w="18559">
                <a:moveTo>
                  <a:pt x="15276" y="0"/>
                </a:moveTo>
                <a:lnTo>
                  <a:pt x="15201" y="7"/>
                </a:lnTo>
                <a:lnTo>
                  <a:pt x="15126" y="22"/>
                </a:lnTo>
                <a:lnTo>
                  <a:pt x="14663" y="143"/>
                </a:lnTo>
                <a:lnTo>
                  <a:pt x="14213" y="279"/>
                </a:lnTo>
                <a:lnTo>
                  <a:pt x="13767" y="429"/>
                </a:lnTo>
                <a:lnTo>
                  <a:pt x="13322" y="587"/>
                </a:lnTo>
                <a:lnTo>
                  <a:pt x="12889" y="766"/>
                </a:lnTo>
                <a:lnTo>
                  <a:pt x="12461" y="952"/>
                </a:lnTo>
                <a:lnTo>
                  <a:pt x="12039" y="1152"/>
                </a:lnTo>
                <a:lnTo>
                  <a:pt x="11623" y="1367"/>
                </a:lnTo>
                <a:lnTo>
                  <a:pt x="11213" y="1596"/>
                </a:lnTo>
                <a:lnTo>
                  <a:pt x="10808" y="1832"/>
                </a:lnTo>
                <a:lnTo>
                  <a:pt x="10409" y="2083"/>
                </a:lnTo>
                <a:lnTo>
                  <a:pt x="10016" y="2340"/>
                </a:lnTo>
                <a:lnTo>
                  <a:pt x="9629" y="2612"/>
                </a:lnTo>
                <a:lnTo>
                  <a:pt x="9254" y="2899"/>
                </a:lnTo>
                <a:lnTo>
                  <a:pt x="8884" y="3192"/>
                </a:lnTo>
                <a:lnTo>
                  <a:pt x="8514" y="3500"/>
                </a:lnTo>
                <a:lnTo>
                  <a:pt x="8155" y="3815"/>
                </a:lnTo>
                <a:lnTo>
                  <a:pt x="7803" y="4144"/>
                </a:lnTo>
                <a:lnTo>
                  <a:pt x="7462" y="4480"/>
                </a:lnTo>
                <a:lnTo>
                  <a:pt x="7121" y="4824"/>
                </a:lnTo>
                <a:lnTo>
                  <a:pt x="6791" y="5182"/>
                </a:lnTo>
                <a:lnTo>
                  <a:pt x="6468" y="5547"/>
                </a:lnTo>
                <a:lnTo>
                  <a:pt x="6150" y="5926"/>
                </a:lnTo>
                <a:lnTo>
                  <a:pt x="5838" y="6305"/>
                </a:lnTo>
                <a:lnTo>
                  <a:pt x="5537" y="6699"/>
                </a:lnTo>
                <a:lnTo>
                  <a:pt x="5242" y="7100"/>
                </a:lnTo>
                <a:lnTo>
                  <a:pt x="4953" y="7515"/>
                </a:lnTo>
                <a:lnTo>
                  <a:pt x="4676" y="7930"/>
                </a:lnTo>
                <a:lnTo>
                  <a:pt x="4399" y="8352"/>
                </a:lnTo>
                <a:lnTo>
                  <a:pt x="4138" y="8789"/>
                </a:lnTo>
                <a:lnTo>
                  <a:pt x="3878" y="9232"/>
                </a:lnTo>
                <a:lnTo>
                  <a:pt x="3630" y="9676"/>
                </a:lnTo>
                <a:lnTo>
                  <a:pt x="3387" y="10134"/>
                </a:lnTo>
                <a:lnTo>
                  <a:pt x="3150" y="10592"/>
                </a:lnTo>
                <a:lnTo>
                  <a:pt x="2925" y="11064"/>
                </a:lnTo>
                <a:lnTo>
                  <a:pt x="2705" y="11537"/>
                </a:lnTo>
                <a:lnTo>
                  <a:pt x="2497" y="12016"/>
                </a:lnTo>
                <a:lnTo>
                  <a:pt x="2295" y="12503"/>
                </a:lnTo>
                <a:lnTo>
                  <a:pt x="2098" y="12997"/>
                </a:lnTo>
                <a:lnTo>
                  <a:pt x="1913" y="13491"/>
                </a:lnTo>
                <a:lnTo>
                  <a:pt x="1734" y="13999"/>
                </a:lnTo>
                <a:lnTo>
                  <a:pt x="1561" y="14507"/>
                </a:lnTo>
                <a:lnTo>
                  <a:pt x="1399" y="15015"/>
                </a:lnTo>
                <a:lnTo>
                  <a:pt x="1249" y="15530"/>
                </a:lnTo>
                <a:lnTo>
                  <a:pt x="1104" y="16053"/>
                </a:lnTo>
                <a:lnTo>
                  <a:pt x="965" y="16582"/>
                </a:lnTo>
                <a:lnTo>
                  <a:pt x="838" y="17112"/>
                </a:lnTo>
                <a:lnTo>
                  <a:pt x="723" y="17641"/>
                </a:lnTo>
                <a:lnTo>
                  <a:pt x="613" y="18178"/>
                </a:lnTo>
                <a:lnTo>
                  <a:pt x="509" y="18722"/>
                </a:lnTo>
                <a:lnTo>
                  <a:pt x="416" y="19266"/>
                </a:lnTo>
                <a:lnTo>
                  <a:pt x="335" y="19810"/>
                </a:lnTo>
                <a:lnTo>
                  <a:pt x="260" y="20354"/>
                </a:lnTo>
                <a:lnTo>
                  <a:pt x="197" y="20905"/>
                </a:lnTo>
                <a:lnTo>
                  <a:pt x="139" y="21463"/>
                </a:lnTo>
                <a:lnTo>
                  <a:pt x="93" y="22014"/>
                </a:lnTo>
                <a:lnTo>
                  <a:pt x="52" y="22572"/>
                </a:lnTo>
                <a:lnTo>
                  <a:pt x="29" y="23131"/>
                </a:lnTo>
                <a:lnTo>
                  <a:pt x="6" y="23689"/>
                </a:lnTo>
                <a:lnTo>
                  <a:pt x="0" y="24247"/>
                </a:lnTo>
                <a:lnTo>
                  <a:pt x="0" y="24805"/>
                </a:lnTo>
                <a:lnTo>
                  <a:pt x="6" y="25371"/>
                </a:lnTo>
                <a:lnTo>
                  <a:pt x="29" y="25929"/>
                </a:lnTo>
                <a:lnTo>
                  <a:pt x="58" y="26494"/>
                </a:lnTo>
                <a:lnTo>
                  <a:pt x="93" y="27031"/>
                </a:lnTo>
                <a:lnTo>
                  <a:pt x="139" y="27568"/>
                </a:lnTo>
                <a:lnTo>
                  <a:pt x="191" y="28112"/>
                </a:lnTo>
                <a:lnTo>
                  <a:pt x="255" y="28656"/>
                </a:lnTo>
                <a:lnTo>
                  <a:pt x="324" y="29200"/>
                </a:lnTo>
                <a:lnTo>
                  <a:pt x="399" y="29744"/>
                </a:lnTo>
                <a:lnTo>
                  <a:pt x="486" y="30295"/>
                </a:lnTo>
                <a:lnTo>
                  <a:pt x="578" y="30839"/>
                </a:lnTo>
                <a:lnTo>
                  <a:pt x="682" y="31382"/>
                </a:lnTo>
                <a:lnTo>
                  <a:pt x="792" y="31934"/>
                </a:lnTo>
                <a:lnTo>
                  <a:pt x="913" y="32477"/>
                </a:lnTo>
                <a:lnTo>
                  <a:pt x="1035" y="33021"/>
                </a:lnTo>
                <a:lnTo>
                  <a:pt x="1173" y="33565"/>
                </a:lnTo>
                <a:lnTo>
                  <a:pt x="1312" y="34102"/>
                </a:lnTo>
                <a:lnTo>
                  <a:pt x="1462" y="34639"/>
                </a:lnTo>
                <a:lnTo>
                  <a:pt x="1619" y="35176"/>
                </a:lnTo>
                <a:lnTo>
                  <a:pt x="1786" y="35705"/>
                </a:lnTo>
                <a:lnTo>
                  <a:pt x="1960" y="36235"/>
                </a:lnTo>
                <a:lnTo>
                  <a:pt x="2139" y="36757"/>
                </a:lnTo>
                <a:lnTo>
                  <a:pt x="2329" y="37272"/>
                </a:lnTo>
                <a:lnTo>
                  <a:pt x="2526" y="37788"/>
                </a:lnTo>
                <a:lnTo>
                  <a:pt x="2728" y="38303"/>
                </a:lnTo>
                <a:lnTo>
                  <a:pt x="2942" y="38804"/>
                </a:lnTo>
                <a:lnTo>
                  <a:pt x="3162" y="39298"/>
                </a:lnTo>
                <a:lnTo>
                  <a:pt x="3387" y="39792"/>
                </a:lnTo>
                <a:lnTo>
                  <a:pt x="3618" y="40278"/>
                </a:lnTo>
                <a:lnTo>
                  <a:pt x="3861" y="40751"/>
                </a:lnTo>
                <a:lnTo>
                  <a:pt x="4110" y="41223"/>
                </a:lnTo>
                <a:lnTo>
                  <a:pt x="4370" y="41688"/>
                </a:lnTo>
                <a:lnTo>
                  <a:pt x="4630" y="42139"/>
                </a:lnTo>
                <a:lnTo>
                  <a:pt x="4901" y="42583"/>
                </a:lnTo>
                <a:lnTo>
                  <a:pt x="5179" y="43019"/>
                </a:lnTo>
                <a:lnTo>
                  <a:pt x="5462" y="43449"/>
                </a:lnTo>
                <a:lnTo>
                  <a:pt x="5757" y="43864"/>
                </a:lnTo>
                <a:lnTo>
                  <a:pt x="6057" y="44265"/>
                </a:lnTo>
                <a:lnTo>
                  <a:pt x="6364" y="44665"/>
                </a:lnTo>
                <a:lnTo>
                  <a:pt x="6676" y="45045"/>
                </a:lnTo>
                <a:lnTo>
                  <a:pt x="6994" y="45417"/>
                </a:lnTo>
                <a:lnTo>
                  <a:pt x="7323" y="45782"/>
                </a:lnTo>
                <a:lnTo>
                  <a:pt x="7653" y="46133"/>
                </a:lnTo>
                <a:lnTo>
                  <a:pt x="7994" y="46469"/>
                </a:lnTo>
                <a:lnTo>
                  <a:pt x="8346" y="46791"/>
                </a:lnTo>
                <a:lnTo>
                  <a:pt x="8699" y="47099"/>
                </a:lnTo>
                <a:lnTo>
                  <a:pt x="9057" y="47392"/>
                </a:lnTo>
                <a:lnTo>
                  <a:pt x="9427" y="47678"/>
                </a:lnTo>
                <a:lnTo>
                  <a:pt x="9803" y="47943"/>
                </a:lnTo>
                <a:lnTo>
                  <a:pt x="9993" y="48072"/>
                </a:lnTo>
                <a:lnTo>
                  <a:pt x="10184" y="48194"/>
                </a:lnTo>
                <a:lnTo>
                  <a:pt x="10375" y="48315"/>
                </a:lnTo>
                <a:lnTo>
                  <a:pt x="10571" y="48430"/>
                </a:lnTo>
                <a:lnTo>
                  <a:pt x="10768" y="48544"/>
                </a:lnTo>
                <a:lnTo>
                  <a:pt x="10964" y="48652"/>
                </a:lnTo>
                <a:lnTo>
                  <a:pt x="11167" y="48759"/>
                </a:lnTo>
                <a:lnTo>
                  <a:pt x="11369" y="48859"/>
                </a:lnTo>
                <a:lnTo>
                  <a:pt x="11571" y="48952"/>
                </a:lnTo>
                <a:lnTo>
                  <a:pt x="11773" y="49045"/>
                </a:lnTo>
                <a:lnTo>
                  <a:pt x="11982" y="49138"/>
                </a:lnTo>
                <a:lnTo>
                  <a:pt x="12190" y="49217"/>
                </a:lnTo>
                <a:lnTo>
                  <a:pt x="12398" y="49296"/>
                </a:lnTo>
                <a:lnTo>
                  <a:pt x="12606" y="49375"/>
                </a:lnTo>
                <a:lnTo>
                  <a:pt x="12820" y="49446"/>
                </a:lnTo>
                <a:lnTo>
                  <a:pt x="13033" y="49511"/>
                </a:lnTo>
                <a:lnTo>
                  <a:pt x="13247" y="49568"/>
                </a:lnTo>
                <a:lnTo>
                  <a:pt x="13467" y="49625"/>
                </a:lnTo>
                <a:lnTo>
                  <a:pt x="13687" y="49682"/>
                </a:lnTo>
                <a:lnTo>
                  <a:pt x="13906" y="49725"/>
                </a:lnTo>
                <a:lnTo>
                  <a:pt x="14126" y="49768"/>
                </a:lnTo>
                <a:lnTo>
                  <a:pt x="14351" y="49811"/>
                </a:lnTo>
                <a:lnTo>
                  <a:pt x="14577" y="49840"/>
                </a:lnTo>
                <a:lnTo>
                  <a:pt x="14802" y="49868"/>
                </a:lnTo>
                <a:lnTo>
                  <a:pt x="15033" y="49897"/>
                </a:lnTo>
                <a:lnTo>
                  <a:pt x="15259" y="49911"/>
                </a:lnTo>
                <a:lnTo>
                  <a:pt x="15490" y="49926"/>
                </a:lnTo>
                <a:lnTo>
                  <a:pt x="15727" y="49933"/>
                </a:lnTo>
                <a:lnTo>
                  <a:pt x="15958" y="49940"/>
                </a:lnTo>
                <a:lnTo>
                  <a:pt x="16195" y="49940"/>
                </a:lnTo>
                <a:lnTo>
                  <a:pt x="16432" y="49933"/>
                </a:lnTo>
                <a:lnTo>
                  <a:pt x="16669" y="49918"/>
                </a:lnTo>
                <a:lnTo>
                  <a:pt x="16912" y="49904"/>
                </a:lnTo>
                <a:lnTo>
                  <a:pt x="17154" y="49876"/>
                </a:lnTo>
                <a:lnTo>
                  <a:pt x="17397" y="49854"/>
                </a:lnTo>
                <a:lnTo>
                  <a:pt x="17640" y="49818"/>
                </a:lnTo>
                <a:lnTo>
                  <a:pt x="17750" y="49797"/>
                </a:lnTo>
                <a:lnTo>
                  <a:pt x="17854" y="49761"/>
                </a:lnTo>
                <a:lnTo>
                  <a:pt x="17946" y="49718"/>
                </a:lnTo>
                <a:lnTo>
                  <a:pt x="18033" y="49661"/>
                </a:lnTo>
                <a:lnTo>
                  <a:pt x="18114" y="49604"/>
                </a:lnTo>
                <a:lnTo>
                  <a:pt x="18189" y="49532"/>
                </a:lnTo>
                <a:lnTo>
                  <a:pt x="18258" y="49453"/>
                </a:lnTo>
                <a:lnTo>
                  <a:pt x="18322" y="49367"/>
                </a:lnTo>
                <a:lnTo>
                  <a:pt x="18374" y="49282"/>
                </a:lnTo>
                <a:lnTo>
                  <a:pt x="18420" y="49188"/>
                </a:lnTo>
                <a:lnTo>
                  <a:pt x="18461" y="49088"/>
                </a:lnTo>
                <a:lnTo>
                  <a:pt x="18495" y="48981"/>
                </a:lnTo>
                <a:lnTo>
                  <a:pt x="18524" y="48881"/>
                </a:lnTo>
                <a:lnTo>
                  <a:pt x="18542" y="48773"/>
                </a:lnTo>
                <a:lnTo>
                  <a:pt x="18553" y="48666"/>
                </a:lnTo>
                <a:lnTo>
                  <a:pt x="18559" y="48559"/>
                </a:lnTo>
                <a:lnTo>
                  <a:pt x="18559" y="48451"/>
                </a:lnTo>
                <a:lnTo>
                  <a:pt x="18547" y="48344"/>
                </a:lnTo>
                <a:lnTo>
                  <a:pt x="18530" y="48244"/>
                </a:lnTo>
                <a:lnTo>
                  <a:pt x="18507" y="48144"/>
                </a:lnTo>
                <a:lnTo>
                  <a:pt x="18478" y="48043"/>
                </a:lnTo>
                <a:lnTo>
                  <a:pt x="18438" y="47950"/>
                </a:lnTo>
                <a:lnTo>
                  <a:pt x="18391" y="47864"/>
                </a:lnTo>
                <a:lnTo>
                  <a:pt x="18339" y="47786"/>
                </a:lnTo>
                <a:lnTo>
                  <a:pt x="18281" y="47714"/>
                </a:lnTo>
                <a:lnTo>
                  <a:pt x="18212" y="47643"/>
                </a:lnTo>
                <a:lnTo>
                  <a:pt x="18137" y="47585"/>
                </a:lnTo>
                <a:lnTo>
                  <a:pt x="18050" y="47535"/>
                </a:lnTo>
                <a:lnTo>
                  <a:pt x="17964" y="47499"/>
                </a:lnTo>
                <a:lnTo>
                  <a:pt x="17865" y="47471"/>
                </a:lnTo>
                <a:lnTo>
                  <a:pt x="17755" y="47457"/>
                </a:lnTo>
                <a:lnTo>
                  <a:pt x="17640" y="47449"/>
                </a:lnTo>
                <a:lnTo>
                  <a:pt x="17178" y="47449"/>
                </a:lnTo>
                <a:lnTo>
                  <a:pt x="16946" y="47442"/>
                </a:lnTo>
                <a:lnTo>
                  <a:pt x="16721" y="47435"/>
                </a:lnTo>
                <a:lnTo>
                  <a:pt x="16496" y="47421"/>
                </a:lnTo>
                <a:lnTo>
                  <a:pt x="16270" y="47399"/>
                </a:lnTo>
                <a:lnTo>
                  <a:pt x="16045" y="47378"/>
                </a:lnTo>
                <a:lnTo>
                  <a:pt x="15825" y="47349"/>
                </a:lnTo>
                <a:lnTo>
                  <a:pt x="15605" y="47321"/>
                </a:lnTo>
                <a:lnTo>
                  <a:pt x="15386" y="47285"/>
                </a:lnTo>
                <a:lnTo>
                  <a:pt x="14958" y="47199"/>
                </a:lnTo>
                <a:lnTo>
                  <a:pt x="14530" y="47099"/>
                </a:lnTo>
                <a:lnTo>
                  <a:pt x="14114" y="46984"/>
                </a:lnTo>
                <a:lnTo>
                  <a:pt x="13704" y="46855"/>
                </a:lnTo>
                <a:lnTo>
                  <a:pt x="13299" y="46712"/>
                </a:lnTo>
                <a:lnTo>
                  <a:pt x="12901" y="46555"/>
                </a:lnTo>
                <a:lnTo>
                  <a:pt x="12513" y="46376"/>
                </a:lnTo>
                <a:lnTo>
                  <a:pt x="12132" y="46190"/>
                </a:lnTo>
                <a:lnTo>
                  <a:pt x="11750" y="45989"/>
                </a:lnTo>
                <a:lnTo>
                  <a:pt x="11380" y="45775"/>
                </a:lnTo>
                <a:lnTo>
                  <a:pt x="11022" y="45546"/>
                </a:lnTo>
                <a:lnTo>
                  <a:pt x="10664" y="45302"/>
                </a:lnTo>
                <a:lnTo>
                  <a:pt x="10317" y="45052"/>
                </a:lnTo>
                <a:lnTo>
                  <a:pt x="9976" y="44787"/>
                </a:lnTo>
                <a:lnTo>
                  <a:pt x="9641" y="44508"/>
                </a:lnTo>
                <a:lnTo>
                  <a:pt x="9311" y="44215"/>
                </a:lnTo>
                <a:lnTo>
                  <a:pt x="8988" y="43914"/>
                </a:lnTo>
                <a:lnTo>
                  <a:pt x="8676" y="43599"/>
                </a:lnTo>
                <a:lnTo>
                  <a:pt x="8369" y="43277"/>
                </a:lnTo>
                <a:lnTo>
                  <a:pt x="8069" y="42941"/>
                </a:lnTo>
                <a:lnTo>
                  <a:pt x="7780" y="42597"/>
                </a:lnTo>
                <a:lnTo>
                  <a:pt x="7491" y="42246"/>
                </a:lnTo>
                <a:lnTo>
                  <a:pt x="7213" y="41881"/>
                </a:lnTo>
                <a:lnTo>
                  <a:pt x="6942" y="41502"/>
                </a:lnTo>
                <a:lnTo>
                  <a:pt x="6676" y="41123"/>
                </a:lnTo>
                <a:lnTo>
                  <a:pt x="6421" y="40729"/>
                </a:lnTo>
                <a:lnTo>
                  <a:pt x="6167" y="40328"/>
                </a:lnTo>
                <a:lnTo>
                  <a:pt x="5924" y="39913"/>
                </a:lnTo>
                <a:lnTo>
                  <a:pt x="5687" y="39498"/>
                </a:lnTo>
                <a:lnTo>
                  <a:pt x="5462" y="39076"/>
                </a:lnTo>
                <a:lnTo>
                  <a:pt x="5242" y="38639"/>
                </a:lnTo>
                <a:lnTo>
                  <a:pt x="5029" y="38203"/>
                </a:lnTo>
                <a:lnTo>
                  <a:pt x="4820" y="37752"/>
                </a:lnTo>
                <a:lnTo>
                  <a:pt x="4618" y="37301"/>
                </a:lnTo>
                <a:lnTo>
                  <a:pt x="4427" y="36836"/>
                </a:lnTo>
                <a:lnTo>
                  <a:pt x="4243" y="36371"/>
                </a:lnTo>
                <a:lnTo>
                  <a:pt x="4063" y="35898"/>
                </a:lnTo>
                <a:lnTo>
                  <a:pt x="3896" y="35419"/>
                </a:lnTo>
                <a:lnTo>
                  <a:pt x="3734" y="34939"/>
                </a:lnTo>
                <a:lnTo>
                  <a:pt x="3578" y="34453"/>
                </a:lnTo>
                <a:lnTo>
                  <a:pt x="3428" y="33959"/>
                </a:lnTo>
                <a:lnTo>
                  <a:pt x="3289" y="33458"/>
                </a:lnTo>
                <a:lnTo>
                  <a:pt x="3150" y="32957"/>
                </a:lnTo>
                <a:lnTo>
                  <a:pt x="3029" y="32456"/>
                </a:lnTo>
                <a:lnTo>
                  <a:pt x="2907" y="31948"/>
                </a:lnTo>
                <a:lnTo>
                  <a:pt x="2798" y="31433"/>
                </a:lnTo>
                <a:lnTo>
                  <a:pt x="2694" y="30917"/>
                </a:lnTo>
                <a:lnTo>
                  <a:pt x="2595" y="30402"/>
                </a:lnTo>
                <a:lnTo>
                  <a:pt x="2509" y="29880"/>
                </a:lnTo>
                <a:lnTo>
                  <a:pt x="2428" y="29357"/>
                </a:lnTo>
                <a:lnTo>
                  <a:pt x="2353" y="28835"/>
                </a:lnTo>
                <a:lnTo>
                  <a:pt x="2289" y="28312"/>
                </a:lnTo>
                <a:lnTo>
                  <a:pt x="2225" y="27783"/>
                </a:lnTo>
                <a:lnTo>
                  <a:pt x="2179" y="27253"/>
                </a:lnTo>
                <a:lnTo>
                  <a:pt x="2133" y="26731"/>
                </a:lnTo>
                <a:lnTo>
                  <a:pt x="2098" y="26201"/>
                </a:lnTo>
                <a:lnTo>
                  <a:pt x="2069" y="25671"/>
                </a:lnTo>
                <a:lnTo>
                  <a:pt x="2052" y="25142"/>
                </a:lnTo>
                <a:lnTo>
                  <a:pt x="2035" y="24612"/>
                </a:lnTo>
                <a:lnTo>
                  <a:pt x="2035" y="24111"/>
                </a:lnTo>
                <a:lnTo>
                  <a:pt x="2035" y="23610"/>
                </a:lnTo>
                <a:lnTo>
                  <a:pt x="2046" y="23116"/>
                </a:lnTo>
                <a:lnTo>
                  <a:pt x="2069" y="22623"/>
                </a:lnTo>
                <a:lnTo>
                  <a:pt x="2098" y="22136"/>
                </a:lnTo>
                <a:lnTo>
                  <a:pt x="2133" y="21649"/>
                </a:lnTo>
                <a:lnTo>
                  <a:pt x="2179" y="21163"/>
                </a:lnTo>
                <a:lnTo>
                  <a:pt x="2231" y="20683"/>
                </a:lnTo>
                <a:lnTo>
                  <a:pt x="2295" y="20204"/>
                </a:lnTo>
                <a:lnTo>
                  <a:pt x="2364" y="19731"/>
                </a:lnTo>
                <a:lnTo>
                  <a:pt x="2439" y="19266"/>
                </a:lnTo>
                <a:lnTo>
                  <a:pt x="2526" y="18801"/>
                </a:lnTo>
                <a:lnTo>
                  <a:pt x="2618" y="18336"/>
                </a:lnTo>
                <a:lnTo>
                  <a:pt x="2717" y="17878"/>
                </a:lnTo>
                <a:lnTo>
                  <a:pt x="2821" y="17427"/>
                </a:lnTo>
                <a:lnTo>
                  <a:pt x="2936" y="16976"/>
                </a:lnTo>
                <a:lnTo>
                  <a:pt x="3058" y="16532"/>
                </a:lnTo>
                <a:lnTo>
                  <a:pt x="3185" y="16088"/>
                </a:lnTo>
                <a:lnTo>
                  <a:pt x="3318" y="15652"/>
                </a:lnTo>
                <a:lnTo>
                  <a:pt x="3462" y="15215"/>
                </a:lnTo>
                <a:lnTo>
                  <a:pt x="3613" y="14786"/>
                </a:lnTo>
                <a:lnTo>
                  <a:pt x="3769" y="14364"/>
                </a:lnTo>
                <a:lnTo>
                  <a:pt x="3930" y="13941"/>
                </a:lnTo>
                <a:lnTo>
                  <a:pt x="4098" y="13526"/>
                </a:lnTo>
                <a:lnTo>
                  <a:pt x="4277" y="13118"/>
                </a:lnTo>
                <a:lnTo>
                  <a:pt x="4462" y="12710"/>
                </a:lnTo>
                <a:lnTo>
                  <a:pt x="4647" y="12310"/>
                </a:lnTo>
                <a:lnTo>
                  <a:pt x="4844" y="11916"/>
                </a:lnTo>
                <a:lnTo>
                  <a:pt x="5046" y="11522"/>
                </a:lnTo>
                <a:lnTo>
                  <a:pt x="5254" y="11143"/>
                </a:lnTo>
                <a:lnTo>
                  <a:pt x="5468" y="10757"/>
                </a:lnTo>
                <a:lnTo>
                  <a:pt x="5687" y="10385"/>
                </a:lnTo>
                <a:lnTo>
                  <a:pt x="5919" y="10012"/>
                </a:lnTo>
                <a:lnTo>
                  <a:pt x="6150" y="9647"/>
                </a:lnTo>
                <a:lnTo>
                  <a:pt x="6387" y="9290"/>
                </a:lnTo>
                <a:lnTo>
                  <a:pt x="6630" y="8939"/>
                </a:lnTo>
                <a:lnTo>
                  <a:pt x="6878" y="8588"/>
                </a:lnTo>
                <a:lnTo>
                  <a:pt x="7138" y="8245"/>
                </a:lnTo>
                <a:lnTo>
                  <a:pt x="7398" y="7915"/>
                </a:lnTo>
                <a:lnTo>
                  <a:pt x="7664" y="7579"/>
                </a:lnTo>
                <a:lnTo>
                  <a:pt x="7936" y="7257"/>
                </a:lnTo>
                <a:lnTo>
                  <a:pt x="8213" y="6942"/>
                </a:lnTo>
                <a:lnTo>
                  <a:pt x="8496" y="6627"/>
                </a:lnTo>
                <a:lnTo>
                  <a:pt x="8780" y="6319"/>
                </a:lnTo>
                <a:lnTo>
                  <a:pt x="9074" y="6019"/>
                </a:lnTo>
                <a:lnTo>
                  <a:pt x="9369" y="5725"/>
                </a:lnTo>
                <a:lnTo>
                  <a:pt x="9670" y="5439"/>
                </a:lnTo>
                <a:lnTo>
                  <a:pt x="9982" y="5160"/>
                </a:lnTo>
                <a:lnTo>
                  <a:pt x="10288" y="4888"/>
                </a:lnTo>
                <a:lnTo>
                  <a:pt x="10606" y="4623"/>
                </a:lnTo>
                <a:lnTo>
                  <a:pt x="10930" y="4359"/>
                </a:lnTo>
                <a:lnTo>
                  <a:pt x="11253" y="4108"/>
                </a:lnTo>
                <a:lnTo>
                  <a:pt x="11583" y="3858"/>
                </a:lnTo>
                <a:lnTo>
                  <a:pt x="11918" y="3621"/>
                </a:lnTo>
                <a:lnTo>
                  <a:pt x="12253" y="3385"/>
                </a:lnTo>
                <a:lnTo>
                  <a:pt x="12600" y="3163"/>
                </a:lnTo>
                <a:lnTo>
                  <a:pt x="12947" y="2941"/>
                </a:lnTo>
                <a:lnTo>
                  <a:pt x="13294" y="2734"/>
                </a:lnTo>
                <a:lnTo>
                  <a:pt x="13652" y="2534"/>
                </a:lnTo>
                <a:lnTo>
                  <a:pt x="14010" y="2333"/>
                </a:lnTo>
                <a:lnTo>
                  <a:pt x="14369" y="2147"/>
                </a:lnTo>
                <a:lnTo>
                  <a:pt x="14738" y="1968"/>
                </a:lnTo>
                <a:lnTo>
                  <a:pt x="15108" y="1789"/>
                </a:lnTo>
                <a:lnTo>
                  <a:pt x="15478" y="1625"/>
                </a:lnTo>
                <a:lnTo>
                  <a:pt x="15553" y="1589"/>
                </a:lnTo>
                <a:lnTo>
                  <a:pt x="15623" y="1546"/>
                </a:lnTo>
                <a:lnTo>
                  <a:pt x="15681" y="1503"/>
                </a:lnTo>
                <a:lnTo>
                  <a:pt x="15733" y="1446"/>
                </a:lnTo>
                <a:lnTo>
                  <a:pt x="15785" y="1388"/>
                </a:lnTo>
                <a:lnTo>
                  <a:pt x="15825" y="1331"/>
                </a:lnTo>
                <a:lnTo>
                  <a:pt x="15860" y="1267"/>
                </a:lnTo>
                <a:lnTo>
                  <a:pt x="15889" y="1195"/>
                </a:lnTo>
                <a:lnTo>
                  <a:pt x="15912" y="1131"/>
                </a:lnTo>
                <a:lnTo>
                  <a:pt x="15929" y="1052"/>
                </a:lnTo>
                <a:lnTo>
                  <a:pt x="15946" y="981"/>
                </a:lnTo>
                <a:lnTo>
                  <a:pt x="15952" y="909"/>
                </a:lnTo>
                <a:lnTo>
                  <a:pt x="15952" y="830"/>
                </a:lnTo>
                <a:lnTo>
                  <a:pt x="15952" y="759"/>
                </a:lnTo>
                <a:lnTo>
                  <a:pt x="15941" y="687"/>
                </a:lnTo>
                <a:lnTo>
                  <a:pt x="15929" y="616"/>
                </a:lnTo>
                <a:lnTo>
                  <a:pt x="15906" y="544"/>
                </a:lnTo>
                <a:lnTo>
                  <a:pt x="15883" y="472"/>
                </a:lnTo>
                <a:lnTo>
                  <a:pt x="15860" y="408"/>
                </a:lnTo>
                <a:lnTo>
                  <a:pt x="15825" y="344"/>
                </a:lnTo>
                <a:lnTo>
                  <a:pt x="15790" y="286"/>
                </a:lnTo>
                <a:lnTo>
                  <a:pt x="15750" y="229"/>
                </a:lnTo>
                <a:lnTo>
                  <a:pt x="15704" y="179"/>
                </a:lnTo>
                <a:lnTo>
                  <a:pt x="15652" y="136"/>
                </a:lnTo>
                <a:lnTo>
                  <a:pt x="15600" y="93"/>
                </a:lnTo>
                <a:lnTo>
                  <a:pt x="15542" y="64"/>
                </a:lnTo>
                <a:lnTo>
                  <a:pt x="15478" y="36"/>
                </a:lnTo>
                <a:lnTo>
                  <a:pt x="15415" y="14"/>
                </a:lnTo>
                <a:lnTo>
                  <a:pt x="15345" y="7"/>
                </a:lnTo>
                <a:lnTo>
                  <a:pt x="1527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017813" y="4793919"/>
            <a:ext cx="86023" cy="130050"/>
          </a:xfrm>
          <a:custGeom>
            <a:rect b="b" l="l" r="r" t="t"/>
            <a:pathLst>
              <a:path extrusionOk="0" h="8389" w="5549">
                <a:moveTo>
                  <a:pt x="526" y="1"/>
                </a:moveTo>
                <a:lnTo>
                  <a:pt x="474" y="15"/>
                </a:lnTo>
                <a:lnTo>
                  <a:pt x="422" y="29"/>
                </a:lnTo>
                <a:lnTo>
                  <a:pt x="370" y="44"/>
                </a:lnTo>
                <a:lnTo>
                  <a:pt x="318" y="72"/>
                </a:lnTo>
                <a:lnTo>
                  <a:pt x="272" y="101"/>
                </a:lnTo>
                <a:lnTo>
                  <a:pt x="226" y="137"/>
                </a:lnTo>
                <a:lnTo>
                  <a:pt x="185" y="172"/>
                </a:lnTo>
                <a:lnTo>
                  <a:pt x="150" y="215"/>
                </a:lnTo>
                <a:lnTo>
                  <a:pt x="116" y="266"/>
                </a:lnTo>
                <a:lnTo>
                  <a:pt x="81" y="323"/>
                </a:lnTo>
                <a:lnTo>
                  <a:pt x="58" y="380"/>
                </a:lnTo>
                <a:lnTo>
                  <a:pt x="35" y="452"/>
                </a:lnTo>
                <a:lnTo>
                  <a:pt x="18" y="516"/>
                </a:lnTo>
                <a:lnTo>
                  <a:pt x="6" y="595"/>
                </a:lnTo>
                <a:lnTo>
                  <a:pt x="0" y="673"/>
                </a:lnTo>
                <a:lnTo>
                  <a:pt x="6" y="759"/>
                </a:lnTo>
                <a:lnTo>
                  <a:pt x="23" y="1067"/>
                </a:lnTo>
                <a:lnTo>
                  <a:pt x="52" y="1368"/>
                </a:lnTo>
                <a:lnTo>
                  <a:pt x="93" y="1668"/>
                </a:lnTo>
                <a:lnTo>
                  <a:pt x="145" y="1969"/>
                </a:lnTo>
                <a:lnTo>
                  <a:pt x="203" y="2262"/>
                </a:lnTo>
                <a:lnTo>
                  <a:pt x="272" y="2563"/>
                </a:lnTo>
                <a:lnTo>
                  <a:pt x="347" y="2856"/>
                </a:lnTo>
                <a:lnTo>
                  <a:pt x="434" y="3143"/>
                </a:lnTo>
                <a:lnTo>
                  <a:pt x="526" y="3429"/>
                </a:lnTo>
                <a:lnTo>
                  <a:pt x="630" y="3715"/>
                </a:lnTo>
                <a:lnTo>
                  <a:pt x="740" y="3994"/>
                </a:lnTo>
                <a:lnTo>
                  <a:pt x="861" y="4266"/>
                </a:lnTo>
                <a:lnTo>
                  <a:pt x="983" y="4538"/>
                </a:lnTo>
                <a:lnTo>
                  <a:pt x="1121" y="4803"/>
                </a:lnTo>
                <a:lnTo>
                  <a:pt x="1260" y="5061"/>
                </a:lnTo>
                <a:lnTo>
                  <a:pt x="1405" y="5311"/>
                </a:lnTo>
                <a:lnTo>
                  <a:pt x="1561" y="5562"/>
                </a:lnTo>
                <a:lnTo>
                  <a:pt x="1723" y="5805"/>
                </a:lnTo>
                <a:lnTo>
                  <a:pt x="1890" y="6041"/>
                </a:lnTo>
                <a:lnTo>
                  <a:pt x="2064" y="6263"/>
                </a:lnTo>
                <a:lnTo>
                  <a:pt x="2237" y="6485"/>
                </a:lnTo>
                <a:lnTo>
                  <a:pt x="2422" y="6699"/>
                </a:lnTo>
                <a:lnTo>
                  <a:pt x="2613" y="6900"/>
                </a:lnTo>
                <a:lnTo>
                  <a:pt x="2809" y="7100"/>
                </a:lnTo>
                <a:lnTo>
                  <a:pt x="3006" y="7286"/>
                </a:lnTo>
                <a:lnTo>
                  <a:pt x="3208" y="7465"/>
                </a:lnTo>
                <a:lnTo>
                  <a:pt x="3422" y="7630"/>
                </a:lnTo>
                <a:lnTo>
                  <a:pt x="3630" y="7794"/>
                </a:lnTo>
                <a:lnTo>
                  <a:pt x="3850" y="7938"/>
                </a:lnTo>
                <a:lnTo>
                  <a:pt x="4069" y="8081"/>
                </a:lnTo>
                <a:lnTo>
                  <a:pt x="4295" y="8202"/>
                </a:lnTo>
                <a:lnTo>
                  <a:pt x="4520" y="8324"/>
                </a:lnTo>
                <a:lnTo>
                  <a:pt x="4601" y="8353"/>
                </a:lnTo>
                <a:lnTo>
                  <a:pt x="4688" y="8381"/>
                </a:lnTo>
                <a:lnTo>
                  <a:pt x="4763" y="8388"/>
                </a:lnTo>
                <a:lnTo>
                  <a:pt x="4844" y="8388"/>
                </a:lnTo>
                <a:lnTo>
                  <a:pt x="4913" y="8381"/>
                </a:lnTo>
                <a:lnTo>
                  <a:pt x="4988" y="8360"/>
                </a:lnTo>
                <a:lnTo>
                  <a:pt x="5052" y="8331"/>
                </a:lnTo>
                <a:lnTo>
                  <a:pt x="5115" y="8295"/>
                </a:lnTo>
                <a:lnTo>
                  <a:pt x="5179" y="8245"/>
                </a:lnTo>
                <a:lnTo>
                  <a:pt x="5231" y="8195"/>
                </a:lnTo>
                <a:lnTo>
                  <a:pt x="5283" y="8138"/>
                </a:lnTo>
                <a:lnTo>
                  <a:pt x="5329" y="8066"/>
                </a:lnTo>
                <a:lnTo>
                  <a:pt x="5375" y="7995"/>
                </a:lnTo>
                <a:lnTo>
                  <a:pt x="5416" y="7923"/>
                </a:lnTo>
                <a:lnTo>
                  <a:pt x="5450" y="7837"/>
                </a:lnTo>
                <a:lnTo>
                  <a:pt x="5479" y="7759"/>
                </a:lnTo>
                <a:lnTo>
                  <a:pt x="5503" y="7673"/>
                </a:lnTo>
                <a:lnTo>
                  <a:pt x="5520" y="7580"/>
                </a:lnTo>
                <a:lnTo>
                  <a:pt x="5537" y="7487"/>
                </a:lnTo>
                <a:lnTo>
                  <a:pt x="5543" y="7394"/>
                </a:lnTo>
                <a:lnTo>
                  <a:pt x="5549" y="7301"/>
                </a:lnTo>
                <a:lnTo>
                  <a:pt x="5543" y="7208"/>
                </a:lnTo>
                <a:lnTo>
                  <a:pt x="5537" y="7122"/>
                </a:lnTo>
                <a:lnTo>
                  <a:pt x="5520" y="7029"/>
                </a:lnTo>
                <a:lnTo>
                  <a:pt x="5503" y="6943"/>
                </a:lnTo>
                <a:lnTo>
                  <a:pt x="5474" y="6850"/>
                </a:lnTo>
                <a:lnTo>
                  <a:pt x="5439" y="6771"/>
                </a:lnTo>
                <a:lnTo>
                  <a:pt x="5398" y="6692"/>
                </a:lnTo>
                <a:lnTo>
                  <a:pt x="5352" y="6614"/>
                </a:lnTo>
                <a:lnTo>
                  <a:pt x="5294" y="6542"/>
                </a:lnTo>
                <a:lnTo>
                  <a:pt x="5237" y="6478"/>
                </a:lnTo>
                <a:lnTo>
                  <a:pt x="5167" y="6420"/>
                </a:lnTo>
                <a:lnTo>
                  <a:pt x="4982" y="6284"/>
                </a:lnTo>
                <a:lnTo>
                  <a:pt x="4809" y="6141"/>
                </a:lnTo>
                <a:lnTo>
                  <a:pt x="4636" y="6005"/>
                </a:lnTo>
                <a:lnTo>
                  <a:pt x="4468" y="5855"/>
                </a:lnTo>
                <a:lnTo>
                  <a:pt x="4300" y="5712"/>
                </a:lnTo>
                <a:lnTo>
                  <a:pt x="4144" y="5562"/>
                </a:lnTo>
                <a:lnTo>
                  <a:pt x="3988" y="5411"/>
                </a:lnTo>
                <a:lnTo>
                  <a:pt x="3838" y="5261"/>
                </a:lnTo>
                <a:lnTo>
                  <a:pt x="3688" y="5104"/>
                </a:lnTo>
                <a:lnTo>
                  <a:pt x="3549" y="4946"/>
                </a:lnTo>
                <a:lnTo>
                  <a:pt x="3410" y="4789"/>
                </a:lnTo>
                <a:lnTo>
                  <a:pt x="3272" y="4624"/>
                </a:lnTo>
                <a:lnTo>
                  <a:pt x="3144" y="4459"/>
                </a:lnTo>
                <a:lnTo>
                  <a:pt x="3017" y="4288"/>
                </a:lnTo>
                <a:lnTo>
                  <a:pt x="2890" y="4116"/>
                </a:lnTo>
                <a:lnTo>
                  <a:pt x="2769" y="3944"/>
                </a:lnTo>
                <a:lnTo>
                  <a:pt x="2653" y="3758"/>
                </a:lnTo>
                <a:lnTo>
                  <a:pt x="2538" y="3579"/>
                </a:lnTo>
                <a:lnTo>
                  <a:pt x="2428" y="3393"/>
                </a:lnTo>
                <a:lnTo>
                  <a:pt x="2324" y="3200"/>
                </a:lnTo>
                <a:lnTo>
                  <a:pt x="2220" y="3007"/>
                </a:lnTo>
                <a:lnTo>
                  <a:pt x="2116" y="2806"/>
                </a:lnTo>
                <a:lnTo>
                  <a:pt x="2017" y="2599"/>
                </a:lnTo>
                <a:lnTo>
                  <a:pt x="1925" y="2391"/>
                </a:lnTo>
                <a:lnTo>
                  <a:pt x="1832" y="2184"/>
                </a:lnTo>
                <a:lnTo>
                  <a:pt x="1746" y="1962"/>
                </a:lnTo>
                <a:lnTo>
                  <a:pt x="1659" y="1740"/>
                </a:lnTo>
                <a:lnTo>
                  <a:pt x="1572" y="1511"/>
                </a:lnTo>
                <a:lnTo>
                  <a:pt x="1491" y="1282"/>
                </a:lnTo>
                <a:lnTo>
                  <a:pt x="1410" y="1046"/>
                </a:lnTo>
                <a:lnTo>
                  <a:pt x="1335" y="802"/>
                </a:lnTo>
                <a:lnTo>
                  <a:pt x="1260" y="552"/>
                </a:lnTo>
                <a:lnTo>
                  <a:pt x="1237" y="480"/>
                </a:lnTo>
                <a:lnTo>
                  <a:pt x="1208" y="409"/>
                </a:lnTo>
                <a:lnTo>
                  <a:pt x="1173" y="351"/>
                </a:lnTo>
                <a:lnTo>
                  <a:pt x="1139" y="294"/>
                </a:lnTo>
                <a:lnTo>
                  <a:pt x="1098" y="244"/>
                </a:lnTo>
                <a:lnTo>
                  <a:pt x="1052" y="194"/>
                </a:lnTo>
                <a:lnTo>
                  <a:pt x="1006" y="151"/>
                </a:lnTo>
                <a:lnTo>
                  <a:pt x="960" y="115"/>
                </a:lnTo>
                <a:lnTo>
                  <a:pt x="908" y="87"/>
                </a:lnTo>
                <a:lnTo>
                  <a:pt x="856" y="58"/>
                </a:lnTo>
                <a:lnTo>
                  <a:pt x="804" y="37"/>
                </a:lnTo>
                <a:lnTo>
                  <a:pt x="752" y="22"/>
                </a:lnTo>
                <a:lnTo>
                  <a:pt x="694" y="8"/>
                </a:lnTo>
                <a:lnTo>
                  <a:pt x="63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5163413" y="4970989"/>
            <a:ext cx="107804" cy="78691"/>
          </a:xfrm>
          <a:custGeom>
            <a:rect b="b" l="l" r="r" t="t"/>
            <a:pathLst>
              <a:path extrusionOk="0" h="5076" w="6954">
                <a:moveTo>
                  <a:pt x="717" y="1"/>
                </a:moveTo>
                <a:lnTo>
                  <a:pt x="648" y="15"/>
                </a:lnTo>
                <a:lnTo>
                  <a:pt x="578" y="30"/>
                </a:lnTo>
                <a:lnTo>
                  <a:pt x="515" y="58"/>
                </a:lnTo>
                <a:lnTo>
                  <a:pt x="451" y="94"/>
                </a:lnTo>
                <a:lnTo>
                  <a:pt x="393" y="130"/>
                </a:lnTo>
                <a:lnTo>
                  <a:pt x="335" y="180"/>
                </a:lnTo>
                <a:lnTo>
                  <a:pt x="283" y="230"/>
                </a:lnTo>
                <a:lnTo>
                  <a:pt x="231" y="287"/>
                </a:lnTo>
                <a:lnTo>
                  <a:pt x="185" y="352"/>
                </a:lnTo>
                <a:lnTo>
                  <a:pt x="145" y="416"/>
                </a:lnTo>
                <a:lnTo>
                  <a:pt x="104" y="488"/>
                </a:lnTo>
                <a:lnTo>
                  <a:pt x="75" y="559"/>
                </a:lnTo>
                <a:lnTo>
                  <a:pt x="46" y="638"/>
                </a:lnTo>
                <a:lnTo>
                  <a:pt x="23" y="717"/>
                </a:lnTo>
                <a:lnTo>
                  <a:pt x="12" y="795"/>
                </a:lnTo>
                <a:lnTo>
                  <a:pt x="0" y="881"/>
                </a:lnTo>
                <a:lnTo>
                  <a:pt x="0" y="967"/>
                </a:lnTo>
                <a:lnTo>
                  <a:pt x="6" y="1046"/>
                </a:lnTo>
                <a:lnTo>
                  <a:pt x="23" y="1132"/>
                </a:lnTo>
                <a:lnTo>
                  <a:pt x="46" y="1218"/>
                </a:lnTo>
                <a:lnTo>
                  <a:pt x="75" y="1303"/>
                </a:lnTo>
                <a:lnTo>
                  <a:pt x="116" y="1382"/>
                </a:lnTo>
                <a:lnTo>
                  <a:pt x="162" y="1468"/>
                </a:lnTo>
                <a:lnTo>
                  <a:pt x="220" y="1547"/>
                </a:lnTo>
                <a:lnTo>
                  <a:pt x="370" y="1726"/>
                </a:lnTo>
                <a:lnTo>
                  <a:pt x="526" y="1905"/>
                </a:lnTo>
                <a:lnTo>
                  <a:pt x="682" y="2076"/>
                </a:lnTo>
                <a:lnTo>
                  <a:pt x="838" y="2248"/>
                </a:lnTo>
                <a:lnTo>
                  <a:pt x="1000" y="2413"/>
                </a:lnTo>
                <a:lnTo>
                  <a:pt x="1168" y="2577"/>
                </a:lnTo>
                <a:lnTo>
                  <a:pt x="1330" y="2735"/>
                </a:lnTo>
                <a:lnTo>
                  <a:pt x="1503" y="2885"/>
                </a:lnTo>
                <a:lnTo>
                  <a:pt x="1671" y="3035"/>
                </a:lnTo>
                <a:lnTo>
                  <a:pt x="1844" y="3186"/>
                </a:lnTo>
                <a:lnTo>
                  <a:pt x="2023" y="3329"/>
                </a:lnTo>
                <a:lnTo>
                  <a:pt x="2202" y="3465"/>
                </a:lnTo>
                <a:lnTo>
                  <a:pt x="2381" y="3594"/>
                </a:lnTo>
                <a:lnTo>
                  <a:pt x="2566" y="3722"/>
                </a:lnTo>
                <a:lnTo>
                  <a:pt x="2746" y="3844"/>
                </a:lnTo>
                <a:lnTo>
                  <a:pt x="2936" y="3966"/>
                </a:lnTo>
                <a:lnTo>
                  <a:pt x="3121" y="4080"/>
                </a:lnTo>
                <a:lnTo>
                  <a:pt x="3312" y="4188"/>
                </a:lnTo>
                <a:lnTo>
                  <a:pt x="3509" y="4288"/>
                </a:lnTo>
                <a:lnTo>
                  <a:pt x="3699" y="4388"/>
                </a:lnTo>
                <a:lnTo>
                  <a:pt x="3896" y="4474"/>
                </a:lnTo>
                <a:lnTo>
                  <a:pt x="4092" y="4560"/>
                </a:lnTo>
                <a:lnTo>
                  <a:pt x="4295" y="4639"/>
                </a:lnTo>
                <a:lnTo>
                  <a:pt x="4491" y="4717"/>
                </a:lnTo>
                <a:lnTo>
                  <a:pt x="4693" y="4782"/>
                </a:lnTo>
                <a:lnTo>
                  <a:pt x="4896" y="4839"/>
                </a:lnTo>
                <a:lnTo>
                  <a:pt x="5104" y="4896"/>
                </a:lnTo>
                <a:lnTo>
                  <a:pt x="5312" y="4946"/>
                </a:lnTo>
                <a:lnTo>
                  <a:pt x="5514" y="4989"/>
                </a:lnTo>
                <a:lnTo>
                  <a:pt x="5722" y="5025"/>
                </a:lnTo>
                <a:lnTo>
                  <a:pt x="5936" y="5046"/>
                </a:lnTo>
                <a:lnTo>
                  <a:pt x="6144" y="5068"/>
                </a:lnTo>
                <a:lnTo>
                  <a:pt x="6231" y="5075"/>
                </a:lnTo>
                <a:lnTo>
                  <a:pt x="6312" y="5061"/>
                </a:lnTo>
                <a:lnTo>
                  <a:pt x="6387" y="5039"/>
                </a:lnTo>
                <a:lnTo>
                  <a:pt x="6456" y="5011"/>
                </a:lnTo>
                <a:lnTo>
                  <a:pt x="6526" y="4975"/>
                </a:lnTo>
                <a:lnTo>
                  <a:pt x="6589" y="4932"/>
                </a:lnTo>
                <a:lnTo>
                  <a:pt x="6647" y="4875"/>
                </a:lnTo>
                <a:lnTo>
                  <a:pt x="6699" y="4817"/>
                </a:lnTo>
                <a:lnTo>
                  <a:pt x="6745" y="4746"/>
                </a:lnTo>
                <a:lnTo>
                  <a:pt x="6791" y="4674"/>
                </a:lnTo>
                <a:lnTo>
                  <a:pt x="6826" y="4596"/>
                </a:lnTo>
                <a:lnTo>
                  <a:pt x="6861" y="4517"/>
                </a:lnTo>
                <a:lnTo>
                  <a:pt x="6890" y="4431"/>
                </a:lnTo>
                <a:lnTo>
                  <a:pt x="6913" y="4345"/>
                </a:lnTo>
                <a:lnTo>
                  <a:pt x="6930" y="4252"/>
                </a:lnTo>
                <a:lnTo>
                  <a:pt x="6942" y="4159"/>
                </a:lnTo>
                <a:lnTo>
                  <a:pt x="6953" y="4073"/>
                </a:lnTo>
                <a:lnTo>
                  <a:pt x="6953" y="3980"/>
                </a:lnTo>
                <a:lnTo>
                  <a:pt x="6947" y="3887"/>
                </a:lnTo>
                <a:lnTo>
                  <a:pt x="6942" y="3794"/>
                </a:lnTo>
                <a:lnTo>
                  <a:pt x="6924" y="3708"/>
                </a:lnTo>
                <a:lnTo>
                  <a:pt x="6907" y="3622"/>
                </a:lnTo>
                <a:lnTo>
                  <a:pt x="6878" y="3544"/>
                </a:lnTo>
                <a:lnTo>
                  <a:pt x="6843" y="3465"/>
                </a:lnTo>
                <a:lnTo>
                  <a:pt x="6809" y="3386"/>
                </a:lnTo>
                <a:lnTo>
                  <a:pt x="6763" y="3322"/>
                </a:lnTo>
                <a:lnTo>
                  <a:pt x="6711" y="3257"/>
                </a:lnTo>
                <a:lnTo>
                  <a:pt x="6653" y="3200"/>
                </a:lnTo>
                <a:lnTo>
                  <a:pt x="6595" y="3157"/>
                </a:lnTo>
                <a:lnTo>
                  <a:pt x="6526" y="3114"/>
                </a:lnTo>
                <a:lnTo>
                  <a:pt x="6445" y="3085"/>
                </a:lnTo>
                <a:lnTo>
                  <a:pt x="6364" y="3064"/>
                </a:lnTo>
                <a:lnTo>
                  <a:pt x="6000" y="2985"/>
                </a:lnTo>
                <a:lnTo>
                  <a:pt x="5647" y="2907"/>
                </a:lnTo>
                <a:lnTo>
                  <a:pt x="5294" y="2814"/>
                </a:lnTo>
                <a:lnTo>
                  <a:pt x="4948" y="2706"/>
                </a:lnTo>
                <a:lnTo>
                  <a:pt x="4612" y="2592"/>
                </a:lnTo>
                <a:lnTo>
                  <a:pt x="4277" y="2463"/>
                </a:lnTo>
                <a:lnTo>
                  <a:pt x="3948" y="2320"/>
                </a:lnTo>
                <a:lnTo>
                  <a:pt x="3630" y="2162"/>
                </a:lnTo>
                <a:lnTo>
                  <a:pt x="3468" y="2076"/>
                </a:lnTo>
                <a:lnTo>
                  <a:pt x="3312" y="1983"/>
                </a:lnTo>
                <a:lnTo>
                  <a:pt x="3156" y="1897"/>
                </a:lnTo>
                <a:lnTo>
                  <a:pt x="3000" y="1797"/>
                </a:lnTo>
                <a:lnTo>
                  <a:pt x="2850" y="1697"/>
                </a:lnTo>
                <a:lnTo>
                  <a:pt x="2699" y="1590"/>
                </a:lnTo>
                <a:lnTo>
                  <a:pt x="2549" y="1482"/>
                </a:lnTo>
                <a:lnTo>
                  <a:pt x="2399" y="1361"/>
                </a:lnTo>
                <a:lnTo>
                  <a:pt x="2254" y="1246"/>
                </a:lnTo>
                <a:lnTo>
                  <a:pt x="2104" y="1117"/>
                </a:lnTo>
                <a:lnTo>
                  <a:pt x="1960" y="989"/>
                </a:lnTo>
                <a:lnTo>
                  <a:pt x="1821" y="853"/>
                </a:lnTo>
                <a:lnTo>
                  <a:pt x="1676" y="709"/>
                </a:lnTo>
                <a:lnTo>
                  <a:pt x="1538" y="566"/>
                </a:lnTo>
                <a:lnTo>
                  <a:pt x="1399" y="416"/>
                </a:lnTo>
                <a:lnTo>
                  <a:pt x="1260" y="259"/>
                </a:lnTo>
                <a:lnTo>
                  <a:pt x="1197" y="187"/>
                </a:lnTo>
                <a:lnTo>
                  <a:pt x="1127" y="130"/>
                </a:lnTo>
                <a:lnTo>
                  <a:pt x="1064" y="80"/>
                </a:lnTo>
                <a:lnTo>
                  <a:pt x="994" y="44"/>
                </a:lnTo>
                <a:lnTo>
                  <a:pt x="925" y="22"/>
                </a:lnTo>
                <a:lnTo>
                  <a:pt x="850" y="8"/>
                </a:lnTo>
                <a:lnTo>
                  <a:pt x="78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5332669" y="5023806"/>
            <a:ext cx="96426" cy="36524"/>
          </a:xfrm>
          <a:custGeom>
            <a:rect b="b" l="l" r="r" t="t"/>
            <a:pathLst>
              <a:path extrusionOk="0" h="2356" w="6220">
                <a:moveTo>
                  <a:pt x="5306" y="1"/>
                </a:moveTo>
                <a:lnTo>
                  <a:pt x="3618" y="51"/>
                </a:lnTo>
                <a:lnTo>
                  <a:pt x="3532" y="58"/>
                </a:lnTo>
                <a:lnTo>
                  <a:pt x="3456" y="79"/>
                </a:lnTo>
                <a:lnTo>
                  <a:pt x="3381" y="108"/>
                </a:lnTo>
                <a:lnTo>
                  <a:pt x="3312" y="137"/>
                </a:lnTo>
                <a:lnTo>
                  <a:pt x="2647" y="172"/>
                </a:lnTo>
                <a:lnTo>
                  <a:pt x="1983" y="215"/>
                </a:lnTo>
                <a:lnTo>
                  <a:pt x="1324" y="272"/>
                </a:lnTo>
                <a:lnTo>
                  <a:pt x="659" y="337"/>
                </a:lnTo>
                <a:lnTo>
                  <a:pt x="578" y="351"/>
                </a:lnTo>
                <a:lnTo>
                  <a:pt x="503" y="373"/>
                </a:lnTo>
                <a:lnTo>
                  <a:pt x="434" y="401"/>
                </a:lnTo>
                <a:lnTo>
                  <a:pt x="370" y="430"/>
                </a:lnTo>
                <a:lnTo>
                  <a:pt x="312" y="473"/>
                </a:lnTo>
                <a:lnTo>
                  <a:pt x="260" y="523"/>
                </a:lnTo>
                <a:lnTo>
                  <a:pt x="208" y="573"/>
                </a:lnTo>
                <a:lnTo>
                  <a:pt x="168" y="630"/>
                </a:lnTo>
                <a:lnTo>
                  <a:pt x="127" y="688"/>
                </a:lnTo>
                <a:lnTo>
                  <a:pt x="93" y="752"/>
                </a:lnTo>
                <a:lnTo>
                  <a:pt x="64" y="816"/>
                </a:lnTo>
                <a:lnTo>
                  <a:pt x="41" y="888"/>
                </a:lnTo>
                <a:lnTo>
                  <a:pt x="23" y="960"/>
                </a:lnTo>
                <a:lnTo>
                  <a:pt x="12" y="1031"/>
                </a:lnTo>
                <a:lnTo>
                  <a:pt x="6" y="1103"/>
                </a:lnTo>
                <a:lnTo>
                  <a:pt x="0" y="1181"/>
                </a:lnTo>
                <a:lnTo>
                  <a:pt x="6" y="1253"/>
                </a:lnTo>
                <a:lnTo>
                  <a:pt x="12" y="1325"/>
                </a:lnTo>
                <a:lnTo>
                  <a:pt x="23" y="1403"/>
                </a:lnTo>
                <a:lnTo>
                  <a:pt x="41" y="1475"/>
                </a:lnTo>
                <a:lnTo>
                  <a:pt x="64" y="1539"/>
                </a:lnTo>
                <a:lnTo>
                  <a:pt x="93" y="1611"/>
                </a:lnTo>
                <a:lnTo>
                  <a:pt x="127" y="1668"/>
                </a:lnTo>
                <a:lnTo>
                  <a:pt x="168" y="1732"/>
                </a:lnTo>
                <a:lnTo>
                  <a:pt x="208" y="1790"/>
                </a:lnTo>
                <a:lnTo>
                  <a:pt x="260" y="1840"/>
                </a:lnTo>
                <a:lnTo>
                  <a:pt x="312" y="1883"/>
                </a:lnTo>
                <a:lnTo>
                  <a:pt x="370" y="1926"/>
                </a:lnTo>
                <a:lnTo>
                  <a:pt x="434" y="1961"/>
                </a:lnTo>
                <a:lnTo>
                  <a:pt x="503" y="1990"/>
                </a:lnTo>
                <a:lnTo>
                  <a:pt x="578" y="2012"/>
                </a:lnTo>
                <a:lnTo>
                  <a:pt x="659" y="2019"/>
                </a:lnTo>
                <a:lnTo>
                  <a:pt x="1324" y="2090"/>
                </a:lnTo>
                <a:lnTo>
                  <a:pt x="1983" y="2140"/>
                </a:lnTo>
                <a:lnTo>
                  <a:pt x="2647" y="2183"/>
                </a:lnTo>
                <a:lnTo>
                  <a:pt x="3312" y="2226"/>
                </a:lnTo>
                <a:lnTo>
                  <a:pt x="3381" y="2255"/>
                </a:lnTo>
                <a:lnTo>
                  <a:pt x="3456" y="2276"/>
                </a:lnTo>
                <a:lnTo>
                  <a:pt x="3537" y="2298"/>
                </a:lnTo>
                <a:lnTo>
                  <a:pt x="3618" y="2305"/>
                </a:lnTo>
                <a:lnTo>
                  <a:pt x="5306" y="2355"/>
                </a:lnTo>
                <a:lnTo>
                  <a:pt x="5422" y="2355"/>
                </a:lnTo>
                <a:lnTo>
                  <a:pt x="5526" y="2348"/>
                </a:lnTo>
                <a:lnTo>
                  <a:pt x="5624" y="2319"/>
                </a:lnTo>
                <a:lnTo>
                  <a:pt x="5710" y="2284"/>
                </a:lnTo>
                <a:lnTo>
                  <a:pt x="5791" y="2233"/>
                </a:lnTo>
                <a:lnTo>
                  <a:pt x="5867" y="2169"/>
                </a:lnTo>
                <a:lnTo>
                  <a:pt x="5936" y="2097"/>
                </a:lnTo>
                <a:lnTo>
                  <a:pt x="5999" y="2019"/>
                </a:lnTo>
                <a:lnTo>
                  <a:pt x="6052" y="1933"/>
                </a:lnTo>
                <a:lnTo>
                  <a:pt x="6098" y="1840"/>
                </a:lnTo>
                <a:lnTo>
                  <a:pt x="6138" y="1732"/>
                </a:lnTo>
                <a:lnTo>
                  <a:pt x="6167" y="1632"/>
                </a:lnTo>
                <a:lnTo>
                  <a:pt x="6190" y="1518"/>
                </a:lnTo>
                <a:lnTo>
                  <a:pt x="6208" y="1410"/>
                </a:lnTo>
                <a:lnTo>
                  <a:pt x="6219" y="1296"/>
                </a:lnTo>
                <a:lnTo>
                  <a:pt x="6219" y="1181"/>
                </a:lnTo>
                <a:lnTo>
                  <a:pt x="6219" y="1067"/>
                </a:lnTo>
                <a:lnTo>
                  <a:pt x="6208" y="952"/>
                </a:lnTo>
                <a:lnTo>
                  <a:pt x="6190" y="838"/>
                </a:lnTo>
                <a:lnTo>
                  <a:pt x="6167" y="731"/>
                </a:lnTo>
                <a:lnTo>
                  <a:pt x="6138" y="623"/>
                </a:lnTo>
                <a:lnTo>
                  <a:pt x="6098" y="523"/>
                </a:lnTo>
                <a:lnTo>
                  <a:pt x="6052" y="430"/>
                </a:lnTo>
                <a:lnTo>
                  <a:pt x="5999" y="337"/>
                </a:lnTo>
                <a:lnTo>
                  <a:pt x="5936" y="258"/>
                </a:lnTo>
                <a:lnTo>
                  <a:pt x="5867" y="187"/>
                </a:lnTo>
                <a:lnTo>
                  <a:pt x="5791" y="129"/>
                </a:lnTo>
                <a:lnTo>
                  <a:pt x="5710" y="79"/>
                </a:lnTo>
                <a:lnTo>
                  <a:pt x="5618" y="36"/>
                </a:lnTo>
                <a:lnTo>
                  <a:pt x="5526" y="15"/>
                </a:lnTo>
                <a:lnTo>
                  <a:pt x="542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5944471" y="-815"/>
            <a:ext cx="849878" cy="527240"/>
          </a:xfrm>
          <a:custGeom>
            <a:rect b="b" l="l" r="r" t="t"/>
            <a:pathLst>
              <a:path extrusionOk="0" h="34010" w="54822">
                <a:moveTo>
                  <a:pt x="42534" y="1"/>
                </a:moveTo>
                <a:lnTo>
                  <a:pt x="42435" y="15"/>
                </a:lnTo>
                <a:lnTo>
                  <a:pt x="42331" y="29"/>
                </a:lnTo>
                <a:lnTo>
                  <a:pt x="42233" y="51"/>
                </a:lnTo>
                <a:lnTo>
                  <a:pt x="42141" y="79"/>
                </a:lnTo>
                <a:lnTo>
                  <a:pt x="42048" y="115"/>
                </a:lnTo>
                <a:lnTo>
                  <a:pt x="41956" y="158"/>
                </a:lnTo>
                <a:lnTo>
                  <a:pt x="41863" y="215"/>
                </a:lnTo>
                <a:lnTo>
                  <a:pt x="41777" y="273"/>
                </a:lnTo>
                <a:lnTo>
                  <a:pt x="41696" y="337"/>
                </a:lnTo>
                <a:lnTo>
                  <a:pt x="41620" y="409"/>
                </a:lnTo>
                <a:lnTo>
                  <a:pt x="41545" y="487"/>
                </a:lnTo>
                <a:lnTo>
                  <a:pt x="41476" y="566"/>
                </a:lnTo>
                <a:lnTo>
                  <a:pt x="41412" y="659"/>
                </a:lnTo>
                <a:lnTo>
                  <a:pt x="41355" y="759"/>
                </a:lnTo>
                <a:lnTo>
                  <a:pt x="41303" y="867"/>
                </a:lnTo>
                <a:lnTo>
                  <a:pt x="41262" y="981"/>
                </a:lnTo>
                <a:lnTo>
                  <a:pt x="41222" y="1096"/>
                </a:lnTo>
                <a:lnTo>
                  <a:pt x="41193" y="1225"/>
                </a:lnTo>
                <a:lnTo>
                  <a:pt x="41170" y="1360"/>
                </a:lnTo>
                <a:lnTo>
                  <a:pt x="41031" y="2319"/>
                </a:lnTo>
                <a:lnTo>
                  <a:pt x="40886" y="3286"/>
                </a:lnTo>
                <a:lnTo>
                  <a:pt x="40736" y="4252"/>
                </a:lnTo>
                <a:lnTo>
                  <a:pt x="40586" y="5211"/>
                </a:lnTo>
                <a:lnTo>
                  <a:pt x="40430" y="6170"/>
                </a:lnTo>
                <a:lnTo>
                  <a:pt x="40268" y="7129"/>
                </a:lnTo>
                <a:lnTo>
                  <a:pt x="40106" y="8081"/>
                </a:lnTo>
                <a:lnTo>
                  <a:pt x="39933" y="9040"/>
                </a:lnTo>
                <a:lnTo>
                  <a:pt x="39759" y="9992"/>
                </a:lnTo>
                <a:lnTo>
                  <a:pt x="39580" y="10943"/>
                </a:lnTo>
                <a:lnTo>
                  <a:pt x="39401" y="11895"/>
                </a:lnTo>
                <a:lnTo>
                  <a:pt x="39210" y="12847"/>
                </a:lnTo>
                <a:lnTo>
                  <a:pt x="39020" y="13792"/>
                </a:lnTo>
                <a:lnTo>
                  <a:pt x="38823" y="14744"/>
                </a:lnTo>
                <a:lnTo>
                  <a:pt x="38627" y="15688"/>
                </a:lnTo>
                <a:lnTo>
                  <a:pt x="38424" y="16633"/>
                </a:lnTo>
                <a:lnTo>
                  <a:pt x="33211" y="11316"/>
                </a:lnTo>
                <a:lnTo>
                  <a:pt x="28003" y="5991"/>
                </a:lnTo>
                <a:lnTo>
                  <a:pt x="27905" y="5898"/>
                </a:lnTo>
                <a:lnTo>
                  <a:pt x="27801" y="5812"/>
                </a:lnTo>
                <a:lnTo>
                  <a:pt x="27697" y="5740"/>
                </a:lnTo>
                <a:lnTo>
                  <a:pt x="27593" y="5669"/>
                </a:lnTo>
                <a:lnTo>
                  <a:pt x="27483" y="5619"/>
                </a:lnTo>
                <a:lnTo>
                  <a:pt x="27373" y="5569"/>
                </a:lnTo>
                <a:lnTo>
                  <a:pt x="27264" y="5533"/>
                </a:lnTo>
                <a:lnTo>
                  <a:pt x="27154" y="5504"/>
                </a:lnTo>
                <a:lnTo>
                  <a:pt x="27044" y="5490"/>
                </a:lnTo>
                <a:lnTo>
                  <a:pt x="26934" y="5483"/>
                </a:lnTo>
                <a:lnTo>
                  <a:pt x="26824" y="5483"/>
                </a:lnTo>
                <a:lnTo>
                  <a:pt x="26720" y="5490"/>
                </a:lnTo>
                <a:lnTo>
                  <a:pt x="26611" y="5511"/>
                </a:lnTo>
                <a:lnTo>
                  <a:pt x="26507" y="5533"/>
                </a:lnTo>
                <a:lnTo>
                  <a:pt x="26402" y="5569"/>
                </a:lnTo>
                <a:lnTo>
                  <a:pt x="26304" y="5612"/>
                </a:lnTo>
                <a:lnTo>
                  <a:pt x="26206" y="5669"/>
                </a:lnTo>
                <a:lnTo>
                  <a:pt x="26108" y="5726"/>
                </a:lnTo>
                <a:lnTo>
                  <a:pt x="26021" y="5791"/>
                </a:lnTo>
                <a:lnTo>
                  <a:pt x="25934" y="5869"/>
                </a:lnTo>
                <a:lnTo>
                  <a:pt x="25848" y="5955"/>
                </a:lnTo>
                <a:lnTo>
                  <a:pt x="25772" y="6048"/>
                </a:lnTo>
                <a:lnTo>
                  <a:pt x="25697" y="6141"/>
                </a:lnTo>
                <a:lnTo>
                  <a:pt x="25634" y="6249"/>
                </a:lnTo>
                <a:lnTo>
                  <a:pt x="25570" y="6363"/>
                </a:lnTo>
                <a:lnTo>
                  <a:pt x="25512" y="6485"/>
                </a:lnTo>
                <a:lnTo>
                  <a:pt x="25466" y="6614"/>
                </a:lnTo>
                <a:lnTo>
                  <a:pt x="25426" y="6750"/>
                </a:lnTo>
                <a:lnTo>
                  <a:pt x="25391" y="6893"/>
                </a:lnTo>
                <a:lnTo>
                  <a:pt x="25362" y="7043"/>
                </a:lnTo>
                <a:lnTo>
                  <a:pt x="25345" y="7200"/>
                </a:lnTo>
                <a:lnTo>
                  <a:pt x="25333" y="7358"/>
                </a:lnTo>
                <a:lnTo>
                  <a:pt x="25067" y="14708"/>
                </a:lnTo>
                <a:lnTo>
                  <a:pt x="24807" y="22051"/>
                </a:lnTo>
                <a:lnTo>
                  <a:pt x="14317" y="12554"/>
                </a:lnTo>
                <a:lnTo>
                  <a:pt x="14236" y="12482"/>
                </a:lnTo>
                <a:lnTo>
                  <a:pt x="14155" y="12432"/>
                </a:lnTo>
                <a:lnTo>
                  <a:pt x="14074" y="12382"/>
                </a:lnTo>
                <a:lnTo>
                  <a:pt x="13988" y="12339"/>
                </a:lnTo>
                <a:lnTo>
                  <a:pt x="13901" y="12310"/>
                </a:lnTo>
                <a:lnTo>
                  <a:pt x="13808" y="12282"/>
                </a:lnTo>
                <a:lnTo>
                  <a:pt x="13716" y="12267"/>
                </a:lnTo>
                <a:lnTo>
                  <a:pt x="13629" y="12260"/>
                </a:lnTo>
                <a:lnTo>
                  <a:pt x="13537" y="12253"/>
                </a:lnTo>
                <a:lnTo>
                  <a:pt x="13439" y="12260"/>
                </a:lnTo>
                <a:lnTo>
                  <a:pt x="13346" y="12275"/>
                </a:lnTo>
                <a:lnTo>
                  <a:pt x="13254" y="12289"/>
                </a:lnTo>
                <a:lnTo>
                  <a:pt x="13161" y="12317"/>
                </a:lnTo>
                <a:lnTo>
                  <a:pt x="13074" y="12346"/>
                </a:lnTo>
                <a:lnTo>
                  <a:pt x="12982" y="12382"/>
                </a:lnTo>
                <a:lnTo>
                  <a:pt x="12895" y="12425"/>
                </a:lnTo>
                <a:lnTo>
                  <a:pt x="12809" y="12475"/>
                </a:lnTo>
                <a:lnTo>
                  <a:pt x="12722" y="12532"/>
                </a:lnTo>
                <a:lnTo>
                  <a:pt x="12641" y="12589"/>
                </a:lnTo>
                <a:lnTo>
                  <a:pt x="12560" y="12654"/>
                </a:lnTo>
                <a:lnTo>
                  <a:pt x="12485" y="12725"/>
                </a:lnTo>
                <a:lnTo>
                  <a:pt x="12410" y="12797"/>
                </a:lnTo>
                <a:lnTo>
                  <a:pt x="12340" y="12876"/>
                </a:lnTo>
                <a:lnTo>
                  <a:pt x="12277" y="12962"/>
                </a:lnTo>
                <a:lnTo>
                  <a:pt x="12219" y="13047"/>
                </a:lnTo>
                <a:lnTo>
                  <a:pt x="12161" y="13133"/>
                </a:lnTo>
                <a:lnTo>
                  <a:pt x="12109" y="13226"/>
                </a:lnTo>
                <a:lnTo>
                  <a:pt x="12063" y="13327"/>
                </a:lnTo>
                <a:lnTo>
                  <a:pt x="12023" y="13427"/>
                </a:lnTo>
                <a:lnTo>
                  <a:pt x="11988" y="13534"/>
                </a:lnTo>
                <a:lnTo>
                  <a:pt x="11959" y="13641"/>
                </a:lnTo>
                <a:lnTo>
                  <a:pt x="11936" y="13749"/>
                </a:lnTo>
                <a:lnTo>
                  <a:pt x="11641" y="15567"/>
                </a:lnTo>
                <a:lnTo>
                  <a:pt x="11352" y="17384"/>
                </a:lnTo>
                <a:lnTo>
                  <a:pt x="11080" y="19202"/>
                </a:lnTo>
                <a:lnTo>
                  <a:pt x="10820" y="21027"/>
                </a:lnTo>
                <a:lnTo>
                  <a:pt x="10572" y="22852"/>
                </a:lnTo>
                <a:lnTo>
                  <a:pt x="10329" y="24677"/>
                </a:lnTo>
                <a:lnTo>
                  <a:pt x="10098" y="26502"/>
                </a:lnTo>
                <a:lnTo>
                  <a:pt x="9878" y="28334"/>
                </a:lnTo>
                <a:lnTo>
                  <a:pt x="8844" y="27218"/>
                </a:lnTo>
                <a:lnTo>
                  <a:pt x="7821" y="26087"/>
                </a:lnTo>
                <a:lnTo>
                  <a:pt x="6798" y="24956"/>
                </a:lnTo>
                <a:lnTo>
                  <a:pt x="5769" y="23826"/>
                </a:lnTo>
                <a:lnTo>
                  <a:pt x="4740" y="22702"/>
                </a:lnTo>
                <a:lnTo>
                  <a:pt x="4220" y="22151"/>
                </a:lnTo>
                <a:lnTo>
                  <a:pt x="3700" y="21593"/>
                </a:lnTo>
                <a:lnTo>
                  <a:pt x="3174" y="21049"/>
                </a:lnTo>
                <a:lnTo>
                  <a:pt x="2648" y="20505"/>
                </a:lnTo>
                <a:lnTo>
                  <a:pt x="2116" y="19961"/>
                </a:lnTo>
                <a:lnTo>
                  <a:pt x="1579" y="19431"/>
                </a:lnTo>
                <a:lnTo>
                  <a:pt x="1492" y="19353"/>
                </a:lnTo>
                <a:lnTo>
                  <a:pt x="1405" y="19288"/>
                </a:lnTo>
                <a:lnTo>
                  <a:pt x="1319" y="19238"/>
                </a:lnTo>
                <a:lnTo>
                  <a:pt x="1226" y="19195"/>
                </a:lnTo>
                <a:lnTo>
                  <a:pt x="1139" y="19167"/>
                </a:lnTo>
                <a:lnTo>
                  <a:pt x="1047" y="19145"/>
                </a:lnTo>
                <a:lnTo>
                  <a:pt x="960" y="19138"/>
                </a:lnTo>
                <a:lnTo>
                  <a:pt x="873" y="19145"/>
                </a:lnTo>
                <a:lnTo>
                  <a:pt x="787" y="19159"/>
                </a:lnTo>
                <a:lnTo>
                  <a:pt x="706" y="19181"/>
                </a:lnTo>
                <a:lnTo>
                  <a:pt x="625" y="19209"/>
                </a:lnTo>
                <a:lnTo>
                  <a:pt x="550" y="19252"/>
                </a:lnTo>
                <a:lnTo>
                  <a:pt x="475" y="19295"/>
                </a:lnTo>
                <a:lnTo>
                  <a:pt x="405" y="19353"/>
                </a:lnTo>
                <a:lnTo>
                  <a:pt x="336" y="19410"/>
                </a:lnTo>
                <a:lnTo>
                  <a:pt x="278" y="19481"/>
                </a:lnTo>
                <a:lnTo>
                  <a:pt x="220" y="19553"/>
                </a:lnTo>
                <a:lnTo>
                  <a:pt x="168" y="19632"/>
                </a:lnTo>
                <a:lnTo>
                  <a:pt x="122" y="19718"/>
                </a:lnTo>
                <a:lnTo>
                  <a:pt x="87" y="19803"/>
                </a:lnTo>
                <a:lnTo>
                  <a:pt x="53" y="19896"/>
                </a:lnTo>
                <a:lnTo>
                  <a:pt x="30" y="19997"/>
                </a:lnTo>
                <a:lnTo>
                  <a:pt x="12" y="20097"/>
                </a:lnTo>
                <a:lnTo>
                  <a:pt x="1" y="20197"/>
                </a:lnTo>
                <a:lnTo>
                  <a:pt x="1" y="20304"/>
                </a:lnTo>
                <a:lnTo>
                  <a:pt x="12" y="20412"/>
                </a:lnTo>
                <a:lnTo>
                  <a:pt x="30" y="20519"/>
                </a:lnTo>
                <a:lnTo>
                  <a:pt x="53" y="20626"/>
                </a:lnTo>
                <a:lnTo>
                  <a:pt x="93" y="20734"/>
                </a:lnTo>
                <a:lnTo>
                  <a:pt x="139" y="20841"/>
                </a:lnTo>
                <a:lnTo>
                  <a:pt x="197" y="20949"/>
                </a:lnTo>
                <a:lnTo>
                  <a:pt x="267" y="21056"/>
                </a:lnTo>
                <a:lnTo>
                  <a:pt x="850" y="21857"/>
                </a:lnTo>
                <a:lnTo>
                  <a:pt x="1440" y="22652"/>
                </a:lnTo>
                <a:lnTo>
                  <a:pt x="2035" y="23432"/>
                </a:lnTo>
                <a:lnTo>
                  <a:pt x="2631" y="24212"/>
                </a:lnTo>
                <a:lnTo>
                  <a:pt x="3237" y="24985"/>
                </a:lnTo>
                <a:lnTo>
                  <a:pt x="3844" y="25751"/>
                </a:lnTo>
                <a:lnTo>
                  <a:pt x="5070" y="27282"/>
                </a:lnTo>
                <a:lnTo>
                  <a:pt x="6295" y="28807"/>
                </a:lnTo>
                <a:lnTo>
                  <a:pt x="6907" y="29572"/>
                </a:lnTo>
                <a:lnTo>
                  <a:pt x="7514" y="30338"/>
                </a:lnTo>
                <a:lnTo>
                  <a:pt x="8121" y="31111"/>
                </a:lnTo>
                <a:lnTo>
                  <a:pt x="8722" y="31884"/>
                </a:lnTo>
                <a:lnTo>
                  <a:pt x="9318" y="32671"/>
                </a:lnTo>
                <a:lnTo>
                  <a:pt x="9907" y="33459"/>
                </a:lnTo>
                <a:lnTo>
                  <a:pt x="9982" y="33552"/>
                </a:lnTo>
                <a:lnTo>
                  <a:pt x="10057" y="33630"/>
                </a:lnTo>
                <a:lnTo>
                  <a:pt x="10138" y="33702"/>
                </a:lnTo>
                <a:lnTo>
                  <a:pt x="10225" y="33766"/>
                </a:lnTo>
                <a:lnTo>
                  <a:pt x="10318" y="33824"/>
                </a:lnTo>
                <a:lnTo>
                  <a:pt x="10410" y="33874"/>
                </a:lnTo>
                <a:lnTo>
                  <a:pt x="10502" y="33917"/>
                </a:lnTo>
                <a:lnTo>
                  <a:pt x="10607" y="33952"/>
                </a:lnTo>
                <a:lnTo>
                  <a:pt x="10705" y="33974"/>
                </a:lnTo>
                <a:lnTo>
                  <a:pt x="10809" y="33995"/>
                </a:lnTo>
                <a:lnTo>
                  <a:pt x="10913" y="34002"/>
                </a:lnTo>
                <a:lnTo>
                  <a:pt x="11017" y="34010"/>
                </a:lnTo>
                <a:lnTo>
                  <a:pt x="11121" y="34002"/>
                </a:lnTo>
                <a:lnTo>
                  <a:pt x="11225" y="33995"/>
                </a:lnTo>
                <a:lnTo>
                  <a:pt x="11329" y="33974"/>
                </a:lnTo>
                <a:lnTo>
                  <a:pt x="11433" y="33952"/>
                </a:lnTo>
                <a:lnTo>
                  <a:pt x="11531" y="33917"/>
                </a:lnTo>
                <a:lnTo>
                  <a:pt x="11635" y="33874"/>
                </a:lnTo>
                <a:lnTo>
                  <a:pt x="11728" y="33831"/>
                </a:lnTo>
                <a:lnTo>
                  <a:pt x="11820" y="33773"/>
                </a:lnTo>
                <a:lnTo>
                  <a:pt x="11913" y="33716"/>
                </a:lnTo>
                <a:lnTo>
                  <a:pt x="11999" y="33645"/>
                </a:lnTo>
                <a:lnTo>
                  <a:pt x="12080" y="33573"/>
                </a:lnTo>
                <a:lnTo>
                  <a:pt x="12155" y="33487"/>
                </a:lnTo>
                <a:lnTo>
                  <a:pt x="12225" y="33401"/>
                </a:lnTo>
                <a:lnTo>
                  <a:pt x="12294" y="33308"/>
                </a:lnTo>
                <a:lnTo>
                  <a:pt x="12352" y="33208"/>
                </a:lnTo>
                <a:lnTo>
                  <a:pt x="12404" y="33101"/>
                </a:lnTo>
                <a:lnTo>
                  <a:pt x="12450" y="32986"/>
                </a:lnTo>
                <a:lnTo>
                  <a:pt x="12485" y="32865"/>
                </a:lnTo>
                <a:lnTo>
                  <a:pt x="12514" y="32736"/>
                </a:lnTo>
                <a:lnTo>
                  <a:pt x="12531" y="32600"/>
                </a:lnTo>
                <a:lnTo>
                  <a:pt x="12751" y="30732"/>
                </a:lnTo>
                <a:lnTo>
                  <a:pt x="12982" y="28871"/>
                </a:lnTo>
                <a:lnTo>
                  <a:pt x="13225" y="27003"/>
                </a:lnTo>
                <a:lnTo>
                  <a:pt x="13479" y="25142"/>
                </a:lnTo>
                <a:lnTo>
                  <a:pt x="13739" y="23289"/>
                </a:lnTo>
                <a:lnTo>
                  <a:pt x="14017" y="21435"/>
                </a:lnTo>
                <a:lnTo>
                  <a:pt x="14300" y="19582"/>
                </a:lnTo>
                <a:lnTo>
                  <a:pt x="14589" y="17728"/>
                </a:lnTo>
                <a:lnTo>
                  <a:pt x="25466" y="27511"/>
                </a:lnTo>
                <a:lnTo>
                  <a:pt x="25564" y="27590"/>
                </a:lnTo>
                <a:lnTo>
                  <a:pt x="25663" y="27662"/>
                </a:lnTo>
                <a:lnTo>
                  <a:pt x="25761" y="27712"/>
                </a:lnTo>
                <a:lnTo>
                  <a:pt x="25865" y="27762"/>
                </a:lnTo>
                <a:lnTo>
                  <a:pt x="25963" y="27790"/>
                </a:lnTo>
                <a:lnTo>
                  <a:pt x="26067" y="27812"/>
                </a:lnTo>
                <a:lnTo>
                  <a:pt x="26171" y="27826"/>
                </a:lnTo>
                <a:lnTo>
                  <a:pt x="26270" y="27826"/>
                </a:lnTo>
                <a:lnTo>
                  <a:pt x="26374" y="27819"/>
                </a:lnTo>
                <a:lnTo>
                  <a:pt x="26472" y="27798"/>
                </a:lnTo>
                <a:lnTo>
                  <a:pt x="26570" y="27776"/>
                </a:lnTo>
                <a:lnTo>
                  <a:pt x="26668" y="27740"/>
                </a:lnTo>
                <a:lnTo>
                  <a:pt x="26761" y="27697"/>
                </a:lnTo>
                <a:lnTo>
                  <a:pt x="26853" y="27640"/>
                </a:lnTo>
                <a:lnTo>
                  <a:pt x="26946" y="27583"/>
                </a:lnTo>
                <a:lnTo>
                  <a:pt x="27038" y="27518"/>
                </a:lnTo>
                <a:lnTo>
                  <a:pt x="27119" y="27447"/>
                </a:lnTo>
                <a:lnTo>
                  <a:pt x="27206" y="27361"/>
                </a:lnTo>
                <a:lnTo>
                  <a:pt x="27281" y="27282"/>
                </a:lnTo>
                <a:lnTo>
                  <a:pt x="27356" y="27189"/>
                </a:lnTo>
                <a:lnTo>
                  <a:pt x="27431" y="27089"/>
                </a:lnTo>
                <a:lnTo>
                  <a:pt x="27495" y="26989"/>
                </a:lnTo>
                <a:lnTo>
                  <a:pt x="27558" y="26889"/>
                </a:lnTo>
                <a:lnTo>
                  <a:pt x="27616" y="26774"/>
                </a:lnTo>
                <a:lnTo>
                  <a:pt x="27668" y="26660"/>
                </a:lnTo>
                <a:lnTo>
                  <a:pt x="27714" y="26545"/>
                </a:lnTo>
                <a:lnTo>
                  <a:pt x="27755" y="26431"/>
                </a:lnTo>
                <a:lnTo>
                  <a:pt x="27790" y="26309"/>
                </a:lnTo>
                <a:lnTo>
                  <a:pt x="27819" y="26180"/>
                </a:lnTo>
                <a:lnTo>
                  <a:pt x="27842" y="26058"/>
                </a:lnTo>
                <a:lnTo>
                  <a:pt x="27853" y="25930"/>
                </a:lnTo>
                <a:lnTo>
                  <a:pt x="27865" y="25801"/>
                </a:lnTo>
                <a:lnTo>
                  <a:pt x="28333" y="11301"/>
                </a:lnTo>
                <a:lnTo>
                  <a:pt x="33269" y="16297"/>
                </a:lnTo>
                <a:lnTo>
                  <a:pt x="38193" y="21299"/>
                </a:lnTo>
                <a:lnTo>
                  <a:pt x="38280" y="21378"/>
                </a:lnTo>
                <a:lnTo>
                  <a:pt x="38366" y="21450"/>
                </a:lnTo>
                <a:lnTo>
                  <a:pt x="38453" y="21514"/>
                </a:lnTo>
                <a:lnTo>
                  <a:pt x="38540" y="21578"/>
                </a:lnTo>
                <a:lnTo>
                  <a:pt x="38632" y="21628"/>
                </a:lnTo>
                <a:lnTo>
                  <a:pt x="38725" y="21679"/>
                </a:lnTo>
                <a:lnTo>
                  <a:pt x="38823" y="21714"/>
                </a:lnTo>
                <a:lnTo>
                  <a:pt x="38916" y="21750"/>
                </a:lnTo>
                <a:lnTo>
                  <a:pt x="39014" y="21772"/>
                </a:lnTo>
                <a:lnTo>
                  <a:pt x="39106" y="21793"/>
                </a:lnTo>
                <a:lnTo>
                  <a:pt x="39205" y="21807"/>
                </a:lnTo>
                <a:lnTo>
                  <a:pt x="39395" y="21807"/>
                </a:lnTo>
                <a:lnTo>
                  <a:pt x="39488" y="21800"/>
                </a:lnTo>
                <a:lnTo>
                  <a:pt x="39586" y="21786"/>
                </a:lnTo>
                <a:lnTo>
                  <a:pt x="39673" y="21764"/>
                </a:lnTo>
                <a:lnTo>
                  <a:pt x="39765" y="21736"/>
                </a:lnTo>
                <a:lnTo>
                  <a:pt x="39858" y="21700"/>
                </a:lnTo>
                <a:lnTo>
                  <a:pt x="39944" y="21657"/>
                </a:lnTo>
                <a:lnTo>
                  <a:pt x="40025" y="21607"/>
                </a:lnTo>
                <a:lnTo>
                  <a:pt x="40106" y="21550"/>
                </a:lnTo>
                <a:lnTo>
                  <a:pt x="40187" y="21485"/>
                </a:lnTo>
                <a:lnTo>
                  <a:pt x="40262" y="21414"/>
                </a:lnTo>
                <a:lnTo>
                  <a:pt x="40337" y="21335"/>
                </a:lnTo>
                <a:lnTo>
                  <a:pt x="40401" y="21249"/>
                </a:lnTo>
                <a:lnTo>
                  <a:pt x="40470" y="21163"/>
                </a:lnTo>
                <a:lnTo>
                  <a:pt x="40528" y="21063"/>
                </a:lnTo>
                <a:lnTo>
                  <a:pt x="40586" y="20956"/>
                </a:lnTo>
                <a:lnTo>
                  <a:pt x="40632" y="20841"/>
                </a:lnTo>
                <a:lnTo>
                  <a:pt x="40678" y="20720"/>
                </a:lnTo>
                <a:lnTo>
                  <a:pt x="40719" y="20598"/>
                </a:lnTo>
                <a:lnTo>
                  <a:pt x="40754" y="20462"/>
                </a:lnTo>
                <a:lnTo>
                  <a:pt x="40967" y="19546"/>
                </a:lnTo>
                <a:lnTo>
                  <a:pt x="41170" y="18630"/>
                </a:lnTo>
                <a:lnTo>
                  <a:pt x="41372" y="17707"/>
                </a:lnTo>
                <a:lnTo>
                  <a:pt x="41568" y="16790"/>
                </a:lnTo>
                <a:lnTo>
                  <a:pt x="41759" y="15867"/>
                </a:lnTo>
                <a:lnTo>
                  <a:pt x="41950" y="14951"/>
                </a:lnTo>
                <a:lnTo>
                  <a:pt x="42129" y="14028"/>
                </a:lnTo>
                <a:lnTo>
                  <a:pt x="42308" y="13105"/>
                </a:lnTo>
                <a:lnTo>
                  <a:pt x="42487" y="12182"/>
                </a:lnTo>
                <a:lnTo>
                  <a:pt x="42661" y="11258"/>
                </a:lnTo>
                <a:lnTo>
                  <a:pt x="42828" y="10328"/>
                </a:lnTo>
                <a:lnTo>
                  <a:pt x="42990" y="9405"/>
                </a:lnTo>
                <a:lnTo>
                  <a:pt x="43152" y="8474"/>
                </a:lnTo>
                <a:lnTo>
                  <a:pt x="43308" y="7544"/>
                </a:lnTo>
                <a:lnTo>
                  <a:pt x="43458" y="6614"/>
                </a:lnTo>
                <a:lnTo>
                  <a:pt x="43609" y="5683"/>
                </a:lnTo>
                <a:lnTo>
                  <a:pt x="52163" y="16053"/>
                </a:lnTo>
                <a:lnTo>
                  <a:pt x="52232" y="16132"/>
                </a:lnTo>
                <a:lnTo>
                  <a:pt x="52301" y="16204"/>
                </a:lnTo>
                <a:lnTo>
                  <a:pt x="52371" y="16268"/>
                </a:lnTo>
                <a:lnTo>
                  <a:pt x="52440" y="16325"/>
                </a:lnTo>
                <a:lnTo>
                  <a:pt x="52509" y="16383"/>
                </a:lnTo>
                <a:lnTo>
                  <a:pt x="52579" y="16425"/>
                </a:lnTo>
                <a:lnTo>
                  <a:pt x="52654" y="16468"/>
                </a:lnTo>
                <a:lnTo>
                  <a:pt x="52729" y="16504"/>
                </a:lnTo>
                <a:lnTo>
                  <a:pt x="52798" y="16533"/>
                </a:lnTo>
                <a:lnTo>
                  <a:pt x="52874" y="16561"/>
                </a:lnTo>
                <a:lnTo>
                  <a:pt x="52943" y="16576"/>
                </a:lnTo>
                <a:lnTo>
                  <a:pt x="53018" y="16590"/>
                </a:lnTo>
                <a:lnTo>
                  <a:pt x="53093" y="16604"/>
                </a:lnTo>
                <a:lnTo>
                  <a:pt x="53313" y="16604"/>
                </a:lnTo>
                <a:lnTo>
                  <a:pt x="53382" y="16590"/>
                </a:lnTo>
                <a:lnTo>
                  <a:pt x="53452" y="16576"/>
                </a:lnTo>
                <a:lnTo>
                  <a:pt x="53527" y="16561"/>
                </a:lnTo>
                <a:lnTo>
                  <a:pt x="53596" y="16540"/>
                </a:lnTo>
                <a:lnTo>
                  <a:pt x="53729" y="16483"/>
                </a:lnTo>
                <a:lnTo>
                  <a:pt x="53862" y="16411"/>
                </a:lnTo>
                <a:lnTo>
                  <a:pt x="53989" y="16325"/>
                </a:lnTo>
                <a:lnTo>
                  <a:pt x="54110" y="16225"/>
                </a:lnTo>
                <a:lnTo>
                  <a:pt x="54226" y="16111"/>
                </a:lnTo>
                <a:lnTo>
                  <a:pt x="54336" y="15989"/>
                </a:lnTo>
                <a:lnTo>
                  <a:pt x="54434" y="15860"/>
                </a:lnTo>
                <a:lnTo>
                  <a:pt x="54521" y="15717"/>
                </a:lnTo>
                <a:lnTo>
                  <a:pt x="54602" y="15567"/>
                </a:lnTo>
                <a:lnTo>
                  <a:pt x="54671" y="15409"/>
                </a:lnTo>
                <a:lnTo>
                  <a:pt x="54729" y="15245"/>
                </a:lnTo>
                <a:lnTo>
                  <a:pt x="54769" y="15080"/>
                </a:lnTo>
                <a:lnTo>
                  <a:pt x="54792" y="14994"/>
                </a:lnTo>
                <a:lnTo>
                  <a:pt x="54804" y="14908"/>
                </a:lnTo>
                <a:lnTo>
                  <a:pt x="54816" y="14822"/>
                </a:lnTo>
                <a:lnTo>
                  <a:pt x="54821" y="14729"/>
                </a:lnTo>
                <a:lnTo>
                  <a:pt x="54821" y="14643"/>
                </a:lnTo>
                <a:lnTo>
                  <a:pt x="54821" y="14558"/>
                </a:lnTo>
                <a:lnTo>
                  <a:pt x="54821" y="14465"/>
                </a:lnTo>
                <a:lnTo>
                  <a:pt x="54810" y="14379"/>
                </a:lnTo>
                <a:lnTo>
                  <a:pt x="54798" y="14286"/>
                </a:lnTo>
                <a:lnTo>
                  <a:pt x="54781" y="14200"/>
                </a:lnTo>
                <a:lnTo>
                  <a:pt x="54758" y="14107"/>
                </a:lnTo>
                <a:lnTo>
                  <a:pt x="54735" y="14021"/>
                </a:lnTo>
                <a:lnTo>
                  <a:pt x="54706" y="13928"/>
                </a:lnTo>
                <a:lnTo>
                  <a:pt x="54671" y="13842"/>
                </a:lnTo>
                <a:lnTo>
                  <a:pt x="54631" y="13756"/>
                </a:lnTo>
                <a:lnTo>
                  <a:pt x="54584" y="13670"/>
                </a:lnTo>
                <a:lnTo>
                  <a:pt x="54538" y="13584"/>
                </a:lnTo>
                <a:lnTo>
                  <a:pt x="54480" y="13498"/>
                </a:lnTo>
                <a:lnTo>
                  <a:pt x="54423" y="13420"/>
                </a:lnTo>
                <a:lnTo>
                  <a:pt x="54359" y="13334"/>
                </a:lnTo>
                <a:lnTo>
                  <a:pt x="43719" y="523"/>
                </a:lnTo>
                <a:lnTo>
                  <a:pt x="43649" y="437"/>
                </a:lnTo>
                <a:lnTo>
                  <a:pt x="43568" y="366"/>
                </a:lnTo>
                <a:lnTo>
                  <a:pt x="43487" y="294"/>
                </a:lnTo>
                <a:lnTo>
                  <a:pt x="43401" y="237"/>
                </a:lnTo>
                <a:lnTo>
                  <a:pt x="43314" y="180"/>
                </a:lnTo>
                <a:lnTo>
                  <a:pt x="43221" y="137"/>
                </a:lnTo>
                <a:lnTo>
                  <a:pt x="43129" y="94"/>
                </a:lnTo>
                <a:lnTo>
                  <a:pt x="43031" y="65"/>
                </a:lnTo>
                <a:lnTo>
                  <a:pt x="42932" y="36"/>
                </a:lnTo>
                <a:lnTo>
                  <a:pt x="42834" y="15"/>
                </a:lnTo>
                <a:lnTo>
                  <a:pt x="42736" y="8"/>
                </a:lnTo>
                <a:lnTo>
                  <a:pt x="4263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3982762" y="129670"/>
            <a:ext cx="287723" cy="505053"/>
          </a:xfrm>
          <a:custGeom>
            <a:rect b="b" l="l" r="r" t="t"/>
            <a:pathLst>
              <a:path extrusionOk="0" h="40380" w="23004">
                <a:moveTo>
                  <a:pt x="14363" y="5125"/>
                </a:moveTo>
                <a:lnTo>
                  <a:pt x="14768" y="7114"/>
                </a:lnTo>
                <a:lnTo>
                  <a:pt x="15172" y="9104"/>
                </a:lnTo>
                <a:lnTo>
                  <a:pt x="15571" y="11101"/>
                </a:lnTo>
                <a:lnTo>
                  <a:pt x="15964" y="13090"/>
                </a:lnTo>
                <a:lnTo>
                  <a:pt x="16357" y="15087"/>
                </a:lnTo>
                <a:lnTo>
                  <a:pt x="16739" y="17084"/>
                </a:lnTo>
                <a:lnTo>
                  <a:pt x="17120" y="19081"/>
                </a:lnTo>
                <a:lnTo>
                  <a:pt x="17502" y="21077"/>
                </a:lnTo>
                <a:lnTo>
                  <a:pt x="17877" y="23081"/>
                </a:lnTo>
                <a:lnTo>
                  <a:pt x="18241" y="25078"/>
                </a:lnTo>
                <a:lnTo>
                  <a:pt x="18611" y="27082"/>
                </a:lnTo>
                <a:lnTo>
                  <a:pt x="18970" y="29086"/>
                </a:lnTo>
                <a:lnTo>
                  <a:pt x="19328" y="31090"/>
                </a:lnTo>
                <a:lnTo>
                  <a:pt x="19681" y="33101"/>
                </a:lnTo>
                <a:lnTo>
                  <a:pt x="20033" y="35105"/>
                </a:lnTo>
                <a:lnTo>
                  <a:pt x="20380" y="37116"/>
                </a:lnTo>
                <a:lnTo>
                  <a:pt x="19212" y="37058"/>
                </a:lnTo>
                <a:lnTo>
                  <a:pt x="18051" y="37008"/>
                </a:lnTo>
                <a:lnTo>
                  <a:pt x="16883" y="36972"/>
                </a:lnTo>
                <a:lnTo>
                  <a:pt x="15721" y="36937"/>
                </a:lnTo>
                <a:lnTo>
                  <a:pt x="14554" y="36915"/>
                </a:lnTo>
                <a:lnTo>
                  <a:pt x="13386" y="36901"/>
                </a:lnTo>
                <a:lnTo>
                  <a:pt x="12219" y="36901"/>
                </a:lnTo>
                <a:lnTo>
                  <a:pt x="11051" y="36908"/>
                </a:lnTo>
                <a:lnTo>
                  <a:pt x="9884" y="36930"/>
                </a:lnTo>
                <a:lnTo>
                  <a:pt x="8716" y="36958"/>
                </a:lnTo>
                <a:lnTo>
                  <a:pt x="7555" y="37001"/>
                </a:lnTo>
                <a:lnTo>
                  <a:pt x="6387" y="37058"/>
                </a:lnTo>
                <a:lnTo>
                  <a:pt x="5225" y="37123"/>
                </a:lnTo>
                <a:lnTo>
                  <a:pt x="4058" y="37201"/>
                </a:lnTo>
                <a:lnTo>
                  <a:pt x="2896" y="37302"/>
                </a:lnTo>
                <a:lnTo>
                  <a:pt x="1734" y="37409"/>
                </a:lnTo>
                <a:lnTo>
                  <a:pt x="2445" y="35334"/>
                </a:lnTo>
                <a:lnTo>
                  <a:pt x="3162" y="33272"/>
                </a:lnTo>
                <a:lnTo>
                  <a:pt x="3890" y="31211"/>
                </a:lnTo>
                <a:lnTo>
                  <a:pt x="4619" y="29157"/>
                </a:lnTo>
                <a:lnTo>
                  <a:pt x="5364" y="27110"/>
                </a:lnTo>
                <a:lnTo>
                  <a:pt x="6116" y="25071"/>
                </a:lnTo>
                <a:lnTo>
                  <a:pt x="6878" y="23045"/>
                </a:lnTo>
                <a:lnTo>
                  <a:pt x="7659" y="21020"/>
                </a:lnTo>
                <a:lnTo>
                  <a:pt x="8046" y="20011"/>
                </a:lnTo>
                <a:lnTo>
                  <a:pt x="8445" y="19002"/>
                </a:lnTo>
                <a:lnTo>
                  <a:pt x="8844" y="18000"/>
                </a:lnTo>
                <a:lnTo>
                  <a:pt x="9242" y="16998"/>
                </a:lnTo>
                <a:lnTo>
                  <a:pt x="9653" y="15996"/>
                </a:lnTo>
                <a:lnTo>
                  <a:pt x="10057" y="14994"/>
                </a:lnTo>
                <a:lnTo>
                  <a:pt x="10473" y="13999"/>
                </a:lnTo>
                <a:lnTo>
                  <a:pt x="10890" y="13004"/>
                </a:lnTo>
                <a:lnTo>
                  <a:pt x="11306" y="12010"/>
                </a:lnTo>
                <a:lnTo>
                  <a:pt x="11733" y="11022"/>
                </a:lnTo>
                <a:lnTo>
                  <a:pt x="12161" y="10034"/>
                </a:lnTo>
                <a:lnTo>
                  <a:pt x="12595" y="9047"/>
                </a:lnTo>
                <a:lnTo>
                  <a:pt x="13028" y="8059"/>
                </a:lnTo>
                <a:lnTo>
                  <a:pt x="13467" y="7079"/>
                </a:lnTo>
                <a:lnTo>
                  <a:pt x="13912" y="6098"/>
                </a:lnTo>
                <a:lnTo>
                  <a:pt x="14363" y="5125"/>
                </a:lnTo>
                <a:close/>
                <a:moveTo>
                  <a:pt x="14774" y="1"/>
                </a:moveTo>
                <a:lnTo>
                  <a:pt x="14693" y="8"/>
                </a:lnTo>
                <a:lnTo>
                  <a:pt x="14612" y="15"/>
                </a:lnTo>
                <a:lnTo>
                  <a:pt x="14531" y="36"/>
                </a:lnTo>
                <a:lnTo>
                  <a:pt x="14450" y="58"/>
                </a:lnTo>
                <a:lnTo>
                  <a:pt x="14375" y="86"/>
                </a:lnTo>
                <a:lnTo>
                  <a:pt x="14300" y="129"/>
                </a:lnTo>
                <a:lnTo>
                  <a:pt x="14224" y="172"/>
                </a:lnTo>
                <a:lnTo>
                  <a:pt x="14149" y="222"/>
                </a:lnTo>
                <a:lnTo>
                  <a:pt x="14086" y="280"/>
                </a:lnTo>
                <a:lnTo>
                  <a:pt x="14016" y="344"/>
                </a:lnTo>
                <a:lnTo>
                  <a:pt x="13959" y="416"/>
                </a:lnTo>
                <a:lnTo>
                  <a:pt x="13901" y="494"/>
                </a:lnTo>
                <a:lnTo>
                  <a:pt x="13843" y="587"/>
                </a:lnTo>
                <a:lnTo>
                  <a:pt x="13797" y="681"/>
                </a:lnTo>
                <a:lnTo>
                  <a:pt x="13277" y="1768"/>
                </a:lnTo>
                <a:lnTo>
                  <a:pt x="12756" y="2863"/>
                </a:lnTo>
                <a:lnTo>
                  <a:pt x="12242" y="3965"/>
                </a:lnTo>
                <a:lnTo>
                  <a:pt x="11733" y="5068"/>
                </a:lnTo>
                <a:lnTo>
                  <a:pt x="11231" y="6170"/>
                </a:lnTo>
                <a:lnTo>
                  <a:pt x="10733" y="7286"/>
                </a:lnTo>
                <a:lnTo>
                  <a:pt x="10242" y="8395"/>
                </a:lnTo>
                <a:lnTo>
                  <a:pt x="9757" y="9519"/>
                </a:lnTo>
                <a:lnTo>
                  <a:pt x="9271" y="10636"/>
                </a:lnTo>
                <a:lnTo>
                  <a:pt x="8797" y="11766"/>
                </a:lnTo>
                <a:lnTo>
                  <a:pt x="8323" y="12897"/>
                </a:lnTo>
                <a:lnTo>
                  <a:pt x="7861" y="14028"/>
                </a:lnTo>
                <a:lnTo>
                  <a:pt x="7404" y="15166"/>
                </a:lnTo>
                <a:lnTo>
                  <a:pt x="6948" y="16304"/>
                </a:lnTo>
                <a:lnTo>
                  <a:pt x="6503" y="17449"/>
                </a:lnTo>
                <a:lnTo>
                  <a:pt x="6063" y="18601"/>
                </a:lnTo>
                <a:lnTo>
                  <a:pt x="5630" y="19753"/>
                </a:lnTo>
                <a:lnTo>
                  <a:pt x="5208" y="20906"/>
                </a:lnTo>
                <a:lnTo>
                  <a:pt x="4786" y="22072"/>
                </a:lnTo>
                <a:lnTo>
                  <a:pt x="4376" y="23231"/>
                </a:lnTo>
                <a:lnTo>
                  <a:pt x="3971" y="24398"/>
                </a:lnTo>
                <a:lnTo>
                  <a:pt x="3572" y="25572"/>
                </a:lnTo>
                <a:lnTo>
                  <a:pt x="3185" y="26745"/>
                </a:lnTo>
                <a:lnTo>
                  <a:pt x="2804" y="27926"/>
                </a:lnTo>
                <a:lnTo>
                  <a:pt x="2428" y="29107"/>
                </a:lnTo>
                <a:lnTo>
                  <a:pt x="2058" y="30295"/>
                </a:lnTo>
                <a:lnTo>
                  <a:pt x="1706" y="31483"/>
                </a:lnTo>
                <a:lnTo>
                  <a:pt x="1353" y="32678"/>
                </a:lnTo>
                <a:lnTo>
                  <a:pt x="1012" y="33874"/>
                </a:lnTo>
                <a:lnTo>
                  <a:pt x="677" y="35076"/>
                </a:lnTo>
                <a:lnTo>
                  <a:pt x="353" y="36278"/>
                </a:lnTo>
                <a:lnTo>
                  <a:pt x="41" y="37488"/>
                </a:lnTo>
                <a:lnTo>
                  <a:pt x="18" y="37588"/>
                </a:lnTo>
                <a:lnTo>
                  <a:pt x="6" y="37688"/>
                </a:lnTo>
                <a:lnTo>
                  <a:pt x="1" y="37781"/>
                </a:lnTo>
                <a:lnTo>
                  <a:pt x="1" y="37867"/>
                </a:lnTo>
                <a:lnTo>
                  <a:pt x="12" y="37946"/>
                </a:lnTo>
                <a:lnTo>
                  <a:pt x="24" y="38032"/>
                </a:lnTo>
                <a:lnTo>
                  <a:pt x="47" y="38103"/>
                </a:lnTo>
                <a:lnTo>
                  <a:pt x="70" y="38175"/>
                </a:lnTo>
                <a:lnTo>
                  <a:pt x="53" y="38268"/>
                </a:lnTo>
                <a:lnTo>
                  <a:pt x="47" y="38361"/>
                </a:lnTo>
                <a:lnTo>
                  <a:pt x="47" y="38454"/>
                </a:lnTo>
                <a:lnTo>
                  <a:pt x="53" y="38547"/>
                </a:lnTo>
                <a:lnTo>
                  <a:pt x="64" y="38640"/>
                </a:lnTo>
                <a:lnTo>
                  <a:pt x="87" y="38733"/>
                </a:lnTo>
                <a:lnTo>
                  <a:pt x="116" y="38819"/>
                </a:lnTo>
                <a:lnTo>
                  <a:pt x="151" y="38898"/>
                </a:lnTo>
                <a:lnTo>
                  <a:pt x="197" y="38976"/>
                </a:lnTo>
                <a:lnTo>
                  <a:pt x="249" y="39048"/>
                </a:lnTo>
                <a:lnTo>
                  <a:pt x="307" y="39112"/>
                </a:lnTo>
                <a:lnTo>
                  <a:pt x="376" y="39170"/>
                </a:lnTo>
                <a:lnTo>
                  <a:pt x="451" y="39213"/>
                </a:lnTo>
                <a:lnTo>
                  <a:pt x="538" y="39248"/>
                </a:lnTo>
                <a:lnTo>
                  <a:pt x="631" y="39270"/>
                </a:lnTo>
                <a:lnTo>
                  <a:pt x="729" y="39284"/>
                </a:lnTo>
                <a:lnTo>
                  <a:pt x="1989" y="39363"/>
                </a:lnTo>
                <a:lnTo>
                  <a:pt x="3255" y="39427"/>
                </a:lnTo>
                <a:lnTo>
                  <a:pt x="4515" y="39484"/>
                </a:lnTo>
                <a:lnTo>
                  <a:pt x="5780" y="39535"/>
                </a:lnTo>
                <a:lnTo>
                  <a:pt x="7046" y="39585"/>
                </a:lnTo>
                <a:lnTo>
                  <a:pt x="8312" y="39628"/>
                </a:lnTo>
                <a:lnTo>
                  <a:pt x="10838" y="39699"/>
                </a:lnTo>
                <a:lnTo>
                  <a:pt x="13369" y="39756"/>
                </a:lnTo>
                <a:lnTo>
                  <a:pt x="15901" y="39807"/>
                </a:lnTo>
                <a:lnTo>
                  <a:pt x="18426" y="39849"/>
                </a:lnTo>
                <a:lnTo>
                  <a:pt x="20958" y="39900"/>
                </a:lnTo>
                <a:lnTo>
                  <a:pt x="21016" y="39993"/>
                </a:lnTo>
                <a:lnTo>
                  <a:pt x="21085" y="40078"/>
                </a:lnTo>
                <a:lnTo>
                  <a:pt x="21154" y="40150"/>
                </a:lnTo>
                <a:lnTo>
                  <a:pt x="21229" y="40207"/>
                </a:lnTo>
                <a:lnTo>
                  <a:pt x="21310" y="40257"/>
                </a:lnTo>
                <a:lnTo>
                  <a:pt x="21391" y="40300"/>
                </a:lnTo>
                <a:lnTo>
                  <a:pt x="21478" y="40336"/>
                </a:lnTo>
                <a:lnTo>
                  <a:pt x="21570" y="40358"/>
                </a:lnTo>
                <a:lnTo>
                  <a:pt x="21657" y="40372"/>
                </a:lnTo>
                <a:lnTo>
                  <a:pt x="21750" y="40379"/>
                </a:lnTo>
                <a:lnTo>
                  <a:pt x="21842" y="40372"/>
                </a:lnTo>
                <a:lnTo>
                  <a:pt x="21935" y="40358"/>
                </a:lnTo>
                <a:lnTo>
                  <a:pt x="22027" y="40336"/>
                </a:lnTo>
                <a:lnTo>
                  <a:pt x="22120" y="40307"/>
                </a:lnTo>
                <a:lnTo>
                  <a:pt x="22206" y="40272"/>
                </a:lnTo>
                <a:lnTo>
                  <a:pt x="22293" y="40229"/>
                </a:lnTo>
                <a:lnTo>
                  <a:pt x="22380" y="40179"/>
                </a:lnTo>
                <a:lnTo>
                  <a:pt x="22461" y="40114"/>
                </a:lnTo>
                <a:lnTo>
                  <a:pt x="22541" y="40050"/>
                </a:lnTo>
                <a:lnTo>
                  <a:pt x="22617" y="39971"/>
                </a:lnTo>
                <a:lnTo>
                  <a:pt x="22686" y="39892"/>
                </a:lnTo>
                <a:lnTo>
                  <a:pt x="22750" y="39807"/>
                </a:lnTo>
                <a:lnTo>
                  <a:pt x="22807" y="39713"/>
                </a:lnTo>
                <a:lnTo>
                  <a:pt x="22859" y="39613"/>
                </a:lnTo>
                <a:lnTo>
                  <a:pt x="22900" y="39506"/>
                </a:lnTo>
                <a:lnTo>
                  <a:pt x="22940" y="39391"/>
                </a:lnTo>
                <a:lnTo>
                  <a:pt x="22969" y="39270"/>
                </a:lnTo>
                <a:lnTo>
                  <a:pt x="22987" y="39148"/>
                </a:lnTo>
                <a:lnTo>
                  <a:pt x="22998" y="39019"/>
                </a:lnTo>
                <a:lnTo>
                  <a:pt x="23004" y="38883"/>
                </a:lnTo>
                <a:lnTo>
                  <a:pt x="22992" y="38747"/>
                </a:lnTo>
                <a:lnTo>
                  <a:pt x="22975" y="38604"/>
                </a:lnTo>
                <a:lnTo>
                  <a:pt x="22576" y="36242"/>
                </a:lnTo>
                <a:lnTo>
                  <a:pt x="22166" y="33881"/>
                </a:lnTo>
                <a:lnTo>
                  <a:pt x="21755" y="31526"/>
                </a:lnTo>
                <a:lnTo>
                  <a:pt x="21339" y="29164"/>
                </a:lnTo>
                <a:lnTo>
                  <a:pt x="20917" y="26810"/>
                </a:lnTo>
                <a:lnTo>
                  <a:pt x="20484" y="24455"/>
                </a:lnTo>
                <a:lnTo>
                  <a:pt x="20050" y="22108"/>
                </a:lnTo>
                <a:lnTo>
                  <a:pt x="19611" y="19760"/>
                </a:lnTo>
                <a:lnTo>
                  <a:pt x="19166" y="17406"/>
                </a:lnTo>
                <a:lnTo>
                  <a:pt x="18715" y="15058"/>
                </a:lnTo>
                <a:lnTo>
                  <a:pt x="18259" y="12718"/>
                </a:lnTo>
                <a:lnTo>
                  <a:pt x="17796" y="10371"/>
                </a:lnTo>
                <a:lnTo>
                  <a:pt x="17328" y="8031"/>
                </a:lnTo>
                <a:lnTo>
                  <a:pt x="16854" y="5690"/>
                </a:lnTo>
                <a:lnTo>
                  <a:pt x="16375" y="3350"/>
                </a:lnTo>
                <a:lnTo>
                  <a:pt x="15889" y="1017"/>
                </a:lnTo>
                <a:lnTo>
                  <a:pt x="15860" y="910"/>
                </a:lnTo>
                <a:lnTo>
                  <a:pt x="15831" y="802"/>
                </a:lnTo>
                <a:lnTo>
                  <a:pt x="15791" y="709"/>
                </a:lnTo>
                <a:lnTo>
                  <a:pt x="15750" y="616"/>
                </a:lnTo>
                <a:lnTo>
                  <a:pt x="15698" y="530"/>
                </a:lnTo>
                <a:lnTo>
                  <a:pt x="15646" y="451"/>
                </a:lnTo>
                <a:lnTo>
                  <a:pt x="15588" y="380"/>
                </a:lnTo>
                <a:lnTo>
                  <a:pt x="15525" y="316"/>
                </a:lnTo>
                <a:lnTo>
                  <a:pt x="15461" y="251"/>
                </a:lnTo>
                <a:lnTo>
                  <a:pt x="15392" y="201"/>
                </a:lnTo>
                <a:lnTo>
                  <a:pt x="15323" y="151"/>
                </a:lnTo>
                <a:lnTo>
                  <a:pt x="15247" y="108"/>
                </a:lnTo>
                <a:lnTo>
                  <a:pt x="15172" y="79"/>
                </a:lnTo>
                <a:lnTo>
                  <a:pt x="15091" y="51"/>
                </a:lnTo>
                <a:lnTo>
                  <a:pt x="15016" y="29"/>
                </a:lnTo>
                <a:lnTo>
                  <a:pt x="14935" y="8"/>
                </a:lnTo>
                <a:lnTo>
                  <a:pt x="148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3231894" y="-64448"/>
            <a:ext cx="177426" cy="231328"/>
          </a:xfrm>
          <a:custGeom>
            <a:rect b="b" l="l" r="r" t="t"/>
            <a:pathLst>
              <a:path extrusionOk="0" h="14922" w="11445">
                <a:moveTo>
                  <a:pt x="4989" y="0"/>
                </a:moveTo>
                <a:lnTo>
                  <a:pt x="4914" y="7"/>
                </a:lnTo>
                <a:lnTo>
                  <a:pt x="4844" y="22"/>
                </a:lnTo>
                <a:lnTo>
                  <a:pt x="4775" y="43"/>
                </a:lnTo>
                <a:lnTo>
                  <a:pt x="4706" y="65"/>
                </a:lnTo>
                <a:lnTo>
                  <a:pt x="4636" y="100"/>
                </a:lnTo>
                <a:lnTo>
                  <a:pt x="4573" y="136"/>
                </a:lnTo>
                <a:lnTo>
                  <a:pt x="4515" y="186"/>
                </a:lnTo>
                <a:lnTo>
                  <a:pt x="4457" y="236"/>
                </a:lnTo>
                <a:lnTo>
                  <a:pt x="4411" y="301"/>
                </a:lnTo>
                <a:lnTo>
                  <a:pt x="4359" y="365"/>
                </a:lnTo>
                <a:lnTo>
                  <a:pt x="4318" y="437"/>
                </a:lnTo>
                <a:lnTo>
                  <a:pt x="4284" y="523"/>
                </a:lnTo>
                <a:lnTo>
                  <a:pt x="4255" y="608"/>
                </a:lnTo>
                <a:lnTo>
                  <a:pt x="4232" y="701"/>
                </a:lnTo>
                <a:lnTo>
                  <a:pt x="4214" y="809"/>
                </a:lnTo>
                <a:lnTo>
                  <a:pt x="4180" y="1124"/>
                </a:lnTo>
                <a:lnTo>
                  <a:pt x="4151" y="1446"/>
                </a:lnTo>
                <a:lnTo>
                  <a:pt x="4128" y="1768"/>
                </a:lnTo>
                <a:lnTo>
                  <a:pt x="4110" y="2090"/>
                </a:lnTo>
                <a:lnTo>
                  <a:pt x="4093" y="2419"/>
                </a:lnTo>
                <a:lnTo>
                  <a:pt x="4081" y="2748"/>
                </a:lnTo>
                <a:lnTo>
                  <a:pt x="4076" y="3078"/>
                </a:lnTo>
                <a:lnTo>
                  <a:pt x="4070" y="3414"/>
                </a:lnTo>
                <a:lnTo>
                  <a:pt x="4070" y="4079"/>
                </a:lnTo>
                <a:lnTo>
                  <a:pt x="4087" y="4759"/>
                </a:lnTo>
                <a:lnTo>
                  <a:pt x="4110" y="5446"/>
                </a:lnTo>
                <a:lnTo>
                  <a:pt x="4151" y="6126"/>
                </a:lnTo>
                <a:lnTo>
                  <a:pt x="3278" y="6026"/>
                </a:lnTo>
                <a:lnTo>
                  <a:pt x="2411" y="5926"/>
                </a:lnTo>
                <a:lnTo>
                  <a:pt x="1544" y="5833"/>
                </a:lnTo>
                <a:lnTo>
                  <a:pt x="677" y="5747"/>
                </a:lnTo>
                <a:lnTo>
                  <a:pt x="608" y="5747"/>
                </a:lnTo>
                <a:lnTo>
                  <a:pt x="538" y="5754"/>
                </a:lnTo>
                <a:lnTo>
                  <a:pt x="475" y="5768"/>
                </a:lnTo>
                <a:lnTo>
                  <a:pt x="417" y="5797"/>
                </a:lnTo>
                <a:lnTo>
                  <a:pt x="359" y="5826"/>
                </a:lnTo>
                <a:lnTo>
                  <a:pt x="307" y="5869"/>
                </a:lnTo>
                <a:lnTo>
                  <a:pt x="261" y="5912"/>
                </a:lnTo>
                <a:lnTo>
                  <a:pt x="215" y="5962"/>
                </a:lnTo>
                <a:lnTo>
                  <a:pt x="174" y="6019"/>
                </a:lnTo>
                <a:lnTo>
                  <a:pt x="140" y="6076"/>
                </a:lnTo>
                <a:lnTo>
                  <a:pt x="105" y="6141"/>
                </a:lnTo>
                <a:lnTo>
                  <a:pt x="76" y="6212"/>
                </a:lnTo>
                <a:lnTo>
                  <a:pt x="53" y="6284"/>
                </a:lnTo>
                <a:lnTo>
                  <a:pt x="36" y="6355"/>
                </a:lnTo>
                <a:lnTo>
                  <a:pt x="18" y="6434"/>
                </a:lnTo>
                <a:lnTo>
                  <a:pt x="7" y="6506"/>
                </a:lnTo>
                <a:lnTo>
                  <a:pt x="1" y="6584"/>
                </a:lnTo>
                <a:lnTo>
                  <a:pt x="1" y="6663"/>
                </a:lnTo>
                <a:lnTo>
                  <a:pt x="7" y="6742"/>
                </a:lnTo>
                <a:lnTo>
                  <a:pt x="12" y="6813"/>
                </a:lnTo>
                <a:lnTo>
                  <a:pt x="24" y="6892"/>
                </a:lnTo>
                <a:lnTo>
                  <a:pt x="41" y="6964"/>
                </a:lnTo>
                <a:lnTo>
                  <a:pt x="64" y="7028"/>
                </a:lnTo>
                <a:lnTo>
                  <a:pt x="93" y="7092"/>
                </a:lnTo>
                <a:lnTo>
                  <a:pt x="122" y="7157"/>
                </a:lnTo>
                <a:lnTo>
                  <a:pt x="163" y="7214"/>
                </a:lnTo>
                <a:lnTo>
                  <a:pt x="203" y="7264"/>
                </a:lnTo>
                <a:lnTo>
                  <a:pt x="249" y="7314"/>
                </a:lnTo>
                <a:lnTo>
                  <a:pt x="301" y="7350"/>
                </a:lnTo>
                <a:lnTo>
                  <a:pt x="359" y="7386"/>
                </a:lnTo>
                <a:lnTo>
                  <a:pt x="423" y="7407"/>
                </a:lnTo>
                <a:lnTo>
                  <a:pt x="492" y="7429"/>
                </a:lnTo>
                <a:lnTo>
                  <a:pt x="1440" y="7593"/>
                </a:lnTo>
                <a:lnTo>
                  <a:pt x="2388" y="7751"/>
                </a:lnTo>
                <a:lnTo>
                  <a:pt x="3336" y="7908"/>
                </a:lnTo>
                <a:lnTo>
                  <a:pt x="4289" y="8051"/>
                </a:lnTo>
                <a:lnTo>
                  <a:pt x="4353" y="8810"/>
                </a:lnTo>
                <a:lnTo>
                  <a:pt x="4428" y="9562"/>
                </a:lnTo>
                <a:lnTo>
                  <a:pt x="4573" y="11050"/>
                </a:lnTo>
                <a:lnTo>
                  <a:pt x="4717" y="12510"/>
                </a:lnTo>
                <a:lnTo>
                  <a:pt x="4781" y="13226"/>
                </a:lnTo>
                <a:lnTo>
                  <a:pt x="4844" y="13927"/>
                </a:lnTo>
                <a:lnTo>
                  <a:pt x="4856" y="14049"/>
                </a:lnTo>
                <a:lnTo>
                  <a:pt x="4879" y="14156"/>
                </a:lnTo>
                <a:lnTo>
                  <a:pt x="4908" y="14256"/>
                </a:lnTo>
                <a:lnTo>
                  <a:pt x="4948" y="14357"/>
                </a:lnTo>
                <a:lnTo>
                  <a:pt x="4989" y="14442"/>
                </a:lnTo>
                <a:lnTo>
                  <a:pt x="5035" y="14528"/>
                </a:lnTo>
                <a:lnTo>
                  <a:pt x="5093" y="14600"/>
                </a:lnTo>
                <a:lnTo>
                  <a:pt x="5151" y="14664"/>
                </a:lnTo>
                <a:lnTo>
                  <a:pt x="5214" y="14722"/>
                </a:lnTo>
                <a:lnTo>
                  <a:pt x="5278" y="14772"/>
                </a:lnTo>
                <a:lnTo>
                  <a:pt x="5347" y="14822"/>
                </a:lnTo>
                <a:lnTo>
                  <a:pt x="5422" y="14858"/>
                </a:lnTo>
                <a:lnTo>
                  <a:pt x="5497" y="14886"/>
                </a:lnTo>
                <a:lnTo>
                  <a:pt x="5572" y="14900"/>
                </a:lnTo>
                <a:lnTo>
                  <a:pt x="5648" y="14915"/>
                </a:lnTo>
                <a:lnTo>
                  <a:pt x="5723" y="14922"/>
                </a:lnTo>
                <a:lnTo>
                  <a:pt x="5798" y="14922"/>
                </a:lnTo>
                <a:lnTo>
                  <a:pt x="5873" y="14908"/>
                </a:lnTo>
                <a:lnTo>
                  <a:pt x="5948" y="14893"/>
                </a:lnTo>
                <a:lnTo>
                  <a:pt x="6018" y="14865"/>
                </a:lnTo>
                <a:lnTo>
                  <a:pt x="6087" y="14829"/>
                </a:lnTo>
                <a:lnTo>
                  <a:pt x="6150" y="14786"/>
                </a:lnTo>
                <a:lnTo>
                  <a:pt x="6214" y="14736"/>
                </a:lnTo>
                <a:lnTo>
                  <a:pt x="6272" y="14679"/>
                </a:lnTo>
                <a:lnTo>
                  <a:pt x="6324" y="14614"/>
                </a:lnTo>
                <a:lnTo>
                  <a:pt x="6370" y="14543"/>
                </a:lnTo>
                <a:lnTo>
                  <a:pt x="6411" y="14457"/>
                </a:lnTo>
                <a:lnTo>
                  <a:pt x="6445" y="14371"/>
                </a:lnTo>
                <a:lnTo>
                  <a:pt x="6474" y="14271"/>
                </a:lnTo>
                <a:lnTo>
                  <a:pt x="6497" y="14163"/>
                </a:lnTo>
                <a:lnTo>
                  <a:pt x="6509" y="14049"/>
                </a:lnTo>
                <a:lnTo>
                  <a:pt x="6509" y="13927"/>
                </a:lnTo>
                <a:lnTo>
                  <a:pt x="6503" y="13233"/>
                </a:lnTo>
                <a:lnTo>
                  <a:pt x="6491" y="12546"/>
                </a:lnTo>
                <a:lnTo>
                  <a:pt x="6457" y="11158"/>
                </a:lnTo>
                <a:lnTo>
                  <a:pt x="6416" y="9776"/>
                </a:lnTo>
                <a:lnTo>
                  <a:pt x="6376" y="8388"/>
                </a:lnTo>
                <a:lnTo>
                  <a:pt x="6376" y="8388"/>
                </a:lnTo>
                <a:lnTo>
                  <a:pt x="7353" y="8552"/>
                </a:lnTo>
                <a:lnTo>
                  <a:pt x="8329" y="8717"/>
                </a:lnTo>
                <a:lnTo>
                  <a:pt x="9300" y="8903"/>
                </a:lnTo>
                <a:lnTo>
                  <a:pt x="9792" y="9003"/>
                </a:lnTo>
                <a:lnTo>
                  <a:pt x="10277" y="9104"/>
                </a:lnTo>
                <a:lnTo>
                  <a:pt x="10404" y="9125"/>
                </a:lnTo>
                <a:lnTo>
                  <a:pt x="10526" y="9132"/>
                </a:lnTo>
                <a:lnTo>
                  <a:pt x="10636" y="9118"/>
                </a:lnTo>
                <a:lnTo>
                  <a:pt x="10740" y="9096"/>
                </a:lnTo>
                <a:lnTo>
                  <a:pt x="10844" y="9061"/>
                </a:lnTo>
                <a:lnTo>
                  <a:pt x="10930" y="9010"/>
                </a:lnTo>
                <a:lnTo>
                  <a:pt x="11017" y="8946"/>
                </a:lnTo>
                <a:lnTo>
                  <a:pt x="11092" y="8882"/>
                </a:lnTo>
                <a:lnTo>
                  <a:pt x="11167" y="8803"/>
                </a:lnTo>
                <a:lnTo>
                  <a:pt x="11225" y="8717"/>
                </a:lnTo>
                <a:lnTo>
                  <a:pt x="11283" y="8624"/>
                </a:lnTo>
                <a:lnTo>
                  <a:pt x="11329" y="8524"/>
                </a:lnTo>
                <a:lnTo>
                  <a:pt x="11370" y="8416"/>
                </a:lnTo>
                <a:lnTo>
                  <a:pt x="11398" y="8309"/>
                </a:lnTo>
                <a:lnTo>
                  <a:pt x="11422" y="8202"/>
                </a:lnTo>
                <a:lnTo>
                  <a:pt x="11439" y="8087"/>
                </a:lnTo>
                <a:lnTo>
                  <a:pt x="11445" y="7973"/>
                </a:lnTo>
                <a:lnTo>
                  <a:pt x="11445" y="7858"/>
                </a:lnTo>
                <a:lnTo>
                  <a:pt x="11433" y="7744"/>
                </a:lnTo>
                <a:lnTo>
                  <a:pt x="11416" y="7629"/>
                </a:lnTo>
                <a:lnTo>
                  <a:pt x="11393" y="7522"/>
                </a:lnTo>
                <a:lnTo>
                  <a:pt x="11358" y="7415"/>
                </a:lnTo>
                <a:lnTo>
                  <a:pt x="11318" y="7314"/>
                </a:lnTo>
                <a:lnTo>
                  <a:pt x="11266" y="7221"/>
                </a:lnTo>
                <a:lnTo>
                  <a:pt x="11202" y="7128"/>
                </a:lnTo>
                <a:lnTo>
                  <a:pt x="11133" y="7050"/>
                </a:lnTo>
                <a:lnTo>
                  <a:pt x="11057" y="6978"/>
                </a:lnTo>
                <a:lnTo>
                  <a:pt x="10971" y="6914"/>
                </a:lnTo>
                <a:lnTo>
                  <a:pt x="10872" y="6863"/>
                </a:lnTo>
                <a:lnTo>
                  <a:pt x="10768" y="6821"/>
                </a:lnTo>
                <a:lnTo>
                  <a:pt x="10653" y="6792"/>
                </a:lnTo>
                <a:lnTo>
                  <a:pt x="10531" y="6778"/>
                </a:lnTo>
                <a:lnTo>
                  <a:pt x="10006" y="6742"/>
                </a:lnTo>
                <a:lnTo>
                  <a:pt x="9480" y="6706"/>
                </a:lnTo>
                <a:lnTo>
                  <a:pt x="8954" y="6663"/>
                </a:lnTo>
                <a:lnTo>
                  <a:pt x="8422" y="6613"/>
                </a:lnTo>
                <a:lnTo>
                  <a:pt x="7376" y="6498"/>
                </a:lnTo>
                <a:lnTo>
                  <a:pt x="6324" y="6384"/>
                </a:lnTo>
                <a:lnTo>
                  <a:pt x="6312" y="5683"/>
                </a:lnTo>
                <a:lnTo>
                  <a:pt x="6307" y="4981"/>
                </a:lnTo>
                <a:lnTo>
                  <a:pt x="6301" y="4273"/>
                </a:lnTo>
                <a:lnTo>
                  <a:pt x="6289" y="3922"/>
                </a:lnTo>
                <a:lnTo>
                  <a:pt x="6278" y="3564"/>
                </a:lnTo>
                <a:lnTo>
                  <a:pt x="6260" y="3213"/>
                </a:lnTo>
                <a:lnTo>
                  <a:pt x="6243" y="2863"/>
                </a:lnTo>
                <a:lnTo>
                  <a:pt x="6214" y="2519"/>
                </a:lnTo>
                <a:lnTo>
                  <a:pt x="6179" y="2169"/>
                </a:lnTo>
                <a:lnTo>
                  <a:pt x="6139" y="1825"/>
                </a:lnTo>
                <a:lnTo>
                  <a:pt x="6093" y="1482"/>
                </a:lnTo>
                <a:lnTo>
                  <a:pt x="6035" y="1145"/>
                </a:lnTo>
                <a:lnTo>
                  <a:pt x="5971" y="809"/>
                </a:lnTo>
                <a:lnTo>
                  <a:pt x="5948" y="716"/>
                </a:lnTo>
                <a:lnTo>
                  <a:pt x="5919" y="630"/>
                </a:lnTo>
                <a:lnTo>
                  <a:pt x="5885" y="551"/>
                </a:lnTo>
                <a:lnTo>
                  <a:pt x="5838" y="472"/>
                </a:lnTo>
                <a:lnTo>
                  <a:pt x="5792" y="401"/>
                </a:lnTo>
                <a:lnTo>
                  <a:pt x="5740" y="336"/>
                </a:lnTo>
                <a:lnTo>
                  <a:pt x="5688" y="279"/>
                </a:lnTo>
                <a:lnTo>
                  <a:pt x="5625" y="222"/>
                </a:lnTo>
                <a:lnTo>
                  <a:pt x="5561" y="172"/>
                </a:lnTo>
                <a:lnTo>
                  <a:pt x="5497" y="136"/>
                </a:lnTo>
                <a:lnTo>
                  <a:pt x="5428" y="93"/>
                </a:lnTo>
                <a:lnTo>
                  <a:pt x="5359" y="65"/>
                </a:lnTo>
                <a:lnTo>
                  <a:pt x="5284" y="43"/>
                </a:lnTo>
                <a:lnTo>
                  <a:pt x="5214" y="22"/>
                </a:lnTo>
                <a:lnTo>
                  <a:pt x="5139" y="7"/>
                </a:lnTo>
                <a:lnTo>
                  <a:pt x="506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5604009" y="753924"/>
            <a:ext cx="105293" cy="99867"/>
          </a:xfrm>
          <a:custGeom>
            <a:rect b="b" l="l" r="r" t="t"/>
            <a:pathLst>
              <a:path extrusionOk="0" h="6442" w="6792">
                <a:moveTo>
                  <a:pt x="757" y="0"/>
                </a:moveTo>
                <a:lnTo>
                  <a:pt x="688" y="14"/>
                </a:lnTo>
                <a:lnTo>
                  <a:pt x="618" y="29"/>
                </a:lnTo>
                <a:lnTo>
                  <a:pt x="555" y="57"/>
                </a:lnTo>
                <a:lnTo>
                  <a:pt x="491" y="93"/>
                </a:lnTo>
                <a:lnTo>
                  <a:pt x="434" y="129"/>
                </a:lnTo>
                <a:lnTo>
                  <a:pt x="376" y="179"/>
                </a:lnTo>
                <a:lnTo>
                  <a:pt x="324" y="229"/>
                </a:lnTo>
                <a:lnTo>
                  <a:pt x="272" y="279"/>
                </a:lnTo>
                <a:lnTo>
                  <a:pt x="220" y="344"/>
                </a:lnTo>
                <a:lnTo>
                  <a:pt x="179" y="408"/>
                </a:lnTo>
                <a:lnTo>
                  <a:pt x="139" y="472"/>
                </a:lnTo>
                <a:lnTo>
                  <a:pt x="104" y="544"/>
                </a:lnTo>
                <a:lnTo>
                  <a:pt x="69" y="623"/>
                </a:lnTo>
                <a:lnTo>
                  <a:pt x="46" y="694"/>
                </a:lnTo>
                <a:lnTo>
                  <a:pt x="23" y="773"/>
                </a:lnTo>
                <a:lnTo>
                  <a:pt x="12" y="859"/>
                </a:lnTo>
                <a:lnTo>
                  <a:pt x="0" y="938"/>
                </a:lnTo>
                <a:lnTo>
                  <a:pt x="0" y="1016"/>
                </a:lnTo>
                <a:lnTo>
                  <a:pt x="0" y="1095"/>
                </a:lnTo>
                <a:lnTo>
                  <a:pt x="12" y="1181"/>
                </a:lnTo>
                <a:lnTo>
                  <a:pt x="35" y="1260"/>
                </a:lnTo>
                <a:lnTo>
                  <a:pt x="58" y="1331"/>
                </a:lnTo>
                <a:lnTo>
                  <a:pt x="93" y="1410"/>
                </a:lnTo>
                <a:lnTo>
                  <a:pt x="133" y="1482"/>
                </a:lnTo>
                <a:lnTo>
                  <a:pt x="185" y="1553"/>
                </a:lnTo>
                <a:lnTo>
                  <a:pt x="243" y="1618"/>
                </a:lnTo>
                <a:lnTo>
                  <a:pt x="566" y="1954"/>
                </a:lnTo>
                <a:lnTo>
                  <a:pt x="902" y="2283"/>
                </a:lnTo>
                <a:lnTo>
                  <a:pt x="1243" y="2605"/>
                </a:lnTo>
                <a:lnTo>
                  <a:pt x="1584" y="2927"/>
                </a:lnTo>
                <a:lnTo>
                  <a:pt x="1936" y="3242"/>
                </a:lnTo>
                <a:lnTo>
                  <a:pt x="2289" y="3550"/>
                </a:lnTo>
                <a:lnTo>
                  <a:pt x="2647" y="3858"/>
                </a:lnTo>
                <a:lnTo>
                  <a:pt x="3011" y="4158"/>
                </a:lnTo>
                <a:lnTo>
                  <a:pt x="3375" y="4459"/>
                </a:lnTo>
                <a:lnTo>
                  <a:pt x="3745" y="4745"/>
                </a:lnTo>
                <a:lnTo>
                  <a:pt x="4115" y="5031"/>
                </a:lnTo>
                <a:lnTo>
                  <a:pt x="4485" y="5310"/>
                </a:lnTo>
                <a:lnTo>
                  <a:pt x="4855" y="5582"/>
                </a:lnTo>
                <a:lnTo>
                  <a:pt x="5225" y="5847"/>
                </a:lnTo>
                <a:lnTo>
                  <a:pt x="5601" y="6112"/>
                </a:lnTo>
                <a:lnTo>
                  <a:pt x="5965" y="6362"/>
                </a:lnTo>
                <a:lnTo>
                  <a:pt x="6017" y="6391"/>
                </a:lnTo>
                <a:lnTo>
                  <a:pt x="6069" y="6413"/>
                </a:lnTo>
                <a:lnTo>
                  <a:pt x="6115" y="6427"/>
                </a:lnTo>
                <a:lnTo>
                  <a:pt x="6167" y="6441"/>
                </a:lnTo>
                <a:lnTo>
                  <a:pt x="6265" y="6441"/>
                </a:lnTo>
                <a:lnTo>
                  <a:pt x="6312" y="6434"/>
                </a:lnTo>
                <a:lnTo>
                  <a:pt x="6358" y="6420"/>
                </a:lnTo>
                <a:lnTo>
                  <a:pt x="6404" y="6405"/>
                </a:lnTo>
                <a:lnTo>
                  <a:pt x="6444" y="6377"/>
                </a:lnTo>
                <a:lnTo>
                  <a:pt x="6491" y="6355"/>
                </a:lnTo>
                <a:lnTo>
                  <a:pt x="6531" y="6320"/>
                </a:lnTo>
                <a:lnTo>
                  <a:pt x="6566" y="6291"/>
                </a:lnTo>
                <a:lnTo>
                  <a:pt x="6600" y="6248"/>
                </a:lnTo>
                <a:lnTo>
                  <a:pt x="6635" y="6212"/>
                </a:lnTo>
                <a:lnTo>
                  <a:pt x="6670" y="6162"/>
                </a:lnTo>
                <a:lnTo>
                  <a:pt x="6693" y="6119"/>
                </a:lnTo>
                <a:lnTo>
                  <a:pt x="6722" y="6069"/>
                </a:lnTo>
                <a:lnTo>
                  <a:pt x="6739" y="6019"/>
                </a:lnTo>
                <a:lnTo>
                  <a:pt x="6757" y="5969"/>
                </a:lnTo>
                <a:lnTo>
                  <a:pt x="6774" y="5912"/>
                </a:lnTo>
                <a:lnTo>
                  <a:pt x="6785" y="5854"/>
                </a:lnTo>
                <a:lnTo>
                  <a:pt x="6791" y="5804"/>
                </a:lnTo>
                <a:lnTo>
                  <a:pt x="6791" y="5747"/>
                </a:lnTo>
                <a:lnTo>
                  <a:pt x="6785" y="5690"/>
                </a:lnTo>
                <a:lnTo>
                  <a:pt x="6780" y="5632"/>
                </a:lnTo>
                <a:lnTo>
                  <a:pt x="6768" y="5575"/>
                </a:lnTo>
                <a:lnTo>
                  <a:pt x="6751" y="5518"/>
                </a:lnTo>
                <a:lnTo>
                  <a:pt x="6728" y="5468"/>
                </a:lnTo>
                <a:lnTo>
                  <a:pt x="6699" y="5411"/>
                </a:lnTo>
                <a:lnTo>
                  <a:pt x="6664" y="5360"/>
                </a:lnTo>
                <a:lnTo>
                  <a:pt x="6624" y="5310"/>
                </a:lnTo>
                <a:lnTo>
                  <a:pt x="6312" y="4960"/>
                </a:lnTo>
                <a:lnTo>
                  <a:pt x="5994" y="4609"/>
                </a:lnTo>
                <a:lnTo>
                  <a:pt x="5676" y="4258"/>
                </a:lnTo>
                <a:lnTo>
                  <a:pt x="5346" y="3915"/>
                </a:lnTo>
                <a:lnTo>
                  <a:pt x="5017" y="3571"/>
                </a:lnTo>
                <a:lnTo>
                  <a:pt x="4676" y="3228"/>
                </a:lnTo>
                <a:lnTo>
                  <a:pt x="4341" y="2891"/>
                </a:lnTo>
                <a:lnTo>
                  <a:pt x="3994" y="2555"/>
                </a:lnTo>
                <a:lnTo>
                  <a:pt x="3647" y="2226"/>
                </a:lnTo>
                <a:lnTo>
                  <a:pt x="3300" y="1904"/>
                </a:lnTo>
                <a:lnTo>
                  <a:pt x="2948" y="1589"/>
                </a:lnTo>
                <a:lnTo>
                  <a:pt x="2595" y="1281"/>
                </a:lnTo>
                <a:lnTo>
                  <a:pt x="2237" y="981"/>
                </a:lnTo>
                <a:lnTo>
                  <a:pt x="1884" y="687"/>
                </a:lnTo>
                <a:lnTo>
                  <a:pt x="1526" y="401"/>
                </a:lnTo>
                <a:lnTo>
                  <a:pt x="1168" y="129"/>
                </a:lnTo>
                <a:lnTo>
                  <a:pt x="1098" y="86"/>
                </a:lnTo>
                <a:lnTo>
                  <a:pt x="1029" y="50"/>
                </a:lnTo>
                <a:lnTo>
                  <a:pt x="959" y="22"/>
                </a:lnTo>
                <a:lnTo>
                  <a:pt x="890" y="7"/>
                </a:lnTo>
                <a:lnTo>
                  <a:pt x="82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5331036" y="496970"/>
            <a:ext cx="71156" cy="92875"/>
          </a:xfrm>
          <a:custGeom>
            <a:rect b="b" l="l" r="r" t="t"/>
            <a:pathLst>
              <a:path extrusionOk="0" h="5991" w="4590">
                <a:moveTo>
                  <a:pt x="781" y="0"/>
                </a:moveTo>
                <a:lnTo>
                  <a:pt x="717" y="7"/>
                </a:lnTo>
                <a:lnTo>
                  <a:pt x="654" y="14"/>
                </a:lnTo>
                <a:lnTo>
                  <a:pt x="590" y="36"/>
                </a:lnTo>
                <a:lnTo>
                  <a:pt x="527" y="57"/>
                </a:lnTo>
                <a:lnTo>
                  <a:pt x="463" y="86"/>
                </a:lnTo>
                <a:lnTo>
                  <a:pt x="405" y="115"/>
                </a:lnTo>
                <a:lnTo>
                  <a:pt x="348" y="157"/>
                </a:lnTo>
                <a:lnTo>
                  <a:pt x="296" y="200"/>
                </a:lnTo>
                <a:lnTo>
                  <a:pt x="244" y="243"/>
                </a:lnTo>
                <a:lnTo>
                  <a:pt x="197" y="301"/>
                </a:lnTo>
                <a:lnTo>
                  <a:pt x="157" y="351"/>
                </a:lnTo>
                <a:lnTo>
                  <a:pt x="116" y="408"/>
                </a:lnTo>
                <a:lnTo>
                  <a:pt x="87" y="472"/>
                </a:lnTo>
                <a:lnTo>
                  <a:pt x="59" y="537"/>
                </a:lnTo>
                <a:lnTo>
                  <a:pt x="35" y="608"/>
                </a:lnTo>
                <a:lnTo>
                  <a:pt x="18" y="680"/>
                </a:lnTo>
                <a:lnTo>
                  <a:pt x="7" y="751"/>
                </a:lnTo>
                <a:lnTo>
                  <a:pt x="1" y="830"/>
                </a:lnTo>
                <a:lnTo>
                  <a:pt x="7" y="909"/>
                </a:lnTo>
                <a:lnTo>
                  <a:pt x="12" y="988"/>
                </a:lnTo>
                <a:lnTo>
                  <a:pt x="30" y="1066"/>
                </a:lnTo>
                <a:lnTo>
                  <a:pt x="59" y="1145"/>
                </a:lnTo>
                <a:lnTo>
                  <a:pt x="93" y="1231"/>
                </a:lnTo>
                <a:lnTo>
                  <a:pt x="134" y="1310"/>
                </a:lnTo>
                <a:lnTo>
                  <a:pt x="319" y="1625"/>
                </a:lnTo>
                <a:lnTo>
                  <a:pt x="515" y="1932"/>
                </a:lnTo>
                <a:lnTo>
                  <a:pt x="712" y="2233"/>
                </a:lnTo>
                <a:lnTo>
                  <a:pt x="920" y="2526"/>
                </a:lnTo>
                <a:lnTo>
                  <a:pt x="1134" y="2813"/>
                </a:lnTo>
                <a:lnTo>
                  <a:pt x="1353" y="3099"/>
                </a:lnTo>
                <a:lnTo>
                  <a:pt x="1579" y="3385"/>
                </a:lnTo>
                <a:lnTo>
                  <a:pt x="1810" y="3657"/>
                </a:lnTo>
                <a:lnTo>
                  <a:pt x="2041" y="3936"/>
                </a:lnTo>
                <a:lnTo>
                  <a:pt x="2272" y="4208"/>
                </a:lnTo>
                <a:lnTo>
                  <a:pt x="2746" y="4738"/>
                </a:lnTo>
                <a:lnTo>
                  <a:pt x="3214" y="5267"/>
                </a:lnTo>
                <a:lnTo>
                  <a:pt x="3677" y="5790"/>
                </a:lnTo>
                <a:lnTo>
                  <a:pt x="3729" y="5840"/>
                </a:lnTo>
                <a:lnTo>
                  <a:pt x="3775" y="5883"/>
                </a:lnTo>
                <a:lnTo>
                  <a:pt x="3827" y="5926"/>
                </a:lnTo>
                <a:lnTo>
                  <a:pt x="3879" y="5947"/>
                </a:lnTo>
                <a:lnTo>
                  <a:pt x="3931" y="5969"/>
                </a:lnTo>
                <a:lnTo>
                  <a:pt x="3983" y="5983"/>
                </a:lnTo>
                <a:lnTo>
                  <a:pt x="4035" y="5990"/>
                </a:lnTo>
                <a:lnTo>
                  <a:pt x="4081" y="5990"/>
                </a:lnTo>
                <a:lnTo>
                  <a:pt x="4133" y="5983"/>
                </a:lnTo>
                <a:lnTo>
                  <a:pt x="4180" y="5976"/>
                </a:lnTo>
                <a:lnTo>
                  <a:pt x="4226" y="5954"/>
                </a:lnTo>
                <a:lnTo>
                  <a:pt x="4272" y="5933"/>
                </a:lnTo>
                <a:lnTo>
                  <a:pt x="4312" y="5904"/>
                </a:lnTo>
                <a:lnTo>
                  <a:pt x="4353" y="5869"/>
                </a:lnTo>
                <a:lnTo>
                  <a:pt x="4388" y="5833"/>
                </a:lnTo>
                <a:lnTo>
                  <a:pt x="4422" y="5790"/>
                </a:lnTo>
                <a:lnTo>
                  <a:pt x="4457" y="5747"/>
                </a:lnTo>
                <a:lnTo>
                  <a:pt x="4486" y="5697"/>
                </a:lnTo>
                <a:lnTo>
                  <a:pt x="4515" y="5647"/>
                </a:lnTo>
                <a:lnTo>
                  <a:pt x="4538" y="5589"/>
                </a:lnTo>
                <a:lnTo>
                  <a:pt x="4555" y="5532"/>
                </a:lnTo>
                <a:lnTo>
                  <a:pt x="4567" y="5475"/>
                </a:lnTo>
                <a:lnTo>
                  <a:pt x="4578" y="5411"/>
                </a:lnTo>
                <a:lnTo>
                  <a:pt x="4584" y="5346"/>
                </a:lnTo>
                <a:lnTo>
                  <a:pt x="4590" y="5282"/>
                </a:lnTo>
                <a:lnTo>
                  <a:pt x="4584" y="5217"/>
                </a:lnTo>
                <a:lnTo>
                  <a:pt x="4578" y="5153"/>
                </a:lnTo>
                <a:lnTo>
                  <a:pt x="4567" y="5088"/>
                </a:lnTo>
                <a:lnTo>
                  <a:pt x="4544" y="5017"/>
                </a:lnTo>
                <a:lnTo>
                  <a:pt x="4521" y="4952"/>
                </a:lnTo>
                <a:lnTo>
                  <a:pt x="4492" y="4888"/>
                </a:lnTo>
                <a:lnTo>
                  <a:pt x="4451" y="4824"/>
                </a:lnTo>
                <a:lnTo>
                  <a:pt x="4087" y="4230"/>
                </a:lnTo>
                <a:lnTo>
                  <a:pt x="3717" y="3628"/>
                </a:lnTo>
                <a:lnTo>
                  <a:pt x="3341" y="3020"/>
                </a:lnTo>
                <a:lnTo>
                  <a:pt x="2960" y="2412"/>
                </a:lnTo>
                <a:lnTo>
                  <a:pt x="2764" y="2118"/>
                </a:lnTo>
                <a:lnTo>
                  <a:pt x="2567" y="1825"/>
                </a:lnTo>
                <a:lnTo>
                  <a:pt x="2365" y="1539"/>
                </a:lnTo>
                <a:lnTo>
                  <a:pt x="2157" y="1252"/>
                </a:lnTo>
                <a:lnTo>
                  <a:pt x="1943" y="980"/>
                </a:lnTo>
                <a:lnTo>
                  <a:pt x="1729" y="716"/>
                </a:lnTo>
                <a:lnTo>
                  <a:pt x="1509" y="465"/>
                </a:lnTo>
                <a:lnTo>
                  <a:pt x="1284" y="215"/>
                </a:lnTo>
                <a:lnTo>
                  <a:pt x="1226" y="165"/>
                </a:lnTo>
                <a:lnTo>
                  <a:pt x="1168" y="115"/>
                </a:lnTo>
                <a:lnTo>
                  <a:pt x="1105" y="79"/>
                </a:lnTo>
                <a:lnTo>
                  <a:pt x="1041" y="50"/>
                </a:lnTo>
                <a:lnTo>
                  <a:pt x="978" y="29"/>
                </a:lnTo>
                <a:lnTo>
                  <a:pt x="914" y="14"/>
                </a:lnTo>
                <a:lnTo>
                  <a:pt x="845" y="7"/>
                </a:lnTo>
                <a:lnTo>
                  <a:pt x="78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5069773" y="380686"/>
            <a:ext cx="118641" cy="56941"/>
          </a:xfrm>
          <a:custGeom>
            <a:rect b="b" l="l" r="r" t="t"/>
            <a:pathLst>
              <a:path extrusionOk="0" h="3673" w="7653">
                <a:moveTo>
                  <a:pt x="850" y="1"/>
                </a:moveTo>
                <a:lnTo>
                  <a:pt x="763" y="15"/>
                </a:lnTo>
                <a:lnTo>
                  <a:pt x="676" y="29"/>
                </a:lnTo>
                <a:lnTo>
                  <a:pt x="595" y="58"/>
                </a:lnTo>
                <a:lnTo>
                  <a:pt x="520" y="94"/>
                </a:lnTo>
                <a:lnTo>
                  <a:pt x="445" y="137"/>
                </a:lnTo>
                <a:lnTo>
                  <a:pt x="382" y="187"/>
                </a:lnTo>
                <a:lnTo>
                  <a:pt x="318" y="244"/>
                </a:lnTo>
                <a:lnTo>
                  <a:pt x="260" y="301"/>
                </a:lnTo>
                <a:lnTo>
                  <a:pt x="208" y="373"/>
                </a:lnTo>
                <a:lnTo>
                  <a:pt x="162" y="444"/>
                </a:lnTo>
                <a:lnTo>
                  <a:pt x="122" y="523"/>
                </a:lnTo>
                <a:lnTo>
                  <a:pt x="87" y="602"/>
                </a:lnTo>
                <a:lnTo>
                  <a:pt x="58" y="688"/>
                </a:lnTo>
                <a:lnTo>
                  <a:pt x="35" y="774"/>
                </a:lnTo>
                <a:lnTo>
                  <a:pt x="17" y="860"/>
                </a:lnTo>
                <a:lnTo>
                  <a:pt x="6" y="953"/>
                </a:lnTo>
                <a:lnTo>
                  <a:pt x="0" y="1038"/>
                </a:lnTo>
                <a:lnTo>
                  <a:pt x="6" y="1132"/>
                </a:lnTo>
                <a:lnTo>
                  <a:pt x="12" y="1225"/>
                </a:lnTo>
                <a:lnTo>
                  <a:pt x="29" y="1310"/>
                </a:lnTo>
                <a:lnTo>
                  <a:pt x="52" y="1403"/>
                </a:lnTo>
                <a:lnTo>
                  <a:pt x="81" y="1489"/>
                </a:lnTo>
                <a:lnTo>
                  <a:pt x="122" y="1568"/>
                </a:lnTo>
                <a:lnTo>
                  <a:pt x="162" y="1647"/>
                </a:lnTo>
                <a:lnTo>
                  <a:pt x="214" y="1726"/>
                </a:lnTo>
                <a:lnTo>
                  <a:pt x="278" y="1797"/>
                </a:lnTo>
                <a:lnTo>
                  <a:pt x="341" y="1869"/>
                </a:lnTo>
                <a:lnTo>
                  <a:pt x="422" y="1926"/>
                </a:lnTo>
                <a:lnTo>
                  <a:pt x="503" y="1983"/>
                </a:lnTo>
                <a:lnTo>
                  <a:pt x="595" y="2033"/>
                </a:lnTo>
                <a:lnTo>
                  <a:pt x="977" y="2205"/>
                </a:lnTo>
                <a:lnTo>
                  <a:pt x="1370" y="2362"/>
                </a:lnTo>
                <a:lnTo>
                  <a:pt x="1769" y="2506"/>
                </a:lnTo>
                <a:lnTo>
                  <a:pt x="2179" y="2642"/>
                </a:lnTo>
                <a:lnTo>
                  <a:pt x="2589" y="2770"/>
                </a:lnTo>
                <a:lnTo>
                  <a:pt x="3006" y="2885"/>
                </a:lnTo>
                <a:lnTo>
                  <a:pt x="3428" y="2992"/>
                </a:lnTo>
                <a:lnTo>
                  <a:pt x="3849" y="3085"/>
                </a:lnTo>
                <a:lnTo>
                  <a:pt x="4271" y="3178"/>
                </a:lnTo>
                <a:lnTo>
                  <a:pt x="4693" y="3264"/>
                </a:lnTo>
                <a:lnTo>
                  <a:pt x="5121" y="3343"/>
                </a:lnTo>
                <a:lnTo>
                  <a:pt x="5543" y="3415"/>
                </a:lnTo>
                <a:lnTo>
                  <a:pt x="6375" y="3543"/>
                </a:lnTo>
                <a:lnTo>
                  <a:pt x="7190" y="3665"/>
                </a:lnTo>
                <a:lnTo>
                  <a:pt x="7248" y="3672"/>
                </a:lnTo>
                <a:lnTo>
                  <a:pt x="7300" y="3665"/>
                </a:lnTo>
                <a:lnTo>
                  <a:pt x="7346" y="3658"/>
                </a:lnTo>
                <a:lnTo>
                  <a:pt x="7387" y="3651"/>
                </a:lnTo>
                <a:lnTo>
                  <a:pt x="7427" y="3629"/>
                </a:lnTo>
                <a:lnTo>
                  <a:pt x="7468" y="3608"/>
                </a:lnTo>
                <a:lnTo>
                  <a:pt x="7502" y="3579"/>
                </a:lnTo>
                <a:lnTo>
                  <a:pt x="7531" y="3550"/>
                </a:lnTo>
                <a:lnTo>
                  <a:pt x="7560" y="3515"/>
                </a:lnTo>
                <a:lnTo>
                  <a:pt x="7583" y="3472"/>
                </a:lnTo>
                <a:lnTo>
                  <a:pt x="7600" y="3429"/>
                </a:lnTo>
                <a:lnTo>
                  <a:pt x="7618" y="3386"/>
                </a:lnTo>
                <a:lnTo>
                  <a:pt x="7635" y="3336"/>
                </a:lnTo>
                <a:lnTo>
                  <a:pt x="7641" y="3293"/>
                </a:lnTo>
                <a:lnTo>
                  <a:pt x="7652" y="3185"/>
                </a:lnTo>
                <a:lnTo>
                  <a:pt x="7652" y="3078"/>
                </a:lnTo>
                <a:lnTo>
                  <a:pt x="7641" y="2971"/>
                </a:lnTo>
                <a:lnTo>
                  <a:pt x="7618" y="2871"/>
                </a:lnTo>
                <a:lnTo>
                  <a:pt x="7577" y="2763"/>
                </a:lnTo>
                <a:lnTo>
                  <a:pt x="7531" y="2670"/>
                </a:lnTo>
                <a:lnTo>
                  <a:pt x="7502" y="2627"/>
                </a:lnTo>
                <a:lnTo>
                  <a:pt x="7473" y="2591"/>
                </a:lnTo>
                <a:lnTo>
                  <a:pt x="7439" y="2556"/>
                </a:lnTo>
                <a:lnTo>
                  <a:pt x="7404" y="2520"/>
                </a:lnTo>
                <a:lnTo>
                  <a:pt x="7364" y="2491"/>
                </a:lnTo>
                <a:lnTo>
                  <a:pt x="7323" y="2470"/>
                </a:lnTo>
                <a:lnTo>
                  <a:pt x="6577" y="2098"/>
                </a:lnTo>
                <a:lnTo>
                  <a:pt x="5809" y="1718"/>
                </a:lnTo>
                <a:lnTo>
                  <a:pt x="5422" y="1539"/>
                </a:lnTo>
                <a:lnTo>
                  <a:pt x="5029" y="1353"/>
                </a:lnTo>
                <a:lnTo>
                  <a:pt x="4635" y="1182"/>
                </a:lnTo>
                <a:lnTo>
                  <a:pt x="4237" y="1010"/>
                </a:lnTo>
                <a:lnTo>
                  <a:pt x="3838" y="852"/>
                </a:lnTo>
                <a:lnTo>
                  <a:pt x="3433" y="695"/>
                </a:lnTo>
                <a:lnTo>
                  <a:pt x="3034" y="552"/>
                </a:lnTo>
                <a:lnTo>
                  <a:pt x="2636" y="416"/>
                </a:lnTo>
                <a:lnTo>
                  <a:pt x="2231" y="294"/>
                </a:lnTo>
                <a:lnTo>
                  <a:pt x="1832" y="187"/>
                </a:lnTo>
                <a:lnTo>
                  <a:pt x="1439" y="94"/>
                </a:lnTo>
                <a:lnTo>
                  <a:pt x="1046" y="15"/>
                </a:lnTo>
                <a:lnTo>
                  <a:pt x="948" y="8"/>
                </a:lnTo>
                <a:lnTo>
                  <a:pt x="85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794210" y="276958"/>
            <a:ext cx="129120" cy="75342"/>
          </a:xfrm>
          <a:custGeom>
            <a:rect b="b" l="l" r="r" t="t"/>
            <a:pathLst>
              <a:path extrusionOk="0" h="4860" w="8329">
                <a:moveTo>
                  <a:pt x="769" y="0"/>
                </a:moveTo>
                <a:lnTo>
                  <a:pt x="682" y="7"/>
                </a:lnTo>
                <a:lnTo>
                  <a:pt x="601" y="22"/>
                </a:lnTo>
                <a:lnTo>
                  <a:pt x="520" y="50"/>
                </a:lnTo>
                <a:lnTo>
                  <a:pt x="451" y="93"/>
                </a:lnTo>
                <a:lnTo>
                  <a:pt x="382" y="136"/>
                </a:lnTo>
                <a:lnTo>
                  <a:pt x="318" y="193"/>
                </a:lnTo>
                <a:lnTo>
                  <a:pt x="260" y="258"/>
                </a:lnTo>
                <a:lnTo>
                  <a:pt x="208" y="329"/>
                </a:lnTo>
                <a:lnTo>
                  <a:pt x="162" y="408"/>
                </a:lnTo>
                <a:lnTo>
                  <a:pt x="122" y="487"/>
                </a:lnTo>
                <a:lnTo>
                  <a:pt x="87" y="573"/>
                </a:lnTo>
                <a:lnTo>
                  <a:pt x="58" y="666"/>
                </a:lnTo>
                <a:lnTo>
                  <a:pt x="35" y="759"/>
                </a:lnTo>
                <a:lnTo>
                  <a:pt x="18" y="859"/>
                </a:lnTo>
                <a:lnTo>
                  <a:pt x="6" y="959"/>
                </a:lnTo>
                <a:lnTo>
                  <a:pt x="0" y="1059"/>
                </a:lnTo>
                <a:lnTo>
                  <a:pt x="0" y="1160"/>
                </a:lnTo>
                <a:lnTo>
                  <a:pt x="12" y="1260"/>
                </a:lnTo>
                <a:lnTo>
                  <a:pt x="29" y="1360"/>
                </a:lnTo>
                <a:lnTo>
                  <a:pt x="52" y="1460"/>
                </a:lnTo>
                <a:lnTo>
                  <a:pt x="81" y="1553"/>
                </a:lnTo>
                <a:lnTo>
                  <a:pt x="116" y="1646"/>
                </a:lnTo>
                <a:lnTo>
                  <a:pt x="162" y="1739"/>
                </a:lnTo>
                <a:lnTo>
                  <a:pt x="214" y="1818"/>
                </a:lnTo>
                <a:lnTo>
                  <a:pt x="278" y="1897"/>
                </a:lnTo>
                <a:lnTo>
                  <a:pt x="341" y="1975"/>
                </a:lnTo>
                <a:lnTo>
                  <a:pt x="422" y="2040"/>
                </a:lnTo>
                <a:lnTo>
                  <a:pt x="503" y="2097"/>
                </a:lnTo>
                <a:lnTo>
                  <a:pt x="596" y="2147"/>
                </a:lnTo>
                <a:lnTo>
                  <a:pt x="1023" y="2348"/>
                </a:lnTo>
                <a:lnTo>
                  <a:pt x="1451" y="2541"/>
                </a:lnTo>
                <a:lnTo>
                  <a:pt x="1884" y="2727"/>
                </a:lnTo>
                <a:lnTo>
                  <a:pt x="2318" y="2913"/>
                </a:lnTo>
                <a:lnTo>
                  <a:pt x="2751" y="3085"/>
                </a:lnTo>
                <a:lnTo>
                  <a:pt x="3191" y="3256"/>
                </a:lnTo>
                <a:lnTo>
                  <a:pt x="4063" y="3593"/>
                </a:lnTo>
                <a:lnTo>
                  <a:pt x="4948" y="3908"/>
                </a:lnTo>
                <a:lnTo>
                  <a:pt x="5832" y="4215"/>
                </a:lnTo>
                <a:lnTo>
                  <a:pt x="7589" y="4824"/>
                </a:lnTo>
                <a:lnTo>
                  <a:pt x="7664" y="4845"/>
                </a:lnTo>
                <a:lnTo>
                  <a:pt x="7734" y="4852"/>
                </a:lnTo>
                <a:lnTo>
                  <a:pt x="7797" y="4860"/>
                </a:lnTo>
                <a:lnTo>
                  <a:pt x="7861" y="4852"/>
                </a:lnTo>
                <a:lnTo>
                  <a:pt x="7918" y="4838"/>
                </a:lnTo>
                <a:lnTo>
                  <a:pt x="7971" y="4817"/>
                </a:lnTo>
                <a:lnTo>
                  <a:pt x="8023" y="4795"/>
                </a:lnTo>
                <a:lnTo>
                  <a:pt x="8069" y="4759"/>
                </a:lnTo>
                <a:lnTo>
                  <a:pt x="8115" y="4724"/>
                </a:lnTo>
                <a:lnTo>
                  <a:pt x="8155" y="4681"/>
                </a:lnTo>
                <a:lnTo>
                  <a:pt x="8190" y="4631"/>
                </a:lnTo>
                <a:lnTo>
                  <a:pt x="8225" y="4573"/>
                </a:lnTo>
                <a:lnTo>
                  <a:pt x="8254" y="4516"/>
                </a:lnTo>
                <a:lnTo>
                  <a:pt x="8277" y="4459"/>
                </a:lnTo>
                <a:lnTo>
                  <a:pt x="8294" y="4394"/>
                </a:lnTo>
                <a:lnTo>
                  <a:pt x="8312" y="4330"/>
                </a:lnTo>
                <a:lnTo>
                  <a:pt x="8323" y="4266"/>
                </a:lnTo>
                <a:lnTo>
                  <a:pt x="8329" y="4194"/>
                </a:lnTo>
                <a:lnTo>
                  <a:pt x="8329" y="4122"/>
                </a:lnTo>
                <a:lnTo>
                  <a:pt x="8329" y="4058"/>
                </a:lnTo>
                <a:lnTo>
                  <a:pt x="8323" y="3986"/>
                </a:lnTo>
                <a:lnTo>
                  <a:pt x="8312" y="3915"/>
                </a:lnTo>
                <a:lnTo>
                  <a:pt x="8294" y="3850"/>
                </a:lnTo>
                <a:lnTo>
                  <a:pt x="8271" y="3779"/>
                </a:lnTo>
                <a:lnTo>
                  <a:pt x="8248" y="3715"/>
                </a:lnTo>
                <a:lnTo>
                  <a:pt x="8213" y="3650"/>
                </a:lnTo>
                <a:lnTo>
                  <a:pt x="8179" y="3593"/>
                </a:lnTo>
                <a:lnTo>
                  <a:pt x="8138" y="3536"/>
                </a:lnTo>
                <a:lnTo>
                  <a:pt x="8092" y="3486"/>
                </a:lnTo>
                <a:lnTo>
                  <a:pt x="8034" y="3435"/>
                </a:lnTo>
                <a:lnTo>
                  <a:pt x="7982" y="3392"/>
                </a:lnTo>
                <a:lnTo>
                  <a:pt x="7918" y="3357"/>
                </a:lnTo>
                <a:lnTo>
                  <a:pt x="6225" y="2476"/>
                </a:lnTo>
                <a:lnTo>
                  <a:pt x="5375" y="2040"/>
                </a:lnTo>
                <a:lnTo>
                  <a:pt x="4520" y="1603"/>
                </a:lnTo>
                <a:lnTo>
                  <a:pt x="3659" y="1188"/>
                </a:lnTo>
                <a:lnTo>
                  <a:pt x="3231" y="988"/>
                </a:lnTo>
                <a:lnTo>
                  <a:pt x="2798" y="787"/>
                </a:lnTo>
                <a:lnTo>
                  <a:pt x="2364" y="594"/>
                </a:lnTo>
                <a:lnTo>
                  <a:pt x="1931" y="408"/>
                </a:lnTo>
                <a:lnTo>
                  <a:pt x="1497" y="229"/>
                </a:lnTo>
                <a:lnTo>
                  <a:pt x="1064" y="57"/>
                </a:lnTo>
                <a:lnTo>
                  <a:pt x="960" y="29"/>
                </a:lnTo>
                <a:lnTo>
                  <a:pt x="861" y="7"/>
                </a:lnTo>
                <a:lnTo>
                  <a:pt x="76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4405671" y="228032"/>
            <a:ext cx="75993" cy="39283"/>
          </a:xfrm>
          <a:custGeom>
            <a:rect b="b" l="l" r="r" t="t"/>
            <a:pathLst>
              <a:path extrusionOk="0" h="2534" w="4902">
                <a:moveTo>
                  <a:pt x="729" y="0"/>
                </a:moveTo>
                <a:lnTo>
                  <a:pt x="648" y="7"/>
                </a:lnTo>
                <a:lnTo>
                  <a:pt x="573" y="21"/>
                </a:lnTo>
                <a:lnTo>
                  <a:pt x="498" y="50"/>
                </a:lnTo>
                <a:lnTo>
                  <a:pt x="428" y="79"/>
                </a:lnTo>
                <a:lnTo>
                  <a:pt x="365" y="129"/>
                </a:lnTo>
                <a:lnTo>
                  <a:pt x="307" y="179"/>
                </a:lnTo>
                <a:lnTo>
                  <a:pt x="255" y="236"/>
                </a:lnTo>
                <a:lnTo>
                  <a:pt x="209" y="301"/>
                </a:lnTo>
                <a:lnTo>
                  <a:pt x="162" y="372"/>
                </a:lnTo>
                <a:lnTo>
                  <a:pt x="122" y="451"/>
                </a:lnTo>
                <a:lnTo>
                  <a:pt x="87" y="537"/>
                </a:lnTo>
                <a:lnTo>
                  <a:pt x="64" y="623"/>
                </a:lnTo>
                <a:lnTo>
                  <a:pt x="41" y="709"/>
                </a:lnTo>
                <a:lnTo>
                  <a:pt x="18" y="802"/>
                </a:lnTo>
                <a:lnTo>
                  <a:pt x="6" y="895"/>
                </a:lnTo>
                <a:lnTo>
                  <a:pt x="0" y="988"/>
                </a:lnTo>
                <a:lnTo>
                  <a:pt x="0" y="1081"/>
                </a:lnTo>
                <a:lnTo>
                  <a:pt x="6" y="1174"/>
                </a:lnTo>
                <a:lnTo>
                  <a:pt x="12" y="1267"/>
                </a:lnTo>
                <a:lnTo>
                  <a:pt x="29" y="1360"/>
                </a:lnTo>
                <a:lnTo>
                  <a:pt x="53" y="1453"/>
                </a:lnTo>
                <a:lnTo>
                  <a:pt x="76" y="1532"/>
                </a:lnTo>
                <a:lnTo>
                  <a:pt x="110" y="1617"/>
                </a:lnTo>
                <a:lnTo>
                  <a:pt x="151" y="1696"/>
                </a:lnTo>
                <a:lnTo>
                  <a:pt x="191" y="1768"/>
                </a:lnTo>
                <a:lnTo>
                  <a:pt x="243" y="1832"/>
                </a:lnTo>
                <a:lnTo>
                  <a:pt x="301" y="1889"/>
                </a:lnTo>
                <a:lnTo>
                  <a:pt x="365" y="1947"/>
                </a:lnTo>
                <a:lnTo>
                  <a:pt x="434" y="1990"/>
                </a:lnTo>
                <a:lnTo>
                  <a:pt x="509" y="2025"/>
                </a:lnTo>
                <a:lnTo>
                  <a:pt x="596" y="2047"/>
                </a:lnTo>
                <a:lnTo>
                  <a:pt x="1041" y="2147"/>
                </a:lnTo>
                <a:lnTo>
                  <a:pt x="1497" y="2240"/>
                </a:lnTo>
                <a:lnTo>
                  <a:pt x="1954" y="2312"/>
                </a:lnTo>
                <a:lnTo>
                  <a:pt x="2422" y="2376"/>
                </a:lnTo>
                <a:lnTo>
                  <a:pt x="2885" y="2433"/>
                </a:lnTo>
                <a:lnTo>
                  <a:pt x="3347" y="2476"/>
                </a:lnTo>
                <a:lnTo>
                  <a:pt x="3809" y="2505"/>
                </a:lnTo>
                <a:lnTo>
                  <a:pt x="4260" y="2534"/>
                </a:lnTo>
                <a:lnTo>
                  <a:pt x="4329" y="2534"/>
                </a:lnTo>
                <a:lnTo>
                  <a:pt x="4399" y="2519"/>
                </a:lnTo>
                <a:lnTo>
                  <a:pt x="4457" y="2505"/>
                </a:lnTo>
                <a:lnTo>
                  <a:pt x="4514" y="2483"/>
                </a:lnTo>
                <a:lnTo>
                  <a:pt x="4572" y="2455"/>
                </a:lnTo>
                <a:lnTo>
                  <a:pt x="4618" y="2419"/>
                </a:lnTo>
                <a:lnTo>
                  <a:pt x="4665" y="2376"/>
                </a:lnTo>
                <a:lnTo>
                  <a:pt x="4705" y="2333"/>
                </a:lnTo>
                <a:lnTo>
                  <a:pt x="4746" y="2276"/>
                </a:lnTo>
                <a:lnTo>
                  <a:pt x="4780" y="2226"/>
                </a:lnTo>
                <a:lnTo>
                  <a:pt x="4809" y="2169"/>
                </a:lnTo>
                <a:lnTo>
                  <a:pt x="4832" y="2104"/>
                </a:lnTo>
                <a:lnTo>
                  <a:pt x="4855" y="2040"/>
                </a:lnTo>
                <a:lnTo>
                  <a:pt x="4873" y="1975"/>
                </a:lnTo>
                <a:lnTo>
                  <a:pt x="4884" y="1904"/>
                </a:lnTo>
                <a:lnTo>
                  <a:pt x="4896" y="1832"/>
                </a:lnTo>
                <a:lnTo>
                  <a:pt x="4902" y="1768"/>
                </a:lnTo>
                <a:lnTo>
                  <a:pt x="4902" y="1696"/>
                </a:lnTo>
                <a:lnTo>
                  <a:pt x="4896" y="1625"/>
                </a:lnTo>
                <a:lnTo>
                  <a:pt x="4890" y="1553"/>
                </a:lnTo>
                <a:lnTo>
                  <a:pt x="4879" y="1481"/>
                </a:lnTo>
                <a:lnTo>
                  <a:pt x="4861" y="1417"/>
                </a:lnTo>
                <a:lnTo>
                  <a:pt x="4838" y="1353"/>
                </a:lnTo>
                <a:lnTo>
                  <a:pt x="4809" y="1288"/>
                </a:lnTo>
                <a:lnTo>
                  <a:pt x="4780" y="1231"/>
                </a:lnTo>
                <a:lnTo>
                  <a:pt x="4746" y="1174"/>
                </a:lnTo>
                <a:lnTo>
                  <a:pt x="4705" y="1116"/>
                </a:lnTo>
                <a:lnTo>
                  <a:pt x="4659" y="1074"/>
                </a:lnTo>
                <a:lnTo>
                  <a:pt x="4613" y="1031"/>
                </a:lnTo>
                <a:lnTo>
                  <a:pt x="4561" y="988"/>
                </a:lnTo>
                <a:lnTo>
                  <a:pt x="4503" y="959"/>
                </a:lnTo>
                <a:lnTo>
                  <a:pt x="4439" y="930"/>
                </a:lnTo>
                <a:lnTo>
                  <a:pt x="3994" y="780"/>
                </a:lnTo>
                <a:lnTo>
                  <a:pt x="3549" y="637"/>
                </a:lnTo>
                <a:lnTo>
                  <a:pt x="3098" y="508"/>
                </a:lnTo>
                <a:lnTo>
                  <a:pt x="2642" y="379"/>
                </a:lnTo>
                <a:lnTo>
                  <a:pt x="2185" y="272"/>
                </a:lnTo>
                <a:lnTo>
                  <a:pt x="1729" y="172"/>
                </a:lnTo>
                <a:lnTo>
                  <a:pt x="1272" y="86"/>
                </a:lnTo>
                <a:lnTo>
                  <a:pt x="815" y="7"/>
                </a:lnTo>
                <a:lnTo>
                  <a:pt x="72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3720026" y="182098"/>
            <a:ext cx="89790" cy="39950"/>
          </a:xfrm>
          <a:custGeom>
            <a:rect b="b" l="l" r="r" t="t"/>
            <a:pathLst>
              <a:path extrusionOk="0" h="2577" w="5792">
                <a:moveTo>
                  <a:pt x="1503" y="0"/>
                </a:moveTo>
                <a:lnTo>
                  <a:pt x="1358" y="7"/>
                </a:lnTo>
                <a:lnTo>
                  <a:pt x="1208" y="14"/>
                </a:lnTo>
                <a:lnTo>
                  <a:pt x="1064" y="29"/>
                </a:lnTo>
                <a:lnTo>
                  <a:pt x="925" y="50"/>
                </a:lnTo>
                <a:lnTo>
                  <a:pt x="780" y="86"/>
                </a:lnTo>
                <a:lnTo>
                  <a:pt x="642" y="136"/>
                </a:lnTo>
                <a:lnTo>
                  <a:pt x="503" y="186"/>
                </a:lnTo>
                <a:lnTo>
                  <a:pt x="445" y="222"/>
                </a:lnTo>
                <a:lnTo>
                  <a:pt x="387" y="258"/>
                </a:lnTo>
                <a:lnTo>
                  <a:pt x="335" y="294"/>
                </a:lnTo>
                <a:lnTo>
                  <a:pt x="289" y="336"/>
                </a:lnTo>
                <a:lnTo>
                  <a:pt x="243" y="379"/>
                </a:lnTo>
                <a:lnTo>
                  <a:pt x="202" y="430"/>
                </a:lnTo>
                <a:lnTo>
                  <a:pt x="168" y="480"/>
                </a:lnTo>
                <a:lnTo>
                  <a:pt x="133" y="537"/>
                </a:lnTo>
                <a:lnTo>
                  <a:pt x="104" y="594"/>
                </a:lnTo>
                <a:lnTo>
                  <a:pt x="75" y="651"/>
                </a:lnTo>
                <a:lnTo>
                  <a:pt x="52" y="716"/>
                </a:lnTo>
                <a:lnTo>
                  <a:pt x="35" y="780"/>
                </a:lnTo>
                <a:lnTo>
                  <a:pt x="23" y="837"/>
                </a:lnTo>
                <a:lnTo>
                  <a:pt x="12" y="902"/>
                </a:lnTo>
                <a:lnTo>
                  <a:pt x="6" y="966"/>
                </a:lnTo>
                <a:lnTo>
                  <a:pt x="0" y="1038"/>
                </a:lnTo>
                <a:lnTo>
                  <a:pt x="6" y="1102"/>
                </a:lnTo>
                <a:lnTo>
                  <a:pt x="12" y="1167"/>
                </a:lnTo>
                <a:lnTo>
                  <a:pt x="17" y="1231"/>
                </a:lnTo>
                <a:lnTo>
                  <a:pt x="29" y="1288"/>
                </a:lnTo>
                <a:lnTo>
                  <a:pt x="46" y="1353"/>
                </a:lnTo>
                <a:lnTo>
                  <a:pt x="70" y="1417"/>
                </a:lnTo>
                <a:lnTo>
                  <a:pt x="93" y="1474"/>
                </a:lnTo>
                <a:lnTo>
                  <a:pt x="122" y="1532"/>
                </a:lnTo>
                <a:lnTo>
                  <a:pt x="156" y="1582"/>
                </a:lnTo>
                <a:lnTo>
                  <a:pt x="191" y="1632"/>
                </a:lnTo>
                <a:lnTo>
                  <a:pt x="237" y="1682"/>
                </a:lnTo>
                <a:lnTo>
                  <a:pt x="278" y="1725"/>
                </a:lnTo>
                <a:lnTo>
                  <a:pt x="330" y="1768"/>
                </a:lnTo>
                <a:lnTo>
                  <a:pt x="382" y="1804"/>
                </a:lnTo>
                <a:lnTo>
                  <a:pt x="439" y="1839"/>
                </a:lnTo>
                <a:lnTo>
                  <a:pt x="503" y="1868"/>
                </a:lnTo>
                <a:lnTo>
                  <a:pt x="630" y="1918"/>
                </a:lnTo>
                <a:lnTo>
                  <a:pt x="757" y="1954"/>
                </a:lnTo>
                <a:lnTo>
                  <a:pt x="884" y="1990"/>
                </a:lnTo>
                <a:lnTo>
                  <a:pt x="1017" y="2011"/>
                </a:lnTo>
                <a:lnTo>
                  <a:pt x="1145" y="2033"/>
                </a:lnTo>
                <a:lnTo>
                  <a:pt x="1277" y="2047"/>
                </a:lnTo>
                <a:lnTo>
                  <a:pt x="1543" y="2061"/>
                </a:lnTo>
                <a:lnTo>
                  <a:pt x="1809" y="2068"/>
                </a:lnTo>
                <a:lnTo>
                  <a:pt x="2075" y="2076"/>
                </a:lnTo>
                <a:lnTo>
                  <a:pt x="2341" y="2083"/>
                </a:lnTo>
                <a:lnTo>
                  <a:pt x="2607" y="2104"/>
                </a:lnTo>
                <a:lnTo>
                  <a:pt x="2902" y="2133"/>
                </a:lnTo>
                <a:lnTo>
                  <a:pt x="3191" y="2183"/>
                </a:lnTo>
                <a:lnTo>
                  <a:pt x="3485" y="2233"/>
                </a:lnTo>
                <a:lnTo>
                  <a:pt x="3774" y="2290"/>
                </a:lnTo>
                <a:lnTo>
                  <a:pt x="4352" y="2419"/>
                </a:lnTo>
                <a:lnTo>
                  <a:pt x="4930" y="2555"/>
                </a:lnTo>
                <a:lnTo>
                  <a:pt x="5011" y="2569"/>
                </a:lnTo>
                <a:lnTo>
                  <a:pt x="5092" y="2577"/>
                </a:lnTo>
                <a:lnTo>
                  <a:pt x="5167" y="2569"/>
                </a:lnTo>
                <a:lnTo>
                  <a:pt x="5237" y="2562"/>
                </a:lnTo>
                <a:lnTo>
                  <a:pt x="5306" y="2541"/>
                </a:lnTo>
                <a:lnTo>
                  <a:pt x="5370" y="2512"/>
                </a:lnTo>
                <a:lnTo>
                  <a:pt x="5427" y="2476"/>
                </a:lnTo>
                <a:lnTo>
                  <a:pt x="5479" y="2433"/>
                </a:lnTo>
                <a:lnTo>
                  <a:pt x="5531" y="2390"/>
                </a:lnTo>
                <a:lnTo>
                  <a:pt x="5578" y="2340"/>
                </a:lnTo>
                <a:lnTo>
                  <a:pt x="5624" y="2283"/>
                </a:lnTo>
                <a:lnTo>
                  <a:pt x="5658" y="2219"/>
                </a:lnTo>
                <a:lnTo>
                  <a:pt x="5693" y="2154"/>
                </a:lnTo>
                <a:lnTo>
                  <a:pt x="5722" y="2083"/>
                </a:lnTo>
                <a:lnTo>
                  <a:pt x="5745" y="2018"/>
                </a:lnTo>
                <a:lnTo>
                  <a:pt x="5768" y="1940"/>
                </a:lnTo>
                <a:lnTo>
                  <a:pt x="5780" y="1868"/>
                </a:lnTo>
                <a:lnTo>
                  <a:pt x="5791" y="1789"/>
                </a:lnTo>
                <a:lnTo>
                  <a:pt x="5791" y="1718"/>
                </a:lnTo>
                <a:lnTo>
                  <a:pt x="5791" y="1639"/>
                </a:lnTo>
                <a:lnTo>
                  <a:pt x="5786" y="1560"/>
                </a:lnTo>
                <a:lnTo>
                  <a:pt x="5768" y="1482"/>
                </a:lnTo>
                <a:lnTo>
                  <a:pt x="5751" y="1410"/>
                </a:lnTo>
                <a:lnTo>
                  <a:pt x="5728" y="1338"/>
                </a:lnTo>
                <a:lnTo>
                  <a:pt x="5693" y="1267"/>
                </a:lnTo>
                <a:lnTo>
                  <a:pt x="5658" y="1202"/>
                </a:lnTo>
                <a:lnTo>
                  <a:pt x="5612" y="1138"/>
                </a:lnTo>
                <a:lnTo>
                  <a:pt x="5566" y="1081"/>
                </a:lnTo>
                <a:lnTo>
                  <a:pt x="5508" y="1024"/>
                </a:lnTo>
                <a:lnTo>
                  <a:pt x="5445" y="973"/>
                </a:lnTo>
                <a:lnTo>
                  <a:pt x="5375" y="923"/>
                </a:lnTo>
                <a:lnTo>
                  <a:pt x="5300" y="888"/>
                </a:lnTo>
                <a:lnTo>
                  <a:pt x="5000" y="759"/>
                </a:lnTo>
                <a:lnTo>
                  <a:pt x="4693" y="644"/>
                </a:lnTo>
                <a:lnTo>
                  <a:pt x="4387" y="544"/>
                </a:lnTo>
                <a:lnTo>
                  <a:pt x="4075" y="451"/>
                </a:lnTo>
                <a:lnTo>
                  <a:pt x="3763" y="372"/>
                </a:lnTo>
                <a:lnTo>
                  <a:pt x="3451" y="301"/>
                </a:lnTo>
                <a:lnTo>
                  <a:pt x="3133" y="236"/>
                </a:lnTo>
                <a:lnTo>
                  <a:pt x="2815" y="179"/>
                </a:lnTo>
                <a:lnTo>
                  <a:pt x="2237" y="79"/>
                </a:lnTo>
                <a:lnTo>
                  <a:pt x="1942" y="36"/>
                </a:lnTo>
                <a:lnTo>
                  <a:pt x="1798" y="22"/>
                </a:lnTo>
                <a:lnTo>
                  <a:pt x="1647" y="7"/>
                </a:lnTo>
                <a:lnTo>
                  <a:pt x="150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3503165" y="222203"/>
            <a:ext cx="77528" cy="50941"/>
          </a:xfrm>
          <a:custGeom>
            <a:rect b="b" l="l" r="r" t="t"/>
            <a:pathLst>
              <a:path extrusionOk="0" h="3286" w="5001">
                <a:moveTo>
                  <a:pt x="4000" y="0"/>
                </a:moveTo>
                <a:lnTo>
                  <a:pt x="3740" y="7"/>
                </a:lnTo>
                <a:lnTo>
                  <a:pt x="3474" y="22"/>
                </a:lnTo>
                <a:lnTo>
                  <a:pt x="3203" y="50"/>
                </a:lnTo>
                <a:lnTo>
                  <a:pt x="2931" y="93"/>
                </a:lnTo>
                <a:lnTo>
                  <a:pt x="2659" y="150"/>
                </a:lnTo>
                <a:lnTo>
                  <a:pt x="2388" y="222"/>
                </a:lnTo>
                <a:lnTo>
                  <a:pt x="2116" y="308"/>
                </a:lnTo>
                <a:lnTo>
                  <a:pt x="1850" y="408"/>
                </a:lnTo>
                <a:lnTo>
                  <a:pt x="1584" y="523"/>
                </a:lnTo>
                <a:lnTo>
                  <a:pt x="1457" y="587"/>
                </a:lnTo>
                <a:lnTo>
                  <a:pt x="1336" y="651"/>
                </a:lnTo>
                <a:lnTo>
                  <a:pt x="1209" y="723"/>
                </a:lnTo>
                <a:lnTo>
                  <a:pt x="1087" y="795"/>
                </a:lnTo>
                <a:lnTo>
                  <a:pt x="972" y="873"/>
                </a:lnTo>
                <a:lnTo>
                  <a:pt x="856" y="959"/>
                </a:lnTo>
                <a:lnTo>
                  <a:pt x="740" y="1045"/>
                </a:lnTo>
                <a:lnTo>
                  <a:pt x="631" y="1131"/>
                </a:lnTo>
                <a:lnTo>
                  <a:pt x="527" y="1231"/>
                </a:lnTo>
                <a:lnTo>
                  <a:pt x="423" y="1331"/>
                </a:lnTo>
                <a:lnTo>
                  <a:pt x="324" y="1432"/>
                </a:lnTo>
                <a:lnTo>
                  <a:pt x="232" y="1539"/>
                </a:lnTo>
                <a:lnTo>
                  <a:pt x="180" y="1603"/>
                </a:lnTo>
                <a:lnTo>
                  <a:pt x="139" y="1675"/>
                </a:lnTo>
                <a:lnTo>
                  <a:pt x="99" y="1746"/>
                </a:lnTo>
                <a:lnTo>
                  <a:pt x="70" y="1825"/>
                </a:lnTo>
                <a:lnTo>
                  <a:pt x="41" y="1897"/>
                </a:lnTo>
                <a:lnTo>
                  <a:pt x="24" y="1975"/>
                </a:lnTo>
                <a:lnTo>
                  <a:pt x="12" y="2061"/>
                </a:lnTo>
                <a:lnTo>
                  <a:pt x="1" y="2140"/>
                </a:lnTo>
                <a:lnTo>
                  <a:pt x="1" y="2219"/>
                </a:lnTo>
                <a:lnTo>
                  <a:pt x="1" y="2305"/>
                </a:lnTo>
                <a:lnTo>
                  <a:pt x="12" y="2383"/>
                </a:lnTo>
                <a:lnTo>
                  <a:pt x="24" y="2462"/>
                </a:lnTo>
                <a:lnTo>
                  <a:pt x="41" y="2541"/>
                </a:lnTo>
                <a:lnTo>
                  <a:pt x="64" y="2620"/>
                </a:lnTo>
                <a:lnTo>
                  <a:pt x="87" y="2691"/>
                </a:lnTo>
                <a:lnTo>
                  <a:pt x="122" y="2770"/>
                </a:lnTo>
                <a:lnTo>
                  <a:pt x="157" y="2834"/>
                </a:lnTo>
                <a:lnTo>
                  <a:pt x="191" y="2906"/>
                </a:lnTo>
                <a:lnTo>
                  <a:pt x="238" y="2963"/>
                </a:lnTo>
                <a:lnTo>
                  <a:pt x="278" y="3020"/>
                </a:lnTo>
                <a:lnTo>
                  <a:pt x="330" y="3078"/>
                </a:lnTo>
                <a:lnTo>
                  <a:pt x="382" y="3128"/>
                </a:lnTo>
                <a:lnTo>
                  <a:pt x="434" y="3171"/>
                </a:lnTo>
                <a:lnTo>
                  <a:pt x="492" y="3206"/>
                </a:lnTo>
                <a:lnTo>
                  <a:pt x="556" y="3235"/>
                </a:lnTo>
                <a:lnTo>
                  <a:pt x="613" y="3257"/>
                </a:lnTo>
                <a:lnTo>
                  <a:pt x="677" y="3278"/>
                </a:lnTo>
                <a:lnTo>
                  <a:pt x="746" y="3285"/>
                </a:lnTo>
                <a:lnTo>
                  <a:pt x="816" y="3285"/>
                </a:lnTo>
                <a:lnTo>
                  <a:pt x="885" y="3278"/>
                </a:lnTo>
                <a:lnTo>
                  <a:pt x="954" y="3264"/>
                </a:lnTo>
                <a:lnTo>
                  <a:pt x="1029" y="3235"/>
                </a:lnTo>
                <a:lnTo>
                  <a:pt x="1226" y="3149"/>
                </a:lnTo>
                <a:lnTo>
                  <a:pt x="1422" y="3049"/>
                </a:lnTo>
                <a:lnTo>
                  <a:pt x="1613" y="2942"/>
                </a:lnTo>
                <a:lnTo>
                  <a:pt x="1804" y="2827"/>
                </a:lnTo>
                <a:lnTo>
                  <a:pt x="1995" y="2713"/>
                </a:lnTo>
                <a:lnTo>
                  <a:pt x="2185" y="2598"/>
                </a:lnTo>
                <a:lnTo>
                  <a:pt x="2376" y="2498"/>
                </a:lnTo>
                <a:lnTo>
                  <a:pt x="2573" y="2405"/>
                </a:lnTo>
                <a:lnTo>
                  <a:pt x="2781" y="2319"/>
                </a:lnTo>
                <a:lnTo>
                  <a:pt x="2983" y="2247"/>
                </a:lnTo>
                <a:lnTo>
                  <a:pt x="3191" y="2176"/>
                </a:lnTo>
                <a:lnTo>
                  <a:pt x="3405" y="2119"/>
                </a:lnTo>
                <a:lnTo>
                  <a:pt x="3613" y="2061"/>
                </a:lnTo>
                <a:lnTo>
                  <a:pt x="3827" y="2011"/>
                </a:lnTo>
                <a:lnTo>
                  <a:pt x="4035" y="1975"/>
                </a:lnTo>
                <a:lnTo>
                  <a:pt x="4249" y="1940"/>
                </a:lnTo>
                <a:lnTo>
                  <a:pt x="4341" y="1918"/>
                </a:lnTo>
                <a:lnTo>
                  <a:pt x="4422" y="1890"/>
                </a:lnTo>
                <a:lnTo>
                  <a:pt x="4497" y="1854"/>
                </a:lnTo>
                <a:lnTo>
                  <a:pt x="4572" y="1811"/>
                </a:lnTo>
                <a:lnTo>
                  <a:pt x="4642" y="1761"/>
                </a:lnTo>
                <a:lnTo>
                  <a:pt x="4700" y="1704"/>
                </a:lnTo>
                <a:lnTo>
                  <a:pt x="4757" y="1646"/>
                </a:lnTo>
                <a:lnTo>
                  <a:pt x="4804" y="1575"/>
                </a:lnTo>
                <a:lnTo>
                  <a:pt x="4850" y="1503"/>
                </a:lnTo>
                <a:lnTo>
                  <a:pt x="4890" y="1432"/>
                </a:lnTo>
                <a:lnTo>
                  <a:pt x="4925" y="1353"/>
                </a:lnTo>
                <a:lnTo>
                  <a:pt x="4948" y="1274"/>
                </a:lnTo>
                <a:lnTo>
                  <a:pt x="4971" y="1188"/>
                </a:lnTo>
                <a:lnTo>
                  <a:pt x="4989" y="1102"/>
                </a:lnTo>
                <a:lnTo>
                  <a:pt x="5000" y="1016"/>
                </a:lnTo>
                <a:lnTo>
                  <a:pt x="5000" y="931"/>
                </a:lnTo>
                <a:lnTo>
                  <a:pt x="5000" y="845"/>
                </a:lnTo>
                <a:lnTo>
                  <a:pt x="4994" y="759"/>
                </a:lnTo>
                <a:lnTo>
                  <a:pt x="4977" y="680"/>
                </a:lnTo>
                <a:lnTo>
                  <a:pt x="4960" y="601"/>
                </a:lnTo>
                <a:lnTo>
                  <a:pt x="4937" y="523"/>
                </a:lnTo>
                <a:lnTo>
                  <a:pt x="4902" y="444"/>
                </a:lnTo>
                <a:lnTo>
                  <a:pt x="4867" y="372"/>
                </a:lnTo>
                <a:lnTo>
                  <a:pt x="4821" y="308"/>
                </a:lnTo>
                <a:lnTo>
                  <a:pt x="4775" y="244"/>
                </a:lnTo>
                <a:lnTo>
                  <a:pt x="4717" y="186"/>
                </a:lnTo>
                <a:lnTo>
                  <a:pt x="4653" y="136"/>
                </a:lnTo>
                <a:lnTo>
                  <a:pt x="4584" y="93"/>
                </a:lnTo>
                <a:lnTo>
                  <a:pt x="4515" y="57"/>
                </a:lnTo>
                <a:lnTo>
                  <a:pt x="4434" y="36"/>
                </a:lnTo>
                <a:lnTo>
                  <a:pt x="4347" y="15"/>
                </a:lnTo>
                <a:lnTo>
                  <a:pt x="4249" y="7"/>
                </a:lnTo>
                <a:lnTo>
                  <a:pt x="400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324313" y="1124585"/>
            <a:ext cx="356606" cy="676420"/>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7903575" y="4736841"/>
            <a:ext cx="881398" cy="774732"/>
          </a:xfrm>
          <a:custGeom>
            <a:rect b="b" l="l" r="r" t="t"/>
            <a:pathLst>
              <a:path extrusionOk="0" h="40100" w="45621">
                <a:moveTo>
                  <a:pt x="21426" y="0"/>
                </a:moveTo>
                <a:lnTo>
                  <a:pt x="21074" y="8"/>
                </a:lnTo>
                <a:lnTo>
                  <a:pt x="20721" y="29"/>
                </a:lnTo>
                <a:lnTo>
                  <a:pt x="20369" y="51"/>
                </a:lnTo>
                <a:lnTo>
                  <a:pt x="20016" y="86"/>
                </a:lnTo>
                <a:lnTo>
                  <a:pt x="19669" y="122"/>
                </a:lnTo>
                <a:lnTo>
                  <a:pt x="19317" y="165"/>
                </a:lnTo>
                <a:lnTo>
                  <a:pt x="18970" y="215"/>
                </a:lnTo>
                <a:lnTo>
                  <a:pt x="18623" y="280"/>
                </a:lnTo>
                <a:lnTo>
                  <a:pt x="18276" y="344"/>
                </a:lnTo>
                <a:lnTo>
                  <a:pt x="17930" y="408"/>
                </a:lnTo>
                <a:lnTo>
                  <a:pt x="17583" y="487"/>
                </a:lnTo>
                <a:lnTo>
                  <a:pt x="17242" y="573"/>
                </a:lnTo>
                <a:lnTo>
                  <a:pt x="16901" y="666"/>
                </a:lnTo>
                <a:lnTo>
                  <a:pt x="16560" y="759"/>
                </a:lnTo>
                <a:lnTo>
                  <a:pt x="16219" y="859"/>
                </a:lnTo>
                <a:lnTo>
                  <a:pt x="15878" y="974"/>
                </a:lnTo>
                <a:lnTo>
                  <a:pt x="15543" y="1088"/>
                </a:lnTo>
                <a:lnTo>
                  <a:pt x="15207" y="1210"/>
                </a:lnTo>
                <a:lnTo>
                  <a:pt x="14872" y="1332"/>
                </a:lnTo>
                <a:lnTo>
                  <a:pt x="14537" y="1468"/>
                </a:lnTo>
                <a:lnTo>
                  <a:pt x="14207" y="1604"/>
                </a:lnTo>
                <a:lnTo>
                  <a:pt x="13878" y="1754"/>
                </a:lnTo>
                <a:lnTo>
                  <a:pt x="13554" y="1904"/>
                </a:lnTo>
                <a:lnTo>
                  <a:pt x="13231" y="2054"/>
                </a:lnTo>
                <a:lnTo>
                  <a:pt x="12907" y="2219"/>
                </a:lnTo>
                <a:lnTo>
                  <a:pt x="12583" y="2384"/>
                </a:lnTo>
                <a:lnTo>
                  <a:pt x="12265" y="2563"/>
                </a:lnTo>
                <a:lnTo>
                  <a:pt x="11948" y="2734"/>
                </a:lnTo>
                <a:lnTo>
                  <a:pt x="11635" y="2920"/>
                </a:lnTo>
                <a:lnTo>
                  <a:pt x="11323" y="3114"/>
                </a:lnTo>
                <a:lnTo>
                  <a:pt x="11017" y="3307"/>
                </a:lnTo>
                <a:lnTo>
                  <a:pt x="10711" y="3507"/>
                </a:lnTo>
                <a:lnTo>
                  <a:pt x="10410" y="3708"/>
                </a:lnTo>
                <a:lnTo>
                  <a:pt x="10110" y="3922"/>
                </a:lnTo>
                <a:lnTo>
                  <a:pt x="9809" y="4137"/>
                </a:lnTo>
                <a:lnTo>
                  <a:pt x="9514" y="4352"/>
                </a:lnTo>
                <a:lnTo>
                  <a:pt x="9220" y="4581"/>
                </a:lnTo>
                <a:lnTo>
                  <a:pt x="8936" y="4810"/>
                </a:lnTo>
                <a:lnTo>
                  <a:pt x="8647" y="5046"/>
                </a:lnTo>
                <a:lnTo>
                  <a:pt x="8364" y="5282"/>
                </a:lnTo>
                <a:lnTo>
                  <a:pt x="8087" y="5525"/>
                </a:lnTo>
                <a:lnTo>
                  <a:pt x="7809" y="5776"/>
                </a:lnTo>
                <a:lnTo>
                  <a:pt x="7538" y="6034"/>
                </a:lnTo>
                <a:lnTo>
                  <a:pt x="7272" y="6291"/>
                </a:lnTo>
                <a:lnTo>
                  <a:pt x="7006" y="6549"/>
                </a:lnTo>
                <a:lnTo>
                  <a:pt x="6746" y="6821"/>
                </a:lnTo>
                <a:lnTo>
                  <a:pt x="6486" y="7086"/>
                </a:lnTo>
                <a:lnTo>
                  <a:pt x="6231" y="7365"/>
                </a:lnTo>
                <a:lnTo>
                  <a:pt x="5983" y="7644"/>
                </a:lnTo>
                <a:lnTo>
                  <a:pt x="5734" y="7930"/>
                </a:lnTo>
                <a:lnTo>
                  <a:pt x="5492" y="8216"/>
                </a:lnTo>
                <a:lnTo>
                  <a:pt x="5255" y="8510"/>
                </a:lnTo>
                <a:lnTo>
                  <a:pt x="5023" y="8803"/>
                </a:lnTo>
                <a:lnTo>
                  <a:pt x="4792" y="9104"/>
                </a:lnTo>
                <a:lnTo>
                  <a:pt x="4567" y="9412"/>
                </a:lnTo>
                <a:lnTo>
                  <a:pt x="4347" y="9719"/>
                </a:lnTo>
                <a:lnTo>
                  <a:pt x="4133" y="10034"/>
                </a:lnTo>
                <a:lnTo>
                  <a:pt x="3920" y="10349"/>
                </a:lnTo>
                <a:lnTo>
                  <a:pt x="3711" y="10664"/>
                </a:lnTo>
                <a:lnTo>
                  <a:pt x="3509" y="10993"/>
                </a:lnTo>
                <a:lnTo>
                  <a:pt x="3313" y="11315"/>
                </a:lnTo>
                <a:lnTo>
                  <a:pt x="3122" y="11644"/>
                </a:lnTo>
                <a:lnTo>
                  <a:pt x="2937" y="11981"/>
                </a:lnTo>
                <a:lnTo>
                  <a:pt x="2752" y="12317"/>
                </a:lnTo>
                <a:lnTo>
                  <a:pt x="2573" y="12661"/>
                </a:lnTo>
                <a:lnTo>
                  <a:pt x="2405" y="13004"/>
                </a:lnTo>
                <a:lnTo>
                  <a:pt x="2238" y="13348"/>
                </a:lnTo>
                <a:lnTo>
                  <a:pt x="2076" y="13698"/>
                </a:lnTo>
                <a:lnTo>
                  <a:pt x="1920" y="14049"/>
                </a:lnTo>
                <a:lnTo>
                  <a:pt x="1769" y="14407"/>
                </a:lnTo>
                <a:lnTo>
                  <a:pt x="1625" y="14772"/>
                </a:lnTo>
                <a:lnTo>
                  <a:pt x="1486" y="15130"/>
                </a:lnTo>
                <a:lnTo>
                  <a:pt x="1353" y="15495"/>
                </a:lnTo>
                <a:lnTo>
                  <a:pt x="1226" y="15867"/>
                </a:lnTo>
                <a:lnTo>
                  <a:pt x="1105" y="16232"/>
                </a:lnTo>
                <a:lnTo>
                  <a:pt x="989" y="16611"/>
                </a:lnTo>
                <a:lnTo>
                  <a:pt x="879" y="16983"/>
                </a:lnTo>
                <a:lnTo>
                  <a:pt x="775" y="17363"/>
                </a:lnTo>
                <a:lnTo>
                  <a:pt x="677" y="17742"/>
                </a:lnTo>
                <a:lnTo>
                  <a:pt x="585" y="18129"/>
                </a:lnTo>
                <a:lnTo>
                  <a:pt x="498" y="18515"/>
                </a:lnTo>
                <a:lnTo>
                  <a:pt x="423" y="18901"/>
                </a:lnTo>
                <a:lnTo>
                  <a:pt x="348" y="19295"/>
                </a:lnTo>
                <a:lnTo>
                  <a:pt x="284" y="19689"/>
                </a:lnTo>
                <a:lnTo>
                  <a:pt x="226" y="20082"/>
                </a:lnTo>
                <a:lnTo>
                  <a:pt x="174" y="20483"/>
                </a:lnTo>
                <a:lnTo>
                  <a:pt x="128" y="20884"/>
                </a:lnTo>
                <a:lnTo>
                  <a:pt x="88" y="21285"/>
                </a:lnTo>
                <a:lnTo>
                  <a:pt x="59" y="21685"/>
                </a:lnTo>
                <a:lnTo>
                  <a:pt x="36" y="22093"/>
                </a:lnTo>
                <a:lnTo>
                  <a:pt x="18" y="22501"/>
                </a:lnTo>
                <a:lnTo>
                  <a:pt x="7" y="22909"/>
                </a:lnTo>
                <a:lnTo>
                  <a:pt x="1" y="23324"/>
                </a:lnTo>
                <a:lnTo>
                  <a:pt x="7" y="23732"/>
                </a:lnTo>
                <a:lnTo>
                  <a:pt x="18" y="24147"/>
                </a:lnTo>
                <a:lnTo>
                  <a:pt x="36" y="24562"/>
                </a:lnTo>
                <a:lnTo>
                  <a:pt x="64" y="24985"/>
                </a:lnTo>
                <a:lnTo>
                  <a:pt x="99" y="25400"/>
                </a:lnTo>
                <a:lnTo>
                  <a:pt x="140" y="25822"/>
                </a:lnTo>
                <a:lnTo>
                  <a:pt x="192" y="26244"/>
                </a:lnTo>
                <a:lnTo>
                  <a:pt x="249" y="26667"/>
                </a:lnTo>
                <a:lnTo>
                  <a:pt x="313" y="27089"/>
                </a:lnTo>
                <a:lnTo>
                  <a:pt x="388" y="27518"/>
                </a:lnTo>
                <a:lnTo>
                  <a:pt x="469" y="27940"/>
                </a:lnTo>
                <a:lnTo>
                  <a:pt x="562" y="28370"/>
                </a:lnTo>
                <a:lnTo>
                  <a:pt x="660" y="28799"/>
                </a:lnTo>
                <a:lnTo>
                  <a:pt x="764" y="29229"/>
                </a:lnTo>
                <a:lnTo>
                  <a:pt x="879" y="29658"/>
                </a:lnTo>
                <a:lnTo>
                  <a:pt x="1001" y="30087"/>
                </a:lnTo>
                <a:lnTo>
                  <a:pt x="1134" y="30524"/>
                </a:lnTo>
                <a:lnTo>
                  <a:pt x="1278" y="30953"/>
                </a:lnTo>
                <a:lnTo>
                  <a:pt x="1423" y="31390"/>
                </a:lnTo>
                <a:lnTo>
                  <a:pt x="1585" y="31819"/>
                </a:lnTo>
                <a:lnTo>
                  <a:pt x="1752" y="32256"/>
                </a:lnTo>
                <a:lnTo>
                  <a:pt x="1926" y="32693"/>
                </a:lnTo>
                <a:lnTo>
                  <a:pt x="2110" y="33129"/>
                </a:lnTo>
                <a:lnTo>
                  <a:pt x="2301" y="33566"/>
                </a:lnTo>
                <a:lnTo>
                  <a:pt x="2509" y="34002"/>
                </a:lnTo>
                <a:lnTo>
                  <a:pt x="2717" y="34439"/>
                </a:lnTo>
                <a:lnTo>
                  <a:pt x="2775" y="34539"/>
                </a:lnTo>
                <a:lnTo>
                  <a:pt x="2833" y="34632"/>
                </a:lnTo>
                <a:lnTo>
                  <a:pt x="2891" y="34718"/>
                </a:lnTo>
                <a:lnTo>
                  <a:pt x="2960" y="34797"/>
                </a:lnTo>
                <a:lnTo>
                  <a:pt x="3024" y="34861"/>
                </a:lnTo>
                <a:lnTo>
                  <a:pt x="3099" y="34925"/>
                </a:lnTo>
                <a:lnTo>
                  <a:pt x="3168" y="34983"/>
                </a:lnTo>
                <a:lnTo>
                  <a:pt x="3243" y="35026"/>
                </a:lnTo>
                <a:lnTo>
                  <a:pt x="3324" y="35069"/>
                </a:lnTo>
                <a:lnTo>
                  <a:pt x="3399" y="35104"/>
                </a:lnTo>
                <a:lnTo>
                  <a:pt x="3480" y="35133"/>
                </a:lnTo>
                <a:lnTo>
                  <a:pt x="3561" y="35154"/>
                </a:lnTo>
                <a:lnTo>
                  <a:pt x="3642" y="35169"/>
                </a:lnTo>
                <a:lnTo>
                  <a:pt x="3723" y="35176"/>
                </a:lnTo>
                <a:lnTo>
                  <a:pt x="3810" y="35176"/>
                </a:lnTo>
                <a:lnTo>
                  <a:pt x="3891" y="35169"/>
                </a:lnTo>
                <a:lnTo>
                  <a:pt x="3972" y="35162"/>
                </a:lnTo>
                <a:lnTo>
                  <a:pt x="4052" y="35140"/>
                </a:lnTo>
                <a:lnTo>
                  <a:pt x="4133" y="35119"/>
                </a:lnTo>
                <a:lnTo>
                  <a:pt x="4214" y="35090"/>
                </a:lnTo>
                <a:lnTo>
                  <a:pt x="4289" y="35061"/>
                </a:lnTo>
                <a:lnTo>
                  <a:pt x="4365" y="35018"/>
                </a:lnTo>
                <a:lnTo>
                  <a:pt x="4440" y="34976"/>
                </a:lnTo>
                <a:lnTo>
                  <a:pt x="4515" y="34925"/>
                </a:lnTo>
                <a:lnTo>
                  <a:pt x="4578" y="34875"/>
                </a:lnTo>
                <a:lnTo>
                  <a:pt x="4648" y="34818"/>
                </a:lnTo>
                <a:lnTo>
                  <a:pt x="4711" y="34754"/>
                </a:lnTo>
                <a:lnTo>
                  <a:pt x="4769" y="34682"/>
                </a:lnTo>
                <a:lnTo>
                  <a:pt x="4821" y="34611"/>
                </a:lnTo>
                <a:lnTo>
                  <a:pt x="4873" y="34532"/>
                </a:lnTo>
                <a:lnTo>
                  <a:pt x="4919" y="34453"/>
                </a:lnTo>
                <a:lnTo>
                  <a:pt x="4966" y="34367"/>
                </a:lnTo>
                <a:lnTo>
                  <a:pt x="5052" y="34417"/>
                </a:lnTo>
                <a:lnTo>
                  <a:pt x="5139" y="34453"/>
                </a:lnTo>
                <a:lnTo>
                  <a:pt x="5232" y="34489"/>
                </a:lnTo>
                <a:lnTo>
                  <a:pt x="5324" y="34517"/>
                </a:lnTo>
                <a:lnTo>
                  <a:pt x="5411" y="34539"/>
                </a:lnTo>
                <a:lnTo>
                  <a:pt x="5503" y="34553"/>
                </a:lnTo>
                <a:lnTo>
                  <a:pt x="5596" y="34560"/>
                </a:lnTo>
                <a:lnTo>
                  <a:pt x="5694" y="34568"/>
                </a:lnTo>
                <a:lnTo>
                  <a:pt x="5786" y="34560"/>
                </a:lnTo>
                <a:lnTo>
                  <a:pt x="5879" y="34553"/>
                </a:lnTo>
                <a:lnTo>
                  <a:pt x="5971" y="34532"/>
                </a:lnTo>
                <a:lnTo>
                  <a:pt x="6070" y="34510"/>
                </a:lnTo>
                <a:lnTo>
                  <a:pt x="6162" y="34475"/>
                </a:lnTo>
                <a:lnTo>
                  <a:pt x="6255" y="34439"/>
                </a:lnTo>
                <a:lnTo>
                  <a:pt x="6347" y="34389"/>
                </a:lnTo>
                <a:lnTo>
                  <a:pt x="6439" y="34339"/>
                </a:lnTo>
                <a:lnTo>
                  <a:pt x="6561" y="34424"/>
                </a:lnTo>
                <a:lnTo>
                  <a:pt x="6688" y="34503"/>
                </a:lnTo>
                <a:lnTo>
                  <a:pt x="6815" y="34568"/>
                </a:lnTo>
                <a:lnTo>
                  <a:pt x="6948" y="34625"/>
                </a:lnTo>
                <a:lnTo>
                  <a:pt x="7081" y="34668"/>
                </a:lnTo>
                <a:lnTo>
                  <a:pt x="7220" y="34704"/>
                </a:lnTo>
                <a:lnTo>
                  <a:pt x="7353" y="34725"/>
                </a:lnTo>
                <a:lnTo>
                  <a:pt x="7491" y="34739"/>
                </a:lnTo>
                <a:lnTo>
                  <a:pt x="7630" y="34739"/>
                </a:lnTo>
                <a:lnTo>
                  <a:pt x="7769" y="34718"/>
                </a:lnTo>
                <a:lnTo>
                  <a:pt x="7902" y="34689"/>
                </a:lnTo>
                <a:lnTo>
                  <a:pt x="8040" y="34646"/>
                </a:lnTo>
                <a:lnTo>
                  <a:pt x="8173" y="34589"/>
                </a:lnTo>
                <a:lnTo>
                  <a:pt x="8306" y="34517"/>
                </a:lnTo>
                <a:lnTo>
                  <a:pt x="8439" y="34424"/>
                </a:lnTo>
                <a:lnTo>
                  <a:pt x="8566" y="34317"/>
                </a:lnTo>
                <a:lnTo>
                  <a:pt x="8861" y="34045"/>
                </a:lnTo>
                <a:lnTo>
                  <a:pt x="9156" y="33773"/>
                </a:lnTo>
                <a:lnTo>
                  <a:pt x="9439" y="33494"/>
                </a:lnTo>
                <a:lnTo>
                  <a:pt x="9722" y="33208"/>
                </a:lnTo>
                <a:lnTo>
                  <a:pt x="10000" y="32922"/>
                </a:lnTo>
                <a:lnTo>
                  <a:pt x="10271" y="32628"/>
                </a:lnTo>
                <a:lnTo>
                  <a:pt x="10537" y="32328"/>
                </a:lnTo>
                <a:lnTo>
                  <a:pt x="10803" y="32020"/>
                </a:lnTo>
                <a:lnTo>
                  <a:pt x="11057" y="31712"/>
                </a:lnTo>
                <a:lnTo>
                  <a:pt x="11312" y="31397"/>
                </a:lnTo>
                <a:lnTo>
                  <a:pt x="11560" y="31082"/>
                </a:lnTo>
                <a:lnTo>
                  <a:pt x="11797" y="30753"/>
                </a:lnTo>
                <a:lnTo>
                  <a:pt x="12034" y="30424"/>
                </a:lnTo>
                <a:lnTo>
                  <a:pt x="12265" y="30095"/>
                </a:lnTo>
                <a:lnTo>
                  <a:pt x="12491" y="29751"/>
                </a:lnTo>
                <a:lnTo>
                  <a:pt x="12710" y="29408"/>
                </a:lnTo>
                <a:lnTo>
                  <a:pt x="12947" y="29415"/>
                </a:lnTo>
                <a:lnTo>
                  <a:pt x="13179" y="29400"/>
                </a:lnTo>
                <a:lnTo>
                  <a:pt x="13404" y="29379"/>
                </a:lnTo>
                <a:lnTo>
                  <a:pt x="13624" y="29343"/>
                </a:lnTo>
                <a:lnTo>
                  <a:pt x="13843" y="29293"/>
                </a:lnTo>
                <a:lnTo>
                  <a:pt x="14057" y="29229"/>
                </a:lnTo>
                <a:lnTo>
                  <a:pt x="14265" y="29157"/>
                </a:lnTo>
                <a:lnTo>
                  <a:pt x="14468" y="29071"/>
                </a:lnTo>
                <a:lnTo>
                  <a:pt x="14566" y="29171"/>
                </a:lnTo>
                <a:lnTo>
                  <a:pt x="14664" y="29279"/>
                </a:lnTo>
                <a:lnTo>
                  <a:pt x="14762" y="29379"/>
                </a:lnTo>
                <a:lnTo>
                  <a:pt x="14866" y="29479"/>
                </a:lnTo>
                <a:lnTo>
                  <a:pt x="14988" y="29565"/>
                </a:lnTo>
                <a:lnTo>
                  <a:pt x="15115" y="29644"/>
                </a:lnTo>
                <a:lnTo>
                  <a:pt x="15248" y="29715"/>
                </a:lnTo>
                <a:lnTo>
                  <a:pt x="15386" y="29765"/>
                </a:lnTo>
                <a:lnTo>
                  <a:pt x="15531" y="29808"/>
                </a:lnTo>
                <a:lnTo>
                  <a:pt x="15675" y="29837"/>
                </a:lnTo>
                <a:lnTo>
                  <a:pt x="15820" y="29851"/>
                </a:lnTo>
                <a:lnTo>
                  <a:pt x="15970" y="29851"/>
                </a:lnTo>
                <a:lnTo>
                  <a:pt x="16121" y="29844"/>
                </a:lnTo>
                <a:lnTo>
                  <a:pt x="16265" y="29830"/>
                </a:lnTo>
                <a:lnTo>
                  <a:pt x="16410" y="29794"/>
                </a:lnTo>
                <a:lnTo>
                  <a:pt x="16554" y="29751"/>
                </a:lnTo>
                <a:lnTo>
                  <a:pt x="16693" y="29701"/>
                </a:lnTo>
                <a:lnTo>
                  <a:pt x="16826" y="29637"/>
                </a:lnTo>
                <a:lnTo>
                  <a:pt x="16953" y="29565"/>
                </a:lnTo>
                <a:lnTo>
                  <a:pt x="17080" y="29479"/>
                </a:lnTo>
                <a:lnTo>
                  <a:pt x="17305" y="29300"/>
                </a:lnTo>
                <a:lnTo>
                  <a:pt x="17525" y="29107"/>
                </a:lnTo>
                <a:lnTo>
                  <a:pt x="17739" y="28914"/>
                </a:lnTo>
                <a:lnTo>
                  <a:pt x="17947" y="28713"/>
                </a:lnTo>
                <a:lnTo>
                  <a:pt x="18149" y="28506"/>
                </a:lnTo>
                <a:lnTo>
                  <a:pt x="18346" y="28291"/>
                </a:lnTo>
                <a:lnTo>
                  <a:pt x="18536" y="28069"/>
                </a:lnTo>
                <a:lnTo>
                  <a:pt x="18727" y="27847"/>
                </a:lnTo>
                <a:lnTo>
                  <a:pt x="19045" y="28513"/>
                </a:lnTo>
                <a:lnTo>
                  <a:pt x="19369" y="29164"/>
                </a:lnTo>
                <a:lnTo>
                  <a:pt x="19692" y="29801"/>
                </a:lnTo>
                <a:lnTo>
                  <a:pt x="20016" y="30417"/>
                </a:lnTo>
                <a:lnTo>
                  <a:pt x="20103" y="30560"/>
                </a:lnTo>
                <a:lnTo>
                  <a:pt x="20189" y="30696"/>
                </a:lnTo>
                <a:lnTo>
                  <a:pt x="20288" y="30825"/>
                </a:lnTo>
                <a:lnTo>
                  <a:pt x="20392" y="30946"/>
                </a:lnTo>
                <a:lnTo>
                  <a:pt x="20502" y="31061"/>
                </a:lnTo>
                <a:lnTo>
                  <a:pt x="20611" y="31168"/>
                </a:lnTo>
                <a:lnTo>
                  <a:pt x="20733" y="31261"/>
                </a:lnTo>
                <a:lnTo>
                  <a:pt x="20854" y="31354"/>
                </a:lnTo>
                <a:lnTo>
                  <a:pt x="20987" y="31433"/>
                </a:lnTo>
                <a:lnTo>
                  <a:pt x="21114" y="31505"/>
                </a:lnTo>
                <a:lnTo>
                  <a:pt x="21247" y="31569"/>
                </a:lnTo>
                <a:lnTo>
                  <a:pt x="21386" y="31626"/>
                </a:lnTo>
                <a:lnTo>
                  <a:pt x="21525" y="31669"/>
                </a:lnTo>
                <a:lnTo>
                  <a:pt x="21663" y="31705"/>
                </a:lnTo>
                <a:lnTo>
                  <a:pt x="21802" y="31726"/>
                </a:lnTo>
                <a:lnTo>
                  <a:pt x="21946" y="31741"/>
                </a:lnTo>
                <a:lnTo>
                  <a:pt x="22085" y="31748"/>
                </a:lnTo>
                <a:lnTo>
                  <a:pt x="22224" y="31741"/>
                </a:lnTo>
                <a:lnTo>
                  <a:pt x="22363" y="31726"/>
                </a:lnTo>
                <a:lnTo>
                  <a:pt x="22501" y="31698"/>
                </a:lnTo>
                <a:lnTo>
                  <a:pt x="22634" y="31655"/>
                </a:lnTo>
                <a:lnTo>
                  <a:pt x="22767" y="31605"/>
                </a:lnTo>
                <a:lnTo>
                  <a:pt x="22894" y="31540"/>
                </a:lnTo>
                <a:lnTo>
                  <a:pt x="23022" y="31469"/>
                </a:lnTo>
                <a:lnTo>
                  <a:pt x="23137" y="31383"/>
                </a:lnTo>
                <a:lnTo>
                  <a:pt x="23253" y="31283"/>
                </a:lnTo>
                <a:lnTo>
                  <a:pt x="23363" y="31175"/>
                </a:lnTo>
                <a:lnTo>
                  <a:pt x="23467" y="31046"/>
                </a:lnTo>
                <a:lnTo>
                  <a:pt x="23565" y="30910"/>
                </a:lnTo>
                <a:lnTo>
                  <a:pt x="23651" y="30760"/>
                </a:lnTo>
                <a:lnTo>
                  <a:pt x="23738" y="30596"/>
                </a:lnTo>
                <a:lnTo>
                  <a:pt x="23808" y="30417"/>
                </a:lnTo>
                <a:lnTo>
                  <a:pt x="24004" y="29894"/>
                </a:lnTo>
                <a:lnTo>
                  <a:pt x="24189" y="29365"/>
                </a:lnTo>
                <a:lnTo>
                  <a:pt x="24362" y="28835"/>
                </a:lnTo>
                <a:lnTo>
                  <a:pt x="24530" y="28305"/>
                </a:lnTo>
                <a:lnTo>
                  <a:pt x="24721" y="28477"/>
                </a:lnTo>
                <a:lnTo>
                  <a:pt x="24911" y="28642"/>
                </a:lnTo>
                <a:lnTo>
                  <a:pt x="25102" y="28792"/>
                </a:lnTo>
                <a:lnTo>
                  <a:pt x="25293" y="28942"/>
                </a:lnTo>
                <a:lnTo>
                  <a:pt x="25484" y="29078"/>
                </a:lnTo>
                <a:lnTo>
                  <a:pt x="25674" y="29214"/>
                </a:lnTo>
                <a:lnTo>
                  <a:pt x="25865" y="29336"/>
                </a:lnTo>
                <a:lnTo>
                  <a:pt x="26056" y="29451"/>
                </a:lnTo>
                <a:lnTo>
                  <a:pt x="26247" y="29551"/>
                </a:lnTo>
                <a:lnTo>
                  <a:pt x="26437" y="29651"/>
                </a:lnTo>
                <a:lnTo>
                  <a:pt x="26628" y="29730"/>
                </a:lnTo>
                <a:lnTo>
                  <a:pt x="26819" y="29808"/>
                </a:lnTo>
                <a:lnTo>
                  <a:pt x="27010" y="29873"/>
                </a:lnTo>
                <a:lnTo>
                  <a:pt x="27194" y="29923"/>
                </a:lnTo>
                <a:lnTo>
                  <a:pt x="27385" y="29966"/>
                </a:lnTo>
                <a:lnTo>
                  <a:pt x="27570" y="30002"/>
                </a:lnTo>
                <a:lnTo>
                  <a:pt x="27761" y="30016"/>
                </a:lnTo>
                <a:lnTo>
                  <a:pt x="27946" y="30023"/>
                </a:lnTo>
                <a:lnTo>
                  <a:pt x="28131" y="30023"/>
                </a:lnTo>
                <a:lnTo>
                  <a:pt x="28310" y="30002"/>
                </a:lnTo>
                <a:lnTo>
                  <a:pt x="28495" y="29973"/>
                </a:lnTo>
                <a:lnTo>
                  <a:pt x="28674" y="29930"/>
                </a:lnTo>
                <a:lnTo>
                  <a:pt x="28853" y="29873"/>
                </a:lnTo>
                <a:lnTo>
                  <a:pt x="29032" y="29801"/>
                </a:lnTo>
                <a:lnTo>
                  <a:pt x="29206" y="29715"/>
                </a:lnTo>
                <a:lnTo>
                  <a:pt x="29379" y="29608"/>
                </a:lnTo>
                <a:lnTo>
                  <a:pt x="29553" y="29493"/>
                </a:lnTo>
                <a:lnTo>
                  <a:pt x="29720" y="29365"/>
                </a:lnTo>
                <a:lnTo>
                  <a:pt x="29888" y="29221"/>
                </a:lnTo>
                <a:lnTo>
                  <a:pt x="30055" y="29057"/>
                </a:lnTo>
                <a:lnTo>
                  <a:pt x="30217" y="28878"/>
                </a:lnTo>
                <a:lnTo>
                  <a:pt x="30379" y="28685"/>
                </a:lnTo>
                <a:lnTo>
                  <a:pt x="30628" y="28985"/>
                </a:lnTo>
                <a:lnTo>
                  <a:pt x="30888" y="29279"/>
                </a:lnTo>
                <a:lnTo>
                  <a:pt x="31148" y="29558"/>
                </a:lnTo>
                <a:lnTo>
                  <a:pt x="31419" y="29830"/>
                </a:lnTo>
                <a:lnTo>
                  <a:pt x="31691" y="30087"/>
                </a:lnTo>
                <a:lnTo>
                  <a:pt x="31980" y="30331"/>
                </a:lnTo>
                <a:lnTo>
                  <a:pt x="32125" y="30445"/>
                </a:lnTo>
                <a:lnTo>
                  <a:pt x="32269" y="30560"/>
                </a:lnTo>
                <a:lnTo>
                  <a:pt x="32419" y="30667"/>
                </a:lnTo>
                <a:lnTo>
                  <a:pt x="32570" y="30775"/>
                </a:lnTo>
                <a:lnTo>
                  <a:pt x="32720" y="30875"/>
                </a:lnTo>
                <a:lnTo>
                  <a:pt x="32876" y="30975"/>
                </a:lnTo>
                <a:lnTo>
                  <a:pt x="33032" y="31068"/>
                </a:lnTo>
                <a:lnTo>
                  <a:pt x="33194" y="31154"/>
                </a:lnTo>
                <a:lnTo>
                  <a:pt x="33356" y="31240"/>
                </a:lnTo>
                <a:lnTo>
                  <a:pt x="33517" y="31326"/>
                </a:lnTo>
                <a:lnTo>
                  <a:pt x="33685" y="31397"/>
                </a:lnTo>
                <a:lnTo>
                  <a:pt x="33858" y="31469"/>
                </a:lnTo>
                <a:lnTo>
                  <a:pt x="34026" y="31540"/>
                </a:lnTo>
                <a:lnTo>
                  <a:pt x="34205" y="31605"/>
                </a:lnTo>
                <a:lnTo>
                  <a:pt x="34379" y="31662"/>
                </a:lnTo>
                <a:lnTo>
                  <a:pt x="34564" y="31712"/>
                </a:lnTo>
                <a:lnTo>
                  <a:pt x="34743" y="31762"/>
                </a:lnTo>
                <a:lnTo>
                  <a:pt x="34928" y="31805"/>
                </a:lnTo>
                <a:lnTo>
                  <a:pt x="35118" y="31848"/>
                </a:lnTo>
                <a:lnTo>
                  <a:pt x="35309" y="31877"/>
                </a:lnTo>
                <a:lnTo>
                  <a:pt x="35396" y="31891"/>
                </a:lnTo>
                <a:lnTo>
                  <a:pt x="35563" y="31891"/>
                </a:lnTo>
                <a:lnTo>
                  <a:pt x="35650" y="31884"/>
                </a:lnTo>
                <a:lnTo>
                  <a:pt x="35731" y="31869"/>
                </a:lnTo>
                <a:lnTo>
                  <a:pt x="35812" y="31848"/>
                </a:lnTo>
                <a:lnTo>
                  <a:pt x="35893" y="31819"/>
                </a:lnTo>
                <a:lnTo>
                  <a:pt x="35968" y="31791"/>
                </a:lnTo>
                <a:lnTo>
                  <a:pt x="36205" y="31805"/>
                </a:lnTo>
                <a:lnTo>
                  <a:pt x="36442" y="31805"/>
                </a:lnTo>
                <a:lnTo>
                  <a:pt x="36673" y="31791"/>
                </a:lnTo>
                <a:lnTo>
                  <a:pt x="36904" y="31762"/>
                </a:lnTo>
                <a:lnTo>
                  <a:pt x="37136" y="31719"/>
                </a:lnTo>
                <a:lnTo>
                  <a:pt x="37367" y="31669"/>
                </a:lnTo>
                <a:lnTo>
                  <a:pt x="37598" y="31598"/>
                </a:lnTo>
                <a:lnTo>
                  <a:pt x="37829" y="31519"/>
                </a:lnTo>
                <a:lnTo>
                  <a:pt x="38055" y="31419"/>
                </a:lnTo>
                <a:lnTo>
                  <a:pt x="38280" y="31311"/>
                </a:lnTo>
                <a:lnTo>
                  <a:pt x="38505" y="31182"/>
                </a:lnTo>
                <a:lnTo>
                  <a:pt x="38731" y="31039"/>
                </a:lnTo>
                <a:lnTo>
                  <a:pt x="38950" y="30882"/>
                </a:lnTo>
                <a:lnTo>
                  <a:pt x="39176" y="30710"/>
                </a:lnTo>
                <a:lnTo>
                  <a:pt x="39390" y="30517"/>
                </a:lnTo>
                <a:lnTo>
                  <a:pt x="39609" y="30309"/>
                </a:lnTo>
                <a:lnTo>
                  <a:pt x="39754" y="30166"/>
                </a:lnTo>
                <a:lnTo>
                  <a:pt x="39887" y="30009"/>
                </a:lnTo>
                <a:lnTo>
                  <a:pt x="40020" y="29858"/>
                </a:lnTo>
                <a:lnTo>
                  <a:pt x="40141" y="29701"/>
                </a:lnTo>
                <a:lnTo>
                  <a:pt x="40251" y="29544"/>
                </a:lnTo>
                <a:lnTo>
                  <a:pt x="40361" y="29379"/>
                </a:lnTo>
                <a:lnTo>
                  <a:pt x="40459" y="29214"/>
                </a:lnTo>
                <a:lnTo>
                  <a:pt x="40551" y="29050"/>
                </a:lnTo>
                <a:lnTo>
                  <a:pt x="40638" y="28878"/>
                </a:lnTo>
                <a:lnTo>
                  <a:pt x="40713" y="28706"/>
                </a:lnTo>
                <a:lnTo>
                  <a:pt x="40788" y="28534"/>
                </a:lnTo>
                <a:lnTo>
                  <a:pt x="40852" y="28356"/>
                </a:lnTo>
                <a:lnTo>
                  <a:pt x="40916" y="28177"/>
                </a:lnTo>
                <a:lnTo>
                  <a:pt x="40968" y="27998"/>
                </a:lnTo>
                <a:lnTo>
                  <a:pt x="41014" y="27812"/>
                </a:lnTo>
                <a:lnTo>
                  <a:pt x="41054" y="27626"/>
                </a:lnTo>
                <a:lnTo>
                  <a:pt x="41031" y="27890"/>
                </a:lnTo>
                <a:lnTo>
                  <a:pt x="41002" y="28162"/>
                </a:lnTo>
                <a:lnTo>
                  <a:pt x="40973" y="28427"/>
                </a:lnTo>
                <a:lnTo>
                  <a:pt x="40939" y="28692"/>
                </a:lnTo>
                <a:lnTo>
                  <a:pt x="40904" y="28957"/>
                </a:lnTo>
                <a:lnTo>
                  <a:pt x="40858" y="29229"/>
                </a:lnTo>
                <a:lnTo>
                  <a:pt x="40811" y="29493"/>
                </a:lnTo>
                <a:lnTo>
                  <a:pt x="40759" y="29765"/>
                </a:lnTo>
                <a:lnTo>
                  <a:pt x="40707" y="30030"/>
                </a:lnTo>
                <a:lnTo>
                  <a:pt x="40650" y="30295"/>
                </a:lnTo>
                <a:lnTo>
                  <a:pt x="40586" y="30567"/>
                </a:lnTo>
                <a:lnTo>
                  <a:pt x="40517" y="30832"/>
                </a:lnTo>
                <a:lnTo>
                  <a:pt x="40447" y="31104"/>
                </a:lnTo>
                <a:lnTo>
                  <a:pt x="40366" y="31376"/>
                </a:lnTo>
                <a:lnTo>
                  <a:pt x="40286" y="31640"/>
                </a:lnTo>
                <a:lnTo>
                  <a:pt x="40205" y="31912"/>
                </a:lnTo>
                <a:lnTo>
                  <a:pt x="40112" y="32177"/>
                </a:lnTo>
                <a:lnTo>
                  <a:pt x="40020" y="32449"/>
                </a:lnTo>
                <a:lnTo>
                  <a:pt x="39921" y="32714"/>
                </a:lnTo>
                <a:lnTo>
                  <a:pt x="39817" y="32986"/>
                </a:lnTo>
                <a:lnTo>
                  <a:pt x="39708" y="33251"/>
                </a:lnTo>
                <a:lnTo>
                  <a:pt x="39592" y="33523"/>
                </a:lnTo>
                <a:lnTo>
                  <a:pt x="39476" y="33788"/>
                </a:lnTo>
                <a:lnTo>
                  <a:pt x="39355" y="34059"/>
                </a:lnTo>
                <a:lnTo>
                  <a:pt x="39228" y="34324"/>
                </a:lnTo>
                <a:lnTo>
                  <a:pt x="39095" y="34596"/>
                </a:lnTo>
                <a:lnTo>
                  <a:pt x="38956" y="34861"/>
                </a:lnTo>
                <a:lnTo>
                  <a:pt x="38817" y="35133"/>
                </a:lnTo>
                <a:lnTo>
                  <a:pt x="38667" y="35398"/>
                </a:lnTo>
                <a:lnTo>
                  <a:pt x="38517" y="35663"/>
                </a:lnTo>
                <a:lnTo>
                  <a:pt x="38361" y="35935"/>
                </a:lnTo>
                <a:lnTo>
                  <a:pt x="38199" y="36199"/>
                </a:lnTo>
                <a:lnTo>
                  <a:pt x="38124" y="36328"/>
                </a:lnTo>
                <a:lnTo>
                  <a:pt x="38055" y="36457"/>
                </a:lnTo>
                <a:lnTo>
                  <a:pt x="37991" y="36586"/>
                </a:lnTo>
                <a:lnTo>
                  <a:pt x="37939" y="36722"/>
                </a:lnTo>
                <a:lnTo>
                  <a:pt x="37893" y="36851"/>
                </a:lnTo>
                <a:lnTo>
                  <a:pt x="37858" y="36979"/>
                </a:lnTo>
                <a:lnTo>
                  <a:pt x="37823" y="37101"/>
                </a:lnTo>
                <a:lnTo>
                  <a:pt x="37800" y="37230"/>
                </a:lnTo>
                <a:lnTo>
                  <a:pt x="37783" y="37359"/>
                </a:lnTo>
                <a:lnTo>
                  <a:pt x="37771" y="37480"/>
                </a:lnTo>
                <a:lnTo>
                  <a:pt x="37766" y="37602"/>
                </a:lnTo>
                <a:lnTo>
                  <a:pt x="37766" y="37724"/>
                </a:lnTo>
                <a:lnTo>
                  <a:pt x="37771" y="37845"/>
                </a:lnTo>
                <a:lnTo>
                  <a:pt x="37789" y="37960"/>
                </a:lnTo>
                <a:lnTo>
                  <a:pt x="37806" y="38074"/>
                </a:lnTo>
                <a:lnTo>
                  <a:pt x="37829" y="38189"/>
                </a:lnTo>
                <a:lnTo>
                  <a:pt x="37858" y="38303"/>
                </a:lnTo>
                <a:lnTo>
                  <a:pt x="37893" y="38411"/>
                </a:lnTo>
                <a:lnTo>
                  <a:pt x="37933" y="38518"/>
                </a:lnTo>
                <a:lnTo>
                  <a:pt x="37979" y="38625"/>
                </a:lnTo>
                <a:lnTo>
                  <a:pt x="38026" y="38733"/>
                </a:lnTo>
                <a:lnTo>
                  <a:pt x="38078" y="38826"/>
                </a:lnTo>
                <a:lnTo>
                  <a:pt x="38135" y="38926"/>
                </a:lnTo>
                <a:lnTo>
                  <a:pt x="38199" y="39019"/>
                </a:lnTo>
                <a:lnTo>
                  <a:pt x="38263" y="39112"/>
                </a:lnTo>
                <a:lnTo>
                  <a:pt x="38332" y="39198"/>
                </a:lnTo>
                <a:lnTo>
                  <a:pt x="38407" y="39284"/>
                </a:lnTo>
                <a:lnTo>
                  <a:pt x="38482" y="39363"/>
                </a:lnTo>
                <a:lnTo>
                  <a:pt x="38563" y="39441"/>
                </a:lnTo>
                <a:lnTo>
                  <a:pt x="38644" y="39513"/>
                </a:lnTo>
                <a:lnTo>
                  <a:pt x="38731" y="39584"/>
                </a:lnTo>
                <a:lnTo>
                  <a:pt x="38817" y="39649"/>
                </a:lnTo>
                <a:lnTo>
                  <a:pt x="38910" y="39713"/>
                </a:lnTo>
                <a:lnTo>
                  <a:pt x="39002" y="39771"/>
                </a:lnTo>
                <a:lnTo>
                  <a:pt x="39095" y="39828"/>
                </a:lnTo>
                <a:lnTo>
                  <a:pt x="39193" y="39878"/>
                </a:lnTo>
                <a:lnTo>
                  <a:pt x="39291" y="39921"/>
                </a:lnTo>
                <a:lnTo>
                  <a:pt x="39395" y="39957"/>
                </a:lnTo>
                <a:lnTo>
                  <a:pt x="39494" y="39992"/>
                </a:lnTo>
                <a:lnTo>
                  <a:pt x="39598" y="40021"/>
                </a:lnTo>
                <a:lnTo>
                  <a:pt x="39702" y="40050"/>
                </a:lnTo>
                <a:lnTo>
                  <a:pt x="39812" y="40071"/>
                </a:lnTo>
                <a:lnTo>
                  <a:pt x="39916" y="40085"/>
                </a:lnTo>
                <a:lnTo>
                  <a:pt x="40020" y="40093"/>
                </a:lnTo>
                <a:lnTo>
                  <a:pt x="40129" y="40100"/>
                </a:lnTo>
                <a:lnTo>
                  <a:pt x="40234" y="40093"/>
                </a:lnTo>
                <a:lnTo>
                  <a:pt x="40343" y="40085"/>
                </a:lnTo>
                <a:lnTo>
                  <a:pt x="40447" y="40071"/>
                </a:lnTo>
                <a:lnTo>
                  <a:pt x="40557" y="40057"/>
                </a:lnTo>
                <a:lnTo>
                  <a:pt x="40661" y="40028"/>
                </a:lnTo>
                <a:lnTo>
                  <a:pt x="40771" y="39992"/>
                </a:lnTo>
                <a:lnTo>
                  <a:pt x="40875" y="39957"/>
                </a:lnTo>
                <a:lnTo>
                  <a:pt x="40979" y="39914"/>
                </a:lnTo>
                <a:lnTo>
                  <a:pt x="41083" y="39864"/>
                </a:lnTo>
                <a:lnTo>
                  <a:pt x="41181" y="39799"/>
                </a:lnTo>
                <a:lnTo>
                  <a:pt x="41280" y="39735"/>
                </a:lnTo>
                <a:lnTo>
                  <a:pt x="41378" y="39663"/>
                </a:lnTo>
                <a:lnTo>
                  <a:pt x="41476" y="39584"/>
                </a:lnTo>
                <a:lnTo>
                  <a:pt x="41569" y="39499"/>
                </a:lnTo>
                <a:lnTo>
                  <a:pt x="41661" y="39406"/>
                </a:lnTo>
                <a:lnTo>
                  <a:pt x="41754" y="39298"/>
                </a:lnTo>
                <a:lnTo>
                  <a:pt x="41840" y="39191"/>
                </a:lnTo>
                <a:lnTo>
                  <a:pt x="41921" y="39076"/>
                </a:lnTo>
                <a:lnTo>
                  <a:pt x="42002" y="38948"/>
                </a:lnTo>
                <a:lnTo>
                  <a:pt x="42239" y="38561"/>
                </a:lnTo>
                <a:lnTo>
                  <a:pt x="42470" y="38167"/>
                </a:lnTo>
                <a:lnTo>
                  <a:pt x="42690" y="37774"/>
                </a:lnTo>
                <a:lnTo>
                  <a:pt x="42898" y="37380"/>
                </a:lnTo>
                <a:lnTo>
                  <a:pt x="43106" y="36979"/>
                </a:lnTo>
                <a:lnTo>
                  <a:pt x="43297" y="36586"/>
                </a:lnTo>
                <a:lnTo>
                  <a:pt x="43482" y="36185"/>
                </a:lnTo>
                <a:lnTo>
                  <a:pt x="43661" y="35791"/>
                </a:lnTo>
                <a:lnTo>
                  <a:pt x="43834" y="35391"/>
                </a:lnTo>
                <a:lnTo>
                  <a:pt x="43996" y="34990"/>
                </a:lnTo>
                <a:lnTo>
                  <a:pt x="44146" y="34596"/>
                </a:lnTo>
                <a:lnTo>
                  <a:pt x="44291" y="34195"/>
                </a:lnTo>
                <a:lnTo>
                  <a:pt x="44430" y="33795"/>
                </a:lnTo>
                <a:lnTo>
                  <a:pt x="44557" y="33394"/>
                </a:lnTo>
                <a:lnTo>
                  <a:pt x="44684" y="32993"/>
                </a:lnTo>
                <a:lnTo>
                  <a:pt x="44794" y="32592"/>
                </a:lnTo>
                <a:lnTo>
                  <a:pt x="44904" y="32184"/>
                </a:lnTo>
                <a:lnTo>
                  <a:pt x="45002" y="31784"/>
                </a:lnTo>
                <a:lnTo>
                  <a:pt x="45094" y="31383"/>
                </a:lnTo>
                <a:lnTo>
                  <a:pt x="45175" y="30982"/>
                </a:lnTo>
                <a:lnTo>
                  <a:pt x="45250" y="30581"/>
                </a:lnTo>
                <a:lnTo>
                  <a:pt x="45320" y="30181"/>
                </a:lnTo>
                <a:lnTo>
                  <a:pt x="45383" y="29780"/>
                </a:lnTo>
                <a:lnTo>
                  <a:pt x="45435" y="29379"/>
                </a:lnTo>
                <a:lnTo>
                  <a:pt x="45487" y="28978"/>
                </a:lnTo>
                <a:lnTo>
                  <a:pt x="45522" y="28577"/>
                </a:lnTo>
                <a:lnTo>
                  <a:pt x="45557" y="28177"/>
                </a:lnTo>
                <a:lnTo>
                  <a:pt x="45586" y="27776"/>
                </a:lnTo>
                <a:lnTo>
                  <a:pt x="45603" y="27382"/>
                </a:lnTo>
                <a:lnTo>
                  <a:pt x="45614" y="26981"/>
                </a:lnTo>
                <a:lnTo>
                  <a:pt x="45620" y="26581"/>
                </a:lnTo>
                <a:lnTo>
                  <a:pt x="45620" y="26187"/>
                </a:lnTo>
                <a:lnTo>
                  <a:pt x="45614" y="25793"/>
                </a:lnTo>
                <a:lnTo>
                  <a:pt x="45603" y="25393"/>
                </a:lnTo>
                <a:lnTo>
                  <a:pt x="45580" y="24999"/>
                </a:lnTo>
                <a:lnTo>
                  <a:pt x="45551" y="24605"/>
                </a:lnTo>
                <a:lnTo>
                  <a:pt x="45522" y="24219"/>
                </a:lnTo>
                <a:lnTo>
                  <a:pt x="45481" y="23825"/>
                </a:lnTo>
                <a:lnTo>
                  <a:pt x="45435" y="23432"/>
                </a:lnTo>
                <a:lnTo>
                  <a:pt x="45383" y="23045"/>
                </a:lnTo>
                <a:lnTo>
                  <a:pt x="45325" y="22659"/>
                </a:lnTo>
                <a:lnTo>
                  <a:pt x="45262" y="22272"/>
                </a:lnTo>
                <a:lnTo>
                  <a:pt x="45192" y="21886"/>
                </a:lnTo>
                <a:lnTo>
                  <a:pt x="45117" y="21499"/>
                </a:lnTo>
                <a:lnTo>
                  <a:pt x="45031" y="21120"/>
                </a:lnTo>
                <a:lnTo>
                  <a:pt x="44944" y="20741"/>
                </a:lnTo>
                <a:lnTo>
                  <a:pt x="44851" y="20361"/>
                </a:lnTo>
                <a:lnTo>
                  <a:pt x="44753" y="19982"/>
                </a:lnTo>
                <a:lnTo>
                  <a:pt x="44649" y="19603"/>
                </a:lnTo>
                <a:lnTo>
                  <a:pt x="44539" y="19231"/>
                </a:lnTo>
                <a:lnTo>
                  <a:pt x="44424" y="18859"/>
                </a:lnTo>
                <a:lnTo>
                  <a:pt x="44302" y="18486"/>
                </a:lnTo>
                <a:lnTo>
                  <a:pt x="44181" y="18121"/>
                </a:lnTo>
                <a:lnTo>
                  <a:pt x="44048" y="17756"/>
                </a:lnTo>
                <a:lnTo>
                  <a:pt x="43915" y="17391"/>
                </a:lnTo>
                <a:lnTo>
                  <a:pt x="43771" y="17026"/>
                </a:lnTo>
                <a:lnTo>
                  <a:pt x="43626" y="16669"/>
                </a:lnTo>
                <a:lnTo>
                  <a:pt x="43476" y="16311"/>
                </a:lnTo>
                <a:lnTo>
                  <a:pt x="43320" y="15953"/>
                </a:lnTo>
                <a:lnTo>
                  <a:pt x="43158" y="15602"/>
                </a:lnTo>
                <a:lnTo>
                  <a:pt x="42990" y="15251"/>
                </a:lnTo>
                <a:lnTo>
                  <a:pt x="42823" y="14901"/>
                </a:lnTo>
                <a:lnTo>
                  <a:pt x="42649" y="14557"/>
                </a:lnTo>
                <a:lnTo>
                  <a:pt x="42470" y="14214"/>
                </a:lnTo>
                <a:lnTo>
                  <a:pt x="42285" y="13870"/>
                </a:lnTo>
                <a:lnTo>
                  <a:pt x="42095" y="13534"/>
                </a:lnTo>
                <a:lnTo>
                  <a:pt x="41904" y="13198"/>
                </a:lnTo>
                <a:lnTo>
                  <a:pt x="41707" y="12861"/>
                </a:lnTo>
                <a:lnTo>
                  <a:pt x="41505" y="12532"/>
                </a:lnTo>
                <a:lnTo>
                  <a:pt x="41303" y="12210"/>
                </a:lnTo>
                <a:lnTo>
                  <a:pt x="41089" y="11881"/>
                </a:lnTo>
                <a:lnTo>
                  <a:pt x="40875" y="11566"/>
                </a:lnTo>
                <a:lnTo>
                  <a:pt x="40661" y="11244"/>
                </a:lnTo>
                <a:lnTo>
                  <a:pt x="40442" y="10929"/>
                </a:lnTo>
                <a:lnTo>
                  <a:pt x="40216" y="10621"/>
                </a:lnTo>
                <a:lnTo>
                  <a:pt x="39985" y="10313"/>
                </a:lnTo>
                <a:lnTo>
                  <a:pt x="39754" y="10006"/>
                </a:lnTo>
                <a:lnTo>
                  <a:pt x="39517" y="9705"/>
                </a:lnTo>
                <a:lnTo>
                  <a:pt x="39280" y="9404"/>
                </a:lnTo>
                <a:lnTo>
                  <a:pt x="39037" y="9111"/>
                </a:lnTo>
                <a:lnTo>
                  <a:pt x="38789" y="8825"/>
                </a:lnTo>
                <a:lnTo>
                  <a:pt x="38540" y="8531"/>
                </a:lnTo>
                <a:lnTo>
                  <a:pt x="38286" y="8252"/>
                </a:lnTo>
                <a:lnTo>
                  <a:pt x="38031" y="7973"/>
                </a:lnTo>
                <a:lnTo>
                  <a:pt x="37771" y="7694"/>
                </a:lnTo>
                <a:lnTo>
                  <a:pt x="37505" y="7422"/>
                </a:lnTo>
                <a:lnTo>
                  <a:pt x="37240" y="7157"/>
                </a:lnTo>
                <a:lnTo>
                  <a:pt x="36974" y="6892"/>
                </a:lnTo>
                <a:lnTo>
                  <a:pt x="36702" y="6628"/>
                </a:lnTo>
                <a:lnTo>
                  <a:pt x="36430" y="6370"/>
                </a:lnTo>
                <a:lnTo>
                  <a:pt x="36153" y="6119"/>
                </a:lnTo>
                <a:lnTo>
                  <a:pt x="35870" y="5876"/>
                </a:lnTo>
                <a:lnTo>
                  <a:pt x="35592" y="5626"/>
                </a:lnTo>
                <a:lnTo>
                  <a:pt x="35303" y="5389"/>
                </a:lnTo>
                <a:lnTo>
                  <a:pt x="35020" y="5153"/>
                </a:lnTo>
                <a:lnTo>
                  <a:pt x="34731" y="4924"/>
                </a:lnTo>
                <a:lnTo>
                  <a:pt x="34436" y="4695"/>
                </a:lnTo>
                <a:lnTo>
                  <a:pt x="34142" y="4473"/>
                </a:lnTo>
                <a:lnTo>
                  <a:pt x="33847" y="4259"/>
                </a:lnTo>
                <a:lnTo>
                  <a:pt x="33546" y="4044"/>
                </a:lnTo>
                <a:lnTo>
                  <a:pt x="33246" y="3836"/>
                </a:lnTo>
                <a:lnTo>
                  <a:pt x="32945" y="3636"/>
                </a:lnTo>
                <a:lnTo>
                  <a:pt x="32639" y="3436"/>
                </a:lnTo>
                <a:lnTo>
                  <a:pt x="32333" y="3242"/>
                </a:lnTo>
                <a:lnTo>
                  <a:pt x="32026" y="3056"/>
                </a:lnTo>
                <a:lnTo>
                  <a:pt x="31714" y="2877"/>
                </a:lnTo>
                <a:lnTo>
                  <a:pt x="31402" y="2699"/>
                </a:lnTo>
                <a:lnTo>
                  <a:pt x="31090" y="2520"/>
                </a:lnTo>
                <a:lnTo>
                  <a:pt x="30778" y="2355"/>
                </a:lnTo>
                <a:lnTo>
                  <a:pt x="30460" y="2190"/>
                </a:lnTo>
                <a:lnTo>
                  <a:pt x="30142" y="2033"/>
                </a:lnTo>
                <a:lnTo>
                  <a:pt x="29824" y="1883"/>
                </a:lnTo>
                <a:lnTo>
                  <a:pt x="29501" y="1740"/>
                </a:lnTo>
                <a:lnTo>
                  <a:pt x="29183" y="1596"/>
                </a:lnTo>
                <a:lnTo>
                  <a:pt x="28859" y="1460"/>
                </a:lnTo>
                <a:lnTo>
                  <a:pt x="28535" y="1332"/>
                </a:lnTo>
                <a:lnTo>
                  <a:pt x="28212" y="1203"/>
                </a:lnTo>
                <a:lnTo>
                  <a:pt x="27888" y="1088"/>
                </a:lnTo>
                <a:lnTo>
                  <a:pt x="27559" y="974"/>
                </a:lnTo>
                <a:lnTo>
                  <a:pt x="27229" y="866"/>
                </a:lnTo>
                <a:lnTo>
                  <a:pt x="26905" y="766"/>
                </a:lnTo>
                <a:lnTo>
                  <a:pt x="26576" y="673"/>
                </a:lnTo>
                <a:lnTo>
                  <a:pt x="26247" y="580"/>
                </a:lnTo>
                <a:lnTo>
                  <a:pt x="25917" y="501"/>
                </a:lnTo>
                <a:lnTo>
                  <a:pt x="25588" y="423"/>
                </a:lnTo>
                <a:lnTo>
                  <a:pt x="25252" y="351"/>
                </a:lnTo>
                <a:lnTo>
                  <a:pt x="24923" y="287"/>
                </a:lnTo>
                <a:lnTo>
                  <a:pt x="24594" y="229"/>
                </a:lnTo>
                <a:lnTo>
                  <a:pt x="24241" y="172"/>
                </a:lnTo>
                <a:lnTo>
                  <a:pt x="23888" y="129"/>
                </a:lnTo>
                <a:lnTo>
                  <a:pt x="23536" y="86"/>
                </a:lnTo>
                <a:lnTo>
                  <a:pt x="23183" y="58"/>
                </a:lnTo>
                <a:lnTo>
                  <a:pt x="22831" y="29"/>
                </a:lnTo>
                <a:lnTo>
                  <a:pt x="22478" y="15"/>
                </a:lnTo>
                <a:lnTo>
                  <a:pt x="221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8043375" y="892013"/>
            <a:ext cx="437125" cy="331750"/>
          </a:xfrm>
          <a:custGeom>
            <a:rect b="b" l="l" r="r" t="t"/>
            <a:pathLst>
              <a:path extrusionOk="0" h="13270" w="17485">
                <a:moveTo>
                  <a:pt x="16681" y="1"/>
                </a:moveTo>
                <a:lnTo>
                  <a:pt x="16606" y="15"/>
                </a:lnTo>
                <a:lnTo>
                  <a:pt x="16525" y="36"/>
                </a:lnTo>
                <a:lnTo>
                  <a:pt x="16438" y="72"/>
                </a:lnTo>
                <a:lnTo>
                  <a:pt x="15901" y="337"/>
                </a:lnTo>
                <a:lnTo>
                  <a:pt x="15363" y="616"/>
                </a:lnTo>
                <a:lnTo>
                  <a:pt x="14831" y="902"/>
                </a:lnTo>
                <a:lnTo>
                  <a:pt x="14300" y="1196"/>
                </a:lnTo>
                <a:lnTo>
                  <a:pt x="13768" y="1503"/>
                </a:lnTo>
                <a:lnTo>
                  <a:pt x="13242" y="1818"/>
                </a:lnTo>
                <a:lnTo>
                  <a:pt x="12716" y="2140"/>
                </a:lnTo>
                <a:lnTo>
                  <a:pt x="12190" y="2470"/>
                </a:lnTo>
                <a:lnTo>
                  <a:pt x="11670" y="2813"/>
                </a:lnTo>
                <a:lnTo>
                  <a:pt x="11150" y="3157"/>
                </a:lnTo>
                <a:lnTo>
                  <a:pt x="10629" y="3507"/>
                </a:lnTo>
                <a:lnTo>
                  <a:pt x="10115" y="3865"/>
                </a:lnTo>
                <a:lnTo>
                  <a:pt x="9601" y="4230"/>
                </a:lnTo>
                <a:lnTo>
                  <a:pt x="9092" y="4602"/>
                </a:lnTo>
                <a:lnTo>
                  <a:pt x="8578" y="4982"/>
                </a:lnTo>
                <a:lnTo>
                  <a:pt x="8075" y="5361"/>
                </a:lnTo>
                <a:lnTo>
                  <a:pt x="7566" y="5747"/>
                </a:lnTo>
                <a:lnTo>
                  <a:pt x="7063" y="6141"/>
                </a:lnTo>
                <a:lnTo>
                  <a:pt x="6566" y="6535"/>
                </a:lnTo>
                <a:lnTo>
                  <a:pt x="6063" y="6935"/>
                </a:lnTo>
                <a:lnTo>
                  <a:pt x="5075" y="7744"/>
                </a:lnTo>
                <a:lnTo>
                  <a:pt x="4093" y="8560"/>
                </a:lnTo>
                <a:lnTo>
                  <a:pt x="3122" y="9383"/>
                </a:lnTo>
                <a:lnTo>
                  <a:pt x="2156" y="10213"/>
                </a:lnTo>
                <a:lnTo>
                  <a:pt x="1203" y="11051"/>
                </a:lnTo>
                <a:lnTo>
                  <a:pt x="261" y="11881"/>
                </a:lnTo>
                <a:lnTo>
                  <a:pt x="209" y="11931"/>
                </a:lnTo>
                <a:lnTo>
                  <a:pt x="162" y="11988"/>
                </a:lnTo>
                <a:lnTo>
                  <a:pt x="122" y="12045"/>
                </a:lnTo>
                <a:lnTo>
                  <a:pt x="87" y="12110"/>
                </a:lnTo>
                <a:lnTo>
                  <a:pt x="58" y="12174"/>
                </a:lnTo>
                <a:lnTo>
                  <a:pt x="35" y="12239"/>
                </a:lnTo>
                <a:lnTo>
                  <a:pt x="18" y="12310"/>
                </a:lnTo>
                <a:lnTo>
                  <a:pt x="6" y="12375"/>
                </a:lnTo>
                <a:lnTo>
                  <a:pt x="1" y="12446"/>
                </a:lnTo>
                <a:lnTo>
                  <a:pt x="1" y="12518"/>
                </a:lnTo>
                <a:lnTo>
                  <a:pt x="6" y="12582"/>
                </a:lnTo>
                <a:lnTo>
                  <a:pt x="12" y="12654"/>
                </a:lnTo>
                <a:lnTo>
                  <a:pt x="24" y="12718"/>
                </a:lnTo>
                <a:lnTo>
                  <a:pt x="41" y="12783"/>
                </a:lnTo>
                <a:lnTo>
                  <a:pt x="64" y="12847"/>
                </a:lnTo>
                <a:lnTo>
                  <a:pt x="87" y="12911"/>
                </a:lnTo>
                <a:lnTo>
                  <a:pt x="122" y="12969"/>
                </a:lnTo>
                <a:lnTo>
                  <a:pt x="151" y="13019"/>
                </a:lnTo>
                <a:lnTo>
                  <a:pt x="185" y="13069"/>
                </a:lnTo>
                <a:lnTo>
                  <a:pt x="226" y="13112"/>
                </a:lnTo>
                <a:lnTo>
                  <a:pt x="266" y="13155"/>
                </a:lnTo>
                <a:lnTo>
                  <a:pt x="313" y="13190"/>
                </a:lnTo>
                <a:lnTo>
                  <a:pt x="359" y="13219"/>
                </a:lnTo>
                <a:lnTo>
                  <a:pt x="405" y="13241"/>
                </a:lnTo>
                <a:lnTo>
                  <a:pt x="457" y="13255"/>
                </a:lnTo>
                <a:lnTo>
                  <a:pt x="509" y="13262"/>
                </a:lnTo>
                <a:lnTo>
                  <a:pt x="567" y="13269"/>
                </a:lnTo>
                <a:lnTo>
                  <a:pt x="625" y="13262"/>
                </a:lnTo>
                <a:lnTo>
                  <a:pt x="683" y="13241"/>
                </a:lnTo>
                <a:lnTo>
                  <a:pt x="740" y="13219"/>
                </a:lnTo>
                <a:lnTo>
                  <a:pt x="798" y="13183"/>
                </a:lnTo>
                <a:lnTo>
                  <a:pt x="856" y="13140"/>
                </a:lnTo>
                <a:lnTo>
                  <a:pt x="1347" y="12740"/>
                </a:lnTo>
                <a:lnTo>
                  <a:pt x="1838" y="12346"/>
                </a:lnTo>
                <a:lnTo>
                  <a:pt x="2336" y="11967"/>
                </a:lnTo>
                <a:lnTo>
                  <a:pt x="2833" y="11580"/>
                </a:lnTo>
                <a:lnTo>
                  <a:pt x="3330" y="11208"/>
                </a:lnTo>
                <a:lnTo>
                  <a:pt x="3827" y="10836"/>
                </a:lnTo>
                <a:lnTo>
                  <a:pt x="4330" y="10471"/>
                </a:lnTo>
                <a:lnTo>
                  <a:pt x="4827" y="10113"/>
                </a:lnTo>
                <a:lnTo>
                  <a:pt x="5838" y="9405"/>
                </a:lnTo>
                <a:lnTo>
                  <a:pt x="6850" y="8703"/>
                </a:lnTo>
                <a:lnTo>
                  <a:pt x="7867" y="8023"/>
                </a:lnTo>
                <a:lnTo>
                  <a:pt x="8884" y="7343"/>
                </a:lnTo>
                <a:lnTo>
                  <a:pt x="9907" y="6678"/>
                </a:lnTo>
                <a:lnTo>
                  <a:pt x="10936" y="6012"/>
                </a:lnTo>
                <a:lnTo>
                  <a:pt x="12988" y="4688"/>
                </a:lnTo>
                <a:lnTo>
                  <a:pt x="14016" y="4023"/>
                </a:lnTo>
                <a:lnTo>
                  <a:pt x="15039" y="3350"/>
                </a:lnTo>
                <a:lnTo>
                  <a:pt x="16068" y="2670"/>
                </a:lnTo>
                <a:lnTo>
                  <a:pt x="17091" y="1976"/>
                </a:lnTo>
                <a:lnTo>
                  <a:pt x="17161" y="1919"/>
                </a:lnTo>
                <a:lnTo>
                  <a:pt x="17230" y="1861"/>
                </a:lnTo>
                <a:lnTo>
                  <a:pt x="17288" y="1790"/>
                </a:lnTo>
                <a:lnTo>
                  <a:pt x="17334" y="1718"/>
                </a:lnTo>
                <a:lnTo>
                  <a:pt x="17380" y="1639"/>
                </a:lnTo>
                <a:lnTo>
                  <a:pt x="17415" y="1554"/>
                </a:lnTo>
                <a:lnTo>
                  <a:pt x="17438" y="1468"/>
                </a:lnTo>
                <a:lnTo>
                  <a:pt x="17461" y="1382"/>
                </a:lnTo>
                <a:lnTo>
                  <a:pt x="17478" y="1289"/>
                </a:lnTo>
                <a:lnTo>
                  <a:pt x="17484" y="1196"/>
                </a:lnTo>
                <a:lnTo>
                  <a:pt x="17484" y="1103"/>
                </a:lnTo>
                <a:lnTo>
                  <a:pt x="17484" y="1010"/>
                </a:lnTo>
                <a:lnTo>
                  <a:pt x="17473" y="917"/>
                </a:lnTo>
                <a:lnTo>
                  <a:pt x="17455" y="824"/>
                </a:lnTo>
                <a:lnTo>
                  <a:pt x="17438" y="738"/>
                </a:lnTo>
                <a:lnTo>
                  <a:pt x="17409" y="652"/>
                </a:lnTo>
                <a:lnTo>
                  <a:pt x="17380" y="566"/>
                </a:lnTo>
                <a:lnTo>
                  <a:pt x="17345" y="480"/>
                </a:lnTo>
                <a:lnTo>
                  <a:pt x="17299" y="408"/>
                </a:lnTo>
                <a:lnTo>
                  <a:pt x="17259" y="330"/>
                </a:lnTo>
                <a:lnTo>
                  <a:pt x="17207" y="265"/>
                </a:lnTo>
                <a:lnTo>
                  <a:pt x="17155" y="208"/>
                </a:lnTo>
                <a:lnTo>
                  <a:pt x="17097" y="151"/>
                </a:lnTo>
                <a:lnTo>
                  <a:pt x="17033" y="101"/>
                </a:lnTo>
                <a:lnTo>
                  <a:pt x="16970" y="65"/>
                </a:lnTo>
                <a:lnTo>
                  <a:pt x="16906" y="36"/>
                </a:lnTo>
                <a:lnTo>
                  <a:pt x="16831" y="15"/>
                </a:lnTo>
                <a:lnTo>
                  <a:pt x="1676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8129650" y="972163"/>
            <a:ext cx="544450" cy="369850"/>
          </a:xfrm>
          <a:custGeom>
            <a:rect b="b" l="l" r="r" t="t"/>
            <a:pathLst>
              <a:path extrusionOk="0" h="14794" w="21778">
                <a:moveTo>
                  <a:pt x="20859" y="1"/>
                </a:moveTo>
                <a:lnTo>
                  <a:pt x="20755" y="8"/>
                </a:lnTo>
                <a:lnTo>
                  <a:pt x="20651" y="29"/>
                </a:lnTo>
                <a:lnTo>
                  <a:pt x="20541" y="72"/>
                </a:lnTo>
                <a:lnTo>
                  <a:pt x="20426" y="122"/>
                </a:lnTo>
                <a:lnTo>
                  <a:pt x="19125" y="838"/>
                </a:lnTo>
                <a:lnTo>
                  <a:pt x="17819" y="1568"/>
                </a:lnTo>
                <a:lnTo>
                  <a:pt x="16518" y="2312"/>
                </a:lnTo>
                <a:lnTo>
                  <a:pt x="15224" y="3071"/>
                </a:lnTo>
                <a:lnTo>
                  <a:pt x="13929" y="3844"/>
                </a:lnTo>
                <a:lnTo>
                  <a:pt x="13288" y="4238"/>
                </a:lnTo>
                <a:lnTo>
                  <a:pt x="12640" y="4631"/>
                </a:lnTo>
                <a:lnTo>
                  <a:pt x="11999" y="5032"/>
                </a:lnTo>
                <a:lnTo>
                  <a:pt x="11363" y="5440"/>
                </a:lnTo>
                <a:lnTo>
                  <a:pt x="10721" y="5848"/>
                </a:lnTo>
                <a:lnTo>
                  <a:pt x="10086" y="6263"/>
                </a:lnTo>
                <a:lnTo>
                  <a:pt x="9450" y="6678"/>
                </a:lnTo>
                <a:lnTo>
                  <a:pt x="8820" y="7100"/>
                </a:lnTo>
                <a:lnTo>
                  <a:pt x="8190" y="7530"/>
                </a:lnTo>
                <a:lnTo>
                  <a:pt x="7560" y="7959"/>
                </a:lnTo>
                <a:lnTo>
                  <a:pt x="6936" y="8396"/>
                </a:lnTo>
                <a:lnTo>
                  <a:pt x="6311" y="8832"/>
                </a:lnTo>
                <a:lnTo>
                  <a:pt x="5693" y="9283"/>
                </a:lnTo>
                <a:lnTo>
                  <a:pt x="5075" y="9734"/>
                </a:lnTo>
                <a:lnTo>
                  <a:pt x="4462" y="10192"/>
                </a:lnTo>
                <a:lnTo>
                  <a:pt x="3849" y="10650"/>
                </a:lnTo>
                <a:lnTo>
                  <a:pt x="3242" y="11115"/>
                </a:lnTo>
                <a:lnTo>
                  <a:pt x="2636" y="11595"/>
                </a:lnTo>
                <a:lnTo>
                  <a:pt x="2034" y="12067"/>
                </a:lnTo>
                <a:lnTo>
                  <a:pt x="1433" y="12554"/>
                </a:lnTo>
                <a:lnTo>
                  <a:pt x="838" y="13040"/>
                </a:lnTo>
                <a:lnTo>
                  <a:pt x="249" y="13541"/>
                </a:lnTo>
                <a:lnTo>
                  <a:pt x="197" y="13584"/>
                </a:lnTo>
                <a:lnTo>
                  <a:pt x="156" y="13634"/>
                </a:lnTo>
                <a:lnTo>
                  <a:pt x="116" y="13692"/>
                </a:lnTo>
                <a:lnTo>
                  <a:pt x="81" y="13742"/>
                </a:lnTo>
                <a:lnTo>
                  <a:pt x="58" y="13799"/>
                </a:lnTo>
                <a:lnTo>
                  <a:pt x="35" y="13863"/>
                </a:lnTo>
                <a:lnTo>
                  <a:pt x="17" y="13921"/>
                </a:lnTo>
                <a:lnTo>
                  <a:pt x="6" y="13985"/>
                </a:lnTo>
                <a:lnTo>
                  <a:pt x="0" y="14042"/>
                </a:lnTo>
                <a:lnTo>
                  <a:pt x="0" y="14107"/>
                </a:lnTo>
                <a:lnTo>
                  <a:pt x="0" y="14171"/>
                </a:lnTo>
                <a:lnTo>
                  <a:pt x="12" y="14228"/>
                </a:lnTo>
                <a:lnTo>
                  <a:pt x="23" y="14293"/>
                </a:lnTo>
                <a:lnTo>
                  <a:pt x="35" y="14350"/>
                </a:lnTo>
                <a:lnTo>
                  <a:pt x="58" y="14407"/>
                </a:lnTo>
                <a:lnTo>
                  <a:pt x="81" y="14457"/>
                </a:lnTo>
                <a:lnTo>
                  <a:pt x="104" y="14515"/>
                </a:lnTo>
                <a:lnTo>
                  <a:pt x="133" y="14558"/>
                </a:lnTo>
                <a:lnTo>
                  <a:pt x="168" y="14608"/>
                </a:lnTo>
                <a:lnTo>
                  <a:pt x="202" y="14644"/>
                </a:lnTo>
                <a:lnTo>
                  <a:pt x="243" y="14686"/>
                </a:lnTo>
                <a:lnTo>
                  <a:pt x="283" y="14715"/>
                </a:lnTo>
                <a:lnTo>
                  <a:pt x="324" y="14744"/>
                </a:lnTo>
                <a:lnTo>
                  <a:pt x="370" y="14765"/>
                </a:lnTo>
                <a:lnTo>
                  <a:pt x="416" y="14779"/>
                </a:lnTo>
                <a:lnTo>
                  <a:pt x="468" y="14794"/>
                </a:lnTo>
                <a:lnTo>
                  <a:pt x="520" y="14794"/>
                </a:lnTo>
                <a:lnTo>
                  <a:pt x="572" y="14787"/>
                </a:lnTo>
                <a:lnTo>
                  <a:pt x="624" y="14779"/>
                </a:lnTo>
                <a:lnTo>
                  <a:pt x="682" y="14758"/>
                </a:lnTo>
                <a:lnTo>
                  <a:pt x="740" y="14729"/>
                </a:lnTo>
                <a:lnTo>
                  <a:pt x="798" y="14694"/>
                </a:lnTo>
                <a:lnTo>
                  <a:pt x="2040" y="13820"/>
                </a:lnTo>
                <a:lnTo>
                  <a:pt x="3283" y="12955"/>
                </a:lnTo>
                <a:lnTo>
                  <a:pt x="4526" y="12096"/>
                </a:lnTo>
                <a:lnTo>
                  <a:pt x="5768" y="11244"/>
                </a:lnTo>
                <a:lnTo>
                  <a:pt x="7017" y="10414"/>
                </a:lnTo>
                <a:lnTo>
                  <a:pt x="8265" y="9591"/>
                </a:lnTo>
                <a:lnTo>
                  <a:pt x="9519" y="8775"/>
                </a:lnTo>
                <a:lnTo>
                  <a:pt x="10779" y="7981"/>
                </a:lnTo>
                <a:lnTo>
                  <a:pt x="11409" y="7587"/>
                </a:lnTo>
                <a:lnTo>
                  <a:pt x="12039" y="7200"/>
                </a:lnTo>
                <a:lnTo>
                  <a:pt x="12675" y="6814"/>
                </a:lnTo>
                <a:lnTo>
                  <a:pt x="13311" y="6435"/>
                </a:lnTo>
                <a:lnTo>
                  <a:pt x="13952" y="6055"/>
                </a:lnTo>
                <a:lnTo>
                  <a:pt x="14594" y="5683"/>
                </a:lnTo>
                <a:lnTo>
                  <a:pt x="15235" y="5318"/>
                </a:lnTo>
                <a:lnTo>
                  <a:pt x="15877" y="4953"/>
                </a:lnTo>
                <a:lnTo>
                  <a:pt x="16524" y="4595"/>
                </a:lnTo>
                <a:lnTo>
                  <a:pt x="17177" y="4238"/>
                </a:lnTo>
                <a:lnTo>
                  <a:pt x="17830" y="3887"/>
                </a:lnTo>
                <a:lnTo>
                  <a:pt x="18484" y="3543"/>
                </a:lnTo>
                <a:lnTo>
                  <a:pt x="19142" y="3200"/>
                </a:lnTo>
                <a:lnTo>
                  <a:pt x="19807" y="2863"/>
                </a:lnTo>
                <a:lnTo>
                  <a:pt x="20466" y="2534"/>
                </a:lnTo>
                <a:lnTo>
                  <a:pt x="21136" y="2205"/>
                </a:lnTo>
                <a:lnTo>
                  <a:pt x="21246" y="2148"/>
                </a:lnTo>
                <a:lnTo>
                  <a:pt x="21345" y="2076"/>
                </a:lnTo>
                <a:lnTo>
                  <a:pt x="21437" y="1998"/>
                </a:lnTo>
                <a:lnTo>
                  <a:pt x="21512" y="1919"/>
                </a:lnTo>
                <a:lnTo>
                  <a:pt x="21581" y="1826"/>
                </a:lnTo>
                <a:lnTo>
                  <a:pt x="21639" y="1733"/>
                </a:lnTo>
                <a:lnTo>
                  <a:pt x="21686" y="1640"/>
                </a:lnTo>
                <a:lnTo>
                  <a:pt x="21720" y="1532"/>
                </a:lnTo>
                <a:lnTo>
                  <a:pt x="21749" y="1432"/>
                </a:lnTo>
                <a:lnTo>
                  <a:pt x="21766" y="1325"/>
                </a:lnTo>
                <a:lnTo>
                  <a:pt x="21778" y="1217"/>
                </a:lnTo>
                <a:lnTo>
                  <a:pt x="21778" y="1110"/>
                </a:lnTo>
                <a:lnTo>
                  <a:pt x="21772" y="1003"/>
                </a:lnTo>
                <a:lnTo>
                  <a:pt x="21755" y="895"/>
                </a:lnTo>
                <a:lnTo>
                  <a:pt x="21732" y="795"/>
                </a:lnTo>
                <a:lnTo>
                  <a:pt x="21703" y="695"/>
                </a:lnTo>
                <a:lnTo>
                  <a:pt x="21668" y="595"/>
                </a:lnTo>
                <a:lnTo>
                  <a:pt x="21622" y="502"/>
                </a:lnTo>
                <a:lnTo>
                  <a:pt x="21570" y="416"/>
                </a:lnTo>
                <a:lnTo>
                  <a:pt x="21512" y="337"/>
                </a:lnTo>
                <a:lnTo>
                  <a:pt x="21449" y="258"/>
                </a:lnTo>
                <a:lnTo>
                  <a:pt x="21379" y="194"/>
                </a:lnTo>
                <a:lnTo>
                  <a:pt x="21304" y="137"/>
                </a:lnTo>
                <a:lnTo>
                  <a:pt x="21223" y="87"/>
                </a:lnTo>
                <a:lnTo>
                  <a:pt x="21142" y="51"/>
                </a:lnTo>
                <a:lnTo>
                  <a:pt x="21050" y="22"/>
                </a:lnTo>
                <a:lnTo>
                  <a:pt x="2095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357750" y="4511763"/>
            <a:ext cx="286125" cy="373050"/>
          </a:xfrm>
          <a:custGeom>
            <a:rect b="b" l="l" r="r" t="t"/>
            <a:pathLst>
              <a:path extrusionOk="0" h="14922" w="11445">
                <a:moveTo>
                  <a:pt x="4989" y="0"/>
                </a:moveTo>
                <a:lnTo>
                  <a:pt x="4914" y="7"/>
                </a:lnTo>
                <a:lnTo>
                  <a:pt x="4844" y="22"/>
                </a:lnTo>
                <a:lnTo>
                  <a:pt x="4775" y="43"/>
                </a:lnTo>
                <a:lnTo>
                  <a:pt x="4706" y="65"/>
                </a:lnTo>
                <a:lnTo>
                  <a:pt x="4636" y="100"/>
                </a:lnTo>
                <a:lnTo>
                  <a:pt x="4573" y="136"/>
                </a:lnTo>
                <a:lnTo>
                  <a:pt x="4515" y="186"/>
                </a:lnTo>
                <a:lnTo>
                  <a:pt x="4457" y="236"/>
                </a:lnTo>
                <a:lnTo>
                  <a:pt x="4411" y="301"/>
                </a:lnTo>
                <a:lnTo>
                  <a:pt x="4359" y="365"/>
                </a:lnTo>
                <a:lnTo>
                  <a:pt x="4318" y="437"/>
                </a:lnTo>
                <a:lnTo>
                  <a:pt x="4284" y="523"/>
                </a:lnTo>
                <a:lnTo>
                  <a:pt x="4255" y="608"/>
                </a:lnTo>
                <a:lnTo>
                  <a:pt x="4232" y="701"/>
                </a:lnTo>
                <a:lnTo>
                  <a:pt x="4214" y="809"/>
                </a:lnTo>
                <a:lnTo>
                  <a:pt x="4180" y="1124"/>
                </a:lnTo>
                <a:lnTo>
                  <a:pt x="4151" y="1446"/>
                </a:lnTo>
                <a:lnTo>
                  <a:pt x="4128" y="1768"/>
                </a:lnTo>
                <a:lnTo>
                  <a:pt x="4110" y="2090"/>
                </a:lnTo>
                <a:lnTo>
                  <a:pt x="4093" y="2419"/>
                </a:lnTo>
                <a:lnTo>
                  <a:pt x="4081" y="2748"/>
                </a:lnTo>
                <a:lnTo>
                  <a:pt x="4076" y="3078"/>
                </a:lnTo>
                <a:lnTo>
                  <a:pt x="4070" y="3414"/>
                </a:lnTo>
                <a:lnTo>
                  <a:pt x="4070" y="4079"/>
                </a:lnTo>
                <a:lnTo>
                  <a:pt x="4087" y="4759"/>
                </a:lnTo>
                <a:lnTo>
                  <a:pt x="4110" y="5446"/>
                </a:lnTo>
                <a:lnTo>
                  <a:pt x="4151" y="6126"/>
                </a:lnTo>
                <a:lnTo>
                  <a:pt x="3278" y="6026"/>
                </a:lnTo>
                <a:lnTo>
                  <a:pt x="2411" y="5926"/>
                </a:lnTo>
                <a:lnTo>
                  <a:pt x="1544" y="5833"/>
                </a:lnTo>
                <a:lnTo>
                  <a:pt x="677" y="5747"/>
                </a:lnTo>
                <a:lnTo>
                  <a:pt x="608" y="5747"/>
                </a:lnTo>
                <a:lnTo>
                  <a:pt x="538" y="5754"/>
                </a:lnTo>
                <a:lnTo>
                  <a:pt x="475" y="5768"/>
                </a:lnTo>
                <a:lnTo>
                  <a:pt x="417" y="5797"/>
                </a:lnTo>
                <a:lnTo>
                  <a:pt x="359" y="5826"/>
                </a:lnTo>
                <a:lnTo>
                  <a:pt x="307" y="5869"/>
                </a:lnTo>
                <a:lnTo>
                  <a:pt x="261" y="5912"/>
                </a:lnTo>
                <a:lnTo>
                  <a:pt x="215" y="5962"/>
                </a:lnTo>
                <a:lnTo>
                  <a:pt x="174" y="6019"/>
                </a:lnTo>
                <a:lnTo>
                  <a:pt x="140" y="6076"/>
                </a:lnTo>
                <a:lnTo>
                  <a:pt x="105" y="6141"/>
                </a:lnTo>
                <a:lnTo>
                  <a:pt x="76" y="6212"/>
                </a:lnTo>
                <a:lnTo>
                  <a:pt x="53" y="6284"/>
                </a:lnTo>
                <a:lnTo>
                  <a:pt x="36" y="6355"/>
                </a:lnTo>
                <a:lnTo>
                  <a:pt x="18" y="6434"/>
                </a:lnTo>
                <a:lnTo>
                  <a:pt x="7" y="6506"/>
                </a:lnTo>
                <a:lnTo>
                  <a:pt x="1" y="6584"/>
                </a:lnTo>
                <a:lnTo>
                  <a:pt x="1" y="6663"/>
                </a:lnTo>
                <a:lnTo>
                  <a:pt x="7" y="6742"/>
                </a:lnTo>
                <a:lnTo>
                  <a:pt x="12" y="6813"/>
                </a:lnTo>
                <a:lnTo>
                  <a:pt x="24" y="6892"/>
                </a:lnTo>
                <a:lnTo>
                  <a:pt x="41" y="6964"/>
                </a:lnTo>
                <a:lnTo>
                  <a:pt x="64" y="7028"/>
                </a:lnTo>
                <a:lnTo>
                  <a:pt x="93" y="7092"/>
                </a:lnTo>
                <a:lnTo>
                  <a:pt x="122" y="7157"/>
                </a:lnTo>
                <a:lnTo>
                  <a:pt x="163" y="7214"/>
                </a:lnTo>
                <a:lnTo>
                  <a:pt x="203" y="7264"/>
                </a:lnTo>
                <a:lnTo>
                  <a:pt x="249" y="7314"/>
                </a:lnTo>
                <a:lnTo>
                  <a:pt x="301" y="7350"/>
                </a:lnTo>
                <a:lnTo>
                  <a:pt x="359" y="7386"/>
                </a:lnTo>
                <a:lnTo>
                  <a:pt x="423" y="7407"/>
                </a:lnTo>
                <a:lnTo>
                  <a:pt x="492" y="7429"/>
                </a:lnTo>
                <a:lnTo>
                  <a:pt x="1440" y="7593"/>
                </a:lnTo>
                <a:lnTo>
                  <a:pt x="2388" y="7751"/>
                </a:lnTo>
                <a:lnTo>
                  <a:pt x="3336" y="7908"/>
                </a:lnTo>
                <a:lnTo>
                  <a:pt x="4289" y="8051"/>
                </a:lnTo>
                <a:lnTo>
                  <a:pt x="4353" y="8810"/>
                </a:lnTo>
                <a:lnTo>
                  <a:pt x="4428" y="9562"/>
                </a:lnTo>
                <a:lnTo>
                  <a:pt x="4573" y="11050"/>
                </a:lnTo>
                <a:lnTo>
                  <a:pt x="4717" y="12510"/>
                </a:lnTo>
                <a:lnTo>
                  <a:pt x="4781" y="13226"/>
                </a:lnTo>
                <a:lnTo>
                  <a:pt x="4844" y="13927"/>
                </a:lnTo>
                <a:lnTo>
                  <a:pt x="4856" y="14049"/>
                </a:lnTo>
                <a:lnTo>
                  <a:pt x="4879" y="14156"/>
                </a:lnTo>
                <a:lnTo>
                  <a:pt x="4908" y="14256"/>
                </a:lnTo>
                <a:lnTo>
                  <a:pt x="4948" y="14357"/>
                </a:lnTo>
                <a:lnTo>
                  <a:pt x="4989" y="14442"/>
                </a:lnTo>
                <a:lnTo>
                  <a:pt x="5035" y="14528"/>
                </a:lnTo>
                <a:lnTo>
                  <a:pt x="5093" y="14600"/>
                </a:lnTo>
                <a:lnTo>
                  <a:pt x="5151" y="14664"/>
                </a:lnTo>
                <a:lnTo>
                  <a:pt x="5214" y="14722"/>
                </a:lnTo>
                <a:lnTo>
                  <a:pt x="5278" y="14772"/>
                </a:lnTo>
                <a:lnTo>
                  <a:pt x="5347" y="14822"/>
                </a:lnTo>
                <a:lnTo>
                  <a:pt x="5422" y="14858"/>
                </a:lnTo>
                <a:lnTo>
                  <a:pt x="5497" y="14886"/>
                </a:lnTo>
                <a:lnTo>
                  <a:pt x="5572" y="14900"/>
                </a:lnTo>
                <a:lnTo>
                  <a:pt x="5648" y="14915"/>
                </a:lnTo>
                <a:lnTo>
                  <a:pt x="5723" y="14922"/>
                </a:lnTo>
                <a:lnTo>
                  <a:pt x="5798" y="14922"/>
                </a:lnTo>
                <a:lnTo>
                  <a:pt x="5873" y="14908"/>
                </a:lnTo>
                <a:lnTo>
                  <a:pt x="5948" y="14893"/>
                </a:lnTo>
                <a:lnTo>
                  <a:pt x="6018" y="14865"/>
                </a:lnTo>
                <a:lnTo>
                  <a:pt x="6087" y="14829"/>
                </a:lnTo>
                <a:lnTo>
                  <a:pt x="6150" y="14786"/>
                </a:lnTo>
                <a:lnTo>
                  <a:pt x="6214" y="14736"/>
                </a:lnTo>
                <a:lnTo>
                  <a:pt x="6272" y="14679"/>
                </a:lnTo>
                <a:lnTo>
                  <a:pt x="6324" y="14614"/>
                </a:lnTo>
                <a:lnTo>
                  <a:pt x="6370" y="14543"/>
                </a:lnTo>
                <a:lnTo>
                  <a:pt x="6411" y="14457"/>
                </a:lnTo>
                <a:lnTo>
                  <a:pt x="6445" y="14371"/>
                </a:lnTo>
                <a:lnTo>
                  <a:pt x="6474" y="14271"/>
                </a:lnTo>
                <a:lnTo>
                  <a:pt x="6497" y="14163"/>
                </a:lnTo>
                <a:lnTo>
                  <a:pt x="6509" y="14049"/>
                </a:lnTo>
                <a:lnTo>
                  <a:pt x="6509" y="13927"/>
                </a:lnTo>
                <a:lnTo>
                  <a:pt x="6503" y="13233"/>
                </a:lnTo>
                <a:lnTo>
                  <a:pt x="6491" y="12546"/>
                </a:lnTo>
                <a:lnTo>
                  <a:pt x="6457" y="11158"/>
                </a:lnTo>
                <a:lnTo>
                  <a:pt x="6416" y="9776"/>
                </a:lnTo>
                <a:lnTo>
                  <a:pt x="6376" y="8388"/>
                </a:lnTo>
                <a:lnTo>
                  <a:pt x="6376" y="8388"/>
                </a:lnTo>
                <a:lnTo>
                  <a:pt x="7353" y="8552"/>
                </a:lnTo>
                <a:lnTo>
                  <a:pt x="8329" y="8717"/>
                </a:lnTo>
                <a:lnTo>
                  <a:pt x="9300" y="8903"/>
                </a:lnTo>
                <a:lnTo>
                  <a:pt x="9792" y="9003"/>
                </a:lnTo>
                <a:lnTo>
                  <a:pt x="10277" y="9104"/>
                </a:lnTo>
                <a:lnTo>
                  <a:pt x="10404" y="9125"/>
                </a:lnTo>
                <a:lnTo>
                  <a:pt x="10526" y="9132"/>
                </a:lnTo>
                <a:lnTo>
                  <a:pt x="10636" y="9118"/>
                </a:lnTo>
                <a:lnTo>
                  <a:pt x="10740" y="9096"/>
                </a:lnTo>
                <a:lnTo>
                  <a:pt x="10844" y="9061"/>
                </a:lnTo>
                <a:lnTo>
                  <a:pt x="10930" y="9010"/>
                </a:lnTo>
                <a:lnTo>
                  <a:pt x="11017" y="8946"/>
                </a:lnTo>
                <a:lnTo>
                  <a:pt x="11092" y="8882"/>
                </a:lnTo>
                <a:lnTo>
                  <a:pt x="11167" y="8803"/>
                </a:lnTo>
                <a:lnTo>
                  <a:pt x="11225" y="8717"/>
                </a:lnTo>
                <a:lnTo>
                  <a:pt x="11283" y="8624"/>
                </a:lnTo>
                <a:lnTo>
                  <a:pt x="11329" y="8524"/>
                </a:lnTo>
                <a:lnTo>
                  <a:pt x="11370" y="8416"/>
                </a:lnTo>
                <a:lnTo>
                  <a:pt x="11398" y="8309"/>
                </a:lnTo>
                <a:lnTo>
                  <a:pt x="11422" y="8202"/>
                </a:lnTo>
                <a:lnTo>
                  <a:pt x="11439" y="8087"/>
                </a:lnTo>
                <a:lnTo>
                  <a:pt x="11445" y="7973"/>
                </a:lnTo>
                <a:lnTo>
                  <a:pt x="11445" y="7858"/>
                </a:lnTo>
                <a:lnTo>
                  <a:pt x="11433" y="7744"/>
                </a:lnTo>
                <a:lnTo>
                  <a:pt x="11416" y="7629"/>
                </a:lnTo>
                <a:lnTo>
                  <a:pt x="11393" y="7522"/>
                </a:lnTo>
                <a:lnTo>
                  <a:pt x="11358" y="7415"/>
                </a:lnTo>
                <a:lnTo>
                  <a:pt x="11318" y="7314"/>
                </a:lnTo>
                <a:lnTo>
                  <a:pt x="11266" y="7221"/>
                </a:lnTo>
                <a:lnTo>
                  <a:pt x="11202" y="7128"/>
                </a:lnTo>
                <a:lnTo>
                  <a:pt x="11133" y="7050"/>
                </a:lnTo>
                <a:lnTo>
                  <a:pt x="11057" y="6978"/>
                </a:lnTo>
                <a:lnTo>
                  <a:pt x="10971" y="6914"/>
                </a:lnTo>
                <a:lnTo>
                  <a:pt x="10872" y="6863"/>
                </a:lnTo>
                <a:lnTo>
                  <a:pt x="10768" y="6821"/>
                </a:lnTo>
                <a:lnTo>
                  <a:pt x="10653" y="6792"/>
                </a:lnTo>
                <a:lnTo>
                  <a:pt x="10531" y="6778"/>
                </a:lnTo>
                <a:lnTo>
                  <a:pt x="10006" y="6742"/>
                </a:lnTo>
                <a:lnTo>
                  <a:pt x="9480" y="6706"/>
                </a:lnTo>
                <a:lnTo>
                  <a:pt x="8954" y="6663"/>
                </a:lnTo>
                <a:lnTo>
                  <a:pt x="8422" y="6613"/>
                </a:lnTo>
                <a:lnTo>
                  <a:pt x="7376" y="6498"/>
                </a:lnTo>
                <a:lnTo>
                  <a:pt x="6324" y="6384"/>
                </a:lnTo>
                <a:lnTo>
                  <a:pt x="6312" y="5683"/>
                </a:lnTo>
                <a:lnTo>
                  <a:pt x="6307" y="4981"/>
                </a:lnTo>
                <a:lnTo>
                  <a:pt x="6301" y="4273"/>
                </a:lnTo>
                <a:lnTo>
                  <a:pt x="6289" y="3922"/>
                </a:lnTo>
                <a:lnTo>
                  <a:pt x="6278" y="3564"/>
                </a:lnTo>
                <a:lnTo>
                  <a:pt x="6260" y="3213"/>
                </a:lnTo>
                <a:lnTo>
                  <a:pt x="6243" y="2863"/>
                </a:lnTo>
                <a:lnTo>
                  <a:pt x="6214" y="2519"/>
                </a:lnTo>
                <a:lnTo>
                  <a:pt x="6179" y="2169"/>
                </a:lnTo>
                <a:lnTo>
                  <a:pt x="6139" y="1825"/>
                </a:lnTo>
                <a:lnTo>
                  <a:pt x="6093" y="1482"/>
                </a:lnTo>
                <a:lnTo>
                  <a:pt x="6035" y="1145"/>
                </a:lnTo>
                <a:lnTo>
                  <a:pt x="5971" y="809"/>
                </a:lnTo>
                <a:lnTo>
                  <a:pt x="5948" y="716"/>
                </a:lnTo>
                <a:lnTo>
                  <a:pt x="5919" y="630"/>
                </a:lnTo>
                <a:lnTo>
                  <a:pt x="5885" y="551"/>
                </a:lnTo>
                <a:lnTo>
                  <a:pt x="5838" y="472"/>
                </a:lnTo>
                <a:lnTo>
                  <a:pt x="5792" y="401"/>
                </a:lnTo>
                <a:lnTo>
                  <a:pt x="5740" y="336"/>
                </a:lnTo>
                <a:lnTo>
                  <a:pt x="5688" y="279"/>
                </a:lnTo>
                <a:lnTo>
                  <a:pt x="5625" y="222"/>
                </a:lnTo>
                <a:lnTo>
                  <a:pt x="5561" y="172"/>
                </a:lnTo>
                <a:lnTo>
                  <a:pt x="5497" y="136"/>
                </a:lnTo>
                <a:lnTo>
                  <a:pt x="5428" y="93"/>
                </a:lnTo>
                <a:lnTo>
                  <a:pt x="5359" y="65"/>
                </a:lnTo>
                <a:lnTo>
                  <a:pt x="5284" y="43"/>
                </a:lnTo>
                <a:lnTo>
                  <a:pt x="5214" y="22"/>
                </a:lnTo>
                <a:lnTo>
                  <a:pt x="5139" y="7"/>
                </a:lnTo>
                <a:lnTo>
                  <a:pt x="506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 name="Google Shape;160;p8"/>
          <p:cNvGrpSpPr/>
          <p:nvPr/>
        </p:nvGrpSpPr>
        <p:grpSpPr>
          <a:xfrm>
            <a:off x="467266" y="222041"/>
            <a:ext cx="881421" cy="520583"/>
            <a:chOff x="3863003" y="76204"/>
            <a:chExt cx="881421" cy="520583"/>
          </a:xfrm>
        </p:grpSpPr>
        <p:sp>
          <p:nvSpPr>
            <p:cNvPr id="161" name="Google Shape;161;p8"/>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8"/>
          <p:cNvSpPr/>
          <p:nvPr/>
        </p:nvSpPr>
        <p:spPr>
          <a:xfrm>
            <a:off x="7915425" y="303224"/>
            <a:ext cx="259445" cy="264397"/>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rot="9860969">
            <a:off x="8637785" y="1661453"/>
            <a:ext cx="195663" cy="322650"/>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8776275" y="2227325"/>
            <a:ext cx="463975" cy="1248500"/>
          </a:xfrm>
          <a:custGeom>
            <a:rect b="b" l="l" r="r" t="t"/>
            <a:pathLst>
              <a:path extrusionOk="0" h="49940" w="18559">
                <a:moveTo>
                  <a:pt x="15276" y="0"/>
                </a:moveTo>
                <a:lnTo>
                  <a:pt x="15201" y="7"/>
                </a:lnTo>
                <a:lnTo>
                  <a:pt x="15126" y="22"/>
                </a:lnTo>
                <a:lnTo>
                  <a:pt x="14663" y="143"/>
                </a:lnTo>
                <a:lnTo>
                  <a:pt x="14213" y="279"/>
                </a:lnTo>
                <a:lnTo>
                  <a:pt x="13767" y="429"/>
                </a:lnTo>
                <a:lnTo>
                  <a:pt x="13322" y="587"/>
                </a:lnTo>
                <a:lnTo>
                  <a:pt x="12889" y="766"/>
                </a:lnTo>
                <a:lnTo>
                  <a:pt x="12461" y="952"/>
                </a:lnTo>
                <a:lnTo>
                  <a:pt x="12039" y="1152"/>
                </a:lnTo>
                <a:lnTo>
                  <a:pt x="11623" y="1367"/>
                </a:lnTo>
                <a:lnTo>
                  <a:pt x="11213" y="1596"/>
                </a:lnTo>
                <a:lnTo>
                  <a:pt x="10808" y="1832"/>
                </a:lnTo>
                <a:lnTo>
                  <a:pt x="10409" y="2083"/>
                </a:lnTo>
                <a:lnTo>
                  <a:pt x="10016" y="2340"/>
                </a:lnTo>
                <a:lnTo>
                  <a:pt x="9629" y="2612"/>
                </a:lnTo>
                <a:lnTo>
                  <a:pt x="9254" y="2899"/>
                </a:lnTo>
                <a:lnTo>
                  <a:pt x="8884" y="3192"/>
                </a:lnTo>
                <a:lnTo>
                  <a:pt x="8514" y="3500"/>
                </a:lnTo>
                <a:lnTo>
                  <a:pt x="8155" y="3815"/>
                </a:lnTo>
                <a:lnTo>
                  <a:pt x="7803" y="4144"/>
                </a:lnTo>
                <a:lnTo>
                  <a:pt x="7462" y="4480"/>
                </a:lnTo>
                <a:lnTo>
                  <a:pt x="7121" y="4824"/>
                </a:lnTo>
                <a:lnTo>
                  <a:pt x="6791" y="5182"/>
                </a:lnTo>
                <a:lnTo>
                  <a:pt x="6468" y="5547"/>
                </a:lnTo>
                <a:lnTo>
                  <a:pt x="6150" y="5926"/>
                </a:lnTo>
                <a:lnTo>
                  <a:pt x="5838" y="6305"/>
                </a:lnTo>
                <a:lnTo>
                  <a:pt x="5537" y="6699"/>
                </a:lnTo>
                <a:lnTo>
                  <a:pt x="5242" y="7100"/>
                </a:lnTo>
                <a:lnTo>
                  <a:pt x="4953" y="7515"/>
                </a:lnTo>
                <a:lnTo>
                  <a:pt x="4676" y="7930"/>
                </a:lnTo>
                <a:lnTo>
                  <a:pt x="4399" y="8352"/>
                </a:lnTo>
                <a:lnTo>
                  <a:pt x="4138" y="8789"/>
                </a:lnTo>
                <a:lnTo>
                  <a:pt x="3878" y="9232"/>
                </a:lnTo>
                <a:lnTo>
                  <a:pt x="3630" y="9676"/>
                </a:lnTo>
                <a:lnTo>
                  <a:pt x="3387" y="10134"/>
                </a:lnTo>
                <a:lnTo>
                  <a:pt x="3150" y="10592"/>
                </a:lnTo>
                <a:lnTo>
                  <a:pt x="2925" y="11064"/>
                </a:lnTo>
                <a:lnTo>
                  <a:pt x="2705" y="11537"/>
                </a:lnTo>
                <a:lnTo>
                  <a:pt x="2497" y="12016"/>
                </a:lnTo>
                <a:lnTo>
                  <a:pt x="2295" y="12503"/>
                </a:lnTo>
                <a:lnTo>
                  <a:pt x="2098" y="12997"/>
                </a:lnTo>
                <a:lnTo>
                  <a:pt x="1913" y="13491"/>
                </a:lnTo>
                <a:lnTo>
                  <a:pt x="1734" y="13999"/>
                </a:lnTo>
                <a:lnTo>
                  <a:pt x="1561" y="14507"/>
                </a:lnTo>
                <a:lnTo>
                  <a:pt x="1399" y="15015"/>
                </a:lnTo>
                <a:lnTo>
                  <a:pt x="1249" y="15530"/>
                </a:lnTo>
                <a:lnTo>
                  <a:pt x="1104" y="16053"/>
                </a:lnTo>
                <a:lnTo>
                  <a:pt x="965" y="16582"/>
                </a:lnTo>
                <a:lnTo>
                  <a:pt x="838" y="17112"/>
                </a:lnTo>
                <a:lnTo>
                  <a:pt x="723" y="17641"/>
                </a:lnTo>
                <a:lnTo>
                  <a:pt x="613" y="18178"/>
                </a:lnTo>
                <a:lnTo>
                  <a:pt x="509" y="18722"/>
                </a:lnTo>
                <a:lnTo>
                  <a:pt x="416" y="19266"/>
                </a:lnTo>
                <a:lnTo>
                  <a:pt x="335" y="19810"/>
                </a:lnTo>
                <a:lnTo>
                  <a:pt x="260" y="20354"/>
                </a:lnTo>
                <a:lnTo>
                  <a:pt x="197" y="20905"/>
                </a:lnTo>
                <a:lnTo>
                  <a:pt x="139" y="21463"/>
                </a:lnTo>
                <a:lnTo>
                  <a:pt x="93" y="22014"/>
                </a:lnTo>
                <a:lnTo>
                  <a:pt x="52" y="22572"/>
                </a:lnTo>
                <a:lnTo>
                  <a:pt x="29" y="23131"/>
                </a:lnTo>
                <a:lnTo>
                  <a:pt x="6" y="23689"/>
                </a:lnTo>
                <a:lnTo>
                  <a:pt x="0" y="24247"/>
                </a:lnTo>
                <a:lnTo>
                  <a:pt x="0" y="24805"/>
                </a:lnTo>
                <a:lnTo>
                  <a:pt x="6" y="25371"/>
                </a:lnTo>
                <a:lnTo>
                  <a:pt x="29" y="25929"/>
                </a:lnTo>
                <a:lnTo>
                  <a:pt x="58" y="26494"/>
                </a:lnTo>
                <a:lnTo>
                  <a:pt x="93" y="27031"/>
                </a:lnTo>
                <a:lnTo>
                  <a:pt x="139" y="27568"/>
                </a:lnTo>
                <a:lnTo>
                  <a:pt x="191" y="28112"/>
                </a:lnTo>
                <a:lnTo>
                  <a:pt x="255" y="28656"/>
                </a:lnTo>
                <a:lnTo>
                  <a:pt x="324" y="29200"/>
                </a:lnTo>
                <a:lnTo>
                  <a:pt x="399" y="29744"/>
                </a:lnTo>
                <a:lnTo>
                  <a:pt x="486" y="30295"/>
                </a:lnTo>
                <a:lnTo>
                  <a:pt x="578" y="30839"/>
                </a:lnTo>
                <a:lnTo>
                  <a:pt x="682" y="31382"/>
                </a:lnTo>
                <a:lnTo>
                  <a:pt x="792" y="31934"/>
                </a:lnTo>
                <a:lnTo>
                  <a:pt x="913" y="32477"/>
                </a:lnTo>
                <a:lnTo>
                  <a:pt x="1035" y="33021"/>
                </a:lnTo>
                <a:lnTo>
                  <a:pt x="1173" y="33565"/>
                </a:lnTo>
                <a:lnTo>
                  <a:pt x="1312" y="34102"/>
                </a:lnTo>
                <a:lnTo>
                  <a:pt x="1462" y="34639"/>
                </a:lnTo>
                <a:lnTo>
                  <a:pt x="1619" y="35176"/>
                </a:lnTo>
                <a:lnTo>
                  <a:pt x="1786" y="35705"/>
                </a:lnTo>
                <a:lnTo>
                  <a:pt x="1960" y="36235"/>
                </a:lnTo>
                <a:lnTo>
                  <a:pt x="2139" y="36757"/>
                </a:lnTo>
                <a:lnTo>
                  <a:pt x="2329" y="37272"/>
                </a:lnTo>
                <a:lnTo>
                  <a:pt x="2526" y="37788"/>
                </a:lnTo>
                <a:lnTo>
                  <a:pt x="2728" y="38303"/>
                </a:lnTo>
                <a:lnTo>
                  <a:pt x="2942" y="38804"/>
                </a:lnTo>
                <a:lnTo>
                  <a:pt x="3162" y="39298"/>
                </a:lnTo>
                <a:lnTo>
                  <a:pt x="3387" y="39792"/>
                </a:lnTo>
                <a:lnTo>
                  <a:pt x="3618" y="40278"/>
                </a:lnTo>
                <a:lnTo>
                  <a:pt x="3861" y="40751"/>
                </a:lnTo>
                <a:lnTo>
                  <a:pt x="4110" y="41223"/>
                </a:lnTo>
                <a:lnTo>
                  <a:pt x="4370" y="41688"/>
                </a:lnTo>
                <a:lnTo>
                  <a:pt x="4630" y="42139"/>
                </a:lnTo>
                <a:lnTo>
                  <a:pt x="4901" y="42583"/>
                </a:lnTo>
                <a:lnTo>
                  <a:pt x="5179" y="43019"/>
                </a:lnTo>
                <a:lnTo>
                  <a:pt x="5462" y="43449"/>
                </a:lnTo>
                <a:lnTo>
                  <a:pt x="5757" y="43864"/>
                </a:lnTo>
                <a:lnTo>
                  <a:pt x="6057" y="44265"/>
                </a:lnTo>
                <a:lnTo>
                  <a:pt x="6364" y="44665"/>
                </a:lnTo>
                <a:lnTo>
                  <a:pt x="6676" y="45045"/>
                </a:lnTo>
                <a:lnTo>
                  <a:pt x="6994" y="45417"/>
                </a:lnTo>
                <a:lnTo>
                  <a:pt x="7323" y="45782"/>
                </a:lnTo>
                <a:lnTo>
                  <a:pt x="7653" y="46133"/>
                </a:lnTo>
                <a:lnTo>
                  <a:pt x="7994" y="46469"/>
                </a:lnTo>
                <a:lnTo>
                  <a:pt x="8346" y="46791"/>
                </a:lnTo>
                <a:lnTo>
                  <a:pt x="8699" y="47099"/>
                </a:lnTo>
                <a:lnTo>
                  <a:pt x="9057" y="47392"/>
                </a:lnTo>
                <a:lnTo>
                  <a:pt x="9427" y="47678"/>
                </a:lnTo>
                <a:lnTo>
                  <a:pt x="9803" y="47943"/>
                </a:lnTo>
                <a:lnTo>
                  <a:pt x="9993" y="48072"/>
                </a:lnTo>
                <a:lnTo>
                  <a:pt x="10184" y="48194"/>
                </a:lnTo>
                <a:lnTo>
                  <a:pt x="10375" y="48315"/>
                </a:lnTo>
                <a:lnTo>
                  <a:pt x="10571" y="48430"/>
                </a:lnTo>
                <a:lnTo>
                  <a:pt x="10768" y="48544"/>
                </a:lnTo>
                <a:lnTo>
                  <a:pt x="10964" y="48652"/>
                </a:lnTo>
                <a:lnTo>
                  <a:pt x="11167" y="48759"/>
                </a:lnTo>
                <a:lnTo>
                  <a:pt x="11369" y="48859"/>
                </a:lnTo>
                <a:lnTo>
                  <a:pt x="11571" y="48952"/>
                </a:lnTo>
                <a:lnTo>
                  <a:pt x="11773" y="49045"/>
                </a:lnTo>
                <a:lnTo>
                  <a:pt x="11982" y="49138"/>
                </a:lnTo>
                <a:lnTo>
                  <a:pt x="12190" y="49217"/>
                </a:lnTo>
                <a:lnTo>
                  <a:pt x="12398" y="49296"/>
                </a:lnTo>
                <a:lnTo>
                  <a:pt x="12606" y="49375"/>
                </a:lnTo>
                <a:lnTo>
                  <a:pt x="12820" y="49446"/>
                </a:lnTo>
                <a:lnTo>
                  <a:pt x="13033" y="49511"/>
                </a:lnTo>
                <a:lnTo>
                  <a:pt x="13247" y="49568"/>
                </a:lnTo>
                <a:lnTo>
                  <a:pt x="13467" y="49625"/>
                </a:lnTo>
                <a:lnTo>
                  <a:pt x="13687" y="49682"/>
                </a:lnTo>
                <a:lnTo>
                  <a:pt x="13906" y="49725"/>
                </a:lnTo>
                <a:lnTo>
                  <a:pt x="14126" y="49768"/>
                </a:lnTo>
                <a:lnTo>
                  <a:pt x="14351" y="49811"/>
                </a:lnTo>
                <a:lnTo>
                  <a:pt x="14577" y="49840"/>
                </a:lnTo>
                <a:lnTo>
                  <a:pt x="14802" y="49868"/>
                </a:lnTo>
                <a:lnTo>
                  <a:pt x="15033" y="49897"/>
                </a:lnTo>
                <a:lnTo>
                  <a:pt x="15259" y="49911"/>
                </a:lnTo>
                <a:lnTo>
                  <a:pt x="15490" y="49926"/>
                </a:lnTo>
                <a:lnTo>
                  <a:pt x="15727" y="49933"/>
                </a:lnTo>
                <a:lnTo>
                  <a:pt x="15958" y="49940"/>
                </a:lnTo>
                <a:lnTo>
                  <a:pt x="16195" y="49940"/>
                </a:lnTo>
                <a:lnTo>
                  <a:pt x="16432" y="49933"/>
                </a:lnTo>
                <a:lnTo>
                  <a:pt x="16669" y="49918"/>
                </a:lnTo>
                <a:lnTo>
                  <a:pt x="16912" y="49904"/>
                </a:lnTo>
                <a:lnTo>
                  <a:pt x="17154" y="49876"/>
                </a:lnTo>
                <a:lnTo>
                  <a:pt x="17397" y="49854"/>
                </a:lnTo>
                <a:lnTo>
                  <a:pt x="17640" y="49818"/>
                </a:lnTo>
                <a:lnTo>
                  <a:pt x="17750" y="49797"/>
                </a:lnTo>
                <a:lnTo>
                  <a:pt x="17854" y="49761"/>
                </a:lnTo>
                <a:lnTo>
                  <a:pt x="17946" y="49718"/>
                </a:lnTo>
                <a:lnTo>
                  <a:pt x="18033" y="49661"/>
                </a:lnTo>
                <a:lnTo>
                  <a:pt x="18114" y="49604"/>
                </a:lnTo>
                <a:lnTo>
                  <a:pt x="18189" y="49532"/>
                </a:lnTo>
                <a:lnTo>
                  <a:pt x="18258" y="49453"/>
                </a:lnTo>
                <a:lnTo>
                  <a:pt x="18322" y="49367"/>
                </a:lnTo>
                <a:lnTo>
                  <a:pt x="18374" y="49282"/>
                </a:lnTo>
                <a:lnTo>
                  <a:pt x="18420" y="49188"/>
                </a:lnTo>
                <a:lnTo>
                  <a:pt x="18461" y="49088"/>
                </a:lnTo>
                <a:lnTo>
                  <a:pt x="18495" y="48981"/>
                </a:lnTo>
                <a:lnTo>
                  <a:pt x="18524" y="48881"/>
                </a:lnTo>
                <a:lnTo>
                  <a:pt x="18542" y="48773"/>
                </a:lnTo>
                <a:lnTo>
                  <a:pt x="18553" y="48666"/>
                </a:lnTo>
                <a:lnTo>
                  <a:pt x="18559" y="48559"/>
                </a:lnTo>
                <a:lnTo>
                  <a:pt x="18559" y="48451"/>
                </a:lnTo>
                <a:lnTo>
                  <a:pt x="18547" y="48344"/>
                </a:lnTo>
                <a:lnTo>
                  <a:pt x="18530" y="48244"/>
                </a:lnTo>
                <a:lnTo>
                  <a:pt x="18507" y="48144"/>
                </a:lnTo>
                <a:lnTo>
                  <a:pt x="18478" y="48043"/>
                </a:lnTo>
                <a:lnTo>
                  <a:pt x="18438" y="47950"/>
                </a:lnTo>
                <a:lnTo>
                  <a:pt x="18391" y="47864"/>
                </a:lnTo>
                <a:lnTo>
                  <a:pt x="18339" y="47786"/>
                </a:lnTo>
                <a:lnTo>
                  <a:pt x="18281" y="47714"/>
                </a:lnTo>
                <a:lnTo>
                  <a:pt x="18212" y="47643"/>
                </a:lnTo>
                <a:lnTo>
                  <a:pt x="18137" y="47585"/>
                </a:lnTo>
                <a:lnTo>
                  <a:pt x="18050" y="47535"/>
                </a:lnTo>
                <a:lnTo>
                  <a:pt x="17964" y="47499"/>
                </a:lnTo>
                <a:lnTo>
                  <a:pt x="17865" y="47471"/>
                </a:lnTo>
                <a:lnTo>
                  <a:pt x="17755" y="47457"/>
                </a:lnTo>
                <a:lnTo>
                  <a:pt x="17640" y="47449"/>
                </a:lnTo>
                <a:lnTo>
                  <a:pt x="17178" y="47449"/>
                </a:lnTo>
                <a:lnTo>
                  <a:pt x="16946" y="47442"/>
                </a:lnTo>
                <a:lnTo>
                  <a:pt x="16721" y="47435"/>
                </a:lnTo>
                <a:lnTo>
                  <a:pt x="16496" y="47421"/>
                </a:lnTo>
                <a:lnTo>
                  <a:pt x="16270" y="47399"/>
                </a:lnTo>
                <a:lnTo>
                  <a:pt x="16045" y="47378"/>
                </a:lnTo>
                <a:lnTo>
                  <a:pt x="15825" y="47349"/>
                </a:lnTo>
                <a:lnTo>
                  <a:pt x="15605" y="47321"/>
                </a:lnTo>
                <a:lnTo>
                  <a:pt x="15386" y="47285"/>
                </a:lnTo>
                <a:lnTo>
                  <a:pt x="14958" y="47199"/>
                </a:lnTo>
                <a:lnTo>
                  <a:pt x="14530" y="47099"/>
                </a:lnTo>
                <a:lnTo>
                  <a:pt x="14114" y="46984"/>
                </a:lnTo>
                <a:lnTo>
                  <a:pt x="13704" y="46855"/>
                </a:lnTo>
                <a:lnTo>
                  <a:pt x="13299" y="46712"/>
                </a:lnTo>
                <a:lnTo>
                  <a:pt x="12901" y="46555"/>
                </a:lnTo>
                <a:lnTo>
                  <a:pt x="12513" y="46376"/>
                </a:lnTo>
                <a:lnTo>
                  <a:pt x="12132" y="46190"/>
                </a:lnTo>
                <a:lnTo>
                  <a:pt x="11750" y="45989"/>
                </a:lnTo>
                <a:lnTo>
                  <a:pt x="11380" y="45775"/>
                </a:lnTo>
                <a:lnTo>
                  <a:pt x="11022" y="45546"/>
                </a:lnTo>
                <a:lnTo>
                  <a:pt x="10664" y="45302"/>
                </a:lnTo>
                <a:lnTo>
                  <a:pt x="10317" y="45052"/>
                </a:lnTo>
                <a:lnTo>
                  <a:pt x="9976" y="44787"/>
                </a:lnTo>
                <a:lnTo>
                  <a:pt x="9641" y="44508"/>
                </a:lnTo>
                <a:lnTo>
                  <a:pt x="9311" y="44215"/>
                </a:lnTo>
                <a:lnTo>
                  <a:pt x="8988" y="43914"/>
                </a:lnTo>
                <a:lnTo>
                  <a:pt x="8676" y="43599"/>
                </a:lnTo>
                <a:lnTo>
                  <a:pt x="8369" y="43277"/>
                </a:lnTo>
                <a:lnTo>
                  <a:pt x="8069" y="42941"/>
                </a:lnTo>
                <a:lnTo>
                  <a:pt x="7780" y="42597"/>
                </a:lnTo>
                <a:lnTo>
                  <a:pt x="7491" y="42246"/>
                </a:lnTo>
                <a:lnTo>
                  <a:pt x="7213" y="41881"/>
                </a:lnTo>
                <a:lnTo>
                  <a:pt x="6942" y="41502"/>
                </a:lnTo>
                <a:lnTo>
                  <a:pt x="6676" y="41123"/>
                </a:lnTo>
                <a:lnTo>
                  <a:pt x="6421" y="40729"/>
                </a:lnTo>
                <a:lnTo>
                  <a:pt x="6167" y="40328"/>
                </a:lnTo>
                <a:lnTo>
                  <a:pt x="5924" y="39913"/>
                </a:lnTo>
                <a:lnTo>
                  <a:pt x="5687" y="39498"/>
                </a:lnTo>
                <a:lnTo>
                  <a:pt x="5462" y="39076"/>
                </a:lnTo>
                <a:lnTo>
                  <a:pt x="5242" y="38639"/>
                </a:lnTo>
                <a:lnTo>
                  <a:pt x="5029" y="38203"/>
                </a:lnTo>
                <a:lnTo>
                  <a:pt x="4820" y="37752"/>
                </a:lnTo>
                <a:lnTo>
                  <a:pt x="4618" y="37301"/>
                </a:lnTo>
                <a:lnTo>
                  <a:pt x="4427" y="36836"/>
                </a:lnTo>
                <a:lnTo>
                  <a:pt x="4243" y="36371"/>
                </a:lnTo>
                <a:lnTo>
                  <a:pt x="4063" y="35898"/>
                </a:lnTo>
                <a:lnTo>
                  <a:pt x="3896" y="35419"/>
                </a:lnTo>
                <a:lnTo>
                  <a:pt x="3734" y="34939"/>
                </a:lnTo>
                <a:lnTo>
                  <a:pt x="3578" y="34453"/>
                </a:lnTo>
                <a:lnTo>
                  <a:pt x="3428" y="33959"/>
                </a:lnTo>
                <a:lnTo>
                  <a:pt x="3289" y="33458"/>
                </a:lnTo>
                <a:lnTo>
                  <a:pt x="3150" y="32957"/>
                </a:lnTo>
                <a:lnTo>
                  <a:pt x="3029" y="32456"/>
                </a:lnTo>
                <a:lnTo>
                  <a:pt x="2907" y="31948"/>
                </a:lnTo>
                <a:lnTo>
                  <a:pt x="2798" y="31433"/>
                </a:lnTo>
                <a:lnTo>
                  <a:pt x="2694" y="30917"/>
                </a:lnTo>
                <a:lnTo>
                  <a:pt x="2595" y="30402"/>
                </a:lnTo>
                <a:lnTo>
                  <a:pt x="2509" y="29880"/>
                </a:lnTo>
                <a:lnTo>
                  <a:pt x="2428" y="29357"/>
                </a:lnTo>
                <a:lnTo>
                  <a:pt x="2353" y="28835"/>
                </a:lnTo>
                <a:lnTo>
                  <a:pt x="2289" y="28312"/>
                </a:lnTo>
                <a:lnTo>
                  <a:pt x="2225" y="27783"/>
                </a:lnTo>
                <a:lnTo>
                  <a:pt x="2179" y="27253"/>
                </a:lnTo>
                <a:lnTo>
                  <a:pt x="2133" y="26731"/>
                </a:lnTo>
                <a:lnTo>
                  <a:pt x="2098" y="26201"/>
                </a:lnTo>
                <a:lnTo>
                  <a:pt x="2069" y="25671"/>
                </a:lnTo>
                <a:lnTo>
                  <a:pt x="2052" y="25142"/>
                </a:lnTo>
                <a:lnTo>
                  <a:pt x="2035" y="24612"/>
                </a:lnTo>
                <a:lnTo>
                  <a:pt x="2035" y="24111"/>
                </a:lnTo>
                <a:lnTo>
                  <a:pt x="2035" y="23610"/>
                </a:lnTo>
                <a:lnTo>
                  <a:pt x="2046" y="23116"/>
                </a:lnTo>
                <a:lnTo>
                  <a:pt x="2069" y="22623"/>
                </a:lnTo>
                <a:lnTo>
                  <a:pt x="2098" y="22136"/>
                </a:lnTo>
                <a:lnTo>
                  <a:pt x="2133" y="21649"/>
                </a:lnTo>
                <a:lnTo>
                  <a:pt x="2179" y="21163"/>
                </a:lnTo>
                <a:lnTo>
                  <a:pt x="2231" y="20683"/>
                </a:lnTo>
                <a:lnTo>
                  <a:pt x="2295" y="20204"/>
                </a:lnTo>
                <a:lnTo>
                  <a:pt x="2364" y="19731"/>
                </a:lnTo>
                <a:lnTo>
                  <a:pt x="2439" y="19266"/>
                </a:lnTo>
                <a:lnTo>
                  <a:pt x="2526" y="18801"/>
                </a:lnTo>
                <a:lnTo>
                  <a:pt x="2618" y="18336"/>
                </a:lnTo>
                <a:lnTo>
                  <a:pt x="2717" y="17878"/>
                </a:lnTo>
                <a:lnTo>
                  <a:pt x="2821" y="17427"/>
                </a:lnTo>
                <a:lnTo>
                  <a:pt x="2936" y="16976"/>
                </a:lnTo>
                <a:lnTo>
                  <a:pt x="3058" y="16532"/>
                </a:lnTo>
                <a:lnTo>
                  <a:pt x="3185" y="16088"/>
                </a:lnTo>
                <a:lnTo>
                  <a:pt x="3318" y="15652"/>
                </a:lnTo>
                <a:lnTo>
                  <a:pt x="3462" y="15215"/>
                </a:lnTo>
                <a:lnTo>
                  <a:pt x="3613" y="14786"/>
                </a:lnTo>
                <a:lnTo>
                  <a:pt x="3769" y="14364"/>
                </a:lnTo>
                <a:lnTo>
                  <a:pt x="3930" y="13941"/>
                </a:lnTo>
                <a:lnTo>
                  <a:pt x="4098" y="13526"/>
                </a:lnTo>
                <a:lnTo>
                  <a:pt x="4277" y="13118"/>
                </a:lnTo>
                <a:lnTo>
                  <a:pt x="4462" y="12710"/>
                </a:lnTo>
                <a:lnTo>
                  <a:pt x="4647" y="12310"/>
                </a:lnTo>
                <a:lnTo>
                  <a:pt x="4844" y="11916"/>
                </a:lnTo>
                <a:lnTo>
                  <a:pt x="5046" y="11522"/>
                </a:lnTo>
                <a:lnTo>
                  <a:pt x="5254" y="11143"/>
                </a:lnTo>
                <a:lnTo>
                  <a:pt x="5468" y="10757"/>
                </a:lnTo>
                <a:lnTo>
                  <a:pt x="5687" y="10385"/>
                </a:lnTo>
                <a:lnTo>
                  <a:pt x="5919" y="10012"/>
                </a:lnTo>
                <a:lnTo>
                  <a:pt x="6150" y="9647"/>
                </a:lnTo>
                <a:lnTo>
                  <a:pt x="6387" y="9290"/>
                </a:lnTo>
                <a:lnTo>
                  <a:pt x="6630" y="8939"/>
                </a:lnTo>
                <a:lnTo>
                  <a:pt x="6878" y="8588"/>
                </a:lnTo>
                <a:lnTo>
                  <a:pt x="7138" y="8245"/>
                </a:lnTo>
                <a:lnTo>
                  <a:pt x="7398" y="7915"/>
                </a:lnTo>
                <a:lnTo>
                  <a:pt x="7664" y="7579"/>
                </a:lnTo>
                <a:lnTo>
                  <a:pt x="7936" y="7257"/>
                </a:lnTo>
                <a:lnTo>
                  <a:pt x="8213" y="6942"/>
                </a:lnTo>
                <a:lnTo>
                  <a:pt x="8496" y="6627"/>
                </a:lnTo>
                <a:lnTo>
                  <a:pt x="8780" y="6319"/>
                </a:lnTo>
                <a:lnTo>
                  <a:pt x="9074" y="6019"/>
                </a:lnTo>
                <a:lnTo>
                  <a:pt x="9369" y="5725"/>
                </a:lnTo>
                <a:lnTo>
                  <a:pt x="9670" y="5439"/>
                </a:lnTo>
                <a:lnTo>
                  <a:pt x="9982" y="5160"/>
                </a:lnTo>
                <a:lnTo>
                  <a:pt x="10288" y="4888"/>
                </a:lnTo>
                <a:lnTo>
                  <a:pt x="10606" y="4623"/>
                </a:lnTo>
                <a:lnTo>
                  <a:pt x="10930" y="4359"/>
                </a:lnTo>
                <a:lnTo>
                  <a:pt x="11253" y="4108"/>
                </a:lnTo>
                <a:lnTo>
                  <a:pt x="11583" y="3858"/>
                </a:lnTo>
                <a:lnTo>
                  <a:pt x="11918" y="3621"/>
                </a:lnTo>
                <a:lnTo>
                  <a:pt x="12253" y="3385"/>
                </a:lnTo>
                <a:lnTo>
                  <a:pt x="12600" y="3163"/>
                </a:lnTo>
                <a:lnTo>
                  <a:pt x="12947" y="2941"/>
                </a:lnTo>
                <a:lnTo>
                  <a:pt x="13294" y="2734"/>
                </a:lnTo>
                <a:lnTo>
                  <a:pt x="13652" y="2534"/>
                </a:lnTo>
                <a:lnTo>
                  <a:pt x="14010" y="2333"/>
                </a:lnTo>
                <a:lnTo>
                  <a:pt x="14369" y="2147"/>
                </a:lnTo>
                <a:lnTo>
                  <a:pt x="14738" y="1968"/>
                </a:lnTo>
                <a:lnTo>
                  <a:pt x="15108" y="1789"/>
                </a:lnTo>
                <a:lnTo>
                  <a:pt x="15478" y="1625"/>
                </a:lnTo>
                <a:lnTo>
                  <a:pt x="15553" y="1589"/>
                </a:lnTo>
                <a:lnTo>
                  <a:pt x="15623" y="1546"/>
                </a:lnTo>
                <a:lnTo>
                  <a:pt x="15681" y="1503"/>
                </a:lnTo>
                <a:lnTo>
                  <a:pt x="15733" y="1446"/>
                </a:lnTo>
                <a:lnTo>
                  <a:pt x="15785" y="1388"/>
                </a:lnTo>
                <a:lnTo>
                  <a:pt x="15825" y="1331"/>
                </a:lnTo>
                <a:lnTo>
                  <a:pt x="15860" y="1267"/>
                </a:lnTo>
                <a:lnTo>
                  <a:pt x="15889" y="1195"/>
                </a:lnTo>
                <a:lnTo>
                  <a:pt x="15912" y="1131"/>
                </a:lnTo>
                <a:lnTo>
                  <a:pt x="15929" y="1052"/>
                </a:lnTo>
                <a:lnTo>
                  <a:pt x="15946" y="981"/>
                </a:lnTo>
                <a:lnTo>
                  <a:pt x="15952" y="909"/>
                </a:lnTo>
                <a:lnTo>
                  <a:pt x="15952" y="830"/>
                </a:lnTo>
                <a:lnTo>
                  <a:pt x="15952" y="759"/>
                </a:lnTo>
                <a:lnTo>
                  <a:pt x="15941" y="687"/>
                </a:lnTo>
                <a:lnTo>
                  <a:pt x="15929" y="616"/>
                </a:lnTo>
                <a:lnTo>
                  <a:pt x="15906" y="544"/>
                </a:lnTo>
                <a:lnTo>
                  <a:pt x="15883" y="472"/>
                </a:lnTo>
                <a:lnTo>
                  <a:pt x="15860" y="408"/>
                </a:lnTo>
                <a:lnTo>
                  <a:pt x="15825" y="344"/>
                </a:lnTo>
                <a:lnTo>
                  <a:pt x="15790" y="286"/>
                </a:lnTo>
                <a:lnTo>
                  <a:pt x="15750" y="229"/>
                </a:lnTo>
                <a:lnTo>
                  <a:pt x="15704" y="179"/>
                </a:lnTo>
                <a:lnTo>
                  <a:pt x="15652" y="136"/>
                </a:lnTo>
                <a:lnTo>
                  <a:pt x="15600" y="93"/>
                </a:lnTo>
                <a:lnTo>
                  <a:pt x="15542" y="64"/>
                </a:lnTo>
                <a:lnTo>
                  <a:pt x="15478" y="36"/>
                </a:lnTo>
                <a:lnTo>
                  <a:pt x="15415" y="14"/>
                </a:lnTo>
                <a:lnTo>
                  <a:pt x="15345" y="7"/>
                </a:lnTo>
                <a:lnTo>
                  <a:pt x="1527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2"/>
        </a:solidFill>
      </p:bgPr>
    </p:bg>
    <p:spTree>
      <p:nvGrpSpPr>
        <p:cNvPr id="169" name="Shape 169"/>
        <p:cNvGrpSpPr/>
        <p:nvPr/>
      </p:nvGrpSpPr>
      <p:grpSpPr>
        <a:xfrm>
          <a:off x="0" y="0"/>
          <a:ext cx="0" cy="0"/>
          <a:chOff x="0" y="0"/>
          <a:chExt cx="0" cy="0"/>
        </a:xfrm>
      </p:grpSpPr>
      <p:sp>
        <p:nvSpPr>
          <p:cNvPr id="170" name="Google Shape;170;p9"/>
          <p:cNvSpPr txBox="1"/>
          <p:nvPr>
            <p:ph type="title"/>
          </p:nvPr>
        </p:nvSpPr>
        <p:spPr>
          <a:xfrm>
            <a:off x="719997" y="1482950"/>
            <a:ext cx="37134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54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1" name="Google Shape;171;p9"/>
          <p:cNvSpPr txBox="1"/>
          <p:nvPr>
            <p:ph idx="1" type="subTitle"/>
          </p:nvPr>
        </p:nvSpPr>
        <p:spPr>
          <a:xfrm>
            <a:off x="720000" y="2493775"/>
            <a:ext cx="3943800" cy="1341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2" name="Google Shape;172;p9"/>
          <p:cNvSpPr/>
          <p:nvPr/>
        </p:nvSpPr>
        <p:spPr>
          <a:xfrm rot="10800000">
            <a:off x="358779" y="408134"/>
            <a:ext cx="395820" cy="541616"/>
          </a:xfrm>
          <a:custGeom>
            <a:rect b="b" l="l" r="r" t="t"/>
            <a:pathLst>
              <a:path extrusionOk="0" h="119562" w="159766">
                <a:moveTo>
                  <a:pt x="111586" y="1"/>
                </a:moveTo>
                <a:lnTo>
                  <a:pt x="111157" y="12"/>
                </a:lnTo>
                <a:lnTo>
                  <a:pt x="110728" y="35"/>
                </a:lnTo>
                <a:lnTo>
                  <a:pt x="110299" y="80"/>
                </a:lnTo>
                <a:lnTo>
                  <a:pt x="109894" y="149"/>
                </a:lnTo>
                <a:lnTo>
                  <a:pt x="109513" y="229"/>
                </a:lnTo>
                <a:lnTo>
                  <a:pt x="109132" y="320"/>
                </a:lnTo>
                <a:lnTo>
                  <a:pt x="108751" y="434"/>
                </a:lnTo>
                <a:lnTo>
                  <a:pt x="108417" y="559"/>
                </a:lnTo>
                <a:lnTo>
                  <a:pt x="108083" y="696"/>
                </a:lnTo>
                <a:lnTo>
                  <a:pt x="107774" y="855"/>
                </a:lnTo>
                <a:lnTo>
                  <a:pt x="107488" y="1014"/>
                </a:lnTo>
                <a:lnTo>
                  <a:pt x="107226" y="1185"/>
                </a:lnTo>
                <a:lnTo>
                  <a:pt x="107011" y="1368"/>
                </a:lnTo>
                <a:lnTo>
                  <a:pt x="106797" y="1561"/>
                </a:lnTo>
                <a:lnTo>
                  <a:pt x="106630" y="1766"/>
                </a:lnTo>
                <a:lnTo>
                  <a:pt x="106487" y="1971"/>
                </a:lnTo>
                <a:lnTo>
                  <a:pt x="106392" y="2188"/>
                </a:lnTo>
                <a:lnTo>
                  <a:pt x="106344" y="2404"/>
                </a:lnTo>
                <a:lnTo>
                  <a:pt x="106320" y="2632"/>
                </a:lnTo>
                <a:lnTo>
                  <a:pt x="106344" y="2848"/>
                </a:lnTo>
                <a:lnTo>
                  <a:pt x="106392" y="3076"/>
                </a:lnTo>
                <a:lnTo>
                  <a:pt x="106511" y="3315"/>
                </a:lnTo>
                <a:lnTo>
                  <a:pt x="106654" y="3543"/>
                </a:lnTo>
                <a:lnTo>
                  <a:pt x="106868" y="3771"/>
                </a:lnTo>
                <a:lnTo>
                  <a:pt x="108751" y="5616"/>
                </a:lnTo>
                <a:lnTo>
                  <a:pt x="110633" y="7462"/>
                </a:lnTo>
                <a:lnTo>
                  <a:pt x="112563" y="9284"/>
                </a:lnTo>
                <a:lnTo>
                  <a:pt x="114493" y="11118"/>
                </a:lnTo>
                <a:lnTo>
                  <a:pt x="118401" y="14752"/>
                </a:lnTo>
                <a:lnTo>
                  <a:pt x="122332" y="18374"/>
                </a:lnTo>
                <a:lnTo>
                  <a:pt x="126240" y="22008"/>
                </a:lnTo>
                <a:lnTo>
                  <a:pt x="128170" y="23831"/>
                </a:lnTo>
                <a:lnTo>
                  <a:pt x="130076" y="25653"/>
                </a:lnTo>
                <a:lnTo>
                  <a:pt x="131959" y="27487"/>
                </a:lnTo>
                <a:lnTo>
                  <a:pt x="133841" y="29321"/>
                </a:lnTo>
                <a:lnTo>
                  <a:pt x="135676" y="31178"/>
                </a:lnTo>
                <a:lnTo>
                  <a:pt x="137463" y="33035"/>
                </a:lnTo>
                <a:lnTo>
                  <a:pt x="132817" y="33217"/>
                </a:lnTo>
                <a:lnTo>
                  <a:pt x="128170" y="33422"/>
                </a:lnTo>
                <a:lnTo>
                  <a:pt x="123548" y="33650"/>
                </a:lnTo>
                <a:lnTo>
                  <a:pt x="118925" y="33900"/>
                </a:lnTo>
                <a:lnTo>
                  <a:pt x="114326" y="34174"/>
                </a:lnTo>
                <a:lnTo>
                  <a:pt x="109728" y="34470"/>
                </a:lnTo>
                <a:lnTo>
                  <a:pt x="105129" y="34789"/>
                </a:lnTo>
                <a:lnTo>
                  <a:pt x="100554" y="35142"/>
                </a:lnTo>
                <a:lnTo>
                  <a:pt x="95979" y="35507"/>
                </a:lnTo>
                <a:lnTo>
                  <a:pt x="91404" y="35905"/>
                </a:lnTo>
                <a:lnTo>
                  <a:pt x="86829" y="36327"/>
                </a:lnTo>
                <a:lnTo>
                  <a:pt x="82278" y="36782"/>
                </a:lnTo>
                <a:lnTo>
                  <a:pt x="77727" y="37249"/>
                </a:lnTo>
                <a:lnTo>
                  <a:pt x="73176" y="37751"/>
                </a:lnTo>
                <a:lnTo>
                  <a:pt x="68625" y="38286"/>
                </a:lnTo>
                <a:lnTo>
                  <a:pt x="64074" y="38833"/>
                </a:lnTo>
                <a:lnTo>
                  <a:pt x="63645" y="38890"/>
                </a:lnTo>
                <a:lnTo>
                  <a:pt x="63240" y="38970"/>
                </a:lnTo>
                <a:lnTo>
                  <a:pt x="62811" y="39049"/>
                </a:lnTo>
                <a:lnTo>
                  <a:pt x="62406" y="39140"/>
                </a:lnTo>
                <a:lnTo>
                  <a:pt x="62001" y="39254"/>
                </a:lnTo>
                <a:lnTo>
                  <a:pt x="61619" y="39368"/>
                </a:lnTo>
                <a:lnTo>
                  <a:pt x="61238" y="39494"/>
                </a:lnTo>
                <a:lnTo>
                  <a:pt x="60857" y="39630"/>
                </a:lnTo>
                <a:lnTo>
                  <a:pt x="60499" y="39767"/>
                </a:lnTo>
                <a:lnTo>
                  <a:pt x="60142" y="39926"/>
                </a:lnTo>
                <a:lnTo>
                  <a:pt x="59808" y="40086"/>
                </a:lnTo>
                <a:lnTo>
                  <a:pt x="59475" y="40257"/>
                </a:lnTo>
                <a:lnTo>
                  <a:pt x="59165" y="40428"/>
                </a:lnTo>
                <a:lnTo>
                  <a:pt x="58879" y="40610"/>
                </a:lnTo>
                <a:lnTo>
                  <a:pt x="58617" y="40792"/>
                </a:lnTo>
                <a:lnTo>
                  <a:pt x="58355" y="40986"/>
                </a:lnTo>
                <a:lnTo>
                  <a:pt x="58117" y="41179"/>
                </a:lnTo>
                <a:lnTo>
                  <a:pt x="57902" y="41384"/>
                </a:lnTo>
                <a:lnTo>
                  <a:pt x="57688" y="41589"/>
                </a:lnTo>
                <a:lnTo>
                  <a:pt x="57521" y="41806"/>
                </a:lnTo>
                <a:lnTo>
                  <a:pt x="57378" y="42011"/>
                </a:lnTo>
                <a:lnTo>
                  <a:pt x="57235" y="42227"/>
                </a:lnTo>
                <a:lnTo>
                  <a:pt x="57140" y="42444"/>
                </a:lnTo>
                <a:lnTo>
                  <a:pt x="57044" y="42660"/>
                </a:lnTo>
                <a:lnTo>
                  <a:pt x="56997" y="42877"/>
                </a:lnTo>
                <a:lnTo>
                  <a:pt x="56973" y="43104"/>
                </a:lnTo>
                <a:lnTo>
                  <a:pt x="56973" y="43321"/>
                </a:lnTo>
                <a:lnTo>
                  <a:pt x="57021" y="43537"/>
                </a:lnTo>
                <a:lnTo>
                  <a:pt x="57068" y="43765"/>
                </a:lnTo>
                <a:lnTo>
                  <a:pt x="57164" y="43982"/>
                </a:lnTo>
                <a:lnTo>
                  <a:pt x="57307" y="44198"/>
                </a:lnTo>
                <a:lnTo>
                  <a:pt x="57450" y="44403"/>
                </a:lnTo>
                <a:lnTo>
                  <a:pt x="59260" y="46533"/>
                </a:lnTo>
                <a:lnTo>
                  <a:pt x="61095" y="48629"/>
                </a:lnTo>
                <a:lnTo>
                  <a:pt x="62978" y="50725"/>
                </a:lnTo>
                <a:lnTo>
                  <a:pt x="64908" y="52798"/>
                </a:lnTo>
                <a:lnTo>
                  <a:pt x="66885" y="54860"/>
                </a:lnTo>
                <a:lnTo>
                  <a:pt x="68911" y="56899"/>
                </a:lnTo>
                <a:lnTo>
                  <a:pt x="70984" y="58938"/>
                </a:lnTo>
                <a:lnTo>
                  <a:pt x="73104" y="60954"/>
                </a:lnTo>
                <a:lnTo>
                  <a:pt x="75273" y="62959"/>
                </a:lnTo>
                <a:lnTo>
                  <a:pt x="77512" y="64953"/>
                </a:lnTo>
                <a:lnTo>
                  <a:pt x="78632" y="65944"/>
                </a:lnTo>
                <a:lnTo>
                  <a:pt x="79776" y="66935"/>
                </a:lnTo>
                <a:lnTo>
                  <a:pt x="80944" y="67926"/>
                </a:lnTo>
                <a:lnTo>
                  <a:pt x="82111" y="68905"/>
                </a:lnTo>
                <a:lnTo>
                  <a:pt x="83279" y="69885"/>
                </a:lnTo>
                <a:lnTo>
                  <a:pt x="84470" y="70853"/>
                </a:lnTo>
                <a:lnTo>
                  <a:pt x="85685" y="71833"/>
                </a:lnTo>
                <a:lnTo>
                  <a:pt x="86901" y="72801"/>
                </a:lnTo>
                <a:lnTo>
                  <a:pt x="88140" y="73769"/>
                </a:lnTo>
                <a:lnTo>
                  <a:pt x="89379" y="74737"/>
                </a:lnTo>
                <a:lnTo>
                  <a:pt x="90642" y="75694"/>
                </a:lnTo>
                <a:lnTo>
                  <a:pt x="91928" y="76651"/>
                </a:lnTo>
                <a:lnTo>
                  <a:pt x="86567" y="76947"/>
                </a:lnTo>
                <a:lnTo>
                  <a:pt x="81230" y="77255"/>
                </a:lnTo>
                <a:lnTo>
                  <a:pt x="75916" y="77585"/>
                </a:lnTo>
                <a:lnTo>
                  <a:pt x="70602" y="77938"/>
                </a:lnTo>
                <a:lnTo>
                  <a:pt x="65289" y="78314"/>
                </a:lnTo>
                <a:lnTo>
                  <a:pt x="59975" y="78702"/>
                </a:lnTo>
                <a:lnTo>
                  <a:pt x="54662" y="79112"/>
                </a:lnTo>
                <a:lnTo>
                  <a:pt x="49372" y="79544"/>
                </a:lnTo>
                <a:lnTo>
                  <a:pt x="44082" y="79989"/>
                </a:lnTo>
                <a:lnTo>
                  <a:pt x="38816" y="80467"/>
                </a:lnTo>
                <a:lnTo>
                  <a:pt x="33526" y="80957"/>
                </a:lnTo>
                <a:lnTo>
                  <a:pt x="28261" y="81470"/>
                </a:lnTo>
                <a:lnTo>
                  <a:pt x="23018" y="82005"/>
                </a:lnTo>
                <a:lnTo>
                  <a:pt x="17753" y="82552"/>
                </a:lnTo>
                <a:lnTo>
                  <a:pt x="12487" y="83133"/>
                </a:lnTo>
                <a:lnTo>
                  <a:pt x="7244" y="83736"/>
                </a:lnTo>
                <a:lnTo>
                  <a:pt x="6577" y="83828"/>
                </a:lnTo>
                <a:lnTo>
                  <a:pt x="5910" y="83941"/>
                </a:lnTo>
                <a:lnTo>
                  <a:pt x="5291" y="84078"/>
                </a:lnTo>
                <a:lnTo>
                  <a:pt x="4719" y="84226"/>
                </a:lnTo>
                <a:lnTo>
                  <a:pt x="4147" y="84397"/>
                </a:lnTo>
                <a:lnTo>
                  <a:pt x="3646" y="84579"/>
                </a:lnTo>
                <a:lnTo>
                  <a:pt x="3146" y="84784"/>
                </a:lnTo>
                <a:lnTo>
                  <a:pt x="2693" y="85001"/>
                </a:lnTo>
                <a:lnTo>
                  <a:pt x="2264" y="85229"/>
                </a:lnTo>
                <a:lnTo>
                  <a:pt x="1883" y="85468"/>
                </a:lnTo>
                <a:lnTo>
                  <a:pt x="1526" y="85730"/>
                </a:lnTo>
                <a:lnTo>
                  <a:pt x="1216" y="85992"/>
                </a:lnTo>
                <a:lnTo>
                  <a:pt x="930" y="86265"/>
                </a:lnTo>
                <a:lnTo>
                  <a:pt x="692" y="86539"/>
                </a:lnTo>
                <a:lnTo>
                  <a:pt x="477" y="86835"/>
                </a:lnTo>
                <a:lnTo>
                  <a:pt x="311" y="87131"/>
                </a:lnTo>
                <a:lnTo>
                  <a:pt x="168" y="87427"/>
                </a:lnTo>
                <a:lnTo>
                  <a:pt x="72" y="87723"/>
                </a:lnTo>
                <a:lnTo>
                  <a:pt x="25" y="88031"/>
                </a:lnTo>
                <a:lnTo>
                  <a:pt x="1" y="88338"/>
                </a:lnTo>
                <a:lnTo>
                  <a:pt x="1" y="88646"/>
                </a:lnTo>
                <a:lnTo>
                  <a:pt x="72" y="88954"/>
                </a:lnTo>
                <a:lnTo>
                  <a:pt x="168" y="89261"/>
                </a:lnTo>
                <a:lnTo>
                  <a:pt x="287" y="89557"/>
                </a:lnTo>
                <a:lnTo>
                  <a:pt x="454" y="89853"/>
                </a:lnTo>
                <a:lnTo>
                  <a:pt x="668" y="90150"/>
                </a:lnTo>
                <a:lnTo>
                  <a:pt x="930" y="90434"/>
                </a:lnTo>
                <a:lnTo>
                  <a:pt x="1216" y="90719"/>
                </a:lnTo>
                <a:lnTo>
                  <a:pt x="1573" y="90993"/>
                </a:lnTo>
                <a:lnTo>
                  <a:pt x="1931" y="91255"/>
                </a:lnTo>
                <a:lnTo>
                  <a:pt x="2360" y="91505"/>
                </a:lnTo>
                <a:lnTo>
                  <a:pt x="2813" y="91744"/>
                </a:lnTo>
                <a:lnTo>
                  <a:pt x="9151" y="94820"/>
                </a:lnTo>
                <a:lnTo>
                  <a:pt x="15513" y="97873"/>
                </a:lnTo>
                <a:lnTo>
                  <a:pt x="21899" y="100926"/>
                </a:lnTo>
                <a:lnTo>
                  <a:pt x="28308" y="103956"/>
                </a:lnTo>
                <a:lnTo>
                  <a:pt x="34742" y="106974"/>
                </a:lnTo>
                <a:lnTo>
                  <a:pt x="41199" y="109981"/>
                </a:lnTo>
                <a:lnTo>
                  <a:pt x="44463" y="111474"/>
                </a:lnTo>
                <a:lnTo>
                  <a:pt x="47728" y="112966"/>
                </a:lnTo>
                <a:lnTo>
                  <a:pt x="50992" y="114447"/>
                </a:lnTo>
                <a:lnTo>
                  <a:pt x="54280" y="115928"/>
                </a:lnTo>
                <a:lnTo>
                  <a:pt x="54495" y="116190"/>
                </a:lnTo>
                <a:lnTo>
                  <a:pt x="54733" y="116452"/>
                </a:lnTo>
                <a:lnTo>
                  <a:pt x="55043" y="116702"/>
                </a:lnTo>
                <a:lnTo>
                  <a:pt x="55377" y="116953"/>
                </a:lnTo>
                <a:lnTo>
                  <a:pt x="55782" y="117203"/>
                </a:lnTo>
                <a:lnTo>
                  <a:pt x="56234" y="117454"/>
                </a:lnTo>
                <a:lnTo>
                  <a:pt x="56735" y="117693"/>
                </a:lnTo>
                <a:lnTo>
                  <a:pt x="57283" y="117921"/>
                </a:lnTo>
                <a:lnTo>
                  <a:pt x="57950" y="118183"/>
                </a:lnTo>
                <a:lnTo>
                  <a:pt x="58450" y="118365"/>
                </a:lnTo>
                <a:lnTo>
                  <a:pt x="58974" y="118536"/>
                </a:lnTo>
                <a:lnTo>
                  <a:pt x="59499" y="118696"/>
                </a:lnTo>
                <a:lnTo>
                  <a:pt x="60023" y="118844"/>
                </a:lnTo>
                <a:lnTo>
                  <a:pt x="60547" y="118980"/>
                </a:lnTo>
                <a:lnTo>
                  <a:pt x="61095" y="119094"/>
                </a:lnTo>
                <a:lnTo>
                  <a:pt x="61643" y="119208"/>
                </a:lnTo>
                <a:lnTo>
                  <a:pt x="62191" y="119299"/>
                </a:lnTo>
                <a:lnTo>
                  <a:pt x="62763" y="119379"/>
                </a:lnTo>
                <a:lnTo>
                  <a:pt x="63311" y="119447"/>
                </a:lnTo>
                <a:lnTo>
                  <a:pt x="63883" y="119493"/>
                </a:lnTo>
                <a:lnTo>
                  <a:pt x="64431" y="119539"/>
                </a:lnTo>
                <a:lnTo>
                  <a:pt x="65003" y="119561"/>
                </a:lnTo>
                <a:lnTo>
                  <a:pt x="66123" y="119561"/>
                </a:lnTo>
                <a:lnTo>
                  <a:pt x="66671" y="119539"/>
                </a:lnTo>
                <a:lnTo>
                  <a:pt x="67219" y="119504"/>
                </a:lnTo>
                <a:lnTo>
                  <a:pt x="67767" y="119459"/>
                </a:lnTo>
                <a:lnTo>
                  <a:pt x="68291" y="119390"/>
                </a:lnTo>
                <a:lnTo>
                  <a:pt x="68839" y="119322"/>
                </a:lnTo>
                <a:lnTo>
                  <a:pt x="69363" y="119220"/>
                </a:lnTo>
                <a:lnTo>
                  <a:pt x="69864" y="119117"/>
                </a:lnTo>
                <a:lnTo>
                  <a:pt x="70388" y="118992"/>
                </a:lnTo>
                <a:lnTo>
                  <a:pt x="70865" y="118855"/>
                </a:lnTo>
                <a:lnTo>
                  <a:pt x="71365" y="118696"/>
                </a:lnTo>
                <a:lnTo>
                  <a:pt x="71818" y="118525"/>
                </a:lnTo>
                <a:lnTo>
                  <a:pt x="72270" y="118342"/>
                </a:lnTo>
                <a:lnTo>
                  <a:pt x="72723" y="118137"/>
                </a:lnTo>
                <a:lnTo>
                  <a:pt x="73152" y="117921"/>
                </a:lnTo>
                <a:lnTo>
                  <a:pt x="73557" y="117693"/>
                </a:lnTo>
                <a:lnTo>
                  <a:pt x="73938" y="117443"/>
                </a:lnTo>
                <a:lnTo>
                  <a:pt x="74320" y="117169"/>
                </a:lnTo>
                <a:lnTo>
                  <a:pt x="74772" y="116827"/>
                </a:lnTo>
                <a:lnTo>
                  <a:pt x="74987" y="116657"/>
                </a:lnTo>
                <a:lnTo>
                  <a:pt x="75177" y="116486"/>
                </a:lnTo>
                <a:lnTo>
                  <a:pt x="75344" y="116303"/>
                </a:lnTo>
                <a:lnTo>
                  <a:pt x="75511" y="116121"/>
                </a:lnTo>
                <a:lnTo>
                  <a:pt x="75654" y="115928"/>
                </a:lnTo>
                <a:lnTo>
                  <a:pt x="75773" y="115734"/>
                </a:lnTo>
                <a:lnTo>
                  <a:pt x="75892" y="115540"/>
                </a:lnTo>
                <a:lnTo>
                  <a:pt x="75964" y="115335"/>
                </a:lnTo>
                <a:lnTo>
                  <a:pt x="76035" y="115130"/>
                </a:lnTo>
                <a:lnTo>
                  <a:pt x="76107" y="114925"/>
                </a:lnTo>
                <a:lnTo>
                  <a:pt x="76130" y="114720"/>
                </a:lnTo>
                <a:lnTo>
                  <a:pt x="76154" y="114515"/>
                </a:lnTo>
                <a:lnTo>
                  <a:pt x="76178" y="114310"/>
                </a:lnTo>
                <a:lnTo>
                  <a:pt x="76154" y="114094"/>
                </a:lnTo>
                <a:lnTo>
                  <a:pt x="76130" y="113889"/>
                </a:lnTo>
                <a:lnTo>
                  <a:pt x="76083" y="113684"/>
                </a:lnTo>
                <a:lnTo>
                  <a:pt x="76011" y="113478"/>
                </a:lnTo>
                <a:lnTo>
                  <a:pt x="75940" y="113273"/>
                </a:lnTo>
                <a:lnTo>
                  <a:pt x="75845" y="113068"/>
                </a:lnTo>
                <a:lnTo>
                  <a:pt x="75749" y="112863"/>
                </a:lnTo>
                <a:lnTo>
                  <a:pt x="75606" y="112670"/>
                </a:lnTo>
                <a:lnTo>
                  <a:pt x="75463" y="112465"/>
                </a:lnTo>
                <a:lnTo>
                  <a:pt x="75320" y="112282"/>
                </a:lnTo>
                <a:lnTo>
                  <a:pt x="75130" y="112089"/>
                </a:lnTo>
                <a:lnTo>
                  <a:pt x="74939" y="111906"/>
                </a:lnTo>
                <a:lnTo>
                  <a:pt x="74725" y="111736"/>
                </a:lnTo>
                <a:lnTo>
                  <a:pt x="74510" y="111553"/>
                </a:lnTo>
                <a:lnTo>
                  <a:pt x="74272" y="111394"/>
                </a:lnTo>
                <a:lnTo>
                  <a:pt x="74010" y="111234"/>
                </a:lnTo>
                <a:lnTo>
                  <a:pt x="73748" y="111075"/>
                </a:lnTo>
                <a:lnTo>
                  <a:pt x="73462" y="110938"/>
                </a:lnTo>
                <a:lnTo>
                  <a:pt x="73152" y="110802"/>
                </a:lnTo>
                <a:lnTo>
                  <a:pt x="70364" y="109606"/>
                </a:lnTo>
                <a:lnTo>
                  <a:pt x="67600" y="108398"/>
                </a:lnTo>
                <a:lnTo>
                  <a:pt x="64836" y="107191"/>
                </a:lnTo>
                <a:lnTo>
                  <a:pt x="62096" y="105983"/>
                </a:lnTo>
                <a:lnTo>
                  <a:pt x="59356" y="104764"/>
                </a:lnTo>
                <a:lnTo>
                  <a:pt x="56616" y="103534"/>
                </a:lnTo>
                <a:lnTo>
                  <a:pt x="51207" y="101074"/>
                </a:lnTo>
                <a:lnTo>
                  <a:pt x="45822" y="98602"/>
                </a:lnTo>
                <a:lnTo>
                  <a:pt x="40460" y="96107"/>
                </a:lnTo>
                <a:lnTo>
                  <a:pt x="35123" y="93601"/>
                </a:lnTo>
                <a:lnTo>
                  <a:pt x="29809" y="91084"/>
                </a:lnTo>
                <a:lnTo>
                  <a:pt x="34718" y="90582"/>
                </a:lnTo>
                <a:lnTo>
                  <a:pt x="39603" y="90081"/>
                </a:lnTo>
                <a:lnTo>
                  <a:pt x="44511" y="89614"/>
                </a:lnTo>
                <a:lnTo>
                  <a:pt x="49420" y="89159"/>
                </a:lnTo>
                <a:lnTo>
                  <a:pt x="54352" y="88714"/>
                </a:lnTo>
                <a:lnTo>
                  <a:pt x="59260" y="88293"/>
                </a:lnTo>
                <a:lnTo>
                  <a:pt x="64193" y="87894"/>
                </a:lnTo>
                <a:lnTo>
                  <a:pt x="69125" y="87507"/>
                </a:lnTo>
                <a:lnTo>
                  <a:pt x="74081" y="87142"/>
                </a:lnTo>
                <a:lnTo>
                  <a:pt x="79037" y="86801"/>
                </a:lnTo>
                <a:lnTo>
                  <a:pt x="83994" y="86470"/>
                </a:lnTo>
                <a:lnTo>
                  <a:pt x="88950" y="86163"/>
                </a:lnTo>
                <a:lnTo>
                  <a:pt x="93930" y="85878"/>
                </a:lnTo>
                <a:lnTo>
                  <a:pt x="98910" y="85605"/>
                </a:lnTo>
                <a:lnTo>
                  <a:pt x="103914" y="85365"/>
                </a:lnTo>
                <a:lnTo>
                  <a:pt x="108917" y="85126"/>
                </a:lnTo>
                <a:lnTo>
                  <a:pt x="109537" y="85092"/>
                </a:lnTo>
                <a:lnTo>
                  <a:pt x="110156" y="85035"/>
                </a:lnTo>
                <a:lnTo>
                  <a:pt x="110776" y="84967"/>
                </a:lnTo>
                <a:lnTo>
                  <a:pt x="111372" y="84876"/>
                </a:lnTo>
                <a:lnTo>
                  <a:pt x="111991" y="84773"/>
                </a:lnTo>
                <a:lnTo>
                  <a:pt x="112563" y="84648"/>
                </a:lnTo>
                <a:lnTo>
                  <a:pt x="113135" y="84511"/>
                </a:lnTo>
                <a:lnTo>
                  <a:pt x="113707" y="84352"/>
                </a:lnTo>
                <a:lnTo>
                  <a:pt x="114231" y="84192"/>
                </a:lnTo>
                <a:lnTo>
                  <a:pt x="114755" y="84010"/>
                </a:lnTo>
                <a:lnTo>
                  <a:pt x="115256" y="83816"/>
                </a:lnTo>
                <a:lnTo>
                  <a:pt x="115732" y="83611"/>
                </a:lnTo>
                <a:lnTo>
                  <a:pt x="116185" y="83406"/>
                </a:lnTo>
                <a:lnTo>
                  <a:pt x="116614" y="83178"/>
                </a:lnTo>
                <a:lnTo>
                  <a:pt x="117019" y="82939"/>
                </a:lnTo>
                <a:lnTo>
                  <a:pt x="117376" y="82700"/>
                </a:lnTo>
                <a:lnTo>
                  <a:pt x="117710" y="82449"/>
                </a:lnTo>
                <a:lnTo>
                  <a:pt x="117996" y="82187"/>
                </a:lnTo>
                <a:lnTo>
                  <a:pt x="118258" y="81914"/>
                </a:lnTo>
                <a:lnTo>
                  <a:pt x="118472" y="81640"/>
                </a:lnTo>
                <a:lnTo>
                  <a:pt x="118663" y="81367"/>
                </a:lnTo>
                <a:lnTo>
                  <a:pt x="118806" y="81082"/>
                </a:lnTo>
                <a:lnTo>
                  <a:pt x="118877" y="80798"/>
                </a:lnTo>
                <a:lnTo>
                  <a:pt x="118925" y="80501"/>
                </a:lnTo>
                <a:lnTo>
                  <a:pt x="118925" y="80205"/>
                </a:lnTo>
                <a:lnTo>
                  <a:pt x="118877" y="79909"/>
                </a:lnTo>
                <a:lnTo>
                  <a:pt x="118758" y="79613"/>
                </a:lnTo>
                <a:lnTo>
                  <a:pt x="118591" y="79305"/>
                </a:lnTo>
                <a:lnTo>
                  <a:pt x="118377" y="79009"/>
                </a:lnTo>
                <a:lnTo>
                  <a:pt x="118091" y="78713"/>
                </a:lnTo>
                <a:lnTo>
                  <a:pt x="117758" y="78405"/>
                </a:lnTo>
                <a:lnTo>
                  <a:pt x="117352" y="78109"/>
                </a:lnTo>
                <a:lnTo>
                  <a:pt x="115970" y="77164"/>
                </a:lnTo>
                <a:lnTo>
                  <a:pt x="114588" y="76218"/>
                </a:lnTo>
                <a:lnTo>
                  <a:pt x="113230" y="75273"/>
                </a:lnTo>
                <a:lnTo>
                  <a:pt x="111896" y="74316"/>
                </a:lnTo>
                <a:lnTo>
                  <a:pt x="110562" y="73371"/>
                </a:lnTo>
                <a:lnTo>
                  <a:pt x="109251" y="72414"/>
                </a:lnTo>
                <a:lnTo>
                  <a:pt x="107941" y="71445"/>
                </a:lnTo>
                <a:lnTo>
                  <a:pt x="106654" y="70489"/>
                </a:lnTo>
                <a:lnTo>
                  <a:pt x="105391" y="69520"/>
                </a:lnTo>
                <a:lnTo>
                  <a:pt x="104128" y="68552"/>
                </a:lnTo>
                <a:lnTo>
                  <a:pt x="102889" y="67572"/>
                </a:lnTo>
                <a:lnTo>
                  <a:pt x="101650" y="66593"/>
                </a:lnTo>
                <a:lnTo>
                  <a:pt x="100435" y="65613"/>
                </a:lnTo>
                <a:lnTo>
                  <a:pt x="99220" y="64634"/>
                </a:lnTo>
                <a:lnTo>
                  <a:pt x="98028" y="63643"/>
                </a:lnTo>
                <a:lnTo>
                  <a:pt x="96861" y="62663"/>
                </a:lnTo>
                <a:lnTo>
                  <a:pt x="95693" y="61661"/>
                </a:lnTo>
                <a:lnTo>
                  <a:pt x="94525" y="60669"/>
                </a:lnTo>
                <a:lnTo>
                  <a:pt x="93382" y="59667"/>
                </a:lnTo>
                <a:lnTo>
                  <a:pt x="92262" y="58665"/>
                </a:lnTo>
                <a:lnTo>
                  <a:pt x="91142" y="57662"/>
                </a:lnTo>
                <a:lnTo>
                  <a:pt x="90046" y="56648"/>
                </a:lnTo>
                <a:lnTo>
                  <a:pt x="88974" y="55635"/>
                </a:lnTo>
                <a:lnTo>
                  <a:pt x="87878" y="54621"/>
                </a:lnTo>
                <a:lnTo>
                  <a:pt x="86829" y="53596"/>
                </a:lnTo>
                <a:lnTo>
                  <a:pt x="85781" y="52570"/>
                </a:lnTo>
                <a:lnTo>
                  <a:pt x="84732" y="51545"/>
                </a:lnTo>
                <a:lnTo>
                  <a:pt x="83708" y="50509"/>
                </a:lnTo>
                <a:lnTo>
                  <a:pt x="82707" y="49472"/>
                </a:lnTo>
                <a:lnTo>
                  <a:pt x="81706" y="48424"/>
                </a:lnTo>
                <a:lnTo>
                  <a:pt x="80729" y="47388"/>
                </a:lnTo>
                <a:lnTo>
                  <a:pt x="79752" y="46340"/>
                </a:lnTo>
                <a:lnTo>
                  <a:pt x="84137" y="45838"/>
                </a:lnTo>
                <a:lnTo>
                  <a:pt x="88545" y="45371"/>
                </a:lnTo>
                <a:lnTo>
                  <a:pt x="92953" y="44916"/>
                </a:lnTo>
                <a:lnTo>
                  <a:pt x="97361" y="44494"/>
                </a:lnTo>
                <a:lnTo>
                  <a:pt x="101769" y="44084"/>
                </a:lnTo>
                <a:lnTo>
                  <a:pt x="106201" y="43708"/>
                </a:lnTo>
                <a:lnTo>
                  <a:pt x="110633" y="43355"/>
                </a:lnTo>
                <a:lnTo>
                  <a:pt x="115065" y="43025"/>
                </a:lnTo>
                <a:lnTo>
                  <a:pt x="119521" y="42717"/>
                </a:lnTo>
                <a:lnTo>
                  <a:pt x="123977" y="42432"/>
                </a:lnTo>
                <a:lnTo>
                  <a:pt x="128432" y="42170"/>
                </a:lnTo>
                <a:lnTo>
                  <a:pt x="132912" y="41943"/>
                </a:lnTo>
                <a:lnTo>
                  <a:pt x="137415" y="41738"/>
                </a:lnTo>
                <a:lnTo>
                  <a:pt x="141919" y="41555"/>
                </a:lnTo>
                <a:lnTo>
                  <a:pt x="146422" y="41396"/>
                </a:lnTo>
                <a:lnTo>
                  <a:pt x="150950" y="41271"/>
                </a:lnTo>
                <a:lnTo>
                  <a:pt x="151641" y="41236"/>
                </a:lnTo>
                <a:lnTo>
                  <a:pt x="152308" y="41191"/>
                </a:lnTo>
                <a:lnTo>
                  <a:pt x="152927" y="41134"/>
                </a:lnTo>
                <a:lnTo>
                  <a:pt x="153547" y="41054"/>
                </a:lnTo>
                <a:lnTo>
                  <a:pt x="154119" y="40963"/>
                </a:lnTo>
                <a:lnTo>
                  <a:pt x="154667" y="40849"/>
                </a:lnTo>
                <a:lnTo>
                  <a:pt x="155191" y="40735"/>
                </a:lnTo>
                <a:lnTo>
                  <a:pt x="155691" y="40598"/>
                </a:lnTo>
                <a:lnTo>
                  <a:pt x="156168" y="40439"/>
                </a:lnTo>
                <a:lnTo>
                  <a:pt x="156621" y="40279"/>
                </a:lnTo>
                <a:lnTo>
                  <a:pt x="157026" y="40109"/>
                </a:lnTo>
                <a:lnTo>
                  <a:pt x="157431" y="39915"/>
                </a:lnTo>
                <a:lnTo>
                  <a:pt x="157788" y="39721"/>
                </a:lnTo>
                <a:lnTo>
                  <a:pt x="158122" y="39516"/>
                </a:lnTo>
                <a:lnTo>
                  <a:pt x="158408" y="39300"/>
                </a:lnTo>
                <a:lnTo>
                  <a:pt x="158694" y="39072"/>
                </a:lnTo>
                <a:lnTo>
                  <a:pt x="158932" y="38833"/>
                </a:lnTo>
                <a:lnTo>
                  <a:pt x="159146" y="38594"/>
                </a:lnTo>
                <a:lnTo>
                  <a:pt x="159313" y="38343"/>
                </a:lnTo>
                <a:lnTo>
                  <a:pt x="159480" y="38092"/>
                </a:lnTo>
                <a:lnTo>
                  <a:pt x="159599" y="37830"/>
                </a:lnTo>
                <a:lnTo>
                  <a:pt x="159671" y="37568"/>
                </a:lnTo>
                <a:lnTo>
                  <a:pt x="159742" y="37295"/>
                </a:lnTo>
                <a:lnTo>
                  <a:pt x="159766" y="37022"/>
                </a:lnTo>
                <a:lnTo>
                  <a:pt x="159766" y="36737"/>
                </a:lnTo>
                <a:lnTo>
                  <a:pt x="159718" y="36452"/>
                </a:lnTo>
                <a:lnTo>
                  <a:pt x="159647" y="36167"/>
                </a:lnTo>
                <a:lnTo>
                  <a:pt x="159551" y="35883"/>
                </a:lnTo>
                <a:lnTo>
                  <a:pt x="159408" y="35598"/>
                </a:lnTo>
                <a:lnTo>
                  <a:pt x="159242" y="35313"/>
                </a:lnTo>
                <a:lnTo>
                  <a:pt x="159027" y="35017"/>
                </a:lnTo>
                <a:lnTo>
                  <a:pt x="158789" y="34732"/>
                </a:lnTo>
                <a:lnTo>
                  <a:pt x="157764" y="33593"/>
                </a:lnTo>
                <a:lnTo>
                  <a:pt x="156740" y="32454"/>
                </a:lnTo>
                <a:lnTo>
                  <a:pt x="155667" y="31315"/>
                </a:lnTo>
                <a:lnTo>
                  <a:pt x="154595" y="30176"/>
                </a:lnTo>
                <a:lnTo>
                  <a:pt x="153523" y="29037"/>
                </a:lnTo>
                <a:lnTo>
                  <a:pt x="152403" y="27897"/>
                </a:lnTo>
                <a:lnTo>
                  <a:pt x="151283" y="26758"/>
                </a:lnTo>
                <a:lnTo>
                  <a:pt x="150116" y="25631"/>
                </a:lnTo>
                <a:lnTo>
                  <a:pt x="148948" y="24503"/>
                </a:lnTo>
                <a:lnTo>
                  <a:pt x="147757" y="23387"/>
                </a:lnTo>
                <a:lnTo>
                  <a:pt x="146541" y="22270"/>
                </a:lnTo>
                <a:lnTo>
                  <a:pt x="145302" y="21154"/>
                </a:lnTo>
                <a:lnTo>
                  <a:pt x="144063" y="20049"/>
                </a:lnTo>
                <a:lnTo>
                  <a:pt x="142777" y="18944"/>
                </a:lnTo>
                <a:lnTo>
                  <a:pt x="141466" y="17850"/>
                </a:lnTo>
                <a:lnTo>
                  <a:pt x="140132" y="16768"/>
                </a:lnTo>
                <a:lnTo>
                  <a:pt x="138774" y="15686"/>
                </a:lnTo>
                <a:lnTo>
                  <a:pt x="137392" y="14615"/>
                </a:lnTo>
                <a:lnTo>
                  <a:pt x="135986" y="13556"/>
                </a:lnTo>
                <a:lnTo>
                  <a:pt x="134556" y="12497"/>
                </a:lnTo>
                <a:lnTo>
                  <a:pt x="133103" y="11460"/>
                </a:lnTo>
                <a:lnTo>
                  <a:pt x="131601" y="10424"/>
                </a:lnTo>
                <a:lnTo>
                  <a:pt x="130076" y="9398"/>
                </a:lnTo>
                <a:lnTo>
                  <a:pt x="128528" y="8385"/>
                </a:lnTo>
                <a:lnTo>
                  <a:pt x="126955" y="7393"/>
                </a:lnTo>
                <a:lnTo>
                  <a:pt x="125335" y="6402"/>
                </a:lnTo>
                <a:lnTo>
                  <a:pt x="123714" y="5434"/>
                </a:lnTo>
                <a:lnTo>
                  <a:pt x="122023" y="4466"/>
                </a:lnTo>
                <a:lnTo>
                  <a:pt x="120331" y="3521"/>
                </a:lnTo>
                <a:lnTo>
                  <a:pt x="118591" y="2586"/>
                </a:lnTo>
                <a:lnTo>
                  <a:pt x="116828" y="1664"/>
                </a:lnTo>
                <a:lnTo>
                  <a:pt x="115017" y="764"/>
                </a:lnTo>
                <a:lnTo>
                  <a:pt x="114612" y="582"/>
                </a:lnTo>
                <a:lnTo>
                  <a:pt x="114183" y="422"/>
                </a:lnTo>
                <a:lnTo>
                  <a:pt x="113754" y="297"/>
                </a:lnTo>
                <a:lnTo>
                  <a:pt x="113326" y="183"/>
                </a:lnTo>
                <a:lnTo>
                  <a:pt x="112897" y="103"/>
                </a:lnTo>
                <a:lnTo>
                  <a:pt x="112444" y="46"/>
                </a:lnTo>
                <a:lnTo>
                  <a:pt x="112015" y="12"/>
                </a:lnTo>
                <a:lnTo>
                  <a:pt x="11158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rot="10800000">
            <a:off x="449" y="2899162"/>
            <a:ext cx="1585975" cy="2251273"/>
          </a:xfrm>
          <a:custGeom>
            <a:rect b="b" l="l" r="r" t="t"/>
            <a:pathLst>
              <a:path extrusionOk="0" h="388653" w="501098">
                <a:moveTo>
                  <a:pt x="1" y="0"/>
                </a:moveTo>
                <a:lnTo>
                  <a:pt x="501098" y="388652"/>
                </a:lnTo>
                <a:lnTo>
                  <a:pt x="5010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rot="8455697">
            <a:off x="6497113" y="1565556"/>
            <a:ext cx="805618" cy="377414"/>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rot="10800000">
            <a:off x="6701074" y="-78586"/>
            <a:ext cx="1414525" cy="756712"/>
          </a:xfrm>
          <a:custGeom>
            <a:rect b="b" l="l" r="r" t="t"/>
            <a:pathLst>
              <a:path extrusionOk="0" h="124357" w="425421">
                <a:moveTo>
                  <a:pt x="204681" y="1"/>
                </a:moveTo>
                <a:lnTo>
                  <a:pt x="201607" y="12"/>
                </a:lnTo>
                <a:lnTo>
                  <a:pt x="198557" y="46"/>
                </a:lnTo>
                <a:lnTo>
                  <a:pt x="195507" y="92"/>
                </a:lnTo>
                <a:lnTo>
                  <a:pt x="192481" y="172"/>
                </a:lnTo>
                <a:lnTo>
                  <a:pt x="189479" y="263"/>
                </a:lnTo>
                <a:lnTo>
                  <a:pt x="186500" y="377"/>
                </a:lnTo>
                <a:lnTo>
                  <a:pt x="183546" y="525"/>
                </a:lnTo>
                <a:lnTo>
                  <a:pt x="180591" y="673"/>
                </a:lnTo>
                <a:lnTo>
                  <a:pt x="177660" y="855"/>
                </a:lnTo>
                <a:lnTo>
                  <a:pt x="174753" y="1060"/>
                </a:lnTo>
                <a:lnTo>
                  <a:pt x="171870" y="1277"/>
                </a:lnTo>
                <a:lnTo>
                  <a:pt x="169011" y="1527"/>
                </a:lnTo>
                <a:lnTo>
                  <a:pt x="166151" y="1789"/>
                </a:lnTo>
                <a:lnTo>
                  <a:pt x="163340" y="2063"/>
                </a:lnTo>
                <a:lnTo>
                  <a:pt x="160528" y="2370"/>
                </a:lnTo>
                <a:lnTo>
                  <a:pt x="157740" y="2689"/>
                </a:lnTo>
                <a:lnTo>
                  <a:pt x="154976" y="3031"/>
                </a:lnTo>
                <a:lnTo>
                  <a:pt x="152212" y="3384"/>
                </a:lnTo>
                <a:lnTo>
                  <a:pt x="149496" y="3771"/>
                </a:lnTo>
                <a:lnTo>
                  <a:pt x="146779" y="4170"/>
                </a:lnTo>
                <a:lnTo>
                  <a:pt x="144087" y="4580"/>
                </a:lnTo>
                <a:lnTo>
                  <a:pt x="141442" y="5013"/>
                </a:lnTo>
                <a:lnTo>
                  <a:pt x="138797" y="5468"/>
                </a:lnTo>
                <a:lnTo>
                  <a:pt x="136152" y="5947"/>
                </a:lnTo>
                <a:lnTo>
                  <a:pt x="133555" y="6437"/>
                </a:lnTo>
                <a:lnTo>
                  <a:pt x="130982" y="6938"/>
                </a:lnTo>
                <a:lnTo>
                  <a:pt x="128408" y="7462"/>
                </a:lnTo>
                <a:lnTo>
                  <a:pt x="125883" y="8009"/>
                </a:lnTo>
                <a:lnTo>
                  <a:pt x="123357" y="8567"/>
                </a:lnTo>
                <a:lnTo>
                  <a:pt x="120855" y="9148"/>
                </a:lnTo>
                <a:lnTo>
                  <a:pt x="118377" y="9740"/>
                </a:lnTo>
                <a:lnTo>
                  <a:pt x="115946" y="10344"/>
                </a:lnTo>
                <a:lnTo>
                  <a:pt x="113516" y="10970"/>
                </a:lnTo>
                <a:lnTo>
                  <a:pt x="111085" y="11620"/>
                </a:lnTo>
                <a:lnTo>
                  <a:pt x="108703" y="12280"/>
                </a:lnTo>
                <a:lnTo>
                  <a:pt x="106344" y="12952"/>
                </a:lnTo>
                <a:lnTo>
                  <a:pt x="104009" y="13647"/>
                </a:lnTo>
                <a:lnTo>
                  <a:pt x="101674" y="14354"/>
                </a:lnTo>
                <a:lnTo>
                  <a:pt x="99386" y="15071"/>
                </a:lnTo>
                <a:lnTo>
                  <a:pt x="97122" y="15812"/>
                </a:lnTo>
                <a:lnTo>
                  <a:pt x="94859" y="16563"/>
                </a:lnTo>
                <a:lnTo>
                  <a:pt x="92643" y="17327"/>
                </a:lnTo>
                <a:lnTo>
                  <a:pt x="90427" y="18113"/>
                </a:lnTo>
                <a:lnTo>
                  <a:pt x="88259" y="18910"/>
                </a:lnTo>
                <a:lnTo>
                  <a:pt x="86090" y="19719"/>
                </a:lnTo>
                <a:lnTo>
                  <a:pt x="83970" y="20539"/>
                </a:lnTo>
                <a:lnTo>
                  <a:pt x="81849" y="21382"/>
                </a:lnTo>
                <a:lnTo>
                  <a:pt x="79776" y="22236"/>
                </a:lnTo>
                <a:lnTo>
                  <a:pt x="77703" y="23102"/>
                </a:lnTo>
                <a:lnTo>
                  <a:pt x="75677" y="23979"/>
                </a:lnTo>
                <a:lnTo>
                  <a:pt x="73652" y="24867"/>
                </a:lnTo>
                <a:lnTo>
                  <a:pt x="71674" y="25779"/>
                </a:lnTo>
                <a:lnTo>
                  <a:pt x="69697" y="26690"/>
                </a:lnTo>
                <a:lnTo>
                  <a:pt x="67767" y="27624"/>
                </a:lnTo>
                <a:lnTo>
                  <a:pt x="65837" y="28570"/>
                </a:lnTo>
                <a:lnTo>
                  <a:pt x="63954" y="29526"/>
                </a:lnTo>
                <a:lnTo>
                  <a:pt x="62096" y="30495"/>
                </a:lnTo>
                <a:lnTo>
                  <a:pt x="60237" y="31474"/>
                </a:lnTo>
                <a:lnTo>
                  <a:pt x="58426" y="32465"/>
                </a:lnTo>
                <a:lnTo>
                  <a:pt x="56639" y="33468"/>
                </a:lnTo>
                <a:lnTo>
                  <a:pt x="54876" y="34482"/>
                </a:lnTo>
                <a:lnTo>
                  <a:pt x="53136" y="35507"/>
                </a:lnTo>
                <a:lnTo>
                  <a:pt x="51421" y="36543"/>
                </a:lnTo>
                <a:lnTo>
                  <a:pt x="49729" y="37591"/>
                </a:lnTo>
                <a:lnTo>
                  <a:pt x="48061" y="38651"/>
                </a:lnTo>
                <a:lnTo>
                  <a:pt x="46441" y="39721"/>
                </a:lnTo>
                <a:lnTo>
                  <a:pt x="44821" y="40804"/>
                </a:lnTo>
                <a:lnTo>
                  <a:pt x="43224" y="41897"/>
                </a:lnTo>
                <a:lnTo>
                  <a:pt x="41675" y="42991"/>
                </a:lnTo>
                <a:lnTo>
                  <a:pt x="40150" y="44107"/>
                </a:lnTo>
                <a:lnTo>
                  <a:pt x="38649" y="45223"/>
                </a:lnTo>
                <a:lnTo>
                  <a:pt x="37172" y="46351"/>
                </a:lnTo>
                <a:lnTo>
                  <a:pt x="35718" y="47490"/>
                </a:lnTo>
                <a:lnTo>
                  <a:pt x="34289" y="48641"/>
                </a:lnTo>
                <a:lnTo>
                  <a:pt x="32883" y="49791"/>
                </a:lnTo>
                <a:lnTo>
                  <a:pt x="31525" y="50953"/>
                </a:lnTo>
                <a:lnTo>
                  <a:pt x="30167" y="52126"/>
                </a:lnTo>
                <a:lnTo>
                  <a:pt x="28856" y="53311"/>
                </a:lnTo>
                <a:lnTo>
                  <a:pt x="27569" y="54496"/>
                </a:lnTo>
                <a:lnTo>
                  <a:pt x="26306" y="55692"/>
                </a:lnTo>
                <a:lnTo>
                  <a:pt x="25091" y="56899"/>
                </a:lnTo>
                <a:lnTo>
                  <a:pt x="23876" y="58107"/>
                </a:lnTo>
                <a:lnTo>
                  <a:pt x="22708" y="59337"/>
                </a:lnTo>
                <a:lnTo>
                  <a:pt x="21565" y="60556"/>
                </a:lnTo>
                <a:lnTo>
                  <a:pt x="20445" y="61797"/>
                </a:lnTo>
                <a:lnTo>
                  <a:pt x="19349" y="63039"/>
                </a:lnTo>
                <a:lnTo>
                  <a:pt x="18276" y="64281"/>
                </a:lnTo>
                <a:lnTo>
                  <a:pt x="17252" y="65534"/>
                </a:lnTo>
                <a:lnTo>
                  <a:pt x="16251" y="66798"/>
                </a:lnTo>
                <a:lnTo>
                  <a:pt x="15274" y="68062"/>
                </a:lnTo>
                <a:lnTo>
                  <a:pt x="14321" y="69338"/>
                </a:lnTo>
                <a:lnTo>
                  <a:pt x="13392" y="70614"/>
                </a:lnTo>
                <a:lnTo>
                  <a:pt x="12510" y="71890"/>
                </a:lnTo>
                <a:lnTo>
                  <a:pt x="11652" y="73188"/>
                </a:lnTo>
                <a:lnTo>
                  <a:pt x="10818" y="74476"/>
                </a:lnTo>
                <a:lnTo>
                  <a:pt x="10032" y="75774"/>
                </a:lnTo>
                <a:lnTo>
                  <a:pt x="9246" y="77084"/>
                </a:lnTo>
                <a:lnTo>
                  <a:pt x="8507" y="78394"/>
                </a:lnTo>
                <a:lnTo>
                  <a:pt x="7792" y="79704"/>
                </a:lnTo>
                <a:lnTo>
                  <a:pt x="7125" y="81025"/>
                </a:lnTo>
                <a:lnTo>
                  <a:pt x="6482" y="82347"/>
                </a:lnTo>
                <a:lnTo>
                  <a:pt x="5838" y="83668"/>
                </a:lnTo>
                <a:lnTo>
                  <a:pt x="5267" y="85001"/>
                </a:lnTo>
                <a:lnTo>
                  <a:pt x="4695" y="86334"/>
                </a:lnTo>
                <a:lnTo>
                  <a:pt x="4170" y="87666"/>
                </a:lnTo>
                <a:lnTo>
                  <a:pt x="3670" y="89011"/>
                </a:lnTo>
                <a:lnTo>
                  <a:pt x="3217" y="90343"/>
                </a:lnTo>
                <a:lnTo>
                  <a:pt x="2765" y="91699"/>
                </a:lnTo>
                <a:lnTo>
                  <a:pt x="2360" y="93043"/>
                </a:lnTo>
                <a:lnTo>
                  <a:pt x="2002" y="94387"/>
                </a:lnTo>
                <a:lnTo>
                  <a:pt x="1645" y="95743"/>
                </a:lnTo>
                <a:lnTo>
                  <a:pt x="1335" y="97098"/>
                </a:lnTo>
                <a:lnTo>
                  <a:pt x="1073" y="98454"/>
                </a:lnTo>
                <a:lnTo>
                  <a:pt x="811" y="99809"/>
                </a:lnTo>
                <a:lnTo>
                  <a:pt x="596" y="101176"/>
                </a:lnTo>
                <a:lnTo>
                  <a:pt x="430" y="102532"/>
                </a:lnTo>
                <a:lnTo>
                  <a:pt x="263" y="103899"/>
                </a:lnTo>
                <a:lnTo>
                  <a:pt x="167" y="105266"/>
                </a:lnTo>
                <a:lnTo>
                  <a:pt x="72" y="106621"/>
                </a:lnTo>
                <a:lnTo>
                  <a:pt x="24" y="107988"/>
                </a:lnTo>
                <a:lnTo>
                  <a:pt x="1" y="109355"/>
                </a:lnTo>
                <a:lnTo>
                  <a:pt x="1" y="110722"/>
                </a:lnTo>
                <a:lnTo>
                  <a:pt x="48" y="112089"/>
                </a:lnTo>
                <a:lnTo>
                  <a:pt x="144" y="113456"/>
                </a:lnTo>
                <a:lnTo>
                  <a:pt x="239" y="114823"/>
                </a:lnTo>
                <a:lnTo>
                  <a:pt x="382" y="116178"/>
                </a:lnTo>
                <a:lnTo>
                  <a:pt x="572" y="117545"/>
                </a:lnTo>
                <a:lnTo>
                  <a:pt x="787" y="118912"/>
                </a:lnTo>
                <a:lnTo>
                  <a:pt x="858" y="119242"/>
                </a:lnTo>
                <a:lnTo>
                  <a:pt x="954" y="119573"/>
                </a:lnTo>
                <a:lnTo>
                  <a:pt x="1097" y="119880"/>
                </a:lnTo>
                <a:lnTo>
                  <a:pt x="1263" y="120188"/>
                </a:lnTo>
                <a:lnTo>
                  <a:pt x="1454" y="120473"/>
                </a:lnTo>
                <a:lnTo>
                  <a:pt x="1669" y="120757"/>
                </a:lnTo>
                <a:lnTo>
                  <a:pt x="1931" y="121031"/>
                </a:lnTo>
                <a:lnTo>
                  <a:pt x="2193" y="121281"/>
                </a:lnTo>
                <a:lnTo>
                  <a:pt x="2503" y="121532"/>
                </a:lnTo>
                <a:lnTo>
                  <a:pt x="2812" y="121771"/>
                </a:lnTo>
                <a:lnTo>
                  <a:pt x="3170" y="121999"/>
                </a:lnTo>
                <a:lnTo>
                  <a:pt x="3527" y="122215"/>
                </a:lnTo>
                <a:lnTo>
                  <a:pt x="3908" y="122432"/>
                </a:lnTo>
                <a:lnTo>
                  <a:pt x="4313" y="122626"/>
                </a:lnTo>
                <a:lnTo>
                  <a:pt x="4742" y="122808"/>
                </a:lnTo>
                <a:lnTo>
                  <a:pt x="5171" y="122990"/>
                </a:lnTo>
                <a:lnTo>
                  <a:pt x="5624" y="123150"/>
                </a:lnTo>
                <a:lnTo>
                  <a:pt x="6101" y="123309"/>
                </a:lnTo>
                <a:lnTo>
                  <a:pt x="6577" y="123446"/>
                </a:lnTo>
                <a:lnTo>
                  <a:pt x="7077" y="123582"/>
                </a:lnTo>
                <a:lnTo>
                  <a:pt x="7578" y="123708"/>
                </a:lnTo>
                <a:lnTo>
                  <a:pt x="8102" y="123822"/>
                </a:lnTo>
                <a:lnTo>
                  <a:pt x="8626" y="123924"/>
                </a:lnTo>
                <a:lnTo>
                  <a:pt x="9150" y="124015"/>
                </a:lnTo>
                <a:lnTo>
                  <a:pt x="9675" y="124095"/>
                </a:lnTo>
                <a:lnTo>
                  <a:pt x="10223" y="124163"/>
                </a:lnTo>
                <a:lnTo>
                  <a:pt x="10771" y="124220"/>
                </a:lnTo>
                <a:lnTo>
                  <a:pt x="11343" y="124266"/>
                </a:lnTo>
                <a:lnTo>
                  <a:pt x="11891" y="124311"/>
                </a:lnTo>
                <a:lnTo>
                  <a:pt x="12439" y="124334"/>
                </a:lnTo>
                <a:lnTo>
                  <a:pt x="13011" y="124346"/>
                </a:lnTo>
                <a:lnTo>
                  <a:pt x="13559" y="124357"/>
                </a:lnTo>
                <a:lnTo>
                  <a:pt x="14130" y="124357"/>
                </a:lnTo>
                <a:lnTo>
                  <a:pt x="14678" y="124334"/>
                </a:lnTo>
                <a:lnTo>
                  <a:pt x="15227" y="124311"/>
                </a:lnTo>
                <a:lnTo>
                  <a:pt x="15775" y="124277"/>
                </a:lnTo>
                <a:lnTo>
                  <a:pt x="16299" y="124232"/>
                </a:lnTo>
                <a:lnTo>
                  <a:pt x="16823" y="124175"/>
                </a:lnTo>
                <a:lnTo>
                  <a:pt x="17347" y="124106"/>
                </a:lnTo>
                <a:lnTo>
                  <a:pt x="17871" y="124027"/>
                </a:lnTo>
                <a:lnTo>
                  <a:pt x="18372" y="123936"/>
                </a:lnTo>
                <a:lnTo>
                  <a:pt x="18848" y="123833"/>
                </a:lnTo>
                <a:lnTo>
                  <a:pt x="19325" y="123719"/>
                </a:lnTo>
                <a:lnTo>
                  <a:pt x="19801" y="123594"/>
                </a:lnTo>
                <a:lnTo>
                  <a:pt x="20254" y="123469"/>
                </a:lnTo>
                <a:lnTo>
                  <a:pt x="20683" y="123320"/>
                </a:lnTo>
                <a:lnTo>
                  <a:pt x="21088" y="123172"/>
                </a:lnTo>
                <a:lnTo>
                  <a:pt x="21493" y="123001"/>
                </a:lnTo>
                <a:lnTo>
                  <a:pt x="21874" y="122831"/>
                </a:lnTo>
                <a:lnTo>
                  <a:pt x="22232" y="122637"/>
                </a:lnTo>
                <a:lnTo>
                  <a:pt x="22565" y="122443"/>
                </a:lnTo>
                <a:lnTo>
                  <a:pt x="22899" y="122238"/>
                </a:lnTo>
                <a:lnTo>
                  <a:pt x="23185" y="122022"/>
                </a:lnTo>
                <a:lnTo>
                  <a:pt x="23447" y="121794"/>
                </a:lnTo>
                <a:lnTo>
                  <a:pt x="23685" y="121555"/>
                </a:lnTo>
                <a:lnTo>
                  <a:pt x="23900" y="121304"/>
                </a:lnTo>
                <a:lnTo>
                  <a:pt x="24090" y="121042"/>
                </a:lnTo>
                <a:lnTo>
                  <a:pt x="24233" y="120769"/>
                </a:lnTo>
                <a:lnTo>
                  <a:pt x="24376" y="120484"/>
                </a:lnTo>
                <a:lnTo>
                  <a:pt x="24472" y="120188"/>
                </a:lnTo>
                <a:lnTo>
                  <a:pt x="24543" y="119892"/>
                </a:lnTo>
                <a:lnTo>
                  <a:pt x="24567" y="119573"/>
                </a:lnTo>
                <a:lnTo>
                  <a:pt x="24567" y="119242"/>
                </a:lnTo>
                <a:lnTo>
                  <a:pt x="24519" y="118912"/>
                </a:lnTo>
                <a:lnTo>
                  <a:pt x="24376" y="118024"/>
                </a:lnTo>
                <a:lnTo>
                  <a:pt x="24257" y="117146"/>
                </a:lnTo>
                <a:lnTo>
                  <a:pt x="24138" y="116258"/>
                </a:lnTo>
                <a:lnTo>
                  <a:pt x="24043" y="115369"/>
                </a:lnTo>
                <a:lnTo>
                  <a:pt x="23971" y="114492"/>
                </a:lnTo>
                <a:lnTo>
                  <a:pt x="23900" y="113604"/>
                </a:lnTo>
                <a:lnTo>
                  <a:pt x="23852" y="112715"/>
                </a:lnTo>
                <a:lnTo>
                  <a:pt x="23828" y="111827"/>
                </a:lnTo>
                <a:lnTo>
                  <a:pt x="23805" y="110938"/>
                </a:lnTo>
                <a:lnTo>
                  <a:pt x="23805" y="110050"/>
                </a:lnTo>
                <a:lnTo>
                  <a:pt x="23805" y="109173"/>
                </a:lnTo>
                <a:lnTo>
                  <a:pt x="23828" y="108284"/>
                </a:lnTo>
                <a:lnTo>
                  <a:pt x="23876" y="107396"/>
                </a:lnTo>
                <a:lnTo>
                  <a:pt x="23924" y="106507"/>
                </a:lnTo>
                <a:lnTo>
                  <a:pt x="23995" y="105619"/>
                </a:lnTo>
                <a:lnTo>
                  <a:pt x="24090" y="104730"/>
                </a:lnTo>
                <a:lnTo>
                  <a:pt x="24186" y="103842"/>
                </a:lnTo>
                <a:lnTo>
                  <a:pt x="24305" y="102953"/>
                </a:lnTo>
                <a:lnTo>
                  <a:pt x="24424" y="102065"/>
                </a:lnTo>
                <a:lnTo>
                  <a:pt x="24567" y="101188"/>
                </a:lnTo>
                <a:lnTo>
                  <a:pt x="24734" y="100299"/>
                </a:lnTo>
                <a:lnTo>
                  <a:pt x="24901" y="99411"/>
                </a:lnTo>
                <a:lnTo>
                  <a:pt x="25091" y="98533"/>
                </a:lnTo>
                <a:lnTo>
                  <a:pt x="25306" y="97645"/>
                </a:lnTo>
                <a:lnTo>
                  <a:pt x="25520" y="96768"/>
                </a:lnTo>
                <a:lnTo>
                  <a:pt x="25758" y="95879"/>
                </a:lnTo>
                <a:lnTo>
                  <a:pt x="25997" y="95002"/>
                </a:lnTo>
                <a:lnTo>
                  <a:pt x="26259" y="94125"/>
                </a:lnTo>
                <a:lnTo>
                  <a:pt x="26521" y="93237"/>
                </a:lnTo>
                <a:lnTo>
                  <a:pt x="26807" y="92360"/>
                </a:lnTo>
                <a:lnTo>
                  <a:pt x="27117" y="91482"/>
                </a:lnTo>
                <a:lnTo>
                  <a:pt x="27426" y="90617"/>
                </a:lnTo>
                <a:lnTo>
                  <a:pt x="27760" y="89740"/>
                </a:lnTo>
                <a:lnTo>
                  <a:pt x="28117" y="88862"/>
                </a:lnTo>
                <a:lnTo>
                  <a:pt x="28475" y="87997"/>
                </a:lnTo>
                <a:lnTo>
                  <a:pt x="28856" y="87120"/>
                </a:lnTo>
                <a:lnTo>
                  <a:pt x="29237" y="86254"/>
                </a:lnTo>
                <a:lnTo>
                  <a:pt x="29642" y="85388"/>
                </a:lnTo>
                <a:lnTo>
                  <a:pt x="30047" y="84522"/>
                </a:lnTo>
                <a:lnTo>
                  <a:pt x="30476" y="83657"/>
                </a:lnTo>
                <a:lnTo>
                  <a:pt x="30929" y="82802"/>
                </a:lnTo>
                <a:lnTo>
                  <a:pt x="31382" y="81937"/>
                </a:lnTo>
                <a:lnTo>
                  <a:pt x="31858" y="81082"/>
                </a:lnTo>
                <a:lnTo>
                  <a:pt x="32335" y="80228"/>
                </a:lnTo>
                <a:lnTo>
                  <a:pt x="32835" y="79374"/>
                </a:lnTo>
                <a:lnTo>
                  <a:pt x="33359" y="78519"/>
                </a:lnTo>
                <a:lnTo>
                  <a:pt x="33884" y="77676"/>
                </a:lnTo>
                <a:lnTo>
                  <a:pt x="34432" y="76822"/>
                </a:lnTo>
                <a:lnTo>
                  <a:pt x="34980" y="75979"/>
                </a:lnTo>
                <a:lnTo>
                  <a:pt x="35552" y="75136"/>
                </a:lnTo>
                <a:lnTo>
                  <a:pt x="36123" y="74305"/>
                </a:lnTo>
                <a:lnTo>
                  <a:pt x="36719" y="73462"/>
                </a:lnTo>
                <a:lnTo>
                  <a:pt x="37339" y="72630"/>
                </a:lnTo>
                <a:lnTo>
                  <a:pt x="37958" y="71799"/>
                </a:lnTo>
                <a:lnTo>
                  <a:pt x="38578" y="70967"/>
                </a:lnTo>
                <a:lnTo>
                  <a:pt x="39245" y="70147"/>
                </a:lnTo>
                <a:lnTo>
                  <a:pt x="39888" y="69315"/>
                </a:lnTo>
                <a:lnTo>
                  <a:pt x="40579" y="68495"/>
                </a:lnTo>
                <a:lnTo>
                  <a:pt x="41270" y="67686"/>
                </a:lnTo>
                <a:lnTo>
                  <a:pt x="41961" y="66866"/>
                </a:lnTo>
                <a:lnTo>
                  <a:pt x="42676" y="66058"/>
                </a:lnTo>
                <a:lnTo>
                  <a:pt x="43415" y="65249"/>
                </a:lnTo>
                <a:lnTo>
                  <a:pt x="44153" y="64451"/>
                </a:lnTo>
                <a:lnTo>
                  <a:pt x="44892" y="63643"/>
                </a:lnTo>
                <a:lnTo>
                  <a:pt x="44296" y="66695"/>
                </a:lnTo>
                <a:lnTo>
                  <a:pt x="43748" y="69748"/>
                </a:lnTo>
                <a:lnTo>
                  <a:pt x="43248" y="72801"/>
                </a:lnTo>
                <a:lnTo>
                  <a:pt x="42795" y="75865"/>
                </a:lnTo>
                <a:lnTo>
                  <a:pt x="42390" y="78918"/>
                </a:lnTo>
                <a:lnTo>
                  <a:pt x="42033" y="81982"/>
                </a:lnTo>
                <a:lnTo>
                  <a:pt x="41723" y="85046"/>
                </a:lnTo>
                <a:lnTo>
                  <a:pt x="41437" y="88099"/>
                </a:lnTo>
                <a:lnTo>
                  <a:pt x="41223" y="91163"/>
                </a:lnTo>
                <a:lnTo>
                  <a:pt x="41032" y="94228"/>
                </a:lnTo>
                <a:lnTo>
                  <a:pt x="40889" y="97292"/>
                </a:lnTo>
                <a:lnTo>
                  <a:pt x="40770" y="100356"/>
                </a:lnTo>
                <a:lnTo>
                  <a:pt x="40698" y="103420"/>
                </a:lnTo>
                <a:lnTo>
                  <a:pt x="40675" y="106484"/>
                </a:lnTo>
                <a:lnTo>
                  <a:pt x="40675" y="109537"/>
                </a:lnTo>
                <a:lnTo>
                  <a:pt x="40698" y="112601"/>
                </a:lnTo>
                <a:lnTo>
                  <a:pt x="40698" y="112761"/>
                </a:lnTo>
                <a:lnTo>
                  <a:pt x="40722" y="112920"/>
                </a:lnTo>
                <a:lnTo>
                  <a:pt x="40770" y="113080"/>
                </a:lnTo>
                <a:lnTo>
                  <a:pt x="40841" y="113228"/>
                </a:lnTo>
                <a:lnTo>
                  <a:pt x="40913" y="113376"/>
                </a:lnTo>
                <a:lnTo>
                  <a:pt x="41008" y="113524"/>
                </a:lnTo>
                <a:lnTo>
                  <a:pt x="41103" y="113661"/>
                </a:lnTo>
                <a:lnTo>
                  <a:pt x="41223" y="113786"/>
                </a:lnTo>
                <a:lnTo>
                  <a:pt x="41342" y="113911"/>
                </a:lnTo>
                <a:lnTo>
                  <a:pt x="41485" y="114025"/>
                </a:lnTo>
                <a:lnTo>
                  <a:pt x="41651" y="114139"/>
                </a:lnTo>
                <a:lnTo>
                  <a:pt x="41818" y="114253"/>
                </a:lnTo>
                <a:lnTo>
                  <a:pt x="41985" y="114356"/>
                </a:lnTo>
                <a:lnTo>
                  <a:pt x="42176" y="114458"/>
                </a:lnTo>
                <a:lnTo>
                  <a:pt x="42366" y="114549"/>
                </a:lnTo>
                <a:lnTo>
                  <a:pt x="42581" y="114640"/>
                </a:lnTo>
                <a:lnTo>
                  <a:pt x="43010" y="114800"/>
                </a:lnTo>
                <a:lnTo>
                  <a:pt x="43486" y="114937"/>
                </a:lnTo>
                <a:lnTo>
                  <a:pt x="43987" y="115051"/>
                </a:lnTo>
                <a:lnTo>
                  <a:pt x="44487" y="115142"/>
                </a:lnTo>
                <a:lnTo>
                  <a:pt x="45035" y="115221"/>
                </a:lnTo>
                <a:lnTo>
                  <a:pt x="45559" y="115267"/>
                </a:lnTo>
                <a:lnTo>
                  <a:pt x="46107" y="115301"/>
                </a:lnTo>
                <a:lnTo>
                  <a:pt x="46679" y="115312"/>
                </a:lnTo>
                <a:lnTo>
                  <a:pt x="47227" y="115301"/>
                </a:lnTo>
                <a:lnTo>
                  <a:pt x="47775" y="115278"/>
                </a:lnTo>
                <a:lnTo>
                  <a:pt x="48323" y="115221"/>
                </a:lnTo>
                <a:lnTo>
                  <a:pt x="48847" y="115142"/>
                </a:lnTo>
                <a:lnTo>
                  <a:pt x="49348" y="115051"/>
                </a:lnTo>
                <a:lnTo>
                  <a:pt x="49824" y="114937"/>
                </a:lnTo>
                <a:lnTo>
                  <a:pt x="50301" y="114800"/>
                </a:lnTo>
                <a:lnTo>
                  <a:pt x="50730" y="114640"/>
                </a:lnTo>
                <a:lnTo>
                  <a:pt x="50920" y="114549"/>
                </a:lnTo>
                <a:lnTo>
                  <a:pt x="51111" y="114458"/>
                </a:lnTo>
                <a:lnTo>
                  <a:pt x="51278" y="114356"/>
                </a:lnTo>
                <a:lnTo>
                  <a:pt x="51469" y="114253"/>
                </a:lnTo>
                <a:lnTo>
                  <a:pt x="51611" y="114139"/>
                </a:lnTo>
                <a:lnTo>
                  <a:pt x="51754" y="114025"/>
                </a:lnTo>
                <a:lnTo>
                  <a:pt x="51897" y="113911"/>
                </a:lnTo>
                <a:lnTo>
                  <a:pt x="52017" y="113786"/>
                </a:lnTo>
                <a:lnTo>
                  <a:pt x="52136" y="113661"/>
                </a:lnTo>
                <a:lnTo>
                  <a:pt x="52231" y="113524"/>
                </a:lnTo>
                <a:lnTo>
                  <a:pt x="52302" y="113376"/>
                </a:lnTo>
                <a:lnTo>
                  <a:pt x="52374" y="113239"/>
                </a:lnTo>
                <a:lnTo>
                  <a:pt x="52422" y="113080"/>
                </a:lnTo>
                <a:lnTo>
                  <a:pt x="52445" y="112920"/>
                </a:lnTo>
                <a:lnTo>
                  <a:pt x="52469" y="112761"/>
                </a:lnTo>
                <a:lnTo>
                  <a:pt x="52469" y="112601"/>
                </a:lnTo>
                <a:lnTo>
                  <a:pt x="52374" y="110745"/>
                </a:lnTo>
                <a:lnTo>
                  <a:pt x="52302" y="108899"/>
                </a:lnTo>
                <a:lnTo>
                  <a:pt x="52255" y="107054"/>
                </a:lnTo>
                <a:lnTo>
                  <a:pt x="52207" y="105209"/>
                </a:lnTo>
                <a:lnTo>
                  <a:pt x="52183" y="103363"/>
                </a:lnTo>
                <a:lnTo>
                  <a:pt x="52160" y="101518"/>
                </a:lnTo>
                <a:lnTo>
                  <a:pt x="52160" y="97839"/>
                </a:lnTo>
                <a:lnTo>
                  <a:pt x="52231" y="94159"/>
                </a:lnTo>
                <a:lnTo>
                  <a:pt x="52350" y="90480"/>
                </a:lnTo>
                <a:lnTo>
                  <a:pt x="52517" y="86801"/>
                </a:lnTo>
                <a:lnTo>
                  <a:pt x="52731" y="83133"/>
                </a:lnTo>
                <a:lnTo>
                  <a:pt x="52993" y="79453"/>
                </a:lnTo>
                <a:lnTo>
                  <a:pt x="53279" y="75786"/>
                </a:lnTo>
                <a:lnTo>
                  <a:pt x="53613" y="72106"/>
                </a:lnTo>
                <a:lnTo>
                  <a:pt x="53970" y="68438"/>
                </a:lnTo>
                <a:lnTo>
                  <a:pt x="54375" y="64759"/>
                </a:lnTo>
                <a:lnTo>
                  <a:pt x="54804" y="61080"/>
                </a:lnTo>
                <a:lnTo>
                  <a:pt x="55233" y="57400"/>
                </a:lnTo>
                <a:lnTo>
                  <a:pt x="55710" y="53721"/>
                </a:lnTo>
                <a:lnTo>
                  <a:pt x="57306" y="52457"/>
                </a:lnTo>
                <a:lnTo>
                  <a:pt x="58927" y="51204"/>
                </a:lnTo>
                <a:lnTo>
                  <a:pt x="60571" y="49962"/>
                </a:lnTo>
                <a:lnTo>
                  <a:pt x="62262" y="48743"/>
                </a:lnTo>
                <a:lnTo>
                  <a:pt x="64002" y="47536"/>
                </a:lnTo>
                <a:lnTo>
                  <a:pt x="65765" y="46328"/>
                </a:lnTo>
                <a:lnTo>
                  <a:pt x="67552" y="45155"/>
                </a:lnTo>
                <a:lnTo>
                  <a:pt x="69387" y="43982"/>
                </a:lnTo>
                <a:lnTo>
                  <a:pt x="71246" y="42831"/>
                </a:lnTo>
                <a:lnTo>
                  <a:pt x="73152" y="41692"/>
                </a:lnTo>
                <a:lnTo>
                  <a:pt x="75082" y="40564"/>
                </a:lnTo>
                <a:lnTo>
                  <a:pt x="77059" y="39459"/>
                </a:lnTo>
                <a:lnTo>
                  <a:pt x="79061" y="38366"/>
                </a:lnTo>
                <a:lnTo>
                  <a:pt x="81110" y="37295"/>
                </a:lnTo>
                <a:lnTo>
                  <a:pt x="83183" y="36236"/>
                </a:lnTo>
                <a:lnTo>
                  <a:pt x="85304" y="35199"/>
                </a:lnTo>
                <a:lnTo>
                  <a:pt x="84970" y="36384"/>
                </a:lnTo>
                <a:lnTo>
                  <a:pt x="84684" y="37568"/>
                </a:lnTo>
                <a:lnTo>
                  <a:pt x="84375" y="38753"/>
                </a:lnTo>
                <a:lnTo>
                  <a:pt x="84112" y="39938"/>
                </a:lnTo>
                <a:lnTo>
                  <a:pt x="83588" y="42319"/>
                </a:lnTo>
                <a:lnTo>
                  <a:pt x="83136" y="44699"/>
                </a:lnTo>
                <a:lnTo>
                  <a:pt x="82707" y="47080"/>
                </a:lnTo>
                <a:lnTo>
                  <a:pt x="82325" y="49461"/>
                </a:lnTo>
                <a:lnTo>
                  <a:pt x="81992" y="51853"/>
                </a:lnTo>
                <a:lnTo>
                  <a:pt x="81682" y="54245"/>
                </a:lnTo>
                <a:lnTo>
                  <a:pt x="81372" y="56626"/>
                </a:lnTo>
                <a:lnTo>
                  <a:pt x="81110" y="59018"/>
                </a:lnTo>
                <a:lnTo>
                  <a:pt x="80586" y="63802"/>
                </a:lnTo>
                <a:lnTo>
                  <a:pt x="80086" y="68575"/>
                </a:lnTo>
                <a:lnTo>
                  <a:pt x="79561" y="73348"/>
                </a:lnTo>
                <a:lnTo>
                  <a:pt x="79204" y="76173"/>
                </a:lnTo>
                <a:lnTo>
                  <a:pt x="78823" y="79021"/>
                </a:lnTo>
                <a:lnTo>
                  <a:pt x="78418" y="81857"/>
                </a:lnTo>
                <a:lnTo>
                  <a:pt x="77989" y="84716"/>
                </a:lnTo>
                <a:lnTo>
                  <a:pt x="77131" y="90423"/>
                </a:lnTo>
                <a:lnTo>
                  <a:pt x="76702" y="93282"/>
                </a:lnTo>
                <a:lnTo>
                  <a:pt x="76297" y="96141"/>
                </a:lnTo>
                <a:lnTo>
                  <a:pt x="75940" y="99000"/>
                </a:lnTo>
                <a:lnTo>
                  <a:pt x="75630" y="101860"/>
                </a:lnTo>
                <a:lnTo>
                  <a:pt x="75487" y="103284"/>
                </a:lnTo>
                <a:lnTo>
                  <a:pt x="75368" y="104719"/>
                </a:lnTo>
                <a:lnTo>
                  <a:pt x="75249" y="106143"/>
                </a:lnTo>
                <a:lnTo>
                  <a:pt x="75153" y="107578"/>
                </a:lnTo>
                <a:lnTo>
                  <a:pt x="75082" y="109002"/>
                </a:lnTo>
                <a:lnTo>
                  <a:pt x="75034" y="110426"/>
                </a:lnTo>
                <a:lnTo>
                  <a:pt x="74986" y="111850"/>
                </a:lnTo>
                <a:lnTo>
                  <a:pt x="74986" y="113273"/>
                </a:lnTo>
                <a:lnTo>
                  <a:pt x="74986" y="114697"/>
                </a:lnTo>
                <a:lnTo>
                  <a:pt x="75034" y="116110"/>
                </a:lnTo>
                <a:lnTo>
                  <a:pt x="75106" y="117534"/>
                </a:lnTo>
                <a:lnTo>
                  <a:pt x="75177" y="118946"/>
                </a:lnTo>
                <a:lnTo>
                  <a:pt x="75201" y="119117"/>
                </a:lnTo>
                <a:lnTo>
                  <a:pt x="75249" y="119288"/>
                </a:lnTo>
                <a:lnTo>
                  <a:pt x="75296" y="119447"/>
                </a:lnTo>
                <a:lnTo>
                  <a:pt x="75344" y="119596"/>
                </a:lnTo>
                <a:lnTo>
                  <a:pt x="75439" y="119744"/>
                </a:lnTo>
                <a:lnTo>
                  <a:pt x="75511" y="119892"/>
                </a:lnTo>
                <a:lnTo>
                  <a:pt x="75606" y="120028"/>
                </a:lnTo>
                <a:lnTo>
                  <a:pt x="75725" y="120165"/>
                </a:lnTo>
                <a:lnTo>
                  <a:pt x="75844" y="120290"/>
                </a:lnTo>
                <a:lnTo>
                  <a:pt x="75987" y="120404"/>
                </a:lnTo>
                <a:lnTo>
                  <a:pt x="76130" y="120518"/>
                </a:lnTo>
                <a:lnTo>
                  <a:pt x="76297" y="120632"/>
                </a:lnTo>
                <a:lnTo>
                  <a:pt x="76464" y="120735"/>
                </a:lnTo>
                <a:lnTo>
                  <a:pt x="76631" y="120837"/>
                </a:lnTo>
                <a:lnTo>
                  <a:pt x="77012" y="121008"/>
                </a:lnTo>
                <a:lnTo>
                  <a:pt x="77417" y="121168"/>
                </a:lnTo>
                <a:lnTo>
                  <a:pt x="77846" y="121304"/>
                </a:lnTo>
                <a:lnTo>
                  <a:pt x="78299" y="121418"/>
                </a:lnTo>
                <a:lnTo>
                  <a:pt x="78775" y="121509"/>
                </a:lnTo>
                <a:lnTo>
                  <a:pt x="79275" y="121578"/>
                </a:lnTo>
                <a:lnTo>
                  <a:pt x="79776" y="121623"/>
                </a:lnTo>
                <a:lnTo>
                  <a:pt x="80300" y="121646"/>
                </a:lnTo>
                <a:lnTo>
                  <a:pt x="80824" y="121657"/>
                </a:lnTo>
                <a:lnTo>
                  <a:pt x="81348" y="121646"/>
                </a:lnTo>
                <a:lnTo>
                  <a:pt x="81849" y="121600"/>
                </a:lnTo>
                <a:lnTo>
                  <a:pt x="82373" y="121543"/>
                </a:lnTo>
                <a:lnTo>
                  <a:pt x="82873" y="121464"/>
                </a:lnTo>
                <a:lnTo>
                  <a:pt x="83374" y="121373"/>
                </a:lnTo>
                <a:lnTo>
                  <a:pt x="83850" y="121247"/>
                </a:lnTo>
                <a:lnTo>
                  <a:pt x="84327" y="121111"/>
                </a:lnTo>
                <a:lnTo>
                  <a:pt x="84756" y="120951"/>
                </a:lnTo>
                <a:lnTo>
                  <a:pt x="85161" y="120769"/>
                </a:lnTo>
                <a:lnTo>
                  <a:pt x="85542" y="120564"/>
                </a:lnTo>
                <a:lnTo>
                  <a:pt x="85876" y="120347"/>
                </a:lnTo>
                <a:lnTo>
                  <a:pt x="86185" y="120108"/>
                </a:lnTo>
                <a:lnTo>
                  <a:pt x="86328" y="119971"/>
                </a:lnTo>
                <a:lnTo>
                  <a:pt x="86448" y="119846"/>
                </a:lnTo>
                <a:lnTo>
                  <a:pt x="86567" y="119709"/>
                </a:lnTo>
                <a:lnTo>
                  <a:pt x="86662" y="119561"/>
                </a:lnTo>
                <a:lnTo>
                  <a:pt x="86757" y="119413"/>
                </a:lnTo>
                <a:lnTo>
                  <a:pt x="86853" y="119265"/>
                </a:lnTo>
                <a:lnTo>
                  <a:pt x="86900" y="119106"/>
                </a:lnTo>
                <a:lnTo>
                  <a:pt x="86972" y="118946"/>
                </a:lnTo>
                <a:lnTo>
                  <a:pt x="87305" y="117613"/>
                </a:lnTo>
                <a:lnTo>
                  <a:pt x="87639" y="116281"/>
                </a:lnTo>
                <a:lnTo>
                  <a:pt x="87949" y="114937"/>
                </a:lnTo>
                <a:lnTo>
                  <a:pt x="88235" y="113604"/>
                </a:lnTo>
                <a:lnTo>
                  <a:pt x="88497" y="112260"/>
                </a:lnTo>
                <a:lnTo>
                  <a:pt x="88735" y="110916"/>
                </a:lnTo>
                <a:lnTo>
                  <a:pt x="88950" y="109560"/>
                </a:lnTo>
                <a:lnTo>
                  <a:pt x="89164" y="108216"/>
                </a:lnTo>
                <a:lnTo>
                  <a:pt x="89355" y="106872"/>
                </a:lnTo>
                <a:lnTo>
                  <a:pt x="89521" y="105516"/>
                </a:lnTo>
                <a:lnTo>
                  <a:pt x="89807" y="102805"/>
                </a:lnTo>
                <a:lnTo>
                  <a:pt x="90069" y="100105"/>
                </a:lnTo>
                <a:lnTo>
                  <a:pt x="90284" y="97383"/>
                </a:lnTo>
                <a:lnTo>
                  <a:pt x="90451" y="94672"/>
                </a:lnTo>
                <a:lnTo>
                  <a:pt x="90617" y="91961"/>
                </a:lnTo>
                <a:lnTo>
                  <a:pt x="90880" y="86539"/>
                </a:lnTo>
                <a:lnTo>
                  <a:pt x="91023" y="83828"/>
                </a:lnTo>
                <a:lnTo>
                  <a:pt x="91189" y="81128"/>
                </a:lnTo>
                <a:lnTo>
                  <a:pt x="91356" y="78428"/>
                </a:lnTo>
                <a:lnTo>
                  <a:pt x="91571" y="75740"/>
                </a:lnTo>
                <a:lnTo>
                  <a:pt x="91833" y="73052"/>
                </a:lnTo>
                <a:lnTo>
                  <a:pt x="92095" y="70352"/>
                </a:lnTo>
                <a:lnTo>
                  <a:pt x="92643" y="64953"/>
                </a:lnTo>
                <a:lnTo>
                  <a:pt x="93167" y="59553"/>
                </a:lnTo>
                <a:lnTo>
                  <a:pt x="93405" y="56842"/>
                </a:lnTo>
                <a:lnTo>
                  <a:pt x="93620" y="54142"/>
                </a:lnTo>
                <a:lnTo>
                  <a:pt x="93810" y="51443"/>
                </a:lnTo>
                <a:lnTo>
                  <a:pt x="93953" y="48732"/>
                </a:lnTo>
                <a:lnTo>
                  <a:pt x="94049" y="46032"/>
                </a:lnTo>
                <a:lnTo>
                  <a:pt x="94072" y="44677"/>
                </a:lnTo>
                <a:lnTo>
                  <a:pt x="94072" y="43332"/>
                </a:lnTo>
                <a:lnTo>
                  <a:pt x="94072" y="41977"/>
                </a:lnTo>
                <a:lnTo>
                  <a:pt x="94049" y="40633"/>
                </a:lnTo>
                <a:lnTo>
                  <a:pt x="94025" y="39277"/>
                </a:lnTo>
                <a:lnTo>
                  <a:pt x="93953" y="37933"/>
                </a:lnTo>
                <a:lnTo>
                  <a:pt x="93882" y="36577"/>
                </a:lnTo>
                <a:lnTo>
                  <a:pt x="93787" y="35233"/>
                </a:lnTo>
                <a:lnTo>
                  <a:pt x="93667" y="33889"/>
                </a:lnTo>
                <a:lnTo>
                  <a:pt x="93524" y="32545"/>
                </a:lnTo>
                <a:lnTo>
                  <a:pt x="93501" y="32420"/>
                </a:lnTo>
                <a:lnTo>
                  <a:pt x="93453" y="32306"/>
                </a:lnTo>
                <a:lnTo>
                  <a:pt x="93405" y="32203"/>
                </a:lnTo>
                <a:lnTo>
                  <a:pt x="93334" y="32101"/>
                </a:lnTo>
                <a:lnTo>
                  <a:pt x="93239" y="31998"/>
                </a:lnTo>
                <a:lnTo>
                  <a:pt x="93143" y="31896"/>
                </a:lnTo>
                <a:lnTo>
                  <a:pt x="92905" y="31713"/>
                </a:lnTo>
                <a:lnTo>
                  <a:pt x="94978" y="30825"/>
                </a:lnTo>
                <a:lnTo>
                  <a:pt x="97075" y="29971"/>
                </a:lnTo>
                <a:lnTo>
                  <a:pt x="99195" y="29116"/>
                </a:lnTo>
                <a:lnTo>
                  <a:pt x="101340" y="28285"/>
                </a:lnTo>
                <a:lnTo>
                  <a:pt x="103532" y="27476"/>
                </a:lnTo>
                <a:lnTo>
                  <a:pt x="105724" y="26679"/>
                </a:lnTo>
                <a:lnTo>
                  <a:pt x="107964" y="25893"/>
                </a:lnTo>
                <a:lnTo>
                  <a:pt x="110228" y="25129"/>
                </a:lnTo>
                <a:lnTo>
                  <a:pt x="112515" y="24389"/>
                </a:lnTo>
                <a:lnTo>
                  <a:pt x="114826" y="23660"/>
                </a:lnTo>
                <a:lnTo>
                  <a:pt x="117162" y="22954"/>
                </a:lnTo>
                <a:lnTo>
                  <a:pt x="119520" y="22259"/>
                </a:lnTo>
                <a:lnTo>
                  <a:pt x="121927" y="21587"/>
                </a:lnTo>
                <a:lnTo>
                  <a:pt x="124358" y="20938"/>
                </a:lnTo>
                <a:lnTo>
                  <a:pt x="126788" y="20300"/>
                </a:lnTo>
                <a:lnTo>
                  <a:pt x="129266" y="19685"/>
                </a:lnTo>
                <a:lnTo>
                  <a:pt x="128647" y="22749"/>
                </a:lnTo>
                <a:lnTo>
                  <a:pt x="128051" y="25802"/>
                </a:lnTo>
                <a:lnTo>
                  <a:pt x="127455" y="28866"/>
                </a:lnTo>
                <a:lnTo>
                  <a:pt x="126931" y="31919"/>
                </a:lnTo>
                <a:lnTo>
                  <a:pt x="126407" y="34983"/>
                </a:lnTo>
                <a:lnTo>
                  <a:pt x="125906" y="38036"/>
                </a:lnTo>
                <a:lnTo>
                  <a:pt x="125430" y="41088"/>
                </a:lnTo>
                <a:lnTo>
                  <a:pt x="125001" y="44153"/>
                </a:lnTo>
                <a:lnTo>
                  <a:pt x="124596" y="47205"/>
                </a:lnTo>
                <a:lnTo>
                  <a:pt x="124191" y="50270"/>
                </a:lnTo>
                <a:lnTo>
                  <a:pt x="123833" y="53322"/>
                </a:lnTo>
                <a:lnTo>
                  <a:pt x="123500" y="56387"/>
                </a:lnTo>
                <a:lnTo>
                  <a:pt x="123214" y="59439"/>
                </a:lnTo>
                <a:lnTo>
                  <a:pt x="122928" y="62504"/>
                </a:lnTo>
                <a:lnTo>
                  <a:pt x="122690" y="65568"/>
                </a:lnTo>
                <a:lnTo>
                  <a:pt x="122451" y="68621"/>
                </a:lnTo>
                <a:lnTo>
                  <a:pt x="122261" y="71685"/>
                </a:lnTo>
                <a:lnTo>
                  <a:pt x="122094" y="74749"/>
                </a:lnTo>
                <a:lnTo>
                  <a:pt x="121975" y="77802"/>
                </a:lnTo>
                <a:lnTo>
                  <a:pt x="121856" y="80866"/>
                </a:lnTo>
                <a:lnTo>
                  <a:pt x="121760" y="83930"/>
                </a:lnTo>
                <a:lnTo>
                  <a:pt x="121713" y="86994"/>
                </a:lnTo>
                <a:lnTo>
                  <a:pt x="121689" y="90059"/>
                </a:lnTo>
                <a:lnTo>
                  <a:pt x="121689" y="93123"/>
                </a:lnTo>
                <a:lnTo>
                  <a:pt x="121736" y="96187"/>
                </a:lnTo>
                <a:lnTo>
                  <a:pt x="121784" y="99262"/>
                </a:lnTo>
                <a:lnTo>
                  <a:pt x="121879" y="102327"/>
                </a:lnTo>
                <a:lnTo>
                  <a:pt x="121999" y="105391"/>
                </a:lnTo>
                <a:lnTo>
                  <a:pt x="122142" y="108466"/>
                </a:lnTo>
                <a:lnTo>
                  <a:pt x="122332" y="111542"/>
                </a:lnTo>
                <a:lnTo>
                  <a:pt x="122523" y="114606"/>
                </a:lnTo>
                <a:lnTo>
                  <a:pt x="122761" y="117682"/>
                </a:lnTo>
                <a:lnTo>
                  <a:pt x="122785" y="117853"/>
                </a:lnTo>
                <a:lnTo>
                  <a:pt x="122833" y="118024"/>
                </a:lnTo>
                <a:lnTo>
                  <a:pt x="122880" y="118183"/>
                </a:lnTo>
                <a:lnTo>
                  <a:pt x="122952" y="118343"/>
                </a:lnTo>
                <a:lnTo>
                  <a:pt x="123047" y="118491"/>
                </a:lnTo>
                <a:lnTo>
                  <a:pt x="123142" y="118639"/>
                </a:lnTo>
                <a:lnTo>
                  <a:pt x="123261" y="118775"/>
                </a:lnTo>
                <a:lnTo>
                  <a:pt x="123381" y="118912"/>
                </a:lnTo>
                <a:lnTo>
                  <a:pt x="123524" y="119037"/>
                </a:lnTo>
                <a:lnTo>
                  <a:pt x="123690" y="119163"/>
                </a:lnTo>
                <a:lnTo>
                  <a:pt x="123857" y="119277"/>
                </a:lnTo>
                <a:lnTo>
                  <a:pt x="124024" y="119391"/>
                </a:lnTo>
                <a:lnTo>
                  <a:pt x="124215" y="119493"/>
                </a:lnTo>
                <a:lnTo>
                  <a:pt x="124405" y="119596"/>
                </a:lnTo>
                <a:lnTo>
                  <a:pt x="124620" y="119698"/>
                </a:lnTo>
                <a:lnTo>
                  <a:pt x="124834" y="119778"/>
                </a:lnTo>
                <a:lnTo>
                  <a:pt x="125287" y="119949"/>
                </a:lnTo>
                <a:lnTo>
                  <a:pt x="125787" y="120085"/>
                </a:lnTo>
                <a:lnTo>
                  <a:pt x="126288" y="120211"/>
                </a:lnTo>
                <a:lnTo>
                  <a:pt x="126836" y="120313"/>
                </a:lnTo>
                <a:lnTo>
                  <a:pt x="127384" y="120382"/>
                </a:lnTo>
                <a:lnTo>
                  <a:pt x="127932" y="120438"/>
                </a:lnTo>
                <a:lnTo>
                  <a:pt x="128504" y="120473"/>
                </a:lnTo>
                <a:lnTo>
                  <a:pt x="129075" y="120484"/>
                </a:lnTo>
                <a:lnTo>
                  <a:pt x="129647" y="120473"/>
                </a:lnTo>
                <a:lnTo>
                  <a:pt x="130219" y="120438"/>
                </a:lnTo>
                <a:lnTo>
                  <a:pt x="130767" y="120393"/>
                </a:lnTo>
                <a:lnTo>
                  <a:pt x="131291" y="120313"/>
                </a:lnTo>
                <a:lnTo>
                  <a:pt x="131816" y="120211"/>
                </a:lnTo>
                <a:lnTo>
                  <a:pt x="132316" y="120097"/>
                </a:lnTo>
                <a:lnTo>
                  <a:pt x="132769" y="119949"/>
                </a:lnTo>
                <a:lnTo>
                  <a:pt x="132983" y="119869"/>
                </a:lnTo>
                <a:lnTo>
                  <a:pt x="133198" y="119789"/>
                </a:lnTo>
                <a:lnTo>
                  <a:pt x="133412" y="119698"/>
                </a:lnTo>
                <a:lnTo>
                  <a:pt x="133603" y="119596"/>
                </a:lnTo>
                <a:lnTo>
                  <a:pt x="133769" y="119504"/>
                </a:lnTo>
                <a:lnTo>
                  <a:pt x="133936" y="119391"/>
                </a:lnTo>
                <a:lnTo>
                  <a:pt x="134103" y="119277"/>
                </a:lnTo>
                <a:lnTo>
                  <a:pt x="134246" y="119163"/>
                </a:lnTo>
                <a:lnTo>
                  <a:pt x="134389" y="119037"/>
                </a:lnTo>
                <a:lnTo>
                  <a:pt x="134508" y="118912"/>
                </a:lnTo>
                <a:lnTo>
                  <a:pt x="134603" y="118775"/>
                </a:lnTo>
                <a:lnTo>
                  <a:pt x="134699" y="118639"/>
                </a:lnTo>
                <a:lnTo>
                  <a:pt x="134770" y="118491"/>
                </a:lnTo>
                <a:lnTo>
                  <a:pt x="134842" y="118343"/>
                </a:lnTo>
                <a:lnTo>
                  <a:pt x="134889" y="118183"/>
                </a:lnTo>
                <a:lnTo>
                  <a:pt x="134913" y="118024"/>
                </a:lnTo>
                <a:lnTo>
                  <a:pt x="134913" y="117853"/>
                </a:lnTo>
                <a:lnTo>
                  <a:pt x="134913" y="117682"/>
                </a:lnTo>
                <a:lnTo>
                  <a:pt x="134627" y="114561"/>
                </a:lnTo>
                <a:lnTo>
                  <a:pt x="134365" y="111440"/>
                </a:lnTo>
                <a:lnTo>
                  <a:pt x="134127" y="108318"/>
                </a:lnTo>
                <a:lnTo>
                  <a:pt x="133912" y="105197"/>
                </a:lnTo>
                <a:lnTo>
                  <a:pt x="133722" y="102076"/>
                </a:lnTo>
                <a:lnTo>
                  <a:pt x="133555" y="98955"/>
                </a:lnTo>
                <a:lnTo>
                  <a:pt x="133412" y="95834"/>
                </a:lnTo>
                <a:lnTo>
                  <a:pt x="133293" y="92713"/>
                </a:lnTo>
                <a:lnTo>
                  <a:pt x="133198" y="89580"/>
                </a:lnTo>
                <a:lnTo>
                  <a:pt x="133126" y="86459"/>
                </a:lnTo>
                <a:lnTo>
                  <a:pt x="133078" y="83338"/>
                </a:lnTo>
                <a:lnTo>
                  <a:pt x="133055" y="80205"/>
                </a:lnTo>
                <a:lnTo>
                  <a:pt x="133055" y="77084"/>
                </a:lnTo>
                <a:lnTo>
                  <a:pt x="133078" y="73963"/>
                </a:lnTo>
                <a:lnTo>
                  <a:pt x="133126" y="70842"/>
                </a:lnTo>
                <a:lnTo>
                  <a:pt x="133198" y="67709"/>
                </a:lnTo>
                <a:lnTo>
                  <a:pt x="133293" y="64588"/>
                </a:lnTo>
                <a:lnTo>
                  <a:pt x="133412" y="61467"/>
                </a:lnTo>
                <a:lnTo>
                  <a:pt x="133555" y="58334"/>
                </a:lnTo>
                <a:lnTo>
                  <a:pt x="133722" y="55213"/>
                </a:lnTo>
                <a:lnTo>
                  <a:pt x="133912" y="52092"/>
                </a:lnTo>
                <a:lnTo>
                  <a:pt x="134127" y="48971"/>
                </a:lnTo>
                <a:lnTo>
                  <a:pt x="134365" y="45850"/>
                </a:lnTo>
                <a:lnTo>
                  <a:pt x="134651" y="42729"/>
                </a:lnTo>
                <a:lnTo>
                  <a:pt x="134937" y="39607"/>
                </a:lnTo>
                <a:lnTo>
                  <a:pt x="135247" y="36486"/>
                </a:lnTo>
                <a:lnTo>
                  <a:pt x="135604" y="33365"/>
                </a:lnTo>
                <a:lnTo>
                  <a:pt x="135962" y="30244"/>
                </a:lnTo>
                <a:lnTo>
                  <a:pt x="136367" y="27123"/>
                </a:lnTo>
                <a:lnTo>
                  <a:pt x="136772" y="24013"/>
                </a:lnTo>
                <a:lnTo>
                  <a:pt x="137225" y="20892"/>
                </a:lnTo>
                <a:lnTo>
                  <a:pt x="137701" y="17782"/>
                </a:lnTo>
                <a:lnTo>
                  <a:pt x="140012" y="17304"/>
                </a:lnTo>
                <a:lnTo>
                  <a:pt x="142324" y="16848"/>
                </a:lnTo>
                <a:lnTo>
                  <a:pt x="144683" y="16404"/>
                </a:lnTo>
                <a:lnTo>
                  <a:pt x="147042" y="15982"/>
                </a:lnTo>
                <a:lnTo>
                  <a:pt x="149424" y="15584"/>
                </a:lnTo>
                <a:lnTo>
                  <a:pt x="151831" y="15185"/>
                </a:lnTo>
                <a:lnTo>
                  <a:pt x="154238" y="14821"/>
                </a:lnTo>
                <a:lnTo>
                  <a:pt x="156692" y="14456"/>
                </a:lnTo>
                <a:lnTo>
                  <a:pt x="159146" y="14126"/>
                </a:lnTo>
                <a:lnTo>
                  <a:pt x="161624" y="13807"/>
                </a:lnTo>
                <a:lnTo>
                  <a:pt x="164126" y="13499"/>
                </a:lnTo>
                <a:lnTo>
                  <a:pt x="166652" y="13214"/>
                </a:lnTo>
                <a:lnTo>
                  <a:pt x="169178" y="12952"/>
                </a:lnTo>
                <a:lnTo>
                  <a:pt x="171751" y="12713"/>
                </a:lnTo>
                <a:lnTo>
                  <a:pt x="174324" y="12485"/>
                </a:lnTo>
                <a:lnTo>
                  <a:pt x="176922" y="12280"/>
                </a:lnTo>
                <a:lnTo>
                  <a:pt x="176922" y="12280"/>
                </a:lnTo>
                <a:lnTo>
                  <a:pt x="176421" y="13955"/>
                </a:lnTo>
                <a:lnTo>
                  <a:pt x="175968" y="15629"/>
                </a:lnTo>
                <a:lnTo>
                  <a:pt x="175516" y="17304"/>
                </a:lnTo>
                <a:lnTo>
                  <a:pt x="175063" y="18978"/>
                </a:lnTo>
                <a:lnTo>
                  <a:pt x="174658" y="20664"/>
                </a:lnTo>
                <a:lnTo>
                  <a:pt x="174277" y="22350"/>
                </a:lnTo>
                <a:lnTo>
                  <a:pt x="173895" y="24047"/>
                </a:lnTo>
                <a:lnTo>
                  <a:pt x="173538" y="25733"/>
                </a:lnTo>
                <a:lnTo>
                  <a:pt x="173204" y="27430"/>
                </a:lnTo>
                <a:lnTo>
                  <a:pt x="172895" y="29128"/>
                </a:lnTo>
                <a:lnTo>
                  <a:pt x="172585" y="30825"/>
                </a:lnTo>
                <a:lnTo>
                  <a:pt x="172323" y="32522"/>
                </a:lnTo>
                <a:lnTo>
                  <a:pt x="172061" y="34220"/>
                </a:lnTo>
                <a:lnTo>
                  <a:pt x="171822" y="35928"/>
                </a:lnTo>
                <a:lnTo>
                  <a:pt x="171584" y="37637"/>
                </a:lnTo>
                <a:lnTo>
                  <a:pt x="171370" y="39345"/>
                </a:lnTo>
                <a:lnTo>
                  <a:pt x="171179" y="41054"/>
                </a:lnTo>
                <a:lnTo>
                  <a:pt x="171012" y="42763"/>
                </a:lnTo>
                <a:lnTo>
                  <a:pt x="170845" y="44471"/>
                </a:lnTo>
                <a:lnTo>
                  <a:pt x="170702" y="46192"/>
                </a:lnTo>
                <a:lnTo>
                  <a:pt x="170560" y="47900"/>
                </a:lnTo>
                <a:lnTo>
                  <a:pt x="170464" y="49620"/>
                </a:lnTo>
                <a:lnTo>
                  <a:pt x="170345" y="51340"/>
                </a:lnTo>
                <a:lnTo>
                  <a:pt x="170274" y="53060"/>
                </a:lnTo>
                <a:lnTo>
                  <a:pt x="170131" y="56500"/>
                </a:lnTo>
                <a:lnTo>
                  <a:pt x="170059" y="59941"/>
                </a:lnTo>
                <a:lnTo>
                  <a:pt x="170035" y="63381"/>
                </a:lnTo>
                <a:lnTo>
                  <a:pt x="170059" y="66821"/>
                </a:lnTo>
                <a:lnTo>
                  <a:pt x="170154" y="70272"/>
                </a:lnTo>
                <a:lnTo>
                  <a:pt x="170274" y="73712"/>
                </a:lnTo>
                <a:lnTo>
                  <a:pt x="170417" y="77152"/>
                </a:lnTo>
                <a:lnTo>
                  <a:pt x="170631" y="80593"/>
                </a:lnTo>
                <a:lnTo>
                  <a:pt x="170869" y="84033"/>
                </a:lnTo>
                <a:lnTo>
                  <a:pt x="171131" y="87473"/>
                </a:lnTo>
                <a:lnTo>
                  <a:pt x="171441" y="90901"/>
                </a:lnTo>
                <a:lnTo>
                  <a:pt x="171775" y="94319"/>
                </a:lnTo>
                <a:lnTo>
                  <a:pt x="172156" y="97736"/>
                </a:lnTo>
                <a:lnTo>
                  <a:pt x="172537" y="101153"/>
                </a:lnTo>
                <a:lnTo>
                  <a:pt x="172942" y="104559"/>
                </a:lnTo>
                <a:lnTo>
                  <a:pt x="173395" y="107954"/>
                </a:lnTo>
                <a:lnTo>
                  <a:pt x="173848" y="111337"/>
                </a:lnTo>
                <a:lnTo>
                  <a:pt x="174300" y="114720"/>
                </a:lnTo>
                <a:lnTo>
                  <a:pt x="175277" y="121441"/>
                </a:lnTo>
                <a:lnTo>
                  <a:pt x="175325" y="121612"/>
                </a:lnTo>
                <a:lnTo>
                  <a:pt x="175373" y="121771"/>
                </a:lnTo>
                <a:lnTo>
                  <a:pt x="175444" y="121931"/>
                </a:lnTo>
                <a:lnTo>
                  <a:pt x="175516" y="122090"/>
                </a:lnTo>
                <a:lnTo>
                  <a:pt x="175611" y="122238"/>
                </a:lnTo>
                <a:lnTo>
                  <a:pt x="175730" y="122386"/>
                </a:lnTo>
                <a:lnTo>
                  <a:pt x="175849" y="122523"/>
                </a:lnTo>
                <a:lnTo>
                  <a:pt x="175992" y="122660"/>
                </a:lnTo>
                <a:lnTo>
                  <a:pt x="176135" y="122785"/>
                </a:lnTo>
                <a:lnTo>
                  <a:pt x="176302" y="122910"/>
                </a:lnTo>
                <a:lnTo>
                  <a:pt x="176469" y="123036"/>
                </a:lnTo>
                <a:lnTo>
                  <a:pt x="176659" y="123138"/>
                </a:lnTo>
                <a:lnTo>
                  <a:pt x="176850" y="123252"/>
                </a:lnTo>
                <a:lnTo>
                  <a:pt x="177041" y="123355"/>
                </a:lnTo>
                <a:lnTo>
                  <a:pt x="177255" y="123446"/>
                </a:lnTo>
                <a:lnTo>
                  <a:pt x="177493" y="123537"/>
                </a:lnTo>
                <a:lnTo>
                  <a:pt x="177946" y="123708"/>
                </a:lnTo>
                <a:lnTo>
                  <a:pt x="178446" y="123844"/>
                </a:lnTo>
                <a:lnTo>
                  <a:pt x="178971" y="123970"/>
                </a:lnTo>
                <a:lnTo>
                  <a:pt x="179519" y="124072"/>
                </a:lnTo>
                <a:lnTo>
                  <a:pt x="180067" y="124152"/>
                </a:lnTo>
                <a:lnTo>
                  <a:pt x="180639" y="124209"/>
                </a:lnTo>
                <a:lnTo>
                  <a:pt x="181187" y="124243"/>
                </a:lnTo>
                <a:lnTo>
                  <a:pt x="181759" y="124254"/>
                </a:lnTo>
                <a:lnTo>
                  <a:pt x="182330" y="124243"/>
                </a:lnTo>
                <a:lnTo>
                  <a:pt x="182902" y="124209"/>
                </a:lnTo>
                <a:lnTo>
                  <a:pt x="183450" y="124152"/>
                </a:lnTo>
                <a:lnTo>
                  <a:pt x="183975" y="124084"/>
                </a:lnTo>
                <a:lnTo>
                  <a:pt x="184499" y="123981"/>
                </a:lnTo>
                <a:lnTo>
                  <a:pt x="184975" y="123867"/>
                </a:lnTo>
                <a:lnTo>
                  <a:pt x="185452" y="123719"/>
                </a:lnTo>
                <a:lnTo>
                  <a:pt x="185666" y="123639"/>
                </a:lnTo>
                <a:lnTo>
                  <a:pt x="185857" y="123560"/>
                </a:lnTo>
                <a:lnTo>
                  <a:pt x="186071" y="123469"/>
                </a:lnTo>
                <a:lnTo>
                  <a:pt x="186262" y="123366"/>
                </a:lnTo>
                <a:lnTo>
                  <a:pt x="186429" y="123263"/>
                </a:lnTo>
                <a:lnTo>
                  <a:pt x="186596" y="123161"/>
                </a:lnTo>
                <a:lnTo>
                  <a:pt x="186762" y="123047"/>
                </a:lnTo>
                <a:lnTo>
                  <a:pt x="186905" y="122933"/>
                </a:lnTo>
                <a:lnTo>
                  <a:pt x="187024" y="122808"/>
                </a:lnTo>
                <a:lnTo>
                  <a:pt x="187144" y="122671"/>
                </a:lnTo>
                <a:lnTo>
                  <a:pt x="187239" y="122534"/>
                </a:lnTo>
                <a:lnTo>
                  <a:pt x="187334" y="122398"/>
                </a:lnTo>
                <a:lnTo>
                  <a:pt x="187406" y="122250"/>
                </a:lnTo>
                <a:lnTo>
                  <a:pt x="187453" y="122102"/>
                </a:lnTo>
                <a:lnTo>
                  <a:pt x="187501" y="121942"/>
                </a:lnTo>
                <a:lnTo>
                  <a:pt x="187525" y="121783"/>
                </a:lnTo>
                <a:lnTo>
                  <a:pt x="187525" y="121612"/>
                </a:lnTo>
                <a:lnTo>
                  <a:pt x="187525" y="121441"/>
                </a:lnTo>
                <a:lnTo>
                  <a:pt x="187167" y="118001"/>
                </a:lnTo>
                <a:lnTo>
                  <a:pt x="186834" y="114572"/>
                </a:lnTo>
                <a:lnTo>
                  <a:pt x="186572" y="111143"/>
                </a:lnTo>
                <a:lnTo>
                  <a:pt x="186333" y="107715"/>
                </a:lnTo>
                <a:lnTo>
                  <a:pt x="186119" y="104286"/>
                </a:lnTo>
                <a:lnTo>
                  <a:pt x="185952" y="100857"/>
                </a:lnTo>
                <a:lnTo>
                  <a:pt x="185809" y="97429"/>
                </a:lnTo>
                <a:lnTo>
                  <a:pt x="185714" y="94000"/>
                </a:lnTo>
                <a:lnTo>
                  <a:pt x="185619" y="90571"/>
                </a:lnTo>
                <a:lnTo>
                  <a:pt x="185571" y="87142"/>
                </a:lnTo>
                <a:lnTo>
                  <a:pt x="185523" y="83714"/>
                </a:lnTo>
                <a:lnTo>
                  <a:pt x="185500" y="80296"/>
                </a:lnTo>
                <a:lnTo>
                  <a:pt x="185500" y="73439"/>
                </a:lnTo>
                <a:lnTo>
                  <a:pt x="185547" y="66593"/>
                </a:lnTo>
                <a:lnTo>
                  <a:pt x="185666" y="52889"/>
                </a:lnTo>
                <a:lnTo>
                  <a:pt x="185690" y="46043"/>
                </a:lnTo>
                <a:lnTo>
                  <a:pt x="185690" y="39186"/>
                </a:lnTo>
                <a:lnTo>
                  <a:pt x="185666" y="35769"/>
                </a:lnTo>
                <a:lnTo>
                  <a:pt x="185619" y="32340"/>
                </a:lnTo>
                <a:lnTo>
                  <a:pt x="185571" y="28911"/>
                </a:lnTo>
                <a:lnTo>
                  <a:pt x="185476" y="25494"/>
                </a:lnTo>
                <a:lnTo>
                  <a:pt x="185357" y="22065"/>
                </a:lnTo>
                <a:lnTo>
                  <a:pt x="185237" y="18637"/>
                </a:lnTo>
                <a:lnTo>
                  <a:pt x="185047" y="15208"/>
                </a:lnTo>
                <a:lnTo>
                  <a:pt x="184856" y="11779"/>
                </a:lnTo>
                <a:lnTo>
                  <a:pt x="187763" y="11642"/>
                </a:lnTo>
                <a:lnTo>
                  <a:pt x="190694" y="11529"/>
                </a:lnTo>
                <a:lnTo>
                  <a:pt x="193649" y="11437"/>
                </a:lnTo>
                <a:lnTo>
                  <a:pt x="196603" y="11358"/>
                </a:lnTo>
                <a:lnTo>
                  <a:pt x="199606" y="11312"/>
                </a:lnTo>
                <a:lnTo>
                  <a:pt x="202608" y="11289"/>
                </a:lnTo>
                <a:lnTo>
                  <a:pt x="205658" y="11301"/>
                </a:lnTo>
                <a:lnTo>
                  <a:pt x="208708" y="11323"/>
                </a:lnTo>
                <a:lnTo>
                  <a:pt x="210447" y="11358"/>
                </a:lnTo>
                <a:lnTo>
                  <a:pt x="212163" y="11415"/>
                </a:lnTo>
                <a:lnTo>
                  <a:pt x="215594" y="11529"/>
                </a:lnTo>
                <a:lnTo>
                  <a:pt x="214712" y="14900"/>
                </a:lnTo>
                <a:lnTo>
                  <a:pt x="213878" y="18272"/>
                </a:lnTo>
                <a:lnTo>
                  <a:pt x="213092" y="21655"/>
                </a:lnTo>
                <a:lnTo>
                  <a:pt x="212330" y="25038"/>
                </a:lnTo>
                <a:lnTo>
                  <a:pt x="211591" y="28421"/>
                </a:lnTo>
                <a:lnTo>
                  <a:pt x="210900" y="31805"/>
                </a:lnTo>
                <a:lnTo>
                  <a:pt x="210257" y="35199"/>
                </a:lnTo>
                <a:lnTo>
                  <a:pt x="209613" y="38582"/>
                </a:lnTo>
                <a:lnTo>
                  <a:pt x="209017" y="41977"/>
                </a:lnTo>
                <a:lnTo>
                  <a:pt x="208446" y="45371"/>
                </a:lnTo>
                <a:lnTo>
                  <a:pt x="207874" y="48777"/>
                </a:lnTo>
                <a:lnTo>
                  <a:pt x="207350" y="52172"/>
                </a:lnTo>
                <a:lnTo>
                  <a:pt x="206849" y="55578"/>
                </a:lnTo>
                <a:lnTo>
                  <a:pt x="206349" y="58972"/>
                </a:lnTo>
                <a:lnTo>
                  <a:pt x="205872" y="62378"/>
                </a:lnTo>
                <a:lnTo>
                  <a:pt x="205419" y="65784"/>
                </a:lnTo>
                <a:lnTo>
                  <a:pt x="204538" y="72585"/>
                </a:lnTo>
                <a:lnTo>
                  <a:pt x="203680" y="79396"/>
                </a:lnTo>
                <a:lnTo>
                  <a:pt x="202060" y="93009"/>
                </a:lnTo>
                <a:lnTo>
                  <a:pt x="201226" y="99809"/>
                </a:lnTo>
                <a:lnTo>
                  <a:pt x="200392" y="106610"/>
                </a:lnTo>
                <a:lnTo>
                  <a:pt x="199510" y="113399"/>
                </a:lnTo>
                <a:lnTo>
                  <a:pt x="199057" y="116782"/>
                </a:lnTo>
                <a:lnTo>
                  <a:pt x="198581" y="120176"/>
                </a:lnTo>
                <a:lnTo>
                  <a:pt x="198557" y="120347"/>
                </a:lnTo>
                <a:lnTo>
                  <a:pt x="198557" y="120507"/>
                </a:lnTo>
                <a:lnTo>
                  <a:pt x="198581" y="120666"/>
                </a:lnTo>
                <a:lnTo>
                  <a:pt x="198629" y="120826"/>
                </a:lnTo>
                <a:lnTo>
                  <a:pt x="198676" y="120974"/>
                </a:lnTo>
                <a:lnTo>
                  <a:pt x="198748" y="121111"/>
                </a:lnTo>
                <a:lnTo>
                  <a:pt x="198819" y="121247"/>
                </a:lnTo>
                <a:lnTo>
                  <a:pt x="198915" y="121384"/>
                </a:lnTo>
                <a:lnTo>
                  <a:pt x="199034" y="121509"/>
                </a:lnTo>
                <a:lnTo>
                  <a:pt x="199153" y="121635"/>
                </a:lnTo>
                <a:lnTo>
                  <a:pt x="199296" y="121748"/>
                </a:lnTo>
                <a:lnTo>
                  <a:pt x="199439" y="121862"/>
                </a:lnTo>
                <a:lnTo>
                  <a:pt x="199606" y="121965"/>
                </a:lnTo>
                <a:lnTo>
                  <a:pt x="199796" y="122067"/>
                </a:lnTo>
                <a:lnTo>
                  <a:pt x="199963" y="122159"/>
                </a:lnTo>
                <a:lnTo>
                  <a:pt x="200177" y="122250"/>
                </a:lnTo>
                <a:lnTo>
                  <a:pt x="200368" y="122341"/>
                </a:lnTo>
                <a:lnTo>
                  <a:pt x="200582" y="122409"/>
                </a:lnTo>
                <a:lnTo>
                  <a:pt x="201035" y="122557"/>
                </a:lnTo>
                <a:lnTo>
                  <a:pt x="201512" y="122671"/>
                </a:lnTo>
                <a:lnTo>
                  <a:pt x="202036" y="122774"/>
                </a:lnTo>
                <a:lnTo>
                  <a:pt x="202560" y="122842"/>
                </a:lnTo>
                <a:lnTo>
                  <a:pt x="203108" y="122899"/>
                </a:lnTo>
                <a:lnTo>
                  <a:pt x="203656" y="122933"/>
                </a:lnTo>
                <a:lnTo>
                  <a:pt x="204228" y="122945"/>
                </a:lnTo>
                <a:lnTo>
                  <a:pt x="204776" y="122933"/>
                </a:lnTo>
                <a:lnTo>
                  <a:pt x="205348" y="122899"/>
                </a:lnTo>
                <a:lnTo>
                  <a:pt x="205920" y="122842"/>
                </a:lnTo>
                <a:lnTo>
                  <a:pt x="206468" y="122774"/>
                </a:lnTo>
                <a:lnTo>
                  <a:pt x="206992" y="122671"/>
                </a:lnTo>
                <a:lnTo>
                  <a:pt x="207516" y="122557"/>
                </a:lnTo>
                <a:lnTo>
                  <a:pt x="207993" y="122409"/>
                </a:lnTo>
                <a:lnTo>
                  <a:pt x="208469" y="122250"/>
                </a:lnTo>
                <a:lnTo>
                  <a:pt x="208684" y="122159"/>
                </a:lnTo>
                <a:lnTo>
                  <a:pt x="208898" y="122067"/>
                </a:lnTo>
                <a:lnTo>
                  <a:pt x="209089" y="121965"/>
                </a:lnTo>
                <a:lnTo>
                  <a:pt x="209280" y="121862"/>
                </a:lnTo>
                <a:lnTo>
                  <a:pt x="209470" y="121748"/>
                </a:lnTo>
                <a:lnTo>
                  <a:pt x="209637" y="121635"/>
                </a:lnTo>
                <a:lnTo>
                  <a:pt x="209804" y="121509"/>
                </a:lnTo>
                <a:lnTo>
                  <a:pt x="209947" y="121384"/>
                </a:lnTo>
                <a:lnTo>
                  <a:pt x="210090" y="121247"/>
                </a:lnTo>
                <a:lnTo>
                  <a:pt x="210209" y="121111"/>
                </a:lnTo>
                <a:lnTo>
                  <a:pt x="210304" y="120974"/>
                </a:lnTo>
                <a:lnTo>
                  <a:pt x="210399" y="120826"/>
                </a:lnTo>
                <a:lnTo>
                  <a:pt x="210495" y="120666"/>
                </a:lnTo>
                <a:lnTo>
                  <a:pt x="210542" y="120507"/>
                </a:lnTo>
                <a:lnTo>
                  <a:pt x="210590" y="120347"/>
                </a:lnTo>
                <a:lnTo>
                  <a:pt x="210638" y="120176"/>
                </a:lnTo>
                <a:lnTo>
                  <a:pt x="211090" y="116805"/>
                </a:lnTo>
                <a:lnTo>
                  <a:pt x="211591" y="113433"/>
                </a:lnTo>
                <a:lnTo>
                  <a:pt x="212592" y="106678"/>
                </a:lnTo>
                <a:lnTo>
                  <a:pt x="213616" y="99923"/>
                </a:lnTo>
                <a:lnTo>
                  <a:pt x="214688" y="93157"/>
                </a:lnTo>
                <a:lnTo>
                  <a:pt x="216809" y="79636"/>
                </a:lnTo>
                <a:lnTo>
                  <a:pt x="217858" y="72858"/>
                </a:lnTo>
                <a:lnTo>
                  <a:pt x="218858" y="66092"/>
                </a:lnTo>
                <a:lnTo>
                  <a:pt x="219335" y="62697"/>
                </a:lnTo>
                <a:lnTo>
                  <a:pt x="219811" y="59314"/>
                </a:lnTo>
                <a:lnTo>
                  <a:pt x="220264" y="55931"/>
                </a:lnTo>
                <a:lnTo>
                  <a:pt x="220693" y="52548"/>
                </a:lnTo>
                <a:lnTo>
                  <a:pt x="221122" y="49153"/>
                </a:lnTo>
                <a:lnTo>
                  <a:pt x="221503" y="45770"/>
                </a:lnTo>
                <a:lnTo>
                  <a:pt x="221861" y="42387"/>
                </a:lnTo>
                <a:lnTo>
                  <a:pt x="222218" y="38992"/>
                </a:lnTo>
                <a:lnTo>
                  <a:pt x="222528" y="35609"/>
                </a:lnTo>
                <a:lnTo>
                  <a:pt x="222790" y="32226"/>
                </a:lnTo>
                <a:lnTo>
                  <a:pt x="223052" y="28843"/>
                </a:lnTo>
                <a:lnTo>
                  <a:pt x="223266" y="25460"/>
                </a:lnTo>
                <a:lnTo>
                  <a:pt x="223457" y="22077"/>
                </a:lnTo>
                <a:lnTo>
                  <a:pt x="223600" y="18694"/>
                </a:lnTo>
                <a:lnTo>
                  <a:pt x="223695" y="15310"/>
                </a:lnTo>
                <a:lnTo>
                  <a:pt x="223767" y="11927"/>
                </a:lnTo>
                <a:lnTo>
                  <a:pt x="225339" y="12030"/>
                </a:lnTo>
                <a:lnTo>
                  <a:pt x="226912" y="12144"/>
                </a:lnTo>
                <a:lnTo>
                  <a:pt x="228485" y="12258"/>
                </a:lnTo>
                <a:lnTo>
                  <a:pt x="230034" y="12383"/>
                </a:lnTo>
                <a:lnTo>
                  <a:pt x="231606" y="12520"/>
                </a:lnTo>
                <a:lnTo>
                  <a:pt x="233155" y="12656"/>
                </a:lnTo>
                <a:lnTo>
                  <a:pt x="234704" y="12804"/>
                </a:lnTo>
                <a:lnTo>
                  <a:pt x="236253" y="12952"/>
                </a:lnTo>
                <a:lnTo>
                  <a:pt x="237801" y="13112"/>
                </a:lnTo>
                <a:lnTo>
                  <a:pt x="239350" y="13283"/>
                </a:lnTo>
                <a:lnTo>
                  <a:pt x="240899" y="13465"/>
                </a:lnTo>
                <a:lnTo>
                  <a:pt x="242424" y="13647"/>
                </a:lnTo>
                <a:lnTo>
                  <a:pt x="243949" y="13830"/>
                </a:lnTo>
                <a:lnTo>
                  <a:pt x="245498" y="14023"/>
                </a:lnTo>
                <a:lnTo>
                  <a:pt x="247023" y="14228"/>
                </a:lnTo>
                <a:lnTo>
                  <a:pt x="248524" y="14433"/>
                </a:lnTo>
                <a:lnTo>
                  <a:pt x="247857" y="17657"/>
                </a:lnTo>
                <a:lnTo>
                  <a:pt x="247213" y="20892"/>
                </a:lnTo>
                <a:lnTo>
                  <a:pt x="246618" y="24116"/>
                </a:lnTo>
                <a:lnTo>
                  <a:pt x="246093" y="27351"/>
                </a:lnTo>
                <a:lnTo>
                  <a:pt x="245569" y="30586"/>
                </a:lnTo>
                <a:lnTo>
                  <a:pt x="245116" y="33821"/>
                </a:lnTo>
                <a:lnTo>
                  <a:pt x="244688" y="37056"/>
                </a:lnTo>
                <a:lnTo>
                  <a:pt x="244306" y="40291"/>
                </a:lnTo>
                <a:lnTo>
                  <a:pt x="243949" y="43526"/>
                </a:lnTo>
                <a:lnTo>
                  <a:pt x="243615" y="46761"/>
                </a:lnTo>
                <a:lnTo>
                  <a:pt x="243329" y="50008"/>
                </a:lnTo>
                <a:lnTo>
                  <a:pt x="243043" y="53243"/>
                </a:lnTo>
                <a:lnTo>
                  <a:pt x="242781" y="56489"/>
                </a:lnTo>
                <a:lnTo>
                  <a:pt x="242543" y="59724"/>
                </a:lnTo>
                <a:lnTo>
                  <a:pt x="242329" y="62959"/>
                </a:lnTo>
                <a:lnTo>
                  <a:pt x="242138" y="66206"/>
                </a:lnTo>
                <a:lnTo>
                  <a:pt x="241924" y="69463"/>
                </a:lnTo>
                <a:lnTo>
                  <a:pt x="241661" y="72744"/>
                </a:lnTo>
                <a:lnTo>
                  <a:pt x="241113" y="79340"/>
                </a:lnTo>
                <a:lnTo>
                  <a:pt x="240828" y="82654"/>
                </a:lnTo>
                <a:lnTo>
                  <a:pt x="240565" y="85969"/>
                </a:lnTo>
                <a:lnTo>
                  <a:pt x="240351" y="89284"/>
                </a:lnTo>
                <a:lnTo>
                  <a:pt x="240160" y="92599"/>
                </a:lnTo>
                <a:lnTo>
                  <a:pt x="240089" y="94262"/>
                </a:lnTo>
                <a:lnTo>
                  <a:pt x="240041" y="95925"/>
                </a:lnTo>
                <a:lnTo>
                  <a:pt x="239994" y="97577"/>
                </a:lnTo>
                <a:lnTo>
                  <a:pt x="239970" y="99240"/>
                </a:lnTo>
                <a:lnTo>
                  <a:pt x="239970" y="100891"/>
                </a:lnTo>
                <a:lnTo>
                  <a:pt x="239994" y="102555"/>
                </a:lnTo>
                <a:lnTo>
                  <a:pt x="240041" y="104206"/>
                </a:lnTo>
                <a:lnTo>
                  <a:pt x="240113" y="105858"/>
                </a:lnTo>
                <a:lnTo>
                  <a:pt x="240208" y="107498"/>
                </a:lnTo>
                <a:lnTo>
                  <a:pt x="240327" y="109150"/>
                </a:lnTo>
                <a:lnTo>
                  <a:pt x="240470" y="110790"/>
                </a:lnTo>
                <a:lnTo>
                  <a:pt x="240661" y="112431"/>
                </a:lnTo>
                <a:lnTo>
                  <a:pt x="240875" y="114071"/>
                </a:lnTo>
                <a:lnTo>
                  <a:pt x="241137" y="115700"/>
                </a:lnTo>
                <a:lnTo>
                  <a:pt x="241423" y="117329"/>
                </a:lnTo>
                <a:lnTo>
                  <a:pt x="241757" y="118958"/>
                </a:lnTo>
                <a:lnTo>
                  <a:pt x="241828" y="119242"/>
                </a:lnTo>
                <a:lnTo>
                  <a:pt x="241971" y="119516"/>
                </a:lnTo>
                <a:lnTo>
                  <a:pt x="242162" y="119778"/>
                </a:lnTo>
                <a:lnTo>
                  <a:pt x="242376" y="120006"/>
                </a:lnTo>
                <a:lnTo>
                  <a:pt x="242615" y="120222"/>
                </a:lnTo>
                <a:lnTo>
                  <a:pt x="242924" y="120427"/>
                </a:lnTo>
                <a:lnTo>
                  <a:pt x="243234" y="120598"/>
                </a:lnTo>
                <a:lnTo>
                  <a:pt x="243592" y="120757"/>
                </a:lnTo>
                <a:lnTo>
                  <a:pt x="243973" y="120906"/>
                </a:lnTo>
                <a:lnTo>
                  <a:pt x="244354" y="121031"/>
                </a:lnTo>
                <a:lnTo>
                  <a:pt x="244783" y="121133"/>
                </a:lnTo>
                <a:lnTo>
                  <a:pt x="245212" y="121213"/>
                </a:lnTo>
                <a:lnTo>
                  <a:pt x="245641" y="121281"/>
                </a:lnTo>
                <a:lnTo>
                  <a:pt x="246093" y="121327"/>
                </a:lnTo>
                <a:lnTo>
                  <a:pt x="246546" y="121361"/>
                </a:lnTo>
                <a:lnTo>
                  <a:pt x="247023" y="121373"/>
                </a:lnTo>
                <a:lnTo>
                  <a:pt x="247475" y="121361"/>
                </a:lnTo>
                <a:lnTo>
                  <a:pt x="247928" y="121338"/>
                </a:lnTo>
                <a:lnTo>
                  <a:pt x="248381" y="121293"/>
                </a:lnTo>
                <a:lnTo>
                  <a:pt x="248834" y="121224"/>
                </a:lnTo>
                <a:lnTo>
                  <a:pt x="249263" y="121133"/>
                </a:lnTo>
                <a:lnTo>
                  <a:pt x="249668" y="121031"/>
                </a:lnTo>
                <a:lnTo>
                  <a:pt x="250049" y="120917"/>
                </a:lnTo>
                <a:lnTo>
                  <a:pt x="250430" y="120769"/>
                </a:lnTo>
                <a:lnTo>
                  <a:pt x="250764" y="120609"/>
                </a:lnTo>
                <a:lnTo>
                  <a:pt x="251097" y="120438"/>
                </a:lnTo>
                <a:lnTo>
                  <a:pt x="251383" y="120233"/>
                </a:lnTo>
                <a:lnTo>
                  <a:pt x="251621" y="120017"/>
                </a:lnTo>
                <a:lnTo>
                  <a:pt x="251836" y="119778"/>
                </a:lnTo>
                <a:lnTo>
                  <a:pt x="252003" y="119527"/>
                </a:lnTo>
                <a:lnTo>
                  <a:pt x="252146" y="119254"/>
                </a:lnTo>
                <a:lnTo>
                  <a:pt x="252217" y="118958"/>
                </a:lnTo>
                <a:lnTo>
                  <a:pt x="252503" y="117329"/>
                </a:lnTo>
                <a:lnTo>
                  <a:pt x="252741" y="115688"/>
                </a:lnTo>
                <a:lnTo>
                  <a:pt x="252980" y="114048"/>
                </a:lnTo>
                <a:lnTo>
                  <a:pt x="253170" y="112408"/>
                </a:lnTo>
                <a:lnTo>
                  <a:pt x="253313" y="110767"/>
                </a:lnTo>
                <a:lnTo>
                  <a:pt x="253456" y="109127"/>
                </a:lnTo>
                <a:lnTo>
                  <a:pt x="253575" y="107475"/>
                </a:lnTo>
                <a:lnTo>
                  <a:pt x="253671" y="105835"/>
                </a:lnTo>
                <a:lnTo>
                  <a:pt x="253742" y="104183"/>
                </a:lnTo>
                <a:lnTo>
                  <a:pt x="253790" y="102532"/>
                </a:lnTo>
                <a:lnTo>
                  <a:pt x="253837" y="100880"/>
                </a:lnTo>
                <a:lnTo>
                  <a:pt x="253861" y="99228"/>
                </a:lnTo>
                <a:lnTo>
                  <a:pt x="253837" y="95925"/>
                </a:lnTo>
                <a:lnTo>
                  <a:pt x="253814" y="92610"/>
                </a:lnTo>
                <a:lnTo>
                  <a:pt x="253742" y="89295"/>
                </a:lnTo>
                <a:lnTo>
                  <a:pt x="253647" y="85981"/>
                </a:lnTo>
                <a:lnTo>
                  <a:pt x="253456" y="79374"/>
                </a:lnTo>
                <a:lnTo>
                  <a:pt x="253409" y="76070"/>
                </a:lnTo>
                <a:lnTo>
                  <a:pt x="253385" y="72767"/>
                </a:lnTo>
                <a:lnTo>
                  <a:pt x="253385" y="71127"/>
                </a:lnTo>
                <a:lnTo>
                  <a:pt x="253409" y="69486"/>
                </a:lnTo>
                <a:lnTo>
                  <a:pt x="253456" y="67846"/>
                </a:lnTo>
                <a:lnTo>
                  <a:pt x="253504" y="66206"/>
                </a:lnTo>
                <a:lnTo>
                  <a:pt x="253623" y="63039"/>
                </a:lnTo>
                <a:lnTo>
                  <a:pt x="253766" y="59872"/>
                </a:lnTo>
                <a:lnTo>
                  <a:pt x="254076" y="53527"/>
                </a:lnTo>
                <a:lnTo>
                  <a:pt x="254743" y="40861"/>
                </a:lnTo>
                <a:lnTo>
                  <a:pt x="255053" y="34527"/>
                </a:lnTo>
                <a:lnTo>
                  <a:pt x="255172" y="31360"/>
                </a:lnTo>
                <a:lnTo>
                  <a:pt x="255315" y="28182"/>
                </a:lnTo>
                <a:lnTo>
                  <a:pt x="255410" y="25016"/>
                </a:lnTo>
                <a:lnTo>
                  <a:pt x="255505" y="21849"/>
                </a:lnTo>
                <a:lnTo>
                  <a:pt x="255553" y="18682"/>
                </a:lnTo>
                <a:lnTo>
                  <a:pt x="255601" y="15515"/>
                </a:lnTo>
                <a:lnTo>
                  <a:pt x="258174" y="15948"/>
                </a:lnTo>
                <a:lnTo>
                  <a:pt x="260724" y="16393"/>
                </a:lnTo>
                <a:lnTo>
                  <a:pt x="263249" y="16860"/>
                </a:lnTo>
                <a:lnTo>
                  <a:pt x="265775" y="17349"/>
                </a:lnTo>
                <a:lnTo>
                  <a:pt x="268301" y="17851"/>
                </a:lnTo>
                <a:lnTo>
                  <a:pt x="270779" y="18375"/>
                </a:lnTo>
                <a:lnTo>
                  <a:pt x="273257" y="18921"/>
                </a:lnTo>
                <a:lnTo>
                  <a:pt x="275735" y="19479"/>
                </a:lnTo>
                <a:lnTo>
                  <a:pt x="278166" y="20060"/>
                </a:lnTo>
                <a:lnTo>
                  <a:pt x="280596" y="20653"/>
                </a:lnTo>
                <a:lnTo>
                  <a:pt x="283026" y="21256"/>
                </a:lnTo>
                <a:lnTo>
                  <a:pt x="285409" y="21883"/>
                </a:lnTo>
                <a:lnTo>
                  <a:pt x="287792" y="22532"/>
                </a:lnTo>
                <a:lnTo>
                  <a:pt x="290151" y="23182"/>
                </a:lnTo>
                <a:lnTo>
                  <a:pt x="292486" y="23865"/>
                </a:lnTo>
                <a:lnTo>
                  <a:pt x="294821" y="24549"/>
                </a:lnTo>
                <a:lnTo>
                  <a:pt x="293940" y="27419"/>
                </a:lnTo>
                <a:lnTo>
                  <a:pt x="293082" y="30301"/>
                </a:lnTo>
                <a:lnTo>
                  <a:pt x="292272" y="33194"/>
                </a:lnTo>
                <a:lnTo>
                  <a:pt x="291485" y="36099"/>
                </a:lnTo>
                <a:lnTo>
                  <a:pt x="290747" y="39027"/>
                </a:lnTo>
                <a:lnTo>
                  <a:pt x="290056" y="41954"/>
                </a:lnTo>
                <a:lnTo>
                  <a:pt x="289388" y="44893"/>
                </a:lnTo>
                <a:lnTo>
                  <a:pt x="288769" y="47843"/>
                </a:lnTo>
                <a:lnTo>
                  <a:pt x="288173" y="50794"/>
                </a:lnTo>
                <a:lnTo>
                  <a:pt x="287625" y="53755"/>
                </a:lnTo>
                <a:lnTo>
                  <a:pt x="287101" y="56728"/>
                </a:lnTo>
                <a:lnTo>
                  <a:pt x="286624" y="59701"/>
                </a:lnTo>
                <a:lnTo>
                  <a:pt x="286172" y="62686"/>
                </a:lnTo>
                <a:lnTo>
                  <a:pt x="285743" y="65670"/>
                </a:lnTo>
                <a:lnTo>
                  <a:pt x="285338" y="68655"/>
                </a:lnTo>
                <a:lnTo>
                  <a:pt x="284980" y="71639"/>
                </a:lnTo>
                <a:lnTo>
                  <a:pt x="284647" y="74624"/>
                </a:lnTo>
                <a:lnTo>
                  <a:pt x="284361" y="77619"/>
                </a:lnTo>
                <a:lnTo>
                  <a:pt x="284075" y="80604"/>
                </a:lnTo>
                <a:lnTo>
                  <a:pt x="283837" y="83588"/>
                </a:lnTo>
                <a:lnTo>
                  <a:pt x="283598" y="86573"/>
                </a:lnTo>
                <a:lnTo>
                  <a:pt x="283408" y="89546"/>
                </a:lnTo>
                <a:lnTo>
                  <a:pt x="283241" y="92519"/>
                </a:lnTo>
                <a:lnTo>
                  <a:pt x="283098" y="95492"/>
                </a:lnTo>
                <a:lnTo>
                  <a:pt x="282979" y="98454"/>
                </a:lnTo>
                <a:lnTo>
                  <a:pt x="282883" y="101404"/>
                </a:lnTo>
                <a:lnTo>
                  <a:pt x="282812" y="104354"/>
                </a:lnTo>
                <a:lnTo>
                  <a:pt x="282764" y="107293"/>
                </a:lnTo>
                <a:lnTo>
                  <a:pt x="282717" y="110221"/>
                </a:lnTo>
                <a:lnTo>
                  <a:pt x="282717" y="113148"/>
                </a:lnTo>
                <a:lnTo>
                  <a:pt x="282717" y="116053"/>
                </a:lnTo>
                <a:lnTo>
                  <a:pt x="282740" y="118946"/>
                </a:lnTo>
                <a:lnTo>
                  <a:pt x="282764" y="119106"/>
                </a:lnTo>
                <a:lnTo>
                  <a:pt x="282788" y="119254"/>
                </a:lnTo>
                <a:lnTo>
                  <a:pt x="282812" y="119402"/>
                </a:lnTo>
                <a:lnTo>
                  <a:pt x="282860" y="119550"/>
                </a:lnTo>
                <a:lnTo>
                  <a:pt x="282931" y="119687"/>
                </a:lnTo>
                <a:lnTo>
                  <a:pt x="283003" y="119823"/>
                </a:lnTo>
                <a:lnTo>
                  <a:pt x="283098" y="119949"/>
                </a:lnTo>
                <a:lnTo>
                  <a:pt x="283193" y="120074"/>
                </a:lnTo>
                <a:lnTo>
                  <a:pt x="283312" y="120188"/>
                </a:lnTo>
                <a:lnTo>
                  <a:pt x="283431" y="120302"/>
                </a:lnTo>
                <a:lnTo>
                  <a:pt x="283574" y="120404"/>
                </a:lnTo>
                <a:lnTo>
                  <a:pt x="283717" y="120507"/>
                </a:lnTo>
                <a:lnTo>
                  <a:pt x="284027" y="120700"/>
                </a:lnTo>
                <a:lnTo>
                  <a:pt x="284385" y="120871"/>
                </a:lnTo>
                <a:lnTo>
                  <a:pt x="284766" y="121019"/>
                </a:lnTo>
                <a:lnTo>
                  <a:pt x="285195" y="121145"/>
                </a:lnTo>
                <a:lnTo>
                  <a:pt x="285624" y="121247"/>
                </a:lnTo>
                <a:lnTo>
                  <a:pt x="286076" y="121338"/>
                </a:lnTo>
                <a:lnTo>
                  <a:pt x="286553" y="121407"/>
                </a:lnTo>
                <a:lnTo>
                  <a:pt x="287029" y="121452"/>
                </a:lnTo>
                <a:lnTo>
                  <a:pt x="287506" y="121475"/>
                </a:lnTo>
                <a:lnTo>
                  <a:pt x="288006" y="121486"/>
                </a:lnTo>
                <a:lnTo>
                  <a:pt x="288507" y="121464"/>
                </a:lnTo>
                <a:lnTo>
                  <a:pt x="289007" y="121441"/>
                </a:lnTo>
                <a:lnTo>
                  <a:pt x="289508" y="121384"/>
                </a:lnTo>
                <a:lnTo>
                  <a:pt x="289984" y="121316"/>
                </a:lnTo>
                <a:lnTo>
                  <a:pt x="290461" y="121224"/>
                </a:lnTo>
                <a:lnTo>
                  <a:pt x="290913" y="121111"/>
                </a:lnTo>
                <a:lnTo>
                  <a:pt x="291342" y="120974"/>
                </a:lnTo>
                <a:lnTo>
                  <a:pt x="291771" y="120826"/>
                </a:lnTo>
                <a:lnTo>
                  <a:pt x="292152" y="120655"/>
                </a:lnTo>
                <a:lnTo>
                  <a:pt x="292510" y="120473"/>
                </a:lnTo>
                <a:lnTo>
                  <a:pt x="292820" y="120268"/>
                </a:lnTo>
                <a:lnTo>
                  <a:pt x="293106" y="120040"/>
                </a:lnTo>
                <a:lnTo>
                  <a:pt x="293344" y="119789"/>
                </a:lnTo>
                <a:lnTo>
                  <a:pt x="293439" y="119664"/>
                </a:lnTo>
                <a:lnTo>
                  <a:pt x="293534" y="119527"/>
                </a:lnTo>
                <a:lnTo>
                  <a:pt x="293606" y="119391"/>
                </a:lnTo>
                <a:lnTo>
                  <a:pt x="293677" y="119242"/>
                </a:lnTo>
                <a:lnTo>
                  <a:pt x="293725" y="119094"/>
                </a:lnTo>
                <a:lnTo>
                  <a:pt x="293773" y="118946"/>
                </a:lnTo>
                <a:lnTo>
                  <a:pt x="294368" y="116121"/>
                </a:lnTo>
                <a:lnTo>
                  <a:pt x="294916" y="113296"/>
                </a:lnTo>
                <a:lnTo>
                  <a:pt x="295488" y="110449"/>
                </a:lnTo>
                <a:lnTo>
                  <a:pt x="296013" y="107589"/>
                </a:lnTo>
                <a:lnTo>
                  <a:pt x="296537" y="104719"/>
                </a:lnTo>
                <a:lnTo>
                  <a:pt x="297037" y="101848"/>
                </a:lnTo>
                <a:lnTo>
                  <a:pt x="297514" y="98955"/>
                </a:lnTo>
                <a:lnTo>
                  <a:pt x="297966" y="96062"/>
                </a:lnTo>
                <a:lnTo>
                  <a:pt x="298395" y="93168"/>
                </a:lnTo>
                <a:lnTo>
                  <a:pt x="298800" y="90264"/>
                </a:lnTo>
                <a:lnTo>
                  <a:pt x="299205" y="87347"/>
                </a:lnTo>
                <a:lnTo>
                  <a:pt x="299563" y="84431"/>
                </a:lnTo>
                <a:lnTo>
                  <a:pt x="299896" y="81504"/>
                </a:lnTo>
                <a:lnTo>
                  <a:pt x="300230" y="78576"/>
                </a:lnTo>
                <a:lnTo>
                  <a:pt x="300516" y="75649"/>
                </a:lnTo>
                <a:lnTo>
                  <a:pt x="300778" y="72721"/>
                </a:lnTo>
                <a:lnTo>
                  <a:pt x="300993" y="69794"/>
                </a:lnTo>
                <a:lnTo>
                  <a:pt x="301207" y="66866"/>
                </a:lnTo>
                <a:lnTo>
                  <a:pt x="301374" y="63939"/>
                </a:lnTo>
                <a:lnTo>
                  <a:pt x="301517" y="61011"/>
                </a:lnTo>
                <a:lnTo>
                  <a:pt x="301636" y="58084"/>
                </a:lnTo>
                <a:lnTo>
                  <a:pt x="301707" y="55168"/>
                </a:lnTo>
                <a:lnTo>
                  <a:pt x="301755" y="52252"/>
                </a:lnTo>
                <a:lnTo>
                  <a:pt x="301755" y="49335"/>
                </a:lnTo>
                <a:lnTo>
                  <a:pt x="301731" y="46431"/>
                </a:lnTo>
                <a:lnTo>
                  <a:pt x="301660" y="43537"/>
                </a:lnTo>
                <a:lnTo>
                  <a:pt x="301564" y="40644"/>
                </a:lnTo>
                <a:lnTo>
                  <a:pt x="301445" y="37762"/>
                </a:lnTo>
                <a:lnTo>
                  <a:pt x="301255" y="34892"/>
                </a:lnTo>
                <a:lnTo>
                  <a:pt x="301040" y="32021"/>
                </a:lnTo>
                <a:lnTo>
                  <a:pt x="300778" y="29173"/>
                </a:lnTo>
                <a:lnTo>
                  <a:pt x="300492" y="26326"/>
                </a:lnTo>
                <a:lnTo>
                  <a:pt x="302803" y="27089"/>
                </a:lnTo>
                <a:lnTo>
                  <a:pt x="305091" y="27863"/>
                </a:lnTo>
                <a:lnTo>
                  <a:pt x="307378" y="28649"/>
                </a:lnTo>
                <a:lnTo>
                  <a:pt x="309618" y="29458"/>
                </a:lnTo>
                <a:lnTo>
                  <a:pt x="311858" y="30267"/>
                </a:lnTo>
                <a:lnTo>
                  <a:pt x="314074" y="31098"/>
                </a:lnTo>
                <a:lnTo>
                  <a:pt x="316242" y="31941"/>
                </a:lnTo>
                <a:lnTo>
                  <a:pt x="318411" y="32807"/>
                </a:lnTo>
                <a:lnTo>
                  <a:pt x="320555" y="33673"/>
                </a:lnTo>
                <a:lnTo>
                  <a:pt x="322652" y="34561"/>
                </a:lnTo>
                <a:lnTo>
                  <a:pt x="324749" y="35450"/>
                </a:lnTo>
                <a:lnTo>
                  <a:pt x="326822" y="36361"/>
                </a:lnTo>
                <a:lnTo>
                  <a:pt x="328847" y="37284"/>
                </a:lnTo>
                <a:lnTo>
                  <a:pt x="330873" y="38218"/>
                </a:lnTo>
                <a:lnTo>
                  <a:pt x="332850" y="39152"/>
                </a:lnTo>
                <a:lnTo>
                  <a:pt x="334804" y="40109"/>
                </a:lnTo>
                <a:lnTo>
                  <a:pt x="334399" y="42432"/>
                </a:lnTo>
                <a:lnTo>
                  <a:pt x="333994" y="44756"/>
                </a:lnTo>
                <a:lnTo>
                  <a:pt x="333613" y="47080"/>
                </a:lnTo>
                <a:lnTo>
                  <a:pt x="333255" y="49415"/>
                </a:lnTo>
                <a:lnTo>
                  <a:pt x="332898" y="51750"/>
                </a:lnTo>
                <a:lnTo>
                  <a:pt x="332564" y="54097"/>
                </a:lnTo>
                <a:lnTo>
                  <a:pt x="332255" y="56443"/>
                </a:lnTo>
                <a:lnTo>
                  <a:pt x="331969" y="58801"/>
                </a:lnTo>
                <a:lnTo>
                  <a:pt x="331683" y="61148"/>
                </a:lnTo>
                <a:lnTo>
                  <a:pt x="331421" y="63506"/>
                </a:lnTo>
                <a:lnTo>
                  <a:pt x="331182" y="65875"/>
                </a:lnTo>
                <a:lnTo>
                  <a:pt x="330968" y="68233"/>
                </a:lnTo>
                <a:lnTo>
                  <a:pt x="330753" y="70603"/>
                </a:lnTo>
                <a:lnTo>
                  <a:pt x="330563" y="72961"/>
                </a:lnTo>
                <a:lnTo>
                  <a:pt x="330420" y="75330"/>
                </a:lnTo>
                <a:lnTo>
                  <a:pt x="330277" y="77688"/>
                </a:lnTo>
                <a:lnTo>
                  <a:pt x="330134" y="80057"/>
                </a:lnTo>
                <a:lnTo>
                  <a:pt x="330039" y="82415"/>
                </a:lnTo>
                <a:lnTo>
                  <a:pt x="329967" y="84784"/>
                </a:lnTo>
                <a:lnTo>
                  <a:pt x="329896" y="87142"/>
                </a:lnTo>
                <a:lnTo>
                  <a:pt x="329872" y="89500"/>
                </a:lnTo>
                <a:lnTo>
                  <a:pt x="329848" y="91858"/>
                </a:lnTo>
                <a:lnTo>
                  <a:pt x="329848" y="94205"/>
                </a:lnTo>
                <a:lnTo>
                  <a:pt x="329872" y="96551"/>
                </a:lnTo>
                <a:lnTo>
                  <a:pt x="329919" y="98898"/>
                </a:lnTo>
                <a:lnTo>
                  <a:pt x="329991" y="101233"/>
                </a:lnTo>
                <a:lnTo>
                  <a:pt x="330086" y="103568"/>
                </a:lnTo>
                <a:lnTo>
                  <a:pt x="330205" y="105892"/>
                </a:lnTo>
                <a:lnTo>
                  <a:pt x="330348" y="108216"/>
                </a:lnTo>
                <a:lnTo>
                  <a:pt x="330515" y="110528"/>
                </a:lnTo>
                <a:lnTo>
                  <a:pt x="330706" y="112841"/>
                </a:lnTo>
                <a:lnTo>
                  <a:pt x="330920" y="115142"/>
                </a:lnTo>
                <a:lnTo>
                  <a:pt x="330944" y="115301"/>
                </a:lnTo>
                <a:lnTo>
                  <a:pt x="330992" y="115449"/>
                </a:lnTo>
                <a:lnTo>
                  <a:pt x="331039" y="115597"/>
                </a:lnTo>
                <a:lnTo>
                  <a:pt x="331111" y="115734"/>
                </a:lnTo>
                <a:lnTo>
                  <a:pt x="331182" y="115871"/>
                </a:lnTo>
                <a:lnTo>
                  <a:pt x="331278" y="116007"/>
                </a:lnTo>
                <a:lnTo>
                  <a:pt x="331373" y="116133"/>
                </a:lnTo>
                <a:lnTo>
                  <a:pt x="331468" y="116258"/>
                </a:lnTo>
                <a:lnTo>
                  <a:pt x="331730" y="116486"/>
                </a:lnTo>
                <a:lnTo>
                  <a:pt x="332016" y="116691"/>
                </a:lnTo>
                <a:lnTo>
                  <a:pt x="332350" y="116884"/>
                </a:lnTo>
                <a:lnTo>
                  <a:pt x="332707" y="117055"/>
                </a:lnTo>
                <a:lnTo>
                  <a:pt x="333112" y="117203"/>
                </a:lnTo>
                <a:lnTo>
                  <a:pt x="333517" y="117329"/>
                </a:lnTo>
                <a:lnTo>
                  <a:pt x="333970" y="117443"/>
                </a:lnTo>
                <a:lnTo>
                  <a:pt x="334423" y="117522"/>
                </a:lnTo>
                <a:lnTo>
                  <a:pt x="334899" y="117591"/>
                </a:lnTo>
                <a:lnTo>
                  <a:pt x="335376" y="117648"/>
                </a:lnTo>
                <a:lnTo>
                  <a:pt x="335853" y="117670"/>
                </a:lnTo>
                <a:lnTo>
                  <a:pt x="336353" y="117682"/>
                </a:lnTo>
                <a:lnTo>
                  <a:pt x="336853" y="117670"/>
                </a:lnTo>
                <a:lnTo>
                  <a:pt x="337354" y="117636"/>
                </a:lnTo>
                <a:lnTo>
                  <a:pt x="337830" y="117591"/>
                </a:lnTo>
                <a:lnTo>
                  <a:pt x="338307" y="117522"/>
                </a:lnTo>
                <a:lnTo>
                  <a:pt x="338760" y="117431"/>
                </a:lnTo>
                <a:lnTo>
                  <a:pt x="339212" y="117317"/>
                </a:lnTo>
                <a:lnTo>
                  <a:pt x="339641" y="117192"/>
                </a:lnTo>
                <a:lnTo>
                  <a:pt x="340046" y="117033"/>
                </a:lnTo>
                <a:lnTo>
                  <a:pt x="340404" y="116873"/>
                </a:lnTo>
                <a:lnTo>
                  <a:pt x="340761" y="116679"/>
                </a:lnTo>
                <a:lnTo>
                  <a:pt x="341071" y="116474"/>
                </a:lnTo>
                <a:lnTo>
                  <a:pt x="341333" y="116247"/>
                </a:lnTo>
                <a:lnTo>
                  <a:pt x="341571" y="115996"/>
                </a:lnTo>
                <a:lnTo>
                  <a:pt x="341666" y="115859"/>
                </a:lnTo>
                <a:lnTo>
                  <a:pt x="341738" y="115734"/>
                </a:lnTo>
                <a:lnTo>
                  <a:pt x="341809" y="115586"/>
                </a:lnTo>
                <a:lnTo>
                  <a:pt x="341881" y="115438"/>
                </a:lnTo>
                <a:lnTo>
                  <a:pt x="341929" y="115290"/>
                </a:lnTo>
                <a:lnTo>
                  <a:pt x="341952" y="115142"/>
                </a:lnTo>
                <a:lnTo>
                  <a:pt x="342310" y="112989"/>
                </a:lnTo>
                <a:lnTo>
                  <a:pt x="342643" y="110847"/>
                </a:lnTo>
                <a:lnTo>
                  <a:pt x="342977" y="108683"/>
                </a:lnTo>
                <a:lnTo>
                  <a:pt x="343263" y="106519"/>
                </a:lnTo>
                <a:lnTo>
                  <a:pt x="343549" y="104354"/>
                </a:lnTo>
                <a:lnTo>
                  <a:pt x="343787" y="102179"/>
                </a:lnTo>
                <a:lnTo>
                  <a:pt x="344025" y="99992"/>
                </a:lnTo>
                <a:lnTo>
                  <a:pt x="344240" y="97804"/>
                </a:lnTo>
                <a:lnTo>
                  <a:pt x="344431" y="95617"/>
                </a:lnTo>
                <a:lnTo>
                  <a:pt x="344621" y="93419"/>
                </a:lnTo>
                <a:lnTo>
                  <a:pt x="344764" y="91220"/>
                </a:lnTo>
                <a:lnTo>
                  <a:pt x="344907" y="89022"/>
                </a:lnTo>
                <a:lnTo>
                  <a:pt x="345026" y="86823"/>
                </a:lnTo>
                <a:lnTo>
                  <a:pt x="345122" y="84614"/>
                </a:lnTo>
                <a:lnTo>
                  <a:pt x="345217" y="82404"/>
                </a:lnTo>
                <a:lnTo>
                  <a:pt x="345264" y="80194"/>
                </a:lnTo>
                <a:lnTo>
                  <a:pt x="345312" y="77984"/>
                </a:lnTo>
                <a:lnTo>
                  <a:pt x="345360" y="75774"/>
                </a:lnTo>
                <a:lnTo>
                  <a:pt x="345360" y="73564"/>
                </a:lnTo>
                <a:lnTo>
                  <a:pt x="345360" y="71354"/>
                </a:lnTo>
                <a:lnTo>
                  <a:pt x="345336" y="69145"/>
                </a:lnTo>
                <a:lnTo>
                  <a:pt x="345288" y="66935"/>
                </a:lnTo>
                <a:lnTo>
                  <a:pt x="345241" y="64725"/>
                </a:lnTo>
                <a:lnTo>
                  <a:pt x="345169" y="62515"/>
                </a:lnTo>
                <a:lnTo>
                  <a:pt x="345074" y="60305"/>
                </a:lnTo>
                <a:lnTo>
                  <a:pt x="344955" y="58107"/>
                </a:lnTo>
                <a:lnTo>
                  <a:pt x="344836" y="55908"/>
                </a:lnTo>
                <a:lnTo>
                  <a:pt x="344716" y="53710"/>
                </a:lnTo>
                <a:lnTo>
                  <a:pt x="344550" y="51511"/>
                </a:lnTo>
                <a:lnTo>
                  <a:pt x="344383" y="49324"/>
                </a:lnTo>
                <a:lnTo>
                  <a:pt x="344192" y="47137"/>
                </a:lnTo>
                <a:lnTo>
                  <a:pt x="344002" y="44950"/>
                </a:lnTo>
                <a:lnTo>
                  <a:pt x="344383" y="45155"/>
                </a:lnTo>
                <a:lnTo>
                  <a:pt x="345693" y="45907"/>
                </a:lnTo>
                <a:lnTo>
                  <a:pt x="347004" y="46659"/>
                </a:lnTo>
                <a:lnTo>
                  <a:pt x="348291" y="47422"/>
                </a:lnTo>
                <a:lnTo>
                  <a:pt x="349553" y="48185"/>
                </a:lnTo>
                <a:lnTo>
                  <a:pt x="350793" y="48948"/>
                </a:lnTo>
                <a:lnTo>
                  <a:pt x="352008" y="49711"/>
                </a:lnTo>
                <a:lnTo>
                  <a:pt x="353223" y="50486"/>
                </a:lnTo>
                <a:lnTo>
                  <a:pt x="354414" y="51261"/>
                </a:lnTo>
                <a:lnTo>
                  <a:pt x="355582" y="52047"/>
                </a:lnTo>
                <a:lnTo>
                  <a:pt x="356726" y="52821"/>
                </a:lnTo>
                <a:lnTo>
                  <a:pt x="357869" y="53607"/>
                </a:lnTo>
                <a:lnTo>
                  <a:pt x="358989" y="54404"/>
                </a:lnTo>
                <a:lnTo>
                  <a:pt x="360085" y="55190"/>
                </a:lnTo>
                <a:lnTo>
                  <a:pt x="361181" y="55988"/>
                </a:lnTo>
                <a:lnTo>
                  <a:pt x="362254" y="56785"/>
                </a:lnTo>
                <a:lnTo>
                  <a:pt x="363302" y="57583"/>
                </a:lnTo>
                <a:lnTo>
                  <a:pt x="364350" y="58391"/>
                </a:lnTo>
                <a:lnTo>
                  <a:pt x="365375" y="59200"/>
                </a:lnTo>
                <a:lnTo>
                  <a:pt x="366376" y="60009"/>
                </a:lnTo>
                <a:lnTo>
                  <a:pt x="367377" y="60818"/>
                </a:lnTo>
                <a:lnTo>
                  <a:pt x="368354" y="61638"/>
                </a:lnTo>
                <a:lnTo>
                  <a:pt x="369307" y="62458"/>
                </a:lnTo>
                <a:lnTo>
                  <a:pt x="370260" y="63278"/>
                </a:lnTo>
                <a:lnTo>
                  <a:pt x="371189" y="64098"/>
                </a:lnTo>
                <a:lnTo>
                  <a:pt x="373024" y="65750"/>
                </a:lnTo>
                <a:lnTo>
                  <a:pt x="374811" y="67413"/>
                </a:lnTo>
                <a:lnTo>
                  <a:pt x="376550" y="69099"/>
                </a:lnTo>
                <a:lnTo>
                  <a:pt x="378242" y="70773"/>
                </a:lnTo>
                <a:lnTo>
                  <a:pt x="378051" y="73553"/>
                </a:lnTo>
                <a:lnTo>
                  <a:pt x="377861" y="76332"/>
                </a:lnTo>
                <a:lnTo>
                  <a:pt x="377646" y="79100"/>
                </a:lnTo>
                <a:lnTo>
                  <a:pt x="377408" y="81880"/>
                </a:lnTo>
                <a:lnTo>
                  <a:pt x="376908" y="87427"/>
                </a:lnTo>
                <a:lnTo>
                  <a:pt x="376336" y="92963"/>
                </a:lnTo>
                <a:lnTo>
                  <a:pt x="375764" y="98511"/>
                </a:lnTo>
                <a:lnTo>
                  <a:pt x="375144" y="104058"/>
                </a:lnTo>
                <a:lnTo>
                  <a:pt x="374549" y="109606"/>
                </a:lnTo>
                <a:lnTo>
                  <a:pt x="373953" y="115153"/>
                </a:lnTo>
                <a:lnTo>
                  <a:pt x="373953" y="115301"/>
                </a:lnTo>
                <a:lnTo>
                  <a:pt x="373953" y="115461"/>
                </a:lnTo>
                <a:lnTo>
                  <a:pt x="373977" y="115597"/>
                </a:lnTo>
                <a:lnTo>
                  <a:pt x="374025" y="115745"/>
                </a:lnTo>
                <a:lnTo>
                  <a:pt x="374072" y="115871"/>
                </a:lnTo>
                <a:lnTo>
                  <a:pt x="374120" y="116007"/>
                </a:lnTo>
                <a:lnTo>
                  <a:pt x="374215" y="116133"/>
                </a:lnTo>
                <a:lnTo>
                  <a:pt x="374287" y="116247"/>
                </a:lnTo>
                <a:lnTo>
                  <a:pt x="374406" y="116360"/>
                </a:lnTo>
                <a:lnTo>
                  <a:pt x="374525" y="116474"/>
                </a:lnTo>
                <a:lnTo>
                  <a:pt x="374644" y="116577"/>
                </a:lnTo>
                <a:lnTo>
                  <a:pt x="374787" y="116679"/>
                </a:lnTo>
                <a:lnTo>
                  <a:pt x="375073" y="116862"/>
                </a:lnTo>
                <a:lnTo>
                  <a:pt x="375430" y="117033"/>
                </a:lnTo>
                <a:lnTo>
                  <a:pt x="375788" y="117181"/>
                </a:lnTo>
                <a:lnTo>
                  <a:pt x="376193" y="117306"/>
                </a:lnTo>
                <a:lnTo>
                  <a:pt x="376622" y="117408"/>
                </a:lnTo>
                <a:lnTo>
                  <a:pt x="377075" y="117488"/>
                </a:lnTo>
                <a:lnTo>
                  <a:pt x="377551" y="117557"/>
                </a:lnTo>
                <a:lnTo>
                  <a:pt x="378028" y="117602"/>
                </a:lnTo>
                <a:lnTo>
                  <a:pt x="378528" y="117636"/>
                </a:lnTo>
                <a:lnTo>
                  <a:pt x="379028" y="117648"/>
                </a:lnTo>
                <a:lnTo>
                  <a:pt x="379529" y="117636"/>
                </a:lnTo>
                <a:lnTo>
                  <a:pt x="380053" y="117602"/>
                </a:lnTo>
                <a:lnTo>
                  <a:pt x="380530" y="117557"/>
                </a:lnTo>
                <a:lnTo>
                  <a:pt x="381030" y="117477"/>
                </a:lnTo>
                <a:lnTo>
                  <a:pt x="381506" y="117397"/>
                </a:lnTo>
                <a:lnTo>
                  <a:pt x="381959" y="117283"/>
                </a:lnTo>
                <a:lnTo>
                  <a:pt x="382412" y="117158"/>
                </a:lnTo>
                <a:lnTo>
                  <a:pt x="382817" y="117010"/>
                </a:lnTo>
                <a:lnTo>
                  <a:pt x="383198" y="116850"/>
                </a:lnTo>
                <a:lnTo>
                  <a:pt x="383556" y="116657"/>
                </a:lnTo>
                <a:lnTo>
                  <a:pt x="383889" y="116452"/>
                </a:lnTo>
                <a:lnTo>
                  <a:pt x="384151" y="116235"/>
                </a:lnTo>
                <a:lnTo>
                  <a:pt x="384270" y="116110"/>
                </a:lnTo>
                <a:lnTo>
                  <a:pt x="384390" y="115996"/>
                </a:lnTo>
                <a:lnTo>
                  <a:pt x="384485" y="115859"/>
                </a:lnTo>
                <a:lnTo>
                  <a:pt x="384580" y="115734"/>
                </a:lnTo>
                <a:lnTo>
                  <a:pt x="384652" y="115597"/>
                </a:lnTo>
                <a:lnTo>
                  <a:pt x="384723" y="115449"/>
                </a:lnTo>
                <a:lnTo>
                  <a:pt x="384771" y="115301"/>
                </a:lnTo>
                <a:lnTo>
                  <a:pt x="384795" y="115153"/>
                </a:lnTo>
                <a:lnTo>
                  <a:pt x="385152" y="112943"/>
                </a:lnTo>
                <a:lnTo>
                  <a:pt x="385462" y="110733"/>
                </a:lnTo>
                <a:lnTo>
                  <a:pt x="385748" y="108535"/>
                </a:lnTo>
                <a:lnTo>
                  <a:pt x="385986" y="106325"/>
                </a:lnTo>
                <a:lnTo>
                  <a:pt x="386201" y="104115"/>
                </a:lnTo>
                <a:lnTo>
                  <a:pt x="386367" y="101917"/>
                </a:lnTo>
                <a:lnTo>
                  <a:pt x="386510" y="99707"/>
                </a:lnTo>
                <a:lnTo>
                  <a:pt x="386606" y="97508"/>
                </a:lnTo>
                <a:lnTo>
                  <a:pt x="386701" y="95298"/>
                </a:lnTo>
                <a:lnTo>
                  <a:pt x="386749" y="93089"/>
                </a:lnTo>
                <a:lnTo>
                  <a:pt x="386749" y="90890"/>
                </a:lnTo>
                <a:lnTo>
                  <a:pt x="386749" y="88680"/>
                </a:lnTo>
                <a:lnTo>
                  <a:pt x="386701" y="86482"/>
                </a:lnTo>
                <a:lnTo>
                  <a:pt x="386653" y="84272"/>
                </a:lnTo>
                <a:lnTo>
                  <a:pt x="386558" y="82062"/>
                </a:lnTo>
                <a:lnTo>
                  <a:pt x="386439" y="79864"/>
                </a:lnTo>
                <a:lnTo>
                  <a:pt x="387487" y="81139"/>
                </a:lnTo>
                <a:lnTo>
                  <a:pt x="388536" y="82415"/>
                </a:lnTo>
                <a:lnTo>
                  <a:pt x="389536" y="83702"/>
                </a:lnTo>
                <a:lnTo>
                  <a:pt x="390537" y="84989"/>
                </a:lnTo>
                <a:lnTo>
                  <a:pt x="391514" y="86288"/>
                </a:lnTo>
                <a:lnTo>
                  <a:pt x="392491" y="87587"/>
                </a:lnTo>
                <a:lnTo>
                  <a:pt x="393444" y="88885"/>
                </a:lnTo>
                <a:lnTo>
                  <a:pt x="394373" y="90184"/>
                </a:lnTo>
                <a:lnTo>
                  <a:pt x="396232" y="92804"/>
                </a:lnTo>
                <a:lnTo>
                  <a:pt x="398019" y="95424"/>
                </a:lnTo>
                <a:lnTo>
                  <a:pt x="399759" y="98066"/>
                </a:lnTo>
                <a:lnTo>
                  <a:pt x="401474" y="100709"/>
                </a:lnTo>
                <a:lnTo>
                  <a:pt x="403166" y="103375"/>
                </a:lnTo>
                <a:lnTo>
                  <a:pt x="404834" y="106029"/>
                </a:lnTo>
                <a:lnTo>
                  <a:pt x="406502" y="108706"/>
                </a:lnTo>
                <a:lnTo>
                  <a:pt x="408146" y="111383"/>
                </a:lnTo>
                <a:lnTo>
                  <a:pt x="411434" y="116748"/>
                </a:lnTo>
                <a:lnTo>
                  <a:pt x="413102" y="119447"/>
                </a:lnTo>
                <a:lnTo>
                  <a:pt x="414770" y="122136"/>
                </a:lnTo>
                <a:lnTo>
                  <a:pt x="414937" y="122386"/>
                </a:lnTo>
                <a:lnTo>
                  <a:pt x="415175" y="122626"/>
                </a:lnTo>
                <a:lnTo>
                  <a:pt x="415437" y="122831"/>
                </a:lnTo>
                <a:lnTo>
                  <a:pt x="415723" y="123024"/>
                </a:lnTo>
                <a:lnTo>
                  <a:pt x="416033" y="123207"/>
                </a:lnTo>
                <a:lnTo>
                  <a:pt x="416390" y="123366"/>
                </a:lnTo>
                <a:lnTo>
                  <a:pt x="416748" y="123503"/>
                </a:lnTo>
                <a:lnTo>
                  <a:pt x="417153" y="123617"/>
                </a:lnTo>
                <a:lnTo>
                  <a:pt x="417558" y="123719"/>
                </a:lnTo>
                <a:lnTo>
                  <a:pt x="417987" y="123810"/>
                </a:lnTo>
                <a:lnTo>
                  <a:pt x="418416" y="123879"/>
                </a:lnTo>
                <a:lnTo>
                  <a:pt x="418868" y="123924"/>
                </a:lnTo>
                <a:lnTo>
                  <a:pt x="419321" y="123958"/>
                </a:lnTo>
                <a:lnTo>
                  <a:pt x="419798" y="123970"/>
                </a:lnTo>
                <a:lnTo>
                  <a:pt x="420250" y="123970"/>
                </a:lnTo>
                <a:lnTo>
                  <a:pt x="420703" y="123947"/>
                </a:lnTo>
                <a:lnTo>
                  <a:pt x="421156" y="123913"/>
                </a:lnTo>
                <a:lnTo>
                  <a:pt x="421609" y="123856"/>
                </a:lnTo>
                <a:lnTo>
                  <a:pt x="422037" y="123787"/>
                </a:lnTo>
                <a:lnTo>
                  <a:pt x="422466" y="123696"/>
                </a:lnTo>
                <a:lnTo>
                  <a:pt x="422871" y="123594"/>
                </a:lnTo>
                <a:lnTo>
                  <a:pt x="423253" y="123480"/>
                </a:lnTo>
                <a:lnTo>
                  <a:pt x="423610" y="123343"/>
                </a:lnTo>
                <a:lnTo>
                  <a:pt x="423944" y="123195"/>
                </a:lnTo>
                <a:lnTo>
                  <a:pt x="424253" y="123024"/>
                </a:lnTo>
                <a:lnTo>
                  <a:pt x="424539" y="122853"/>
                </a:lnTo>
                <a:lnTo>
                  <a:pt x="424801" y="122648"/>
                </a:lnTo>
                <a:lnTo>
                  <a:pt x="424992" y="122443"/>
                </a:lnTo>
                <a:lnTo>
                  <a:pt x="425159" y="122215"/>
                </a:lnTo>
                <a:lnTo>
                  <a:pt x="425302" y="121976"/>
                </a:lnTo>
                <a:lnTo>
                  <a:pt x="425373" y="121714"/>
                </a:lnTo>
                <a:lnTo>
                  <a:pt x="425421" y="121441"/>
                </a:lnTo>
                <a:lnTo>
                  <a:pt x="425421" y="120097"/>
                </a:lnTo>
                <a:lnTo>
                  <a:pt x="425421" y="118741"/>
                </a:lnTo>
                <a:lnTo>
                  <a:pt x="425373" y="117386"/>
                </a:lnTo>
                <a:lnTo>
                  <a:pt x="425278" y="116030"/>
                </a:lnTo>
                <a:lnTo>
                  <a:pt x="425183" y="114675"/>
                </a:lnTo>
                <a:lnTo>
                  <a:pt x="425016" y="113308"/>
                </a:lnTo>
                <a:lnTo>
                  <a:pt x="424849" y="111952"/>
                </a:lnTo>
                <a:lnTo>
                  <a:pt x="424611" y="110585"/>
                </a:lnTo>
                <a:lnTo>
                  <a:pt x="424373" y="109230"/>
                </a:lnTo>
                <a:lnTo>
                  <a:pt x="424087" y="107863"/>
                </a:lnTo>
                <a:lnTo>
                  <a:pt x="423777" y="106496"/>
                </a:lnTo>
                <a:lnTo>
                  <a:pt x="423419" y="105140"/>
                </a:lnTo>
                <a:lnTo>
                  <a:pt x="423038" y="103773"/>
                </a:lnTo>
                <a:lnTo>
                  <a:pt x="422609" y="102406"/>
                </a:lnTo>
                <a:lnTo>
                  <a:pt x="422157" y="101051"/>
                </a:lnTo>
                <a:lnTo>
                  <a:pt x="421680" y="99684"/>
                </a:lnTo>
                <a:lnTo>
                  <a:pt x="421180" y="98328"/>
                </a:lnTo>
                <a:lnTo>
                  <a:pt x="420632" y="96973"/>
                </a:lnTo>
                <a:lnTo>
                  <a:pt x="420036" y="95617"/>
                </a:lnTo>
                <a:lnTo>
                  <a:pt x="419440" y="94250"/>
                </a:lnTo>
                <a:lnTo>
                  <a:pt x="418797" y="92906"/>
                </a:lnTo>
                <a:lnTo>
                  <a:pt x="418130" y="91551"/>
                </a:lnTo>
                <a:lnTo>
                  <a:pt x="417415" y="90195"/>
                </a:lnTo>
                <a:lnTo>
                  <a:pt x="416676" y="88851"/>
                </a:lnTo>
                <a:lnTo>
                  <a:pt x="415914" y="87507"/>
                </a:lnTo>
                <a:lnTo>
                  <a:pt x="415127" y="86163"/>
                </a:lnTo>
                <a:lnTo>
                  <a:pt x="414293" y="84830"/>
                </a:lnTo>
                <a:lnTo>
                  <a:pt x="413436" y="83486"/>
                </a:lnTo>
                <a:lnTo>
                  <a:pt x="412554" y="82153"/>
                </a:lnTo>
                <a:lnTo>
                  <a:pt x="411625" y="80832"/>
                </a:lnTo>
                <a:lnTo>
                  <a:pt x="410695" y="79499"/>
                </a:lnTo>
                <a:lnTo>
                  <a:pt x="409719" y="78178"/>
                </a:lnTo>
                <a:lnTo>
                  <a:pt x="408694" y="76856"/>
                </a:lnTo>
                <a:lnTo>
                  <a:pt x="407669" y="75546"/>
                </a:lnTo>
                <a:lnTo>
                  <a:pt x="406597" y="74236"/>
                </a:lnTo>
                <a:lnTo>
                  <a:pt x="405501" y="72938"/>
                </a:lnTo>
                <a:lnTo>
                  <a:pt x="404381" y="71639"/>
                </a:lnTo>
                <a:lnTo>
                  <a:pt x="403237" y="70341"/>
                </a:lnTo>
                <a:lnTo>
                  <a:pt x="402070" y="69053"/>
                </a:lnTo>
                <a:lnTo>
                  <a:pt x="400855" y="67778"/>
                </a:lnTo>
                <a:lnTo>
                  <a:pt x="399616" y="66490"/>
                </a:lnTo>
                <a:lnTo>
                  <a:pt x="398353" y="65226"/>
                </a:lnTo>
                <a:lnTo>
                  <a:pt x="397066" y="63962"/>
                </a:lnTo>
                <a:lnTo>
                  <a:pt x="395755" y="62697"/>
                </a:lnTo>
                <a:lnTo>
                  <a:pt x="394397" y="61444"/>
                </a:lnTo>
                <a:lnTo>
                  <a:pt x="393039" y="60203"/>
                </a:lnTo>
                <a:lnTo>
                  <a:pt x="391633" y="58961"/>
                </a:lnTo>
                <a:lnTo>
                  <a:pt x="390204" y="57731"/>
                </a:lnTo>
                <a:lnTo>
                  <a:pt x="388750" y="56512"/>
                </a:lnTo>
                <a:lnTo>
                  <a:pt x="387273" y="55293"/>
                </a:lnTo>
                <a:lnTo>
                  <a:pt x="385772" y="54086"/>
                </a:lnTo>
                <a:lnTo>
                  <a:pt x="384247" y="52889"/>
                </a:lnTo>
                <a:lnTo>
                  <a:pt x="382674" y="51693"/>
                </a:lnTo>
                <a:lnTo>
                  <a:pt x="381101" y="50509"/>
                </a:lnTo>
                <a:lnTo>
                  <a:pt x="379481" y="49335"/>
                </a:lnTo>
                <a:lnTo>
                  <a:pt x="377861" y="48162"/>
                </a:lnTo>
                <a:lnTo>
                  <a:pt x="376193" y="47012"/>
                </a:lnTo>
                <a:lnTo>
                  <a:pt x="374501" y="45861"/>
                </a:lnTo>
                <a:lnTo>
                  <a:pt x="372809" y="44722"/>
                </a:lnTo>
                <a:lnTo>
                  <a:pt x="371070" y="43583"/>
                </a:lnTo>
                <a:lnTo>
                  <a:pt x="369307" y="42467"/>
                </a:lnTo>
                <a:lnTo>
                  <a:pt x="367520" y="41362"/>
                </a:lnTo>
                <a:lnTo>
                  <a:pt x="365709" y="40257"/>
                </a:lnTo>
                <a:lnTo>
                  <a:pt x="363898" y="39163"/>
                </a:lnTo>
                <a:lnTo>
                  <a:pt x="362039" y="38092"/>
                </a:lnTo>
                <a:lnTo>
                  <a:pt x="360157" y="37022"/>
                </a:lnTo>
                <a:lnTo>
                  <a:pt x="358251" y="35962"/>
                </a:lnTo>
                <a:lnTo>
                  <a:pt x="356321" y="34914"/>
                </a:lnTo>
                <a:lnTo>
                  <a:pt x="354367" y="33878"/>
                </a:lnTo>
                <a:lnTo>
                  <a:pt x="352413" y="32853"/>
                </a:lnTo>
                <a:lnTo>
                  <a:pt x="350411" y="31839"/>
                </a:lnTo>
                <a:lnTo>
                  <a:pt x="348386" y="30848"/>
                </a:lnTo>
                <a:lnTo>
                  <a:pt x="346361" y="29857"/>
                </a:lnTo>
                <a:lnTo>
                  <a:pt x="344288" y="28877"/>
                </a:lnTo>
                <a:lnTo>
                  <a:pt x="342215" y="27920"/>
                </a:lnTo>
                <a:lnTo>
                  <a:pt x="340094" y="26963"/>
                </a:lnTo>
                <a:lnTo>
                  <a:pt x="337973" y="26029"/>
                </a:lnTo>
                <a:lnTo>
                  <a:pt x="335829" y="25107"/>
                </a:lnTo>
                <a:lnTo>
                  <a:pt x="333660" y="24195"/>
                </a:lnTo>
                <a:lnTo>
                  <a:pt x="331468" y="23295"/>
                </a:lnTo>
                <a:lnTo>
                  <a:pt x="329252" y="22407"/>
                </a:lnTo>
                <a:lnTo>
                  <a:pt x="327012" y="21541"/>
                </a:lnTo>
                <a:lnTo>
                  <a:pt x="324749" y="20687"/>
                </a:lnTo>
                <a:lnTo>
                  <a:pt x="322485" y="19844"/>
                </a:lnTo>
                <a:lnTo>
                  <a:pt x="320198" y="19024"/>
                </a:lnTo>
                <a:lnTo>
                  <a:pt x="317863" y="18204"/>
                </a:lnTo>
                <a:lnTo>
                  <a:pt x="315527" y="17406"/>
                </a:lnTo>
                <a:lnTo>
                  <a:pt x="313169" y="16632"/>
                </a:lnTo>
                <a:lnTo>
                  <a:pt x="310810" y="15857"/>
                </a:lnTo>
                <a:lnTo>
                  <a:pt x="308403" y="15105"/>
                </a:lnTo>
                <a:lnTo>
                  <a:pt x="305996" y="14376"/>
                </a:lnTo>
                <a:lnTo>
                  <a:pt x="303566" y="13647"/>
                </a:lnTo>
                <a:lnTo>
                  <a:pt x="301112" y="12952"/>
                </a:lnTo>
                <a:lnTo>
                  <a:pt x="298634" y="12258"/>
                </a:lnTo>
                <a:lnTo>
                  <a:pt x="296156" y="11585"/>
                </a:lnTo>
                <a:lnTo>
                  <a:pt x="293630" y="10936"/>
                </a:lnTo>
                <a:lnTo>
                  <a:pt x="291104" y="10298"/>
                </a:lnTo>
                <a:lnTo>
                  <a:pt x="288578" y="9683"/>
                </a:lnTo>
                <a:lnTo>
                  <a:pt x="286005" y="9079"/>
                </a:lnTo>
                <a:lnTo>
                  <a:pt x="283431" y="8487"/>
                </a:lnTo>
                <a:lnTo>
                  <a:pt x="280834" y="7918"/>
                </a:lnTo>
                <a:lnTo>
                  <a:pt x="278213" y="7371"/>
                </a:lnTo>
                <a:lnTo>
                  <a:pt x="275592" y="6835"/>
                </a:lnTo>
                <a:lnTo>
                  <a:pt x="272923" y="6323"/>
                </a:lnTo>
                <a:lnTo>
                  <a:pt x="270255" y="5833"/>
                </a:lnTo>
                <a:lnTo>
                  <a:pt x="267586" y="5355"/>
                </a:lnTo>
                <a:lnTo>
                  <a:pt x="264894" y="4899"/>
                </a:lnTo>
                <a:lnTo>
                  <a:pt x="262177" y="4455"/>
                </a:lnTo>
                <a:lnTo>
                  <a:pt x="259437" y="4045"/>
                </a:lnTo>
                <a:lnTo>
                  <a:pt x="256697" y="3635"/>
                </a:lnTo>
                <a:lnTo>
                  <a:pt x="253933" y="3259"/>
                </a:lnTo>
                <a:lnTo>
                  <a:pt x="251145" y="2905"/>
                </a:lnTo>
                <a:lnTo>
                  <a:pt x="248357" y="2564"/>
                </a:lnTo>
                <a:lnTo>
                  <a:pt x="245545" y="2245"/>
                </a:lnTo>
                <a:lnTo>
                  <a:pt x="242710" y="1937"/>
                </a:lnTo>
                <a:lnTo>
                  <a:pt x="239874" y="1664"/>
                </a:lnTo>
                <a:lnTo>
                  <a:pt x="237015" y="1402"/>
                </a:lnTo>
                <a:lnTo>
                  <a:pt x="234156" y="1163"/>
                </a:lnTo>
                <a:lnTo>
                  <a:pt x="231249" y="958"/>
                </a:lnTo>
                <a:lnTo>
                  <a:pt x="228366" y="764"/>
                </a:lnTo>
                <a:lnTo>
                  <a:pt x="225459" y="582"/>
                </a:lnTo>
                <a:lnTo>
                  <a:pt x="222528" y="434"/>
                </a:lnTo>
                <a:lnTo>
                  <a:pt x="219573" y="308"/>
                </a:lnTo>
                <a:lnTo>
                  <a:pt x="216619" y="206"/>
                </a:lnTo>
                <a:lnTo>
                  <a:pt x="213664" y="115"/>
                </a:lnTo>
                <a:lnTo>
                  <a:pt x="210685" y="58"/>
                </a:lnTo>
                <a:lnTo>
                  <a:pt x="207683" y="24"/>
                </a:lnTo>
                <a:lnTo>
                  <a:pt x="20468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rot="10800000">
            <a:off x="6543874" y="895534"/>
            <a:ext cx="941976" cy="441224"/>
          </a:xfrm>
          <a:custGeom>
            <a:rect b="b" l="l" r="r" t="t"/>
            <a:pathLst>
              <a:path extrusionOk="0" h="72243" w="282240">
                <a:moveTo>
                  <a:pt x="59355" y="1"/>
                </a:moveTo>
                <a:lnTo>
                  <a:pt x="58974" y="12"/>
                </a:lnTo>
                <a:lnTo>
                  <a:pt x="58593" y="35"/>
                </a:lnTo>
                <a:lnTo>
                  <a:pt x="58211" y="58"/>
                </a:lnTo>
                <a:lnTo>
                  <a:pt x="57830" y="92"/>
                </a:lnTo>
                <a:lnTo>
                  <a:pt x="57473" y="149"/>
                </a:lnTo>
                <a:lnTo>
                  <a:pt x="57091" y="206"/>
                </a:lnTo>
                <a:lnTo>
                  <a:pt x="56734" y="274"/>
                </a:lnTo>
                <a:lnTo>
                  <a:pt x="56377" y="354"/>
                </a:lnTo>
                <a:lnTo>
                  <a:pt x="56043" y="445"/>
                </a:lnTo>
                <a:lnTo>
                  <a:pt x="55686" y="547"/>
                </a:lnTo>
                <a:lnTo>
                  <a:pt x="55352" y="661"/>
                </a:lnTo>
                <a:lnTo>
                  <a:pt x="55042" y="787"/>
                </a:lnTo>
                <a:lnTo>
                  <a:pt x="51611" y="2210"/>
                </a:lnTo>
                <a:lnTo>
                  <a:pt x="48204" y="3634"/>
                </a:lnTo>
                <a:lnTo>
                  <a:pt x="44820" y="5070"/>
                </a:lnTo>
                <a:lnTo>
                  <a:pt x="41437" y="6516"/>
                </a:lnTo>
                <a:lnTo>
                  <a:pt x="38053" y="7963"/>
                </a:lnTo>
                <a:lnTo>
                  <a:pt x="34693" y="9410"/>
                </a:lnTo>
                <a:lnTo>
                  <a:pt x="31357" y="10868"/>
                </a:lnTo>
                <a:lnTo>
                  <a:pt x="28022" y="12337"/>
                </a:lnTo>
                <a:lnTo>
                  <a:pt x="24710" y="13807"/>
                </a:lnTo>
                <a:lnTo>
                  <a:pt x="21397" y="15287"/>
                </a:lnTo>
                <a:lnTo>
                  <a:pt x="18109" y="16768"/>
                </a:lnTo>
                <a:lnTo>
                  <a:pt x="14821" y="18261"/>
                </a:lnTo>
                <a:lnTo>
                  <a:pt x="11557" y="19753"/>
                </a:lnTo>
                <a:lnTo>
                  <a:pt x="8292" y="21268"/>
                </a:lnTo>
                <a:lnTo>
                  <a:pt x="5052" y="22771"/>
                </a:lnTo>
                <a:lnTo>
                  <a:pt x="1811" y="24286"/>
                </a:lnTo>
                <a:lnTo>
                  <a:pt x="1549" y="24412"/>
                </a:lnTo>
                <a:lnTo>
                  <a:pt x="1334" y="24537"/>
                </a:lnTo>
                <a:lnTo>
                  <a:pt x="1120" y="24662"/>
                </a:lnTo>
                <a:lnTo>
                  <a:pt x="929" y="24799"/>
                </a:lnTo>
                <a:lnTo>
                  <a:pt x="763" y="24924"/>
                </a:lnTo>
                <a:lnTo>
                  <a:pt x="596" y="25061"/>
                </a:lnTo>
                <a:lnTo>
                  <a:pt x="477" y="25186"/>
                </a:lnTo>
                <a:lnTo>
                  <a:pt x="358" y="25323"/>
                </a:lnTo>
                <a:lnTo>
                  <a:pt x="262" y="25460"/>
                </a:lnTo>
                <a:lnTo>
                  <a:pt x="167" y="25596"/>
                </a:lnTo>
                <a:lnTo>
                  <a:pt x="95" y="25733"/>
                </a:lnTo>
                <a:lnTo>
                  <a:pt x="48" y="25858"/>
                </a:lnTo>
                <a:lnTo>
                  <a:pt x="24" y="25995"/>
                </a:lnTo>
                <a:lnTo>
                  <a:pt x="0" y="26132"/>
                </a:lnTo>
                <a:lnTo>
                  <a:pt x="0" y="26268"/>
                </a:lnTo>
                <a:lnTo>
                  <a:pt x="24" y="26405"/>
                </a:lnTo>
                <a:lnTo>
                  <a:pt x="48" y="26530"/>
                </a:lnTo>
                <a:lnTo>
                  <a:pt x="95" y="26667"/>
                </a:lnTo>
                <a:lnTo>
                  <a:pt x="215" y="26929"/>
                </a:lnTo>
                <a:lnTo>
                  <a:pt x="381" y="27180"/>
                </a:lnTo>
                <a:lnTo>
                  <a:pt x="620" y="27430"/>
                </a:lnTo>
                <a:lnTo>
                  <a:pt x="882" y="27658"/>
                </a:lnTo>
                <a:lnTo>
                  <a:pt x="1192" y="27886"/>
                </a:lnTo>
                <a:lnTo>
                  <a:pt x="1525" y="28102"/>
                </a:lnTo>
                <a:lnTo>
                  <a:pt x="1930" y="28296"/>
                </a:lnTo>
                <a:lnTo>
                  <a:pt x="2335" y="28478"/>
                </a:lnTo>
                <a:lnTo>
                  <a:pt x="2788" y="28649"/>
                </a:lnTo>
                <a:lnTo>
                  <a:pt x="3265" y="28797"/>
                </a:lnTo>
                <a:lnTo>
                  <a:pt x="3765" y="28923"/>
                </a:lnTo>
                <a:lnTo>
                  <a:pt x="4265" y="29036"/>
                </a:lnTo>
                <a:lnTo>
                  <a:pt x="4813" y="29116"/>
                </a:lnTo>
                <a:lnTo>
                  <a:pt x="5338" y="29185"/>
                </a:lnTo>
                <a:lnTo>
                  <a:pt x="5909" y="29219"/>
                </a:lnTo>
                <a:lnTo>
                  <a:pt x="6743" y="29219"/>
                </a:lnTo>
                <a:lnTo>
                  <a:pt x="7029" y="29196"/>
                </a:lnTo>
                <a:lnTo>
                  <a:pt x="7315" y="29173"/>
                </a:lnTo>
                <a:lnTo>
                  <a:pt x="7601" y="29150"/>
                </a:lnTo>
                <a:lnTo>
                  <a:pt x="7887" y="29116"/>
                </a:lnTo>
                <a:lnTo>
                  <a:pt x="8173" y="29059"/>
                </a:lnTo>
                <a:lnTo>
                  <a:pt x="8459" y="29014"/>
                </a:lnTo>
                <a:lnTo>
                  <a:pt x="8745" y="28945"/>
                </a:lnTo>
                <a:lnTo>
                  <a:pt x="9007" y="28877"/>
                </a:lnTo>
                <a:lnTo>
                  <a:pt x="9293" y="28797"/>
                </a:lnTo>
                <a:lnTo>
                  <a:pt x="9555" y="28706"/>
                </a:lnTo>
                <a:lnTo>
                  <a:pt x="9841" y="28604"/>
                </a:lnTo>
                <a:lnTo>
                  <a:pt x="10103" y="28501"/>
                </a:lnTo>
                <a:lnTo>
                  <a:pt x="10365" y="28376"/>
                </a:lnTo>
                <a:lnTo>
                  <a:pt x="13153" y="27077"/>
                </a:lnTo>
                <a:lnTo>
                  <a:pt x="15941" y="25767"/>
                </a:lnTo>
                <a:lnTo>
                  <a:pt x="18753" y="24469"/>
                </a:lnTo>
                <a:lnTo>
                  <a:pt x="21564" y="23181"/>
                </a:lnTo>
                <a:lnTo>
                  <a:pt x="24376" y="21894"/>
                </a:lnTo>
                <a:lnTo>
                  <a:pt x="27211" y="20618"/>
                </a:lnTo>
                <a:lnTo>
                  <a:pt x="32906" y="18067"/>
                </a:lnTo>
                <a:lnTo>
                  <a:pt x="38649" y="15538"/>
                </a:lnTo>
                <a:lnTo>
                  <a:pt x="44391" y="13032"/>
                </a:lnTo>
                <a:lnTo>
                  <a:pt x="50205" y="10537"/>
                </a:lnTo>
                <a:lnTo>
                  <a:pt x="56019" y="8054"/>
                </a:lnTo>
                <a:lnTo>
                  <a:pt x="56567" y="9102"/>
                </a:lnTo>
                <a:lnTo>
                  <a:pt x="57115" y="10139"/>
                </a:lnTo>
                <a:lnTo>
                  <a:pt x="57639" y="11187"/>
                </a:lnTo>
                <a:lnTo>
                  <a:pt x="58140" y="12235"/>
                </a:lnTo>
                <a:lnTo>
                  <a:pt x="58616" y="13271"/>
                </a:lnTo>
                <a:lnTo>
                  <a:pt x="59093" y="14319"/>
                </a:lnTo>
                <a:lnTo>
                  <a:pt x="59546" y="15367"/>
                </a:lnTo>
                <a:lnTo>
                  <a:pt x="59998" y="16415"/>
                </a:lnTo>
                <a:lnTo>
                  <a:pt x="60427" y="17463"/>
                </a:lnTo>
                <a:lnTo>
                  <a:pt x="60832" y="18511"/>
                </a:lnTo>
                <a:lnTo>
                  <a:pt x="61237" y="19570"/>
                </a:lnTo>
                <a:lnTo>
                  <a:pt x="61619" y="20618"/>
                </a:lnTo>
                <a:lnTo>
                  <a:pt x="61976" y="21666"/>
                </a:lnTo>
                <a:lnTo>
                  <a:pt x="62333" y="22726"/>
                </a:lnTo>
                <a:lnTo>
                  <a:pt x="62667" y="23774"/>
                </a:lnTo>
                <a:lnTo>
                  <a:pt x="62977" y="24833"/>
                </a:lnTo>
                <a:lnTo>
                  <a:pt x="63287" y="25893"/>
                </a:lnTo>
                <a:lnTo>
                  <a:pt x="63573" y="26952"/>
                </a:lnTo>
                <a:lnTo>
                  <a:pt x="63858" y="28011"/>
                </a:lnTo>
                <a:lnTo>
                  <a:pt x="64121" y="29071"/>
                </a:lnTo>
                <a:lnTo>
                  <a:pt x="64359" y="30141"/>
                </a:lnTo>
                <a:lnTo>
                  <a:pt x="64573" y="31201"/>
                </a:lnTo>
                <a:lnTo>
                  <a:pt x="64788" y="32272"/>
                </a:lnTo>
                <a:lnTo>
                  <a:pt x="65002" y="33331"/>
                </a:lnTo>
                <a:lnTo>
                  <a:pt x="65169" y="34402"/>
                </a:lnTo>
                <a:lnTo>
                  <a:pt x="65336" y="35472"/>
                </a:lnTo>
                <a:lnTo>
                  <a:pt x="65503" y="36543"/>
                </a:lnTo>
                <a:lnTo>
                  <a:pt x="65646" y="37625"/>
                </a:lnTo>
                <a:lnTo>
                  <a:pt x="65765" y="38696"/>
                </a:lnTo>
                <a:lnTo>
                  <a:pt x="65860" y="39778"/>
                </a:lnTo>
                <a:lnTo>
                  <a:pt x="65955" y="40860"/>
                </a:lnTo>
                <a:lnTo>
                  <a:pt x="66027" y="41943"/>
                </a:lnTo>
                <a:lnTo>
                  <a:pt x="66051" y="42113"/>
                </a:lnTo>
                <a:lnTo>
                  <a:pt x="66122" y="42296"/>
                </a:lnTo>
                <a:lnTo>
                  <a:pt x="66194" y="42478"/>
                </a:lnTo>
                <a:lnTo>
                  <a:pt x="66289" y="42649"/>
                </a:lnTo>
                <a:lnTo>
                  <a:pt x="66408" y="42820"/>
                </a:lnTo>
                <a:lnTo>
                  <a:pt x="66575" y="42991"/>
                </a:lnTo>
                <a:lnTo>
                  <a:pt x="66742" y="43150"/>
                </a:lnTo>
                <a:lnTo>
                  <a:pt x="66932" y="43309"/>
                </a:lnTo>
                <a:lnTo>
                  <a:pt x="67147" y="43469"/>
                </a:lnTo>
                <a:lnTo>
                  <a:pt x="67361" y="43617"/>
                </a:lnTo>
                <a:lnTo>
                  <a:pt x="67623" y="43765"/>
                </a:lnTo>
                <a:lnTo>
                  <a:pt x="67885" y="43890"/>
                </a:lnTo>
                <a:lnTo>
                  <a:pt x="68147" y="44027"/>
                </a:lnTo>
                <a:lnTo>
                  <a:pt x="68457" y="44141"/>
                </a:lnTo>
                <a:lnTo>
                  <a:pt x="68743" y="44255"/>
                </a:lnTo>
                <a:lnTo>
                  <a:pt x="69077" y="44357"/>
                </a:lnTo>
                <a:lnTo>
                  <a:pt x="69387" y="44460"/>
                </a:lnTo>
                <a:lnTo>
                  <a:pt x="69720" y="44540"/>
                </a:lnTo>
                <a:lnTo>
                  <a:pt x="70078" y="44619"/>
                </a:lnTo>
                <a:lnTo>
                  <a:pt x="70435" y="44676"/>
                </a:lnTo>
                <a:lnTo>
                  <a:pt x="70792" y="44722"/>
                </a:lnTo>
                <a:lnTo>
                  <a:pt x="71150" y="44768"/>
                </a:lnTo>
                <a:lnTo>
                  <a:pt x="71507" y="44790"/>
                </a:lnTo>
                <a:lnTo>
                  <a:pt x="71888" y="44802"/>
                </a:lnTo>
                <a:lnTo>
                  <a:pt x="72270" y="44802"/>
                </a:lnTo>
                <a:lnTo>
                  <a:pt x="72627" y="44790"/>
                </a:lnTo>
                <a:lnTo>
                  <a:pt x="73008" y="44756"/>
                </a:lnTo>
                <a:lnTo>
                  <a:pt x="73366" y="44711"/>
                </a:lnTo>
                <a:lnTo>
                  <a:pt x="73747" y="44642"/>
                </a:lnTo>
                <a:lnTo>
                  <a:pt x="74104" y="44562"/>
                </a:lnTo>
                <a:lnTo>
                  <a:pt x="74486" y="44460"/>
                </a:lnTo>
                <a:lnTo>
                  <a:pt x="74843" y="44346"/>
                </a:lnTo>
                <a:lnTo>
                  <a:pt x="106796" y="33092"/>
                </a:lnTo>
                <a:lnTo>
                  <a:pt x="138797" y="21837"/>
                </a:lnTo>
                <a:lnTo>
                  <a:pt x="144635" y="54370"/>
                </a:lnTo>
                <a:lnTo>
                  <a:pt x="144682" y="54552"/>
                </a:lnTo>
                <a:lnTo>
                  <a:pt x="144754" y="54723"/>
                </a:lnTo>
                <a:lnTo>
                  <a:pt x="144825" y="54906"/>
                </a:lnTo>
                <a:lnTo>
                  <a:pt x="144944" y="55076"/>
                </a:lnTo>
                <a:lnTo>
                  <a:pt x="145063" y="55236"/>
                </a:lnTo>
                <a:lnTo>
                  <a:pt x="145230" y="55407"/>
                </a:lnTo>
                <a:lnTo>
                  <a:pt x="145373" y="55566"/>
                </a:lnTo>
                <a:lnTo>
                  <a:pt x="145564" y="55714"/>
                </a:lnTo>
                <a:lnTo>
                  <a:pt x="145778" y="55862"/>
                </a:lnTo>
                <a:lnTo>
                  <a:pt x="145993" y="56010"/>
                </a:lnTo>
                <a:lnTo>
                  <a:pt x="146207" y="56147"/>
                </a:lnTo>
                <a:lnTo>
                  <a:pt x="146469" y="56272"/>
                </a:lnTo>
                <a:lnTo>
                  <a:pt x="146708" y="56398"/>
                </a:lnTo>
                <a:lnTo>
                  <a:pt x="146993" y="56512"/>
                </a:lnTo>
                <a:lnTo>
                  <a:pt x="147279" y="56614"/>
                </a:lnTo>
                <a:lnTo>
                  <a:pt x="147565" y="56705"/>
                </a:lnTo>
                <a:lnTo>
                  <a:pt x="147875" y="56796"/>
                </a:lnTo>
                <a:lnTo>
                  <a:pt x="148185" y="56876"/>
                </a:lnTo>
                <a:lnTo>
                  <a:pt x="148518" y="56945"/>
                </a:lnTo>
                <a:lnTo>
                  <a:pt x="148852" y="57002"/>
                </a:lnTo>
                <a:lnTo>
                  <a:pt x="149186" y="57047"/>
                </a:lnTo>
                <a:lnTo>
                  <a:pt x="149519" y="57081"/>
                </a:lnTo>
                <a:lnTo>
                  <a:pt x="149877" y="57104"/>
                </a:lnTo>
                <a:lnTo>
                  <a:pt x="150234" y="57115"/>
                </a:lnTo>
                <a:lnTo>
                  <a:pt x="150591" y="57115"/>
                </a:lnTo>
                <a:lnTo>
                  <a:pt x="150949" y="57104"/>
                </a:lnTo>
                <a:lnTo>
                  <a:pt x="151330" y="57070"/>
                </a:lnTo>
                <a:lnTo>
                  <a:pt x="151688" y="57036"/>
                </a:lnTo>
                <a:lnTo>
                  <a:pt x="152069" y="56979"/>
                </a:lnTo>
                <a:lnTo>
                  <a:pt x="152426" y="56899"/>
                </a:lnTo>
                <a:lnTo>
                  <a:pt x="152784" y="56808"/>
                </a:lnTo>
                <a:lnTo>
                  <a:pt x="153165" y="56705"/>
                </a:lnTo>
                <a:lnTo>
                  <a:pt x="156834" y="55566"/>
                </a:lnTo>
                <a:lnTo>
                  <a:pt x="160480" y="54404"/>
                </a:lnTo>
                <a:lnTo>
                  <a:pt x="164102" y="53231"/>
                </a:lnTo>
                <a:lnTo>
                  <a:pt x="167676" y="52035"/>
                </a:lnTo>
                <a:lnTo>
                  <a:pt x="171226" y="50816"/>
                </a:lnTo>
                <a:lnTo>
                  <a:pt x="174729" y="49586"/>
                </a:lnTo>
                <a:lnTo>
                  <a:pt x="178208" y="48344"/>
                </a:lnTo>
                <a:lnTo>
                  <a:pt x="181663" y="47069"/>
                </a:lnTo>
                <a:lnTo>
                  <a:pt x="185070" y="45793"/>
                </a:lnTo>
                <a:lnTo>
                  <a:pt x="188454" y="44483"/>
                </a:lnTo>
                <a:lnTo>
                  <a:pt x="191813" y="43161"/>
                </a:lnTo>
                <a:lnTo>
                  <a:pt x="195149" y="41829"/>
                </a:lnTo>
                <a:lnTo>
                  <a:pt x="198438" y="40462"/>
                </a:lnTo>
                <a:lnTo>
                  <a:pt x="201702" y="39095"/>
                </a:lnTo>
                <a:lnTo>
                  <a:pt x="204966" y="37694"/>
                </a:lnTo>
                <a:lnTo>
                  <a:pt x="208183" y="36281"/>
                </a:lnTo>
                <a:lnTo>
                  <a:pt x="208946" y="38366"/>
                </a:lnTo>
                <a:lnTo>
                  <a:pt x="209660" y="40439"/>
                </a:lnTo>
                <a:lnTo>
                  <a:pt x="210328" y="42512"/>
                </a:lnTo>
                <a:lnTo>
                  <a:pt x="210947" y="44585"/>
                </a:lnTo>
                <a:lnTo>
                  <a:pt x="211543" y="46670"/>
                </a:lnTo>
                <a:lnTo>
                  <a:pt x="212091" y="48743"/>
                </a:lnTo>
                <a:lnTo>
                  <a:pt x="212615" y="50828"/>
                </a:lnTo>
                <a:lnTo>
                  <a:pt x="213068" y="52901"/>
                </a:lnTo>
                <a:lnTo>
                  <a:pt x="213520" y="54985"/>
                </a:lnTo>
                <a:lnTo>
                  <a:pt x="213902" y="57081"/>
                </a:lnTo>
                <a:lnTo>
                  <a:pt x="214259" y="59166"/>
                </a:lnTo>
                <a:lnTo>
                  <a:pt x="214569" y="61262"/>
                </a:lnTo>
                <a:lnTo>
                  <a:pt x="214855" y="63358"/>
                </a:lnTo>
                <a:lnTo>
                  <a:pt x="215093" y="65465"/>
                </a:lnTo>
                <a:lnTo>
                  <a:pt x="215308" y="67572"/>
                </a:lnTo>
                <a:lnTo>
                  <a:pt x="215474" y="69691"/>
                </a:lnTo>
                <a:lnTo>
                  <a:pt x="215498" y="69851"/>
                </a:lnTo>
                <a:lnTo>
                  <a:pt x="215546" y="69999"/>
                </a:lnTo>
                <a:lnTo>
                  <a:pt x="215617" y="70158"/>
                </a:lnTo>
                <a:lnTo>
                  <a:pt x="215713" y="70318"/>
                </a:lnTo>
                <a:lnTo>
                  <a:pt x="215808" y="70466"/>
                </a:lnTo>
                <a:lnTo>
                  <a:pt x="215951" y="70614"/>
                </a:lnTo>
                <a:lnTo>
                  <a:pt x="216094" y="70762"/>
                </a:lnTo>
                <a:lnTo>
                  <a:pt x="216285" y="70899"/>
                </a:lnTo>
                <a:lnTo>
                  <a:pt x="216475" y="71035"/>
                </a:lnTo>
                <a:lnTo>
                  <a:pt x="216666" y="71172"/>
                </a:lnTo>
                <a:lnTo>
                  <a:pt x="216880" y="71297"/>
                </a:lnTo>
                <a:lnTo>
                  <a:pt x="217118" y="71423"/>
                </a:lnTo>
                <a:lnTo>
                  <a:pt x="217357" y="71537"/>
                </a:lnTo>
                <a:lnTo>
                  <a:pt x="217619" y="71650"/>
                </a:lnTo>
                <a:lnTo>
                  <a:pt x="217905" y="71753"/>
                </a:lnTo>
                <a:lnTo>
                  <a:pt x="218167" y="71844"/>
                </a:lnTo>
                <a:lnTo>
                  <a:pt x="218477" y="71924"/>
                </a:lnTo>
                <a:lnTo>
                  <a:pt x="218763" y="72004"/>
                </a:lnTo>
                <a:lnTo>
                  <a:pt x="219072" y="72072"/>
                </a:lnTo>
                <a:lnTo>
                  <a:pt x="219382" y="72129"/>
                </a:lnTo>
                <a:lnTo>
                  <a:pt x="219692" y="72174"/>
                </a:lnTo>
                <a:lnTo>
                  <a:pt x="220025" y="72209"/>
                </a:lnTo>
                <a:lnTo>
                  <a:pt x="220359" y="72231"/>
                </a:lnTo>
                <a:lnTo>
                  <a:pt x="220669" y="72243"/>
                </a:lnTo>
                <a:lnTo>
                  <a:pt x="221002" y="72243"/>
                </a:lnTo>
                <a:lnTo>
                  <a:pt x="221336" y="72231"/>
                </a:lnTo>
                <a:lnTo>
                  <a:pt x="221670" y="72197"/>
                </a:lnTo>
                <a:lnTo>
                  <a:pt x="222003" y="72152"/>
                </a:lnTo>
                <a:lnTo>
                  <a:pt x="222337" y="72095"/>
                </a:lnTo>
                <a:lnTo>
                  <a:pt x="222647" y="72026"/>
                </a:lnTo>
                <a:lnTo>
                  <a:pt x="222980" y="71935"/>
                </a:lnTo>
                <a:lnTo>
                  <a:pt x="223290" y="71833"/>
                </a:lnTo>
                <a:lnTo>
                  <a:pt x="230653" y="69144"/>
                </a:lnTo>
                <a:lnTo>
                  <a:pt x="237992" y="66445"/>
                </a:lnTo>
                <a:lnTo>
                  <a:pt x="245307" y="63722"/>
                </a:lnTo>
                <a:lnTo>
                  <a:pt x="248952" y="62355"/>
                </a:lnTo>
                <a:lnTo>
                  <a:pt x="252574" y="60988"/>
                </a:lnTo>
                <a:lnTo>
                  <a:pt x="256196" y="59610"/>
                </a:lnTo>
                <a:lnTo>
                  <a:pt x="259818" y="58220"/>
                </a:lnTo>
                <a:lnTo>
                  <a:pt x="263416" y="56831"/>
                </a:lnTo>
                <a:lnTo>
                  <a:pt x="266990" y="55430"/>
                </a:lnTo>
                <a:lnTo>
                  <a:pt x="270564" y="54017"/>
                </a:lnTo>
                <a:lnTo>
                  <a:pt x="274138" y="52605"/>
                </a:lnTo>
                <a:lnTo>
                  <a:pt x="277665" y="51169"/>
                </a:lnTo>
                <a:lnTo>
                  <a:pt x="281191" y="49734"/>
                </a:lnTo>
                <a:lnTo>
                  <a:pt x="281453" y="49620"/>
                </a:lnTo>
                <a:lnTo>
                  <a:pt x="281668" y="49495"/>
                </a:lnTo>
                <a:lnTo>
                  <a:pt x="281858" y="49369"/>
                </a:lnTo>
                <a:lnTo>
                  <a:pt x="282001" y="49233"/>
                </a:lnTo>
                <a:lnTo>
                  <a:pt x="282097" y="49096"/>
                </a:lnTo>
                <a:lnTo>
                  <a:pt x="282168" y="48959"/>
                </a:lnTo>
                <a:lnTo>
                  <a:pt x="282216" y="48811"/>
                </a:lnTo>
                <a:lnTo>
                  <a:pt x="282240" y="48663"/>
                </a:lnTo>
                <a:lnTo>
                  <a:pt x="282216" y="48527"/>
                </a:lnTo>
                <a:lnTo>
                  <a:pt x="282168" y="48378"/>
                </a:lnTo>
                <a:lnTo>
                  <a:pt x="282097" y="48242"/>
                </a:lnTo>
                <a:lnTo>
                  <a:pt x="282001" y="48094"/>
                </a:lnTo>
                <a:lnTo>
                  <a:pt x="281882" y="47957"/>
                </a:lnTo>
                <a:lnTo>
                  <a:pt x="281739" y="47832"/>
                </a:lnTo>
                <a:lnTo>
                  <a:pt x="281596" y="47695"/>
                </a:lnTo>
                <a:lnTo>
                  <a:pt x="281406" y="47581"/>
                </a:lnTo>
                <a:lnTo>
                  <a:pt x="281215" y="47467"/>
                </a:lnTo>
                <a:lnTo>
                  <a:pt x="281001" y="47353"/>
                </a:lnTo>
                <a:lnTo>
                  <a:pt x="280762" y="47251"/>
                </a:lnTo>
                <a:lnTo>
                  <a:pt x="280524" y="47160"/>
                </a:lnTo>
                <a:lnTo>
                  <a:pt x="280262" y="47091"/>
                </a:lnTo>
                <a:lnTo>
                  <a:pt x="280000" y="47023"/>
                </a:lnTo>
                <a:lnTo>
                  <a:pt x="279714" y="46966"/>
                </a:lnTo>
                <a:lnTo>
                  <a:pt x="279428" y="46920"/>
                </a:lnTo>
                <a:lnTo>
                  <a:pt x="279142" y="46886"/>
                </a:lnTo>
                <a:lnTo>
                  <a:pt x="278832" y="46875"/>
                </a:lnTo>
                <a:lnTo>
                  <a:pt x="278546" y="46875"/>
                </a:lnTo>
                <a:lnTo>
                  <a:pt x="278237" y="46886"/>
                </a:lnTo>
                <a:lnTo>
                  <a:pt x="277927" y="46932"/>
                </a:lnTo>
                <a:lnTo>
                  <a:pt x="277617" y="46977"/>
                </a:lnTo>
                <a:lnTo>
                  <a:pt x="277307" y="47057"/>
                </a:lnTo>
                <a:lnTo>
                  <a:pt x="277021" y="47148"/>
                </a:lnTo>
                <a:lnTo>
                  <a:pt x="270564" y="49358"/>
                </a:lnTo>
                <a:lnTo>
                  <a:pt x="264131" y="51591"/>
                </a:lnTo>
                <a:lnTo>
                  <a:pt x="251287" y="56045"/>
                </a:lnTo>
                <a:lnTo>
                  <a:pt x="238420" y="60510"/>
                </a:lnTo>
                <a:lnTo>
                  <a:pt x="231987" y="62731"/>
                </a:lnTo>
                <a:lnTo>
                  <a:pt x="225553" y="64952"/>
                </a:lnTo>
                <a:lnTo>
                  <a:pt x="225387" y="62777"/>
                </a:lnTo>
                <a:lnTo>
                  <a:pt x="225172" y="60590"/>
                </a:lnTo>
                <a:lnTo>
                  <a:pt x="224910" y="58414"/>
                </a:lnTo>
                <a:lnTo>
                  <a:pt x="224600" y="56250"/>
                </a:lnTo>
                <a:lnTo>
                  <a:pt x="224243" y="54074"/>
                </a:lnTo>
                <a:lnTo>
                  <a:pt x="223814" y="51910"/>
                </a:lnTo>
                <a:lnTo>
                  <a:pt x="223361" y="49745"/>
                </a:lnTo>
                <a:lnTo>
                  <a:pt x="222861" y="47592"/>
                </a:lnTo>
                <a:lnTo>
                  <a:pt x="222313" y="45428"/>
                </a:lnTo>
                <a:lnTo>
                  <a:pt x="221717" y="43275"/>
                </a:lnTo>
                <a:lnTo>
                  <a:pt x="221074" y="41122"/>
                </a:lnTo>
                <a:lnTo>
                  <a:pt x="220383" y="38958"/>
                </a:lnTo>
                <a:lnTo>
                  <a:pt x="219644" y="36817"/>
                </a:lnTo>
                <a:lnTo>
                  <a:pt x="218858" y="34664"/>
                </a:lnTo>
                <a:lnTo>
                  <a:pt x="218024" y="32511"/>
                </a:lnTo>
                <a:lnTo>
                  <a:pt x="217166" y="30358"/>
                </a:lnTo>
                <a:lnTo>
                  <a:pt x="217071" y="30176"/>
                </a:lnTo>
                <a:lnTo>
                  <a:pt x="216952" y="30005"/>
                </a:lnTo>
                <a:lnTo>
                  <a:pt x="216809" y="29834"/>
                </a:lnTo>
                <a:lnTo>
                  <a:pt x="216642" y="29674"/>
                </a:lnTo>
                <a:lnTo>
                  <a:pt x="216451" y="29526"/>
                </a:lnTo>
                <a:lnTo>
                  <a:pt x="216237" y="29390"/>
                </a:lnTo>
                <a:lnTo>
                  <a:pt x="215999" y="29264"/>
                </a:lnTo>
                <a:lnTo>
                  <a:pt x="215760" y="29139"/>
                </a:lnTo>
                <a:lnTo>
                  <a:pt x="215474" y="29036"/>
                </a:lnTo>
                <a:lnTo>
                  <a:pt x="215212" y="28934"/>
                </a:lnTo>
                <a:lnTo>
                  <a:pt x="214902" y="28843"/>
                </a:lnTo>
                <a:lnTo>
                  <a:pt x="214593" y="28763"/>
                </a:lnTo>
                <a:lnTo>
                  <a:pt x="214283" y="28683"/>
                </a:lnTo>
                <a:lnTo>
                  <a:pt x="213949" y="28626"/>
                </a:lnTo>
                <a:lnTo>
                  <a:pt x="213616" y="28569"/>
                </a:lnTo>
                <a:lnTo>
                  <a:pt x="213282" y="28535"/>
                </a:lnTo>
                <a:lnTo>
                  <a:pt x="212925" y="28501"/>
                </a:lnTo>
                <a:lnTo>
                  <a:pt x="212567" y="28478"/>
                </a:lnTo>
                <a:lnTo>
                  <a:pt x="212210" y="28467"/>
                </a:lnTo>
                <a:lnTo>
                  <a:pt x="211853" y="28456"/>
                </a:lnTo>
                <a:lnTo>
                  <a:pt x="211495" y="28467"/>
                </a:lnTo>
                <a:lnTo>
                  <a:pt x="211138" y="28478"/>
                </a:lnTo>
                <a:lnTo>
                  <a:pt x="210780" y="28501"/>
                </a:lnTo>
                <a:lnTo>
                  <a:pt x="210423" y="28547"/>
                </a:lnTo>
                <a:lnTo>
                  <a:pt x="210065" y="28592"/>
                </a:lnTo>
                <a:lnTo>
                  <a:pt x="209732" y="28638"/>
                </a:lnTo>
                <a:lnTo>
                  <a:pt x="209398" y="28706"/>
                </a:lnTo>
                <a:lnTo>
                  <a:pt x="209089" y="28786"/>
                </a:lnTo>
                <a:lnTo>
                  <a:pt x="208755" y="28877"/>
                </a:lnTo>
                <a:lnTo>
                  <a:pt x="208469" y="28968"/>
                </a:lnTo>
                <a:lnTo>
                  <a:pt x="208183" y="29071"/>
                </a:lnTo>
                <a:lnTo>
                  <a:pt x="207897" y="29196"/>
                </a:lnTo>
                <a:lnTo>
                  <a:pt x="204823" y="30608"/>
                </a:lnTo>
                <a:lnTo>
                  <a:pt x="201702" y="31998"/>
                </a:lnTo>
                <a:lnTo>
                  <a:pt x="198580" y="33365"/>
                </a:lnTo>
                <a:lnTo>
                  <a:pt x="195411" y="34721"/>
                </a:lnTo>
                <a:lnTo>
                  <a:pt x="192195" y="36065"/>
                </a:lnTo>
                <a:lnTo>
                  <a:pt x="188978" y="37375"/>
                </a:lnTo>
                <a:lnTo>
                  <a:pt x="185714" y="38673"/>
                </a:lnTo>
                <a:lnTo>
                  <a:pt x="182449" y="39949"/>
                </a:lnTo>
                <a:lnTo>
                  <a:pt x="179137" y="41213"/>
                </a:lnTo>
                <a:lnTo>
                  <a:pt x="175777" y="42455"/>
                </a:lnTo>
                <a:lnTo>
                  <a:pt x="172418" y="43685"/>
                </a:lnTo>
                <a:lnTo>
                  <a:pt x="169010" y="44893"/>
                </a:lnTo>
                <a:lnTo>
                  <a:pt x="165579" y="46089"/>
                </a:lnTo>
                <a:lnTo>
                  <a:pt x="162124" y="47262"/>
                </a:lnTo>
                <a:lnTo>
                  <a:pt x="158645" y="48424"/>
                </a:lnTo>
                <a:lnTo>
                  <a:pt x="155119" y="49563"/>
                </a:lnTo>
                <a:lnTo>
                  <a:pt x="149281" y="16780"/>
                </a:lnTo>
                <a:lnTo>
                  <a:pt x="149257" y="16609"/>
                </a:lnTo>
                <a:lnTo>
                  <a:pt x="149186" y="16438"/>
                </a:lnTo>
                <a:lnTo>
                  <a:pt x="149090" y="16267"/>
                </a:lnTo>
                <a:lnTo>
                  <a:pt x="148971" y="16096"/>
                </a:lnTo>
                <a:lnTo>
                  <a:pt x="148852" y="15925"/>
                </a:lnTo>
                <a:lnTo>
                  <a:pt x="148709" y="15766"/>
                </a:lnTo>
                <a:lnTo>
                  <a:pt x="148542" y="15606"/>
                </a:lnTo>
                <a:lnTo>
                  <a:pt x="148352" y="15447"/>
                </a:lnTo>
                <a:lnTo>
                  <a:pt x="148137" y="15299"/>
                </a:lnTo>
                <a:lnTo>
                  <a:pt x="147923" y="15151"/>
                </a:lnTo>
                <a:lnTo>
                  <a:pt x="147684" y="15014"/>
                </a:lnTo>
                <a:lnTo>
                  <a:pt x="147446" y="14877"/>
                </a:lnTo>
                <a:lnTo>
                  <a:pt x="147160" y="14752"/>
                </a:lnTo>
                <a:lnTo>
                  <a:pt x="146898" y="14627"/>
                </a:lnTo>
                <a:lnTo>
                  <a:pt x="146612" y="14513"/>
                </a:lnTo>
                <a:lnTo>
                  <a:pt x="146302" y="14410"/>
                </a:lnTo>
                <a:lnTo>
                  <a:pt x="145993" y="14319"/>
                </a:lnTo>
                <a:lnTo>
                  <a:pt x="145683" y="14239"/>
                </a:lnTo>
                <a:lnTo>
                  <a:pt x="145349" y="14160"/>
                </a:lnTo>
                <a:lnTo>
                  <a:pt x="145016" y="14103"/>
                </a:lnTo>
                <a:lnTo>
                  <a:pt x="144658" y="14046"/>
                </a:lnTo>
                <a:lnTo>
                  <a:pt x="144325" y="14012"/>
                </a:lnTo>
                <a:lnTo>
                  <a:pt x="143967" y="13977"/>
                </a:lnTo>
                <a:lnTo>
                  <a:pt x="143610" y="13966"/>
                </a:lnTo>
                <a:lnTo>
                  <a:pt x="143252" y="13977"/>
                </a:lnTo>
                <a:lnTo>
                  <a:pt x="142895" y="13989"/>
                </a:lnTo>
                <a:lnTo>
                  <a:pt x="142514" y="14023"/>
                </a:lnTo>
                <a:lnTo>
                  <a:pt x="142156" y="14069"/>
                </a:lnTo>
                <a:lnTo>
                  <a:pt x="141799" y="14126"/>
                </a:lnTo>
                <a:lnTo>
                  <a:pt x="141418" y="14205"/>
                </a:lnTo>
                <a:lnTo>
                  <a:pt x="141060" y="14308"/>
                </a:lnTo>
                <a:lnTo>
                  <a:pt x="140703" y="14422"/>
                </a:lnTo>
                <a:lnTo>
                  <a:pt x="124857" y="19981"/>
                </a:lnTo>
                <a:lnTo>
                  <a:pt x="108988" y="25528"/>
                </a:lnTo>
                <a:lnTo>
                  <a:pt x="77250" y="36612"/>
                </a:lnTo>
                <a:lnTo>
                  <a:pt x="77107" y="35518"/>
                </a:lnTo>
                <a:lnTo>
                  <a:pt x="76940" y="34413"/>
                </a:lnTo>
                <a:lnTo>
                  <a:pt x="76773" y="33319"/>
                </a:lnTo>
                <a:lnTo>
                  <a:pt x="76582" y="32226"/>
                </a:lnTo>
                <a:lnTo>
                  <a:pt x="76368" y="31132"/>
                </a:lnTo>
                <a:lnTo>
                  <a:pt x="76154" y="30039"/>
                </a:lnTo>
                <a:lnTo>
                  <a:pt x="75939" y="28957"/>
                </a:lnTo>
                <a:lnTo>
                  <a:pt x="75677" y="27863"/>
                </a:lnTo>
                <a:lnTo>
                  <a:pt x="75415" y="26781"/>
                </a:lnTo>
                <a:lnTo>
                  <a:pt x="75129" y="25699"/>
                </a:lnTo>
                <a:lnTo>
                  <a:pt x="74843" y="24617"/>
                </a:lnTo>
                <a:lnTo>
                  <a:pt x="74533" y="23535"/>
                </a:lnTo>
                <a:lnTo>
                  <a:pt x="74200" y="22452"/>
                </a:lnTo>
                <a:lnTo>
                  <a:pt x="73866" y="21370"/>
                </a:lnTo>
                <a:lnTo>
                  <a:pt x="73509" y="20288"/>
                </a:lnTo>
                <a:lnTo>
                  <a:pt x="73127" y="19206"/>
                </a:lnTo>
                <a:lnTo>
                  <a:pt x="72746" y="18135"/>
                </a:lnTo>
                <a:lnTo>
                  <a:pt x="72341" y="17053"/>
                </a:lnTo>
                <a:lnTo>
                  <a:pt x="71936" y="15982"/>
                </a:lnTo>
                <a:lnTo>
                  <a:pt x="71483" y="14912"/>
                </a:lnTo>
                <a:lnTo>
                  <a:pt x="71054" y="13829"/>
                </a:lnTo>
                <a:lnTo>
                  <a:pt x="70578" y="12759"/>
                </a:lnTo>
                <a:lnTo>
                  <a:pt x="70101" y="11688"/>
                </a:lnTo>
                <a:lnTo>
                  <a:pt x="69601" y="10617"/>
                </a:lnTo>
                <a:lnTo>
                  <a:pt x="69077" y="9546"/>
                </a:lnTo>
                <a:lnTo>
                  <a:pt x="68553" y="8476"/>
                </a:lnTo>
                <a:lnTo>
                  <a:pt x="68005" y="7405"/>
                </a:lnTo>
                <a:lnTo>
                  <a:pt x="67456" y="6334"/>
                </a:lnTo>
                <a:lnTo>
                  <a:pt x="66885" y="5263"/>
                </a:lnTo>
                <a:lnTo>
                  <a:pt x="66289" y="4193"/>
                </a:lnTo>
                <a:lnTo>
                  <a:pt x="65669" y="3122"/>
                </a:lnTo>
                <a:lnTo>
                  <a:pt x="65050" y="2051"/>
                </a:lnTo>
                <a:lnTo>
                  <a:pt x="64931" y="1857"/>
                </a:lnTo>
                <a:lnTo>
                  <a:pt x="64764" y="1664"/>
                </a:lnTo>
                <a:lnTo>
                  <a:pt x="64597" y="1481"/>
                </a:lnTo>
                <a:lnTo>
                  <a:pt x="64383" y="1322"/>
                </a:lnTo>
                <a:lnTo>
                  <a:pt x="64168" y="1163"/>
                </a:lnTo>
                <a:lnTo>
                  <a:pt x="63930" y="1003"/>
                </a:lnTo>
                <a:lnTo>
                  <a:pt x="63692" y="866"/>
                </a:lnTo>
                <a:lnTo>
                  <a:pt x="63430" y="741"/>
                </a:lnTo>
                <a:lnTo>
                  <a:pt x="63144" y="627"/>
                </a:lnTo>
                <a:lnTo>
                  <a:pt x="62834" y="513"/>
                </a:lnTo>
                <a:lnTo>
                  <a:pt x="62524" y="422"/>
                </a:lnTo>
                <a:lnTo>
                  <a:pt x="62214" y="331"/>
                </a:lnTo>
                <a:lnTo>
                  <a:pt x="61881" y="251"/>
                </a:lnTo>
                <a:lnTo>
                  <a:pt x="61523" y="183"/>
                </a:lnTo>
                <a:lnTo>
                  <a:pt x="61190" y="126"/>
                </a:lnTo>
                <a:lnTo>
                  <a:pt x="60832" y="80"/>
                </a:lnTo>
                <a:lnTo>
                  <a:pt x="60451" y="46"/>
                </a:lnTo>
                <a:lnTo>
                  <a:pt x="60094" y="23"/>
                </a:lnTo>
                <a:lnTo>
                  <a:pt x="59712" y="12"/>
                </a:lnTo>
                <a:lnTo>
                  <a:pt x="5935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rot="10800000">
            <a:off x="8482350" y="1671502"/>
            <a:ext cx="203107" cy="142446"/>
          </a:xfrm>
          <a:custGeom>
            <a:rect b="b" l="l" r="r" t="t"/>
            <a:pathLst>
              <a:path extrusionOk="0" h="27579" w="71960">
                <a:moveTo>
                  <a:pt x="38291" y="1"/>
                </a:moveTo>
                <a:lnTo>
                  <a:pt x="37886" y="12"/>
                </a:lnTo>
                <a:lnTo>
                  <a:pt x="37481" y="35"/>
                </a:lnTo>
                <a:lnTo>
                  <a:pt x="37100" y="69"/>
                </a:lnTo>
                <a:lnTo>
                  <a:pt x="36695" y="126"/>
                </a:lnTo>
                <a:lnTo>
                  <a:pt x="36314" y="183"/>
                </a:lnTo>
                <a:lnTo>
                  <a:pt x="35956" y="263"/>
                </a:lnTo>
                <a:lnTo>
                  <a:pt x="35599" y="354"/>
                </a:lnTo>
                <a:lnTo>
                  <a:pt x="35241" y="456"/>
                </a:lnTo>
                <a:lnTo>
                  <a:pt x="34932" y="570"/>
                </a:lnTo>
                <a:lnTo>
                  <a:pt x="34622" y="696"/>
                </a:lnTo>
                <a:lnTo>
                  <a:pt x="34336" y="844"/>
                </a:lnTo>
                <a:lnTo>
                  <a:pt x="34074" y="992"/>
                </a:lnTo>
                <a:lnTo>
                  <a:pt x="33836" y="1163"/>
                </a:lnTo>
                <a:lnTo>
                  <a:pt x="33621" y="1345"/>
                </a:lnTo>
                <a:lnTo>
                  <a:pt x="33454" y="1538"/>
                </a:lnTo>
                <a:lnTo>
                  <a:pt x="33311" y="1744"/>
                </a:lnTo>
                <a:lnTo>
                  <a:pt x="33049" y="2211"/>
                </a:lnTo>
                <a:lnTo>
                  <a:pt x="32835" y="2689"/>
                </a:lnTo>
                <a:lnTo>
                  <a:pt x="32620" y="3179"/>
                </a:lnTo>
                <a:lnTo>
                  <a:pt x="32454" y="3669"/>
                </a:lnTo>
                <a:lnTo>
                  <a:pt x="32311" y="4170"/>
                </a:lnTo>
                <a:lnTo>
                  <a:pt x="32192" y="4671"/>
                </a:lnTo>
                <a:lnTo>
                  <a:pt x="32096" y="5184"/>
                </a:lnTo>
                <a:lnTo>
                  <a:pt x="32025" y="5696"/>
                </a:lnTo>
                <a:lnTo>
                  <a:pt x="31977" y="6220"/>
                </a:lnTo>
                <a:lnTo>
                  <a:pt x="31953" y="6744"/>
                </a:lnTo>
                <a:lnTo>
                  <a:pt x="31953" y="7280"/>
                </a:lnTo>
                <a:lnTo>
                  <a:pt x="31977" y="7815"/>
                </a:lnTo>
                <a:lnTo>
                  <a:pt x="32025" y="8350"/>
                </a:lnTo>
                <a:lnTo>
                  <a:pt x="32072" y="8897"/>
                </a:lnTo>
                <a:lnTo>
                  <a:pt x="32168" y="9432"/>
                </a:lnTo>
                <a:lnTo>
                  <a:pt x="32263" y="9979"/>
                </a:lnTo>
                <a:lnTo>
                  <a:pt x="25687" y="9956"/>
                </a:lnTo>
                <a:lnTo>
                  <a:pt x="22398" y="9934"/>
                </a:lnTo>
                <a:lnTo>
                  <a:pt x="19110" y="9900"/>
                </a:lnTo>
                <a:lnTo>
                  <a:pt x="15822" y="9854"/>
                </a:lnTo>
                <a:lnTo>
                  <a:pt x="12534" y="9808"/>
                </a:lnTo>
                <a:lnTo>
                  <a:pt x="9245" y="9740"/>
                </a:lnTo>
                <a:lnTo>
                  <a:pt x="5957" y="9660"/>
                </a:lnTo>
                <a:lnTo>
                  <a:pt x="5647" y="9649"/>
                </a:lnTo>
                <a:lnTo>
                  <a:pt x="5338" y="9660"/>
                </a:lnTo>
                <a:lnTo>
                  <a:pt x="5028" y="9672"/>
                </a:lnTo>
                <a:lnTo>
                  <a:pt x="4742" y="9694"/>
                </a:lnTo>
                <a:lnTo>
                  <a:pt x="4456" y="9717"/>
                </a:lnTo>
                <a:lnTo>
                  <a:pt x="4170" y="9763"/>
                </a:lnTo>
                <a:lnTo>
                  <a:pt x="3908" y="9808"/>
                </a:lnTo>
                <a:lnTo>
                  <a:pt x="3646" y="9854"/>
                </a:lnTo>
                <a:lnTo>
                  <a:pt x="3384" y="9911"/>
                </a:lnTo>
                <a:lnTo>
                  <a:pt x="3122" y="9979"/>
                </a:lnTo>
                <a:lnTo>
                  <a:pt x="2883" y="10048"/>
                </a:lnTo>
                <a:lnTo>
                  <a:pt x="2645" y="10127"/>
                </a:lnTo>
                <a:lnTo>
                  <a:pt x="2431" y="10218"/>
                </a:lnTo>
                <a:lnTo>
                  <a:pt x="2216" y="10298"/>
                </a:lnTo>
                <a:lnTo>
                  <a:pt x="1787" y="10492"/>
                </a:lnTo>
                <a:lnTo>
                  <a:pt x="1430" y="10708"/>
                </a:lnTo>
                <a:lnTo>
                  <a:pt x="1096" y="10936"/>
                </a:lnTo>
                <a:lnTo>
                  <a:pt x="787" y="11175"/>
                </a:lnTo>
                <a:lnTo>
                  <a:pt x="548" y="11426"/>
                </a:lnTo>
                <a:lnTo>
                  <a:pt x="334" y="11688"/>
                </a:lnTo>
                <a:lnTo>
                  <a:pt x="191" y="11950"/>
                </a:lnTo>
                <a:lnTo>
                  <a:pt x="72" y="12223"/>
                </a:lnTo>
                <a:lnTo>
                  <a:pt x="0" y="12497"/>
                </a:lnTo>
                <a:lnTo>
                  <a:pt x="0" y="12770"/>
                </a:lnTo>
                <a:lnTo>
                  <a:pt x="0" y="13043"/>
                </a:lnTo>
                <a:lnTo>
                  <a:pt x="48" y="13305"/>
                </a:lnTo>
                <a:lnTo>
                  <a:pt x="119" y="13556"/>
                </a:lnTo>
                <a:lnTo>
                  <a:pt x="215" y="13795"/>
                </a:lnTo>
                <a:lnTo>
                  <a:pt x="334" y="14034"/>
                </a:lnTo>
                <a:lnTo>
                  <a:pt x="477" y="14262"/>
                </a:lnTo>
                <a:lnTo>
                  <a:pt x="667" y="14479"/>
                </a:lnTo>
                <a:lnTo>
                  <a:pt x="858" y="14684"/>
                </a:lnTo>
                <a:lnTo>
                  <a:pt x="1096" y="14877"/>
                </a:lnTo>
                <a:lnTo>
                  <a:pt x="1335" y="15071"/>
                </a:lnTo>
                <a:lnTo>
                  <a:pt x="1621" y="15253"/>
                </a:lnTo>
                <a:lnTo>
                  <a:pt x="1906" y="15413"/>
                </a:lnTo>
                <a:lnTo>
                  <a:pt x="2216" y="15572"/>
                </a:lnTo>
                <a:lnTo>
                  <a:pt x="2550" y="15720"/>
                </a:lnTo>
                <a:lnTo>
                  <a:pt x="2907" y="15857"/>
                </a:lnTo>
                <a:lnTo>
                  <a:pt x="3288" y="15982"/>
                </a:lnTo>
                <a:lnTo>
                  <a:pt x="3670" y="16096"/>
                </a:lnTo>
                <a:lnTo>
                  <a:pt x="4075" y="16199"/>
                </a:lnTo>
                <a:lnTo>
                  <a:pt x="4504" y="16290"/>
                </a:lnTo>
                <a:lnTo>
                  <a:pt x="4933" y="16370"/>
                </a:lnTo>
                <a:lnTo>
                  <a:pt x="5385" y="16438"/>
                </a:lnTo>
                <a:lnTo>
                  <a:pt x="5838" y="16495"/>
                </a:lnTo>
                <a:lnTo>
                  <a:pt x="6315" y="16540"/>
                </a:lnTo>
                <a:lnTo>
                  <a:pt x="6815" y="16563"/>
                </a:lnTo>
                <a:lnTo>
                  <a:pt x="7315" y="16586"/>
                </a:lnTo>
                <a:lnTo>
                  <a:pt x="8340" y="16586"/>
                </a:lnTo>
                <a:lnTo>
                  <a:pt x="8864" y="16563"/>
                </a:lnTo>
                <a:lnTo>
                  <a:pt x="9388" y="16529"/>
                </a:lnTo>
                <a:lnTo>
                  <a:pt x="9936" y="16484"/>
                </a:lnTo>
                <a:lnTo>
                  <a:pt x="10461" y="16415"/>
                </a:lnTo>
                <a:lnTo>
                  <a:pt x="11056" y="16324"/>
                </a:lnTo>
                <a:lnTo>
                  <a:pt x="11604" y="16222"/>
                </a:lnTo>
                <a:lnTo>
                  <a:pt x="12081" y="16096"/>
                </a:lnTo>
                <a:lnTo>
                  <a:pt x="12510" y="15960"/>
                </a:lnTo>
                <a:lnTo>
                  <a:pt x="12891" y="15811"/>
                </a:lnTo>
                <a:lnTo>
                  <a:pt x="13248" y="15641"/>
                </a:lnTo>
                <a:lnTo>
                  <a:pt x="13534" y="15470"/>
                </a:lnTo>
                <a:lnTo>
                  <a:pt x="13797" y="15287"/>
                </a:lnTo>
                <a:lnTo>
                  <a:pt x="23876" y="15219"/>
                </a:lnTo>
                <a:lnTo>
                  <a:pt x="33979" y="15162"/>
                </a:lnTo>
                <a:lnTo>
                  <a:pt x="34360" y="15925"/>
                </a:lnTo>
                <a:lnTo>
                  <a:pt x="34741" y="16700"/>
                </a:lnTo>
                <a:lnTo>
                  <a:pt x="35170" y="17452"/>
                </a:lnTo>
                <a:lnTo>
                  <a:pt x="35599" y="18204"/>
                </a:lnTo>
                <a:lnTo>
                  <a:pt x="36052" y="18955"/>
                </a:lnTo>
                <a:lnTo>
                  <a:pt x="36528" y="19696"/>
                </a:lnTo>
                <a:lnTo>
                  <a:pt x="37005" y="20425"/>
                </a:lnTo>
                <a:lnTo>
                  <a:pt x="37505" y="21154"/>
                </a:lnTo>
                <a:lnTo>
                  <a:pt x="38006" y="21860"/>
                </a:lnTo>
                <a:lnTo>
                  <a:pt x="38530" y="22555"/>
                </a:lnTo>
                <a:lnTo>
                  <a:pt x="39054" y="23250"/>
                </a:lnTo>
                <a:lnTo>
                  <a:pt x="39602" y="23922"/>
                </a:lnTo>
                <a:lnTo>
                  <a:pt x="40150" y="24583"/>
                </a:lnTo>
                <a:lnTo>
                  <a:pt x="40698" y="25220"/>
                </a:lnTo>
                <a:lnTo>
                  <a:pt x="41246" y="25847"/>
                </a:lnTo>
                <a:lnTo>
                  <a:pt x="41794" y="26451"/>
                </a:lnTo>
                <a:lnTo>
                  <a:pt x="42009" y="26667"/>
                </a:lnTo>
                <a:lnTo>
                  <a:pt x="42247" y="26849"/>
                </a:lnTo>
                <a:lnTo>
                  <a:pt x="42533" y="27009"/>
                </a:lnTo>
                <a:lnTo>
                  <a:pt x="42819" y="27157"/>
                </a:lnTo>
                <a:lnTo>
                  <a:pt x="43152" y="27271"/>
                </a:lnTo>
                <a:lnTo>
                  <a:pt x="43486" y="27373"/>
                </a:lnTo>
                <a:lnTo>
                  <a:pt x="43843" y="27453"/>
                </a:lnTo>
                <a:lnTo>
                  <a:pt x="44201" y="27510"/>
                </a:lnTo>
                <a:lnTo>
                  <a:pt x="44582" y="27556"/>
                </a:lnTo>
                <a:lnTo>
                  <a:pt x="44987" y="27578"/>
                </a:lnTo>
                <a:lnTo>
                  <a:pt x="45368" y="27578"/>
                </a:lnTo>
                <a:lnTo>
                  <a:pt x="45773" y="27567"/>
                </a:lnTo>
                <a:lnTo>
                  <a:pt x="46155" y="27544"/>
                </a:lnTo>
                <a:lnTo>
                  <a:pt x="46560" y="27499"/>
                </a:lnTo>
                <a:lnTo>
                  <a:pt x="46941" y="27442"/>
                </a:lnTo>
                <a:lnTo>
                  <a:pt x="47322" y="27362"/>
                </a:lnTo>
                <a:lnTo>
                  <a:pt x="47703" y="27282"/>
                </a:lnTo>
                <a:lnTo>
                  <a:pt x="48061" y="27180"/>
                </a:lnTo>
                <a:lnTo>
                  <a:pt x="48394" y="27066"/>
                </a:lnTo>
                <a:lnTo>
                  <a:pt x="48728" y="26941"/>
                </a:lnTo>
                <a:lnTo>
                  <a:pt x="49038" y="26804"/>
                </a:lnTo>
                <a:lnTo>
                  <a:pt x="49300" y="26656"/>
                </a:lnTo>
                <a:lnTo>
                  <a:pt x="49562" y="26508"/>
                </a:lnTo>
                <a:lnTo>
                  <a:pt x="49800" y="26337"/>
                </a:lnTo>
                <a:lnTo>
                  <a:pt x="49991" y="26166"/>
                </a:lnTo>
                <a:lnTo>
                  <a:pt x="50158" y="25984"/>
                </a:lnTo>
                <a:lnTo>
                  <a:pt x="50277" y="25790"/>
                </a:lnTo>
                <a:lnTo>
                  <a:pt x="50372" y="25596"/>
                </a:lnTo>
                <a:lnTo>
                  <a:pt x="50420" y="25391"/>
                </a:lnTo>
                <a:lnTo>
                  <a:pt x="50420" y="25175"/>
                </a:lnTo>
                <a:lnTo>
                  <a:pt x="50372" y="24958"/>
                </a:lnTo>
                <a:lnTo>
                  <a:pt x="50277" y="24742"/>
                </a:lnTo>
                <a:lnTo>
                  <a:pt x="48966" y="22316"/>
                </a:lnTo>
                <a:lnTo>
                  <a:pt x="48299" y="21108"/>
                </a:lnTo>
                <a:lnTo>
                  <a:pt x="47680" y="19901"/>
                </a:lnTo>
                <a:lnTo>
                  <a:pt x="47084" y="18693"/>
                </a:lnTo>
                <a:lnTo>
                  <a:pt x="46512" y="17486"/>
                </a:lnTo>
                <a:lnTo>
                  <a:pt x="45988" y="16267"/>
                </a:lnTo>
                <a:lnTo>
                  <a:pt x="45750" y="15652"/>
                </a:lnTo>
                <a:lnTo>
                  <a:pt x="45535" y="15037"/>
                </a:lnTo>
                <a:lnTo>
                  <a:pt x="51063" y="14957"/>
                </a:lnTo>
                <a:lnTo>
                  <a:pt x="53803" y="14912"/>
                </a:lnTo>
                <a:lnTo>
                  <a:pt x="56567" y="14843"/>
                </a:lnTo>
                <a:lnTo>
                  <a:pt x="59331" y="14786"/>
                </a:lnTo>
                <a:lnTo>
                  <a:pt x="62072" y="14707"/>
                </a:lnTo>
                <a:lnTo>
                  <a:pt x="64836" y="14615"/>
                </a:lnTo>
                <a:lnTo>
                  <a:pt x="67576" y="14513"/>
                </a:lnTo>
                <a:lnTo>
                  <a:pt x="68100" y="14479"/>
                </a:lnTo>
                <a:lnTo>
                  <a:pt x="68600" y="14422"/>
                </a:lnTo>
                <a:lnTo>
                  <a:pt x="69053" y="14353"/>
                </a:lnTo>
                <a:lnTo>
                  <a:pt x="69482" y="14262"/>
                </a:lnTo>
                <a:lnTo>
                  <a:pt x="69863" y="14148"/>
                </a:lnTo>
                <a:lnTo>
                  <a:pt x="70221" y="14023"/>
                </a:lnTo>
                <a:lnTo>
                  <a:pt x="70554" y="13886"/>
                </a:lnTo>
                <a:lnTo>
                  <a:pt x="70840" y="13738"/>
                </a:lnTo>
                <a:lnTo>
                  <a:pt x="71102" y="13579"/>
                </a:lnTo>
                <a:lnTo>
                  <a:pt x="71341" y="13419"/>
                </a:lnTo>
                <a:lnTo>
                  <a:pt x="71531" y="13237"/>
                </a:lnTo>
                <a:lnTo>
                  <a:pt x="71674" y="13055"/>
                </a:lnTo>
                <a:lnTo>
                  <a:pt x="71793" y="12861"/>
                </a:lnTo>
                <a:lnTo>
                  <a:pt x="71889" y="12668"/>
                </a:lnTo>
                <a:lnTo>
                  <a:pt x="71936" y="12474"/>
                </a:lnTo>
                <a:lnTo>
                  <a:pt x="71960" y="12280"/>
                </a:lnTo>
                <a:lnTo>
                  <a:pt x="71960" y="12087"/>
                </a:lnTo>
                <a:lnTo>
                  <a:pt x="71912" y="11893"/>
                </a:lnTo>
                <a:lnTo>
                  <a:pt x="71817" y="11699"/>
                </a:lnTo>
                <a:lnTo>
                  <a:pt x="71698" y="11517"/>
                </a:lnTo>
                <a:lnTo>
                  <a:pt x="71555" y="11335"/>
                </a:lnTo>
                <a:lnTo>
                  <a:pt x="71364" y="11164"/>
                </a:lnTo>
                <a:lnTo>
                  <a:pt x="71150" y="10993"/>
                </a:lnTo>
                <a:lnTo>
                  <a:pt x="70888" y="10845"/>
                </a:lnTo>
                <a:lnTo>
                  <a:pt x="70602" y="10708"/>
                </a:lnTo>
                <a:lnTo>
                  <a:pt x="70268" y="10572"/>
                </a:lnTo>
                <a:lnTo>
                  <a:pt x="69911" y="10458"/>
                </a:lnTo>
                <a:lnTo>
                  <a:pt x="69530" y="10367"/>
                </a:lnTo>
                <a:lnTo>
                  <a:pt x="69101" y="10287"/>
                </a:lnTo>
                <a:lnTo>
                  <a:pt x="68624" y="10218"/>
                </a:lnTo>
                <a:lnTo>
                  <a:pt x="68124" y="10184"/>
                </a:lnTo>
                <a:lnTo>
                  <a:pt x="67576" y="10162"/>
                </a:lnTo>
                <a:lnTo>
                  <a:pt x="64693" y="10127"/>
                </a:lnTo>
                <a:lnTo>
                  <a:pt x="61786" y="10093"/>
                </a:lnTo>
                <a:lnTo>
                  <a:pt x="55995" y="10059"/>
                </a:lnTo>
                <a:lnTo>
                  <a:pt x="50205" y="10036"/>
                </a:lnTo>
                <a:lnTo>
                  <a:pt x="44415" y="10025"/>
                </a:lnTo>
                <a:lnTo>
                  <a:pt x="44368" y="8977"/>
                </a:lnTo>
                <a:lnTo>
                  <a:pt x="44344" y="7929"/>
                </a:lnTo>
                <a:lnTo>
                  <a:pt x="44296" y="6892"/>
                </a:lnTo>
                <a:lnTo>
                  <a:pt x="44225" y="5844"/>
                </a:lnTo>
                <a:lnTo>
                  <a:pt x="44153" y="5332"/>
                </a:lnTo>
                <a:lnTo>
                  <a:pt x="44082" y="4808"/>
                </a:lnTo>
                <a:lnTo>
                  <a:pt x="44010" y="4295"/>
                </a:lnTo>
                <a:lnTo>
                  <a:pt x="43891" y="3783"/>
                </a:lnTo>
                <a:lnTo>
                  <a:pt x="43748" y="3270"/>
                </a:lnTo>
                <a:lnTo>
                  <a:pt x="43581" y="2757"/>
                </a:lnTo>
                <a:lnTo>
                  <a:pt x="43391" y="2245"/>
                </a:lnTo>
                <a:lnTo>
                  <a:pt x="43152" y="1744"/>
                </a:lnTo>
                <a:lnTo>
                  <a:pt x="43033" y="1527"/>
                </a:lnTo>
                <a:lnTo>
                  <a:pt x="42866" y="1322"/>
                </a:lnTo>
                <a:lnTo>
                  <a:pt x="42676" y="1140"/>
                </a:lnTo>
                <a:lnTo>
                  <a:pt x="42437" y="958"/>
                </a:lnTo>
                <a:lnTo>
                  <a:pt x="42199" y="809"/>
                </a:lnTo>
                <a:lnTo>
                  <a:pt x="41913" y="661"/>
                </a:lnTo>
                <a:lnTo>
                  <a:pt x="41627" y="536"/>
                </a:lnTo>
                <a:lnTo>
                  <a:pt x="41318" y="411"/>
                </a:lnTo>
                <a:lnTo>
                  <a:pt x="40960" y="320"/>
                </a:lnTo>
                <a:lnTo>
                  <a:pt x="40627" y="228"/>
                </a:lnTo>
                <a:lnTo>
                  <a:pt x="40245" y="160"/>
                </a:lnTo>
                <a:lnTo>
                  <a:pt x="39864" y="92"/>
                </a:lnTo>
                <a:lnTo>
                  <a:pt x="39483" y="46"/>
                </a:lnTo>
                <a:lnTo>
                  <a:pt x="39102" y="23"/>
                </a:lnTo>
                <a:lnTo>
                  <a:pt x="3869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rot="10800000">
            <a:off x="6330085" y="564813"/>
            <a:ext cx="138142" cy="173213"/>
          </a:xfrm>
          <a:custGeom>
            <a:rect b="b" l="l" r="r" t="t"/>
            <a:pathLst>
              <a:path extrusionOk="0" h="33536" w="48943">
                <a:moveTo>
                  <a:pt x="35456" y="0"/>
                </a:moveTo>
                <a:lnTo>
                  <a:pt x="34908" y="23"/>
                </a:lnTo>
                <a:lnTo>
                  <a:pt x="34360" y="68"/>
                </a:lnTo>
                <a:lnTo>
                  <a:pt x="33812" y="137"/>
                </a:lnTo>
                <a:lnTo>
                  <a:pt x="33312" y="228"/>
                </a:lnTo>
                <a:lnTo>
                  <a:pt x="32812" y="330"/>
                </a:lnTo>
                <a:lnTo>
                  <a:pt x="32335" y="456"/>
                </a:lnTo>
                <a:lnTo>
                  <a:pt x="31906" y="604"/>
                </a:lnTo>
                <a:lnTo>
                  <a:pt x="31525" y="763"/>
                </a:lnTo>
                <a:lnTo>
                  <a:pt x="31120" y="968"/>
                </a:lnTo>
                <a:lnTo>
                  <a:pt x="30739" y="1173"/>
                </a:lnTo>
                <a:lnTo>
                  <a:pt x="30405" y="1401"/>
                </a:lnTo>
                <a:lnTo>
                  <a:pt x="30095" y="1640"/>
                </a:lnTo>
                <a:lnTo>
                  <a:pt x="29809" y="1891"/>
                </a:lnTo>
                <a:lnTo>
                  <a:pt x="29571" y="2153"/>
                </a:lnTo>
                <a:lnTo>
                  <a:pt x="29333" y="2415"/>
                </a:lnTo>
                <a:lnTo>
                  <a:pt x="29142" y="2700"/>
                </a:lnTo>
                <a:lnTo>
                  <a:pt x="28975" y="2984"/>
                </a:lnTo>
                <a:lnTo>
                  <a:pt x="28832" y="3269"/>
                </a:lnTo>
                <a:lnTo>
                  <a:pt x="28713" y="3565"/>
                </a:lnTo>
                <a:lnTo>
                  <a:pt x="28594" y="3873"/>
                </a:lnTo>
                <a:lnTo>
                  <a:pt x="28499" y="4181"/>
                </a:lnTo>
                <a:lnTo>
                  <a:pt x="28427" y="4488"/>
                </a:lnTo>
                <a:lnTo>
                  <a:pt x="28380" y="4807"/>
                </a:lnTo>
                <a:lnTo>
                  <a:pt x="28332" y="5126"/>
                </a:lnTo>
                <a:lnTo>
                  <a:pt x="28284" y="5764"/>
                </a:lnTo>
                <a:lnTo>
                  <a:pt x="28284" y="6413"/>
                </a:lnTo>
                <a:lnTo>
                  <a:pt x="28308" y="7051"/>
                </a:lnTo>
                <a:lnTo>
                  <a:pt x="28356" y="7678"/>
                </a:lnTo>
                <a:lnTo>
                  <a:pt x="28427" y="8874"/>
                </a:lnTo>
                <a:lnTo>
                  <a:pt x="28427" y="9432"/>
                </a:lnTo>
                <a:lnTo>
                  <a:pt x="28403" y="9956"/>
                </a:lnTo>
                <a:lnTo>
                  <a:pt x="28356" y="10913"/>
                </a:lnTo>
                <a:lnTo>
                  <a:pt x="28332" y="11881"/>
                </a:lnTo>
                <a:lnTo>
                  <a:pt x="28332" y="13795"/>
                </a:lnTo>
                <a:lnTo>
                  <a:pt x="22446" y="13590"/>
                </a:lnTo>
                <a:lnTo>
                  <a:pt x="19492" y="13487"/>
                </a:lnTo>
                <a:lnTo>
                  <a:pt x="16561" y="13373"/>
                </a:lnTo>
                <a:lnTo>
                  <a:pt x="13606" y="13248"/>
                </a:lnTo>
                <a:lnTo>
                  <a:pt x="10676" y="13111"/>
                </a:lnTo>
                <a:lnTo>
                  <a:pt x="7745" y="12963"/>
                </a:lnTo>
                <a:lnTo>
                  <a:pt x="4790" y="12804"/>
                </a:lnTo>
                <a:lnTo>
                  <a:pt x="4504" y="12792"/>
                </a:lnTo>
                <a:lnTo>
                  <a:pt x="3956" y="12792"/>
                </a:lnTo>
                <a:lnTo>
                  <a:pt x="3694" y="12804"/>
                </a:lnTo>
                <a:lnTo>
                  <a:pt x="3456" y="12826"/>
                </a:lnTo>
                <a:lnTo>
                  <a:pt x="3194" y="12849"/>
                </a:lnTo>
                <a:lnTo>
                  <a:pt x="2955" y="12872"/>
                </a:lnTo>
                <a:lnTo>
                  <a:pt x="2741" y="12917"/>
                </a:lnTo>
                <a:lnTo>
                  <a:pt x="2526" y="12952"/>
                </a:lnTo>
                <a:lnTo>
                  <a:pt x="2312" y="13009"/>
                </a:lnTo>
                <a:lnTo>
                  <a:pt x="1931" y="13111"/>
                </a:lnTo>
                <a:lnTo>
                  <a:pt x="1573" y="13248"/>
                </a:lnTo>
                <a:lnTo>
                  <a:pt x="1240" y="13396"/>
                </a:lnTo>
                <a:lnTo>
                  <a:pt x="954" y="13567"/>
                </a:lnTo>
                <a:lnTo>
                  <a:pt x="716" y="13749"/>
                </a:lnTo>
                <a:lnTo>
                  <a:pt x="501" y="13943"/>
                </a:lnTo>
                <a:lnTo>
                  <a:pt x="334" y="14148"/>
                </a:lnTo>
                <a:lnTo>
                  <a:pt x="191" y="14364"/>
                </a:lnTo>
                <a:lnTo>
                  <a:pt x="96" y="14581"/>
                </a:lnTo>
                <a:lnTo>
                  <a:pt x="25" y="14808"/>
                </a:lnTo>
                <a:lnTo>
                  <a:pt x="1" y="15036"/>
                </a:lnTo>
                <a:lnTo>
                  <a:pt x="25" y="15275"/>
                </a:lnTo>
                <a:lnTo>
                  <a:pt x="72" y="15503"/>
                </a:lnTo>
                <a:lnTo>
                  <a:pt x="144" y="15731"/>
                </a:lnTo>
                <a:lnTo>
                  <a:pt x="287" y="15947"/>
                </a:lnTo>
                <a:lnTo>
                  <a:pt x="453" y="16164"/>
                </a:lnTo>
                <a:lnTo>
                  <a:pt x="644" y="16369"/>
                </a:lnTo>
                <a:lnTo>
                  <a:pt x="882" y="16574"/>
                </a:lnTo>
                <a:lnTo>
                  <a:pt x="1168" y="16756"/>
                </a:lnTo>
                <a:lnTo>
                  <a:pt x="1478" y="16927"/>
                </a:lnTo>
                <a:lnTo>
                  <a:pt x="1835" y="17087"/>
                </a:lnTo>
                <a:lnTo>
                  <a:pt x="2241" y="17223"/>
                </a:lnTo>
                <a:lnTo>
                  <a:pt x="2431" y="17280"/>
                </a:lnTo>
                <a:lnTo>
                  <a:pt x="2669" y="17337"/>
                </a:lnTo>
                <a:lnTo>
                  <a:pt x="2908" y="17394"/>
                </a:lnTo>
                <a:lnTo>
                  <a:pt x="3146" y="17440"/>
                </a:lnTo>
                <a:lnTo>
                  <a:pt x="3384" y="17474"/>
                </a:lnTo>
                <a:lnTo>
                  <a:pt x="3646" y="17508"/>
                </a:lnTo>
                <a:lnTo>
                  <a:pt x="3932" y="17531"/>
                </a:lnTo>
                <a:lnTo>
                  <a:pt x="4194" y="17554"/>
                </a:lnTo>
                <a:lnTo>
                  <a:pt x="4504" y="17565"/>
                </a:lnTo>
                <a:lnTo>
                  <a:pt x="4790" y="17576"/>
                </a:lnTo>
                <a:lnTo>
                  <a:pt x="7769" y="17599"/>
                </a:lnTo>
                <a:lnTo>
                  <a:pt x="10723" y="17645"/>
                </a:lnTo>
                <a:lnTo>
                  <a:pt x="13678" y="17702"/>
                </a:lnTo>
                <a:lnTo>
                  <a:pt x="16656" y="17770"/>
                </a:lnTo>
                <a:lnTo>
                  <a:pt x="19611" y="17838"/>
                </a:lnTo>
                <a:lnTo>
                  <a:pt x="22566" y="17918"/>
                </a:lnTo>
                <a:lnTo>
                  <a:pt x="28499" y="18089"/>
                </a:lnTo>
                <a:lnTo>
                  <a:pt x="28618" y="19798"/>
                </a:lnTo>
                <a:lnTo>
                  <a:pt x="28785" y="21495"/>
                </a:lnTo>
                <a:lnTo>
                  <a:pt x="28975" y="23204"/>
                </a:lnTo>
                <a:lnTo>
                  <a:pt x="29190" y="24901"/>
                </a:lnTo>
                <a:lnTo>
                  <a:pt x="29619" y="28307"/>
                </a:lnTo>
                <a:lnTo>
                  <a:pt x="30071" y="31713"/>
                </a:lnTo>
                <a:lnTo>
                  <a:pt x="30143" y="31929"/>
                </a:lnTo>
                <a:lnTo>
                  <a:pt x="30214" y="32134"/>
                </a:lnTo>
                <a:lnTo>
                  <a:pt x="30333" y="32328"/>
                </a:lnTo>
                <a:lnTo>
                  <a:pt x="30500" y="32510"/>
                </a:lnTo>
                <a:lnTo>
                  <a:pt x="30691" y="32670"/>
                </a:lnTo>
                <a:lnTo>
                  <a:pt x="30905" y="32829"/>
                </a:lnTo>
                <a:lnTo>
                  <a:pt x="31144" y="32954"/>
                </a:lnTo>
                <a:lnTo>
                  <a:pt x="31430" y="33080"/>
                </a:lnTo>
                <a:lnTo>
                  <a:pt x="31715" y="33182"/>
                </a:lnTo>
                <a:lnTo>
                  <a:pt x="32001" y="33285"/>
                </a:lnTo>
                <a:lnTo>
                  <a:pt x="32335" y="33364"/>
                </a:lnTo>
                <a:lnTo>
                  <a:pt x="32669" y="33421"/>
                </a:lnTo>
                <a:lnTo>
                  <a:pt x="33002" y="33478"/>
                </a:lnTo>
                <a:lnTo>
                  <a:pt x="33360" y="33513"/>
                </a:lnTo>
                <a:lnTo>
                  <a:pt x="33717" y="33535"/>
                </a:lnTo>
                <a:lnTo>
                  <a:pt x="34432" y="33535"/>
                </a:lnTo>
                <a:lnTo>
                  <a:pt x="34789" y="33513"/>
                </a:lnTo>
                <a:lnTo>
                  <a:pt x="35147" y="33478"/>
                </a:lnTo>
                <a:lnTo>
                  <a:pt x="35480" y="33433"/>
                </a:lnTo>
                <a:lnTo>
                  <a:pt x="35814" y="33364"/>
                </a:lnTo>
                <a:lnTo>
                  <a:pt x="36124" y="33285"/>
                </a:lnTo>
                <a:lnTo>
                  <a:pt x="36433" y="33194"/>
                </a:lnTo>
                <a:lnTo>
                  <a:pt x="36719" y="33091"/>
                </a:lnTo>
                <a:lnTo>
                  <a:pt x="36981" y="32966"/>
                </a:lnTo>
                <a:lnTo>
                  <a:pt x="37220" y="32829"/>
                </a:lnTo>
                <a:lnTo>
                  <a:pt x="37434" y="32681"/>
                </a:lnTo>
                <a:lnTo>
                  <a:pt x="37601" y="32510"/>
                </a:lnTo>
                <a:lnTo>
                  <a:pt x="37768" y="32339"/>
                </a:lnTo>
                <a:lnTo>
                  <a:pt x="37887" y="32146"/>
                </a:lnTo>
                <a:lnTo>
                  <a:pt x="37958" y="31941"/>
                </a:lnTo>
                <a:lnTo>
                  <a:pt x="38006" y="31713"/>
                </a:lnTo>
                <a:lnTo>
                  <a:pt x="38077" y="30881"/>
                </a:lnTo>
                <a:lnTo>
                  <a:pt x="38125" y="30050"/>
                </a:lnTo>
                <a:lnTo>
                  <a:pt x="38197" y="28387"/>
                </a:lnTo>
                <a:lnTo>
                  <a:pt x="38220" y="26712"/>
                </a:lnTo>
                <a:lnTo>
                  <a:pt x="38220" y="25049"/>
                </a:lnTo>
                <a:lnTo>
                  <a:pt x="38173" y="21723"/>
                </a:lnTo>
                <a:lnTo>
                  <a:pt x="38173" y="20048"/>
                </a:lnTo>
                <a:lnTo>
                  <a:pt x="38197" y="18385"/>
                </a:lnTo>
                <a:lnTo>
                  <a:pt x="44678" y="18590"/>
                </a:lnTo>
                <a:lnTo>
                  <a:pt x="45202" y="18590"/>
                </a:lnTo>
                <a:lnTo>
                  <a:pt x="45679" y="18567"/>
                </a:lnTo>
                <a:lnTo>
                  <a:pt x="46131" y="18522"/>
                </a:lnTo>
                <a:lnTo>
                  <a:pt x="46560" y="18465"/>
                </a:lnTo>
                <a:lnTo>
                  <a:pt x="46941" y="18374"/>
                </a:lnTo>
                <a:lnTo>
                  <a:pt x="47299" y="18271"/>
                </a:lnTo>
                <a:lnTo>
                  <a:pt x="47609" y="18157"/>
                </a:lnTo>
                <a:lnTo>
                  <a:pt x="47894" y="18021"/>
                </a:lnTo>
                <a:lnTo>
                  <a:pt x="48133" y="17873"/>
                </a:lnTo>
                <a:lnTo>
                  <a:pt x="48347" y="17713"/>
                </a:lnTo>
                <a:lnTo>
                  <a:pt x="48538" y="17542"/>
                </a:lnTo>
                <a:lnTo>
                  <a:pt x="48681" y="17371"/>
                </a:lnTo>
                <a:lnTo>
                  <a:pt x="48800" y="17178"/>
                </a:lnTo>
                <a:lnTo>
                  <a:pt x="48895" y="16995"/>
                </a:lnTo>
                <a:lnTo>
                  <a:pt x="48943" y="16802"/>
                </a:lnTo>
                <a:lnTo>
                  <a:pt x="48943" y="16597"/>
                </a:lnTo>
                <a:lnTo>
                  <a:pt x="48943" y="16403"/>
                </a:lnTo>
                <a:lnTo>
                  <a:pt x="48895" y="16198"/>
                </a:lnTo>
                <a:lnTo>
                  <a:pt x="48800" y="16004"/>
                </a:lnTo>
                <a:lnTo>
                  <a:pt x="48681" y="15811"/>
                </a:lnTo>
                <a:lnTo>
                  <a:pt x="48538" y="15629"/>
                </a:lnTo>
                <a:lnTo>
                  <a:pt x="48347" y="15446"/>
                </a:lnTo>
                <a:lnTo>
                  <a:pt x="48133" y="15264"/>
                </a:lnTo>
                <a:lnTo>
                  <a:pt x="47871" y="15105"/>
                </a:lnTo>
                <a:lnTo>
                  <a:pt x="47585" y="14956"/>
                </a:lnTo>
                <a:lnTo>
                  <a:pt x="47275" y="14820"/>
                </a:lnTo>
                <a:lnTo>
                  <a:pt x="46918" y="14694"/>
                </a:lnTo>
                <a:lnTo>
                  <a:pt x="46536" y="14581"/>
                </a:lnTo>
                <a:lnTo>
                  <a:pt x="46131" y="14489"/>
                </a:lnTo>
                <a:lnTo>
                  <a:pt x="45679" y="14421"/>
                </a:lnTo>
                <a:lnTo>
                  <a:pt x="45202" y="14364"/>
                </a:lnTo>
                <a:lnTo>
                  <a:pt x="44678" y="14341"/>
                </a:lnTo>
                <a:lnTo>
                  <a:pt x="38435" y="14136"/>
                </a:lnTo>
                <a:lnTo>
                  <a:pt x="38435" y="14057"/>
                </a:lnTo>
                <a:lnTo>
                  <a:pt x="38530" y="13214"/>
                </a:lnTo>
                <a:lnTo>
                  <a:pt x="38649" y="12371"/>
                </a:lnTo>
                <a:lnTo>
                  <a:pt x="38792" y="11539"/>
                </a:lnTo>
                <a:lnTo>
                  <a:pt x="38935" y="10696"/>
                </a:lnTo>
                <a:lnTo>
                  <a:pt x="39269" y="9022"/>
                </a:lnTo>
                <a:lnTo>
                  <a:pt x="39602" y="7347"/>
                </a:lnTo>
                <a:lnTo>
                  <a:pt x="39698" y="7006"/>
                </a:lnTo>
                <a:lnTo>
                  <a:pt x="39817" y="6550"/>
                </a:lnTo>
                <a:lnTo>
                  <a:pt x="40127" y="5491"/>
                </a:lnTo>
                <a:lnTo>
                  <a:pt x="40365" y="5377"/>
                </a:lnTo>
                <a:lnTo>
                  <a:pt x="40579" y="5263"/>
                </a:lnTo>
                <a:lnTo>
                  <a:pt x="40794" y="5149"/>
                </a:lnTo>
                <a:lnTo>
                  <a:pt x="40984" y="5023"/>
                </a:lnTo>
                <a:lnTo>
                  <a:pt x="41151" y="4887"/>
                </a:lnTo>
                <a:lnTo>
                  <a:pt x="41318" y="4750"/>
                </a:lnTo>
                <a:lnTo>
                  <a:pt x="41461" y="4602"/>
                </a:lnTo>
                <a:lnTo>
                  <a:pt x="41580" y="4454"/>
                </a:lnTo>
                <a:lnTo>
                  <a:pt x="41675" y="4306"/>
                </a:lnTo>
                <a:lnTo>
                  <a:pt x="41747" y="4146"/>
                </a:lnTo>
                <a:lnTo>
                  <a:pt x="41795" y="3975"/>
                </a:lnTo>
                <a:lnTo>
                  <a:pt x="41818" y="3805"/>
                </a:lnTo>
                <a:lnTo>
                  <a:pt x="41818" y="3634"/>
                </a:lnTo>
                <a:lnTo>
                  <a:pt x="41795" y="3463"/>
                </a:lnTo>
                <a:lnTo>
                  <a:pt x="41747" y="3281"/>
                </a:lnTo>
                <a:lnTo>
                  <a:pt x="41675" y="3098"/>
                </a:lnTo>
                <a:lnTo>
                  <a:pt x="41485" y="2745"/>
                </a:lnTo>
                <a:lnTo>
                  <a:pt x="41270" y="2426"/>
                </a:lnTo>
                <a:lnTo>
                  <a:pt x="41056" y="2130"/>
                </a:lnTo>
                <a:lnTo>
                  <a:pt x="40794" y="1857"/>
                </a:lnTo>
                <a:lnTo>
                  <a:pt x="40508" y="1583"/>
                </a:lnTo>
                <a:lnTo>
                  <a:pt x="40174" y="1321"/>
                </a:lnTo>
                <a:lnTo>
                  <a:pt x="39793" y="1048"/>
                </a:lnTo>
                <a:lnTo>
                  <a:pt x="39340" y="763"/>
                </a:lnTo>
                <a:lnTo>
                  <a:pt x="39150" y="661"/>
                </a:lnTo>
                <a:lnTo>
                  <a:pt x="38959" y="558"/>
                </a:lnTo>
                <a:lnTo>
                  <a:pt x="38745" y="478"/>
                </a:lnTo>
                <a:lnTo>
                  <a:pt x="38530" y="399"/>
                </a:lnTo>
                <a:lnTo>
                  <a:pt x="38316" y="330"/>
                </a:lnTo>
                <a:lnTo>
                  <a:pt x="38077" y="262"/>
                </a:lnTo>
                <a:lnTo>
                  <a:pt x="37839" y="205"/>
                </a:lnTo>
                <a:lnTo>
                  <a:pt x="37601" y="159"/>
                </a:lnTo>
                <a:lnTo>
                  <a:pt x="37339" y="114"/>
                </a:lnTo>
                <a:lnTo>
                  <a:pt x="37077" y="80"/>
                </a:lnTo>
                <a:lnTo>
                  <a:pt x="36815" y="46"/>
                </a:lnTo>
                <a:lnTo>
                  <a:pt x="36552" y="23"/>
                </a:lnTo>
                <a:lnTo>
                  <a:pt x="36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rot="10800000">
            <a:off x="5661412" y="2651659"/>
            <a:ext cx="219991" cy="159981"/>
          </a:xfrm>
          <a:custGeom>
            <a:rect b="b" l="l" r="r" t="t"/>
            <a:pathLst>
              <a:path extrusionOk="0" h="30974" w="77942">
                <a:moveTo>
                  <a:pt x="50492" y="1"/>
                </a:moveTo>
                <a:lnTo>
                  <a:pt x="49991" y="12"/>
                </a:lnTo>
                <a:lnTo>
                  <a:pt x="49515" y="46"/>
                </a:lnTo>
                <a:lnTo>
                  <a:pt x="49038" y="92"/>
                </a:lnTo>
                <a:lnTo>
                  <a:pt x="48585" y="149"/>
                </a:lnTo>
                <a:lnTo>
                  <a:pt x="48133" y="240"/>
                </a:lnTo>
                <a:lnTo>
                  <a:pt x="47704" y="343"/>
                </a:lnTo>
                <a:lnTo>
                  <a:pt x="47299" y="457"/>
                </a:lnTo>
                <a:lnTo>
                  <a:pt x="46941" y="593"/>
                </a:lnTo>
                <a:lnTo>
                  <a:pt x="46584" y="753"/>
                </a:lnTo>
                <a:lnTo>
                  <a:pt x="46274" y="924"/>
                </a:lnTo>
                <a:lnTo>
                  <a:pt x="46012" y="1129"/>
                </a:lnTo>
                <a:lnTo>
                  <a:pt x="45893" y="1231"/>
                </a:lnTo>
                <a:lnTo>
                  <a:pt x="45774" y="1345"/>
                </a:lnTo>
                <a:lnTo>
                  <a:pt x="45678" y="1459"/>
                </a:lnTo>
                <a:lnTo>
                  <a:pt x="45607" y="1573"/>
                </a:lnTo>
                <a:lnTo>
                  <a:pt x="45512" y="1698"/>
                </a:lnTo>
                <a:lnTo>
                  <a:pt x="45464" y="1835"/>
                </a:lnTo>
                <a:lnTo>
                  <a:pt x="45011" y="3042"/>
                </a:lnTo>
                <a:lnTo>
                  <a:pt x="44582" y="4273"/>
                </a:lnTo>
                <a:lnTo>
                  <a:pt x="44225" y="5503"/>
                </a:lnTo>
                <a:lnTo>
                  <a:pt x="43891" y="6756"/>
                </a:lnTo>
                <a:lnTo>
                  <a:pt x="43605" y="8009"/>
                </a:lnTo>
                <a:lnTo>
                  <a:pt x="43367" y="9285"/>
                </a:lnTo>
                <a:lnTo>
                  <a:pt x="43153" y="10549"/>
                </a:lnTo>
                <a:lnTo>
                  <a:pt x="42962" y="11825"/>
                </a:lnTo>
                <a:lnTo>
                  <a:pt x="33502" y="11745"/>
                </a:lnTo>
                <a:lnTo>
                  <a:pt x="24067" y="11643"/>
                </a:lnTo>
                <a:lnTo>
                  <a:pt x="19349" y="11586"/>
                </a:lnTo>
                <a:lnTo>
                  <a:pt x="14631" y="11529"/>
                </a:lnTo>
                <a:lnTo>
                  <a:pt x="9913" y="11449"/>
                </a:lnTo>
                <a:lnTo>
                  <a:pt x="5195" y="11369"/>
                </a:lnTo>
                <a:lnTo>
                  <a:pt x="4576" y="11369"/>
                </a:lnTo>
                <a:lnTo>
                  <a:pt x="4266" y="11381"/>
                </a:lnTo>
                <a:lnTo>
                  <a:pt x="3980" y="11403"/>
                </a:lnTo>
                <a:lnTo>
                  <a:pt x="3694" y="11438"/>
                </a:lnTo>
                <a:lnTo>
                  <a:pt x="3432" y="11472"/>
                </a:lnTo>
                <a:lnTo>
                  <a:pt x="3170" y="11506"/>
                </a:lnTo>
                <a:lnTo>
                  <a:pt x="2931" y="11551"/>
                </a:lnTo>
                <a:lnTo>
                  <a:pt x="2693" y="11608"/>
                </a:lnTo>
                <a:lnTo>
                  <a:pt x="2455" y="11665"/>
                </a:lnTo>
                <a:lnTo>
                  <a:pt x="2240" y="11734"/>
                </a:lnTo>
                <a:lnTo>
                  <a:pt x="2026" y="11802"/>
                </a:lnTo>
                <a:lnTo>
                  <a:pt x="1835" y="11882"/>
                </a:lnTo>
                <a:lnTo>
                  <a:pt x="1645" y="11962"/>
                </a:lnTo>
                <a:lnTo>
                  <a:pt x="1311" y="12132"/>
                </a:lnTo>
                <a:lnTo>
                  <a:pt x="1001" y="12326"/>
                </a:lnTo>
                <a:lnTo>
                  <a:pt x="739" y="12531"/>
                </a:lnTo>
                <a:lnTo>
                  <a:pt x="525" y="12748"/>
                </a:lnTo>
                <a:lnTo>
                  <a:pt x="334" y="12975"/>
                </a:lnTo>
                <a:lnTo>
                  <a:pt x="191" y="13203"/>
                </a:lnTo>
                <a:lnTo>
                  <a:pt x="96" y="13442"/>
                </a:lnTo>
                <a:lnTo>
                  <a:pt x="24" y="13693"/>
                </a:lnTo>
                <a:lnTo>
                  <a:pt x="1" y="13932"/>
                </a:lnTo>
                <a:lnTo>
                  <a:pt x="24" y="14183"/>
                </a:lnTo>
                <a:lnTo>
                  <a:pt x="96" y="14422"/>
                </a:lnTo>
                <a:lnTo>
                  <a:pt x="191" y="14673"/>
                </a:lnTo>
                <a:lnTo>
                  <a:pt x="334" y="14900"/>
                </a:lnTo>
                <a:lnTo>
                  <a:pt x="501" y="15128"/>
                </a:lnTo>
                <a:lnTo>
                  <a:pt x="739" y="15345"/>
                </a:lnTo>
                <a:lnTo>
                  <a:pt x="1001" y="15550"/>
                </a:lnTo>
                <a:lnTo>
                  <a:pt x="1311" y="15732"/>
                </a:lnTo>
                <a:lnTo>
                  <a:pt x="1645" y="15914"/>
                </a:lnTo>
                <a:lnTo>
                  <a:pt x="1835" y="15994"/>
                </a:lnTo>
                <a:lnTo>
                  <a:pt x="2026" y="16062"/>
                </a:lnTo>
                <a:lnTo>
                  <a:pt x="2240" y="16142"/>
                </a:lnTo>
                <a:lnTo>
                  <a:pt x="2455" y="16199"/>
                </a:lnTo>
                <a:lnTo>
                  <a:pt x="2693" y="16256"/>
                </a:lnTo>
                <a:lnTo>
                  <a:pt x="2931" y="16313"/>
                </a:lnTo>
                <a:lnTo>
                  <a:pt x="3170" y="16358"/>
                </a:lnTo>
                <a:lnTo>
                  <a:pt x="3432" y="16404"/>
                </a:lnTo>
                <a:lnTo>
                  <a:pt x="3694" y="16438"/>
                </a:lnTo>
                <a:lnTo>
                  <a:pt x="3980" y="16461"/>
                </a:lnTo>
                <a:lnTo>
                  <a:pt x="4266" y="16484"/>
                </a:lnTo>
                <a:lnTo>
                  <a:pt x="4576" y="16495"/>
                </a:lnTo>
                <a:lnTo>
                  <a:pt x="4885" y="16507"/>
                </a:lnTo>
                <a:lnTo>
                  <a:pt x="5195" y="16507"/>
                </a:lnTo>
                <a:lnTo>
                  <a:pt x="9865" y="16415"/>
                </a:lnTo>
                <a:lnTo>
                  <a:pt x="14512" y="16347"/>
                </a:lnTo>
                <a:lnTo>
                  <a:pt x="19182" y="16279"/>
                </a:lnTo>
                <a:lnTo>
                  <a:pt x="23828" y="16233"/>
                </a:lnTo>
                <a:lnTo>
                  <a:pt x="33145" y="16131"/>
                </a:lnTo>
                <a:lnTo>
                  <a:pt x="42485" y="16051"/>
                </a:lnTo>
                <a:lnTo>
                  <a:pt x="42462" y="16882"/>
                </a:lnTo>
                <a:lnTo>
                  <a:pt x="42438" y="17725"/>
                </a:lnTo>
                <a:lnTo>
                  <a:pt x="42438" y="18557"/>
                </a:lnTo>
                <a:lnTo>
                  <a:pt x="42462" y="19388"/>
                </a:lnTo>
                <a:lnTo>
                  <a:pt x="42509" y="20220"/>
                </a:lnTo>
                <a:lnTo>
                  <a:pt x="42557" y="21052"/>
                </a:lnTo>
                <a:lnTo>
                  <a:pt x="42605" y="21883"/>
                </a:lnTo>
                <a:lnTo>
                  <a:pt x="42700" y="22715"/>
                </a:lnTo>
                <a:lnTo>
                  <a:pt x="42795" y="23535"/>
                </a:lnTo>
                <a:lnTo>
                  <a:pt x="42914" y="24355"/>
                </a:lnTo>
                <a:lnTo>
                  <a:pt x="43034" y="25164"/>
                </a:lnTo>
                <a:lnTo>
                  <a:pt x="43176" y="25984"/>
                </a:lnTo>
                <a:lnTo>
                  <a:pt x="43343" y="26793"/>
                </a:lnTo>
                <a:lnTo>
                  <a:pt x="43534" y="27590"/>
                </a:lnTo>
                <a:lnTo>
                  <a:pt x="43725" y="28387"/>
                </a:lnTo>
                <a:lnTo>
                  <a:pt x="43939" y="29185"/>
                </a:lnTo>
                <a:lnTo>
                  <a:pt x="44010" y="29390"/>
                </a:lnTo>
                <a:lnTo>
                  <a:pt x="44130" y="29595"/>
                </a:lnTo>
                <a:lnTo>
                  <a:pt x="44273" y="29777"/>
                </a:lnTo>
                <a:lnTo>
                  <a:pt x="44439" y="29948"/>
                </a:lnTo>
                <a:lnTo>
                  <a:pt x="44654" y="30107"/>
                </a:lnTo>
                <a:lnTo>
                  <a:pt x="44868" y="30244"/>
                </a:lnTo>
                <a:lnTo>
                  <a:pt x="45130" y="30381"/>
                </a:lnTo>
                <a:lnTo>
                  <a:pt x="45392" y="30506"/>
                </a:lnTo>
                <a:lnTo>
                  <a:pt x="45678" y="30609"/>
                </a:lnTo>
                <a:lnTo>
                  <a:pt x="45988" y="30700"/>
                </a:lnTo>
                <a:lnTo>
                  <a:pt x="46322" y="30780"/>
                </a:lnTo>
                <a:lnTo>
                  <a:pt x="46632" y="30848"/>
                </a:lnTo>
                <a:lnTo>
                  <a:pt x="46989" y="30893"/>
                </a:lnTo>
                <a:lnTo>
                  <a:pt x="47323" y="30939"/>
                </a:lnTo>
                <a:lnTo>
                  <a:pt x="47680" y="30962"/>
                </a:lnTo>
                <a:lnTo>
                  <a:pt x="48014" y="30973"/>
                </a:lnTo>
                <a:lnTo>
                  <a:pt x="48371" y="30973"/>
                </a:lnTo>
                <a:lnTo>
                  <a:pt x="48705" y="30950"/>
                </a:lnTo>
                <a:lnTo>
                  <a:pt x="49038" y="30916"/>
                </a:lnTo>
                <a:lnTo>
                  <a:pt x="49372" y="30871"/>
                </a:lnTo>
                <a:lnTo>
                  <a:pt x="49681" y="30814"/>
                </a:lnTo>
                <a:lnTo>
                  <a:pt x="49991" y="30745"/>
                </a:lnTo>
                <a:lnTo>
                  <a:pt x="50277" y="30654"/>
                </a:lnTo>
                <a:lnTo>
                  <a:pt x="50539" y="30552"/>
                </a:lnTo>
                <a:lnTo>
                  <a:pt x="50778" y="30426"/>
                </a:lnTo>
                <a:lnTo>
                  <a:pt x="50992" y="30301"/>
                </a:lnTo>
                <a:lnTo>
                  <a:pt x="51206" y="30153"/>
                </a:lnTo>
                <a:lnTo>
                  <a:pt x="51373" y="29994"/>
                </a:lnTo>
                <a:lnTo>
                  <a:pt x="51516" y="29811"/>
                </a:lnTo>
                <a:lnTo>
                  <a:pt x="51612" y="29618"/>
                </a:lnTo>
                <a:lnTo>
                  <a:pt x="51683" y="29413"/>
                </a:lnTo>
                <a:lnTo>
                  <a:pt x="51707" y="29185"/>
                </a:lnTo>
                <a:lnTo>
                  <a:pt x="51802" y="27510"/>
                </a:lnTo>
                <a:lnTo>
                  <a:pt x="51921" y="25836"/>
                </a:lnTo>
                <a:lnTo>
                  <a:pt x="52064" y="24184"/>
                </a:lnTo>
                <a:lnTo>
                  <a:pt x="52231" y="22521"/>
                </a:lnTo>
                <a:lnTo>
                  <a:pt x="52422" y="20881"/>
                </a:lnTo>
                <a:lnTo>
                  <a:pt x="52636" y="19229"/>
                </a:lnTo>
                <a:lnTo>
                  <a:pt x="52874" y="17589"/>
                </a:lnTo>
                <a:lnTo>
                  <a:pt x="53136" y="15960"/>
                </a:lnTo>
                <a:lnTo>
                  <a:pt x="63740" y="15857"/>
                </a:lnTo>
                <a:lnTo>
                  <a:pt x="69030" y="15789"/>
                </a:lnTo>
                <a:lnTo>
                  <a:pt x="74319" y="15721"/>
                </a:lnTo>
                <a:lnTo>
                  <a:pt x="74748" y="15709"/>
                </a:lnTo>
                <a:lnTo>
                  <a:pt x="75153" y="15675"/>
                </a:lnTo>
                <a:lnTo>
                  <a:pt x="75535" y="15618"/>
                </a:lnTo>
                <a:lnTo>
                  <a:pt x="75892" y="15550"/>
                </a:lnTo>
                <a:lnTo>
                  <a:pt x="76226" y="15470"/>
                </a:lnTo>
                <a:lnTo>
                  <a:pt x="76511" y="15379"/>
                </a:lnTo>
                <a:lnTo>
                  <a:pt x="76774" y="15265"/>
                </a:lnTo>
                <a:lnTo>
                  <a:pt x="77036" y="15151"/>
                </a:lnTo>
                <a:lnTo>
                  <a:pt x="77226" y="15014"/>
                </a:lnTo>
                <a:lnTo>
                  <a:pt x="77417" y="14878"/>
                </a:lnTo>
                <a:lnTo>
                  <a:pt x="77584" y="14730"/>
                </a:lnTo>
                <a:lnTo>
                  <a:pt x="77703" y="14581"/>
                </a:lnTo>
                <a:lnTo>
                  <a:pt x="77798" y="14422"/>
                </a:lnTo>
                <a:lnTo>
                  <a:pt x="77870" y="14263"/>
                </a:lnTo>
                <a:lnTo>
                  <a:pt x="77917" y="14103"/>
                </a:lnTo>
                <a:lnTo>
                  <a:pt x="77941" y="13932"/>
                </a:lnTo>
                <a:lnTo>
                  <a:pt x="77917" y="13773"/>
                </a:lnTo>
                <a:lnTo>
                  <a:pt x="77870" y="13613"/>
                </a:lnTo>
                <a:lnTo>
                  <a:pt x="77798" y="13442"/>
                </a:lnTo>
                <a:lnTo>
                  <a:pt x="77703" y="13294"/>
                </a:lnTo>
                <a:lnTo>
                  <a:pt x="77584" y="13135"/>
                </a:lnTo>
                <a:lnTo>
                  <a:pt x="77417" y="12998"/>
                </a:lnTo>
                <a:lnTo>
                  <a:pt x="77250" y="12850"/>
                </a:lnTo>
                <a:lnTo>
                  <a:pt x="77036" y="12725"/>
                </a:lnTo>
                <a:lnTo>
                  <a:pt x="76797" y="12599"/>
                </a:lnTo>
                <a:lnTo>
                  <a:pt x="76511" y="12497"/>
                </a:lnTo>
                <a:lnTo>
                  <a:pt x="76226" y="12394"/>
                </a:lnTo>
                <a:lnTo>
                  <a:pt x="75892" y="12315"/>
                </a:lnTo>
                <a:lnTo>
                  <a:pt x="75535" y="12246"/>
                </a:lnTo>
                <a:lnTo>
                  <a:pt x="75153" y="12201"/>
                </a:lnTo>
                <a:lnTo>
                  <a:pt x="74748" y="12167"/>
                </a:lnTo>
                <a:lnTo>
                  <a:pt x="74319" y="12144"/>
                </a:lnTo>
                <a:lnTo>
                  <a:pt x="69220" y="12075"/>
                </a:lnTo>
                <a:lnTo>
                  <a:pt x="64121" y="12018"/>
                </a:lnTo>
                <a:lnTo>
                  <a:pt x="53923" y="11927"/>
                </a:lnTo>
                <a:lnTo>
                  <a:pt x="54399" y="9581"/>
                </a:lnTo>
                <a:lnTo>
                  <a:pt x="54924" y="7246"/>
                </a:lnTo>
                <a:lnTo>
                  <a:pt x="55472" y="4888"/>
                </a:lnTo>
                <a:lnTo>
                  <a:pt x="56067" y="2518"/>
                </a:lnTo>
                <a:lnTo>
                  <a:pt x="56091" y="2382"/>
                </a:lnTo>
                <a:lnTo>
                  <a:pt x="56091" y="2256"/>
                </a:lnTo>
                <a:lnTo>
                  <a:pt x="56091" y="2131"/>
                </a:lnTo>
                <a:lnTo>
                  <a:pt x="56067" y="2006"/>
                </a:lnTo>
                <a:lnTo>
                  <a:pt x="56043" y="1892"/>
                </a:lnTo>
                <a:lnTo>
                  <a:pt x="55996" y="1767"/>
                </a:lnTo>
                <a:lnTo>
                  <a:pt x="55948" y="1664"/>
                </a:lnTo>
                <a:lnTo>
                  <a:pt x="55853" y="1550"/>
                </a:lnTo>
                <a:lnTo>
                  <a:pt x="55686" y="1345"/>
                </a:lnTo>
                <a:lnTo>
                  <a:pt x="55448" y="1151"/>
                </a:lnTo>
                <a:lnTo>
                  <a:pt x="55186" y="969"/>
                </a:lnTo>
                <a:lnTo>
                  <a:pt x="54876" y="798"/>
                </a:lnTo>
                <a:lnTo>
                  <a:pt x="54542" y="650"/>
                </a:lnTo>
                <a:lnTo>
                  <a:pt x="54161" y="514"/>
                </a:lnTo>
                <a:lnTo>
                  <a:pt x="53756" y="400"/>
                </a:lnTo>
                <a:lnTo>
                  <a:pt x="53327" y="297"/>
                </a:lnTo>
                <a:lnTo>
                  <a:pt x="52898" y="206"/>
                </a:lnTo>
                <a:lnTo>
                  <a:pt x="52422" y="126"/>
                </a:lnTo>
                <a:lnTo>
                  <a:pt x="51945" y="69"/>
                </a:lnTo>
                <a:lnTo>
                  <a:pt x="51469" y="35"/>
                </a:lnTo>
                <a:lnTo>
                  <a:pt x="50992" y="12"/>
                </a:lnTo>
                <a:lnTo>
                  <a:pt x="5049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rot="8100000">
            <a:off x="7655307" y="1421703"/>
            <a:ext cx="488502" cy="233958"/>
          </a:xfrm>
          <a:custGeom>
            <a:rect b="b" l="l" r="r" t="t"/>
            <a:pathLst>
              <a:path extrusionOk="0" h="40622" w="155072">
                <a:moveTo>
                  <a:pt x="151855" y="1"/>
                </a:moveTo>
                <a:lnTo>
                  <a:pt x="151545" y="12"/>
                </a:lnTo>
                <a:lnTo>
                  <a:pt x="151235" y="35"/>
                </a:lnTo>
                <a:lnTo>
                  <a:pt x="150925" y="69"/>
                </a:lnTo>
                <a:lnTo>
                  <a:pt x="150616" y="126"/>
                </a:lnTo>
                <a:lnTo>
                  <a:pt x="145826" y="1117"/>
                </a:lnTo>
                <a:lnTo>
                  <a:pt x="141061" y="2119"/>
                </a:lnTo>
                <a:lnTo>
                  <a:pt x="136271" y="3122"/>
                </a:lnTo>
                <a:lnTo>
                  <a:pt x="131506" y="4147"/>
                </a:lnTo>
                <a:lnTo>
                  <a:pt x="126740" y="5172"/>
                </a:lnTo>
                <a:lnTo>
                  <a:pt x="121975" y="6209"/>
                </a:lnTo>
                <a:lnTo>
                  <a:pt x="117209" y="7257"/>
                </a:lnTo>
                <a:lnTo>
                  <a:pt x="112444" y="8316"/>
                </a:lnTo>
                <a:lnTo>
                  <a:pt x="107678" y="9387"/>
                </a:lnTo>
                <a:lnTo>
                  <a:pt x="102936" y="10458"/>
                </a:lnTo>
                <a:lnTo>
                  <a:pt x="98195" y="11551"/>
                </a:lnTo>
                <a:lnTo>
                  <a:pt x="93453" y="12656"/>
                </a:lnTo>
                <a:lnTo>
                  <a:pt x="88735" y="13761"/>
                </a:lnTo>
                <a:lnTo>
                  <a:pt x="84017" y="14889"/>
                </a:lnTo>
                <a:lnTo>
                  <a:pt x="79323" y="16016"/>
                </a:lnTo>
                <a:lnTo>
                  <a:pt x="74629" y="17155"/>
                </a:lnTo>
                <a:lnTo>
                  <a:pt x="69959" y="18317"/>
                </a:lnTo>
                <a:lnTo>
                  <a:pt x="65289" y="19479"/>
                </a:lnTo>
                <a:lnTo>
                  <a:pt x="60642" y="20664"/>
                </a:lnTo>
                <a:lnTo>
                  <a:pt x="55996" y="21849"/>
                </a:lnTo>
                <a:lnTo>
                  <a:pt x="51397" y="23056"/>
                </a:lnTo>
                <a:lnTo>
                  <a:pt x="46774" y="24264"/>
                </a:lnTo>
                <a:lnTo>
                  <a:pt x="42200" y="25494"/>
                </a:lnTo>
                <a:lnTo>
                  <a:pt x="37625" y="26735"/>
                </a:lnTo>
                <a:lnTo>
                  <a:pt x="33074" y="27988"/>
                </a:lnTo>
                <a:lnTo>
                  <a:pt x="28546" y="29253"/>
                </a:lnTo>
                <a:lnTo>
                  <a:pt x="24043" y="30529"/>
                </a:lnTo>
                <a:lnTo>
                  <a:pt x="19563" y="31816"/>
                </a:lnTo>
                <a:lnTo>
                  <a:pt x="15107" y="33114"/>
                </a:lnTo>
                <a:lnTo>
                  <a:pt x="10675" y="34436"/>
                </a:lnTo>
                <a:lnTo>
                  <a:pt x="6243" y="35768"/>
                </a:lnTo>
                <a:lnTo>
                  <a:pt x="1859" y="37101"/>
                </a:lnTo>
                <a:lnTo>
                  <a:pt x="1478" y="37238"/>
                </a:lnTo>
                <a:lnTo>
                  <a:pt x="1168" y="37375"/>
                </a:lnTo>
                <a:lnTo>
                  <a:pt x="882" y="37511"/>
                </a:lnTo>
                <a:lnTo>
                  <a:pt x="620" y="37671"/>
                </a:lnTo>
                <a:lnTo>
                  <a:pt x="430" y="37830"/>
                </a:lnTo>
                <a:lnTo>
                  <a:pt x="263" y="37990"/>
                </a:lnTo>
                <a:lnTo>
                  <a:pt x="144" y="38161"/>
                </a:lnTo>
                <a:lnTo>
                  <a:pt x="72" y="38331"/>
                </a:lnTo>
                <a:lnTo>
                  <a:pt x="24" y="38502"/>
                </a:lnTo>
                <a:lnTo>
                  <a:pt x="1" y="38673"/>
                </a:lnTo>
                <a:lnTo>
                  <a:pt x="24" y="38855"/>
                </a:lnTo>
                <a:lnTo>
                  <a:pt x="72" y="39026"/>
                </a:lnTo>
                <a:lnTo>
                  <a:pt x="167" y="39186"/>
                </a:lnTo>
                <a:lnTo>
                  <a:pt x="287" y="39357"/>
                </a:lnTo>
                <a:lnTo>
                  <a:pt x="430" y="39516"/>
                </a:lnTo>
                <a:lnTo>
                  <a:pt x="596" y="39664"/>
                </a:lnTo>
                <a:lnTo>
                  <a:pt x="787" y="39812"/>
                </a:lnTo>
                <a:lnTo>
                  <a:pt x="1001" y="39949"/>
                </a:lnTo>
                <a:lnTo>
                  <a:pt x="1240" y="40074"/>
                </a:lnTo>
                <a:lnTo>
                  <a:pt x="1502" y="40200"/>
                </a:lnTo>
                <a:lnTo>
                  <a:pt x="1788" y="40302"/>
                </a:lnTo>
                <a:lnTo>
                  <a:pt x="2074" y="40393"/>
                </a:lnTo>
                <a:lnTo>
                  <a:pt x="2407" y="40473"/>
                </a:lnTo>
                <a:lnTo>
                  <a:pt x="2741" y="40530"/>
                </a:lnTo>
                <a:lnTo>
                  <a:pt x="3098" y="40576"/>
                </a:lnTo>
                <a:lnTo>
                  <a:pt x="3456" y="40610"/>
                </a:lnTo>
                <a:lnTo>
                  <a:pt x="3837" y="40621"/>
                </a:lnTo>
                <a:lnTo>
                  <a:pt x="4218" y="40610"/>
                </a:lnTo>
                <a:lnTo>
                  <a:pt x="4599" y="40576"/>
                </a:lnTo>
                <a:lnTo>
                  <a:pt x="5004" y="40530"/>
                </a:lnTo>
                <a:lnTo>
                  <a:pt x="5410" y="40450"/>
                </a:lnTo>
                <a:lnTo>
                  <a:pt x="5838" y="40359"/>
                </a:lnTo>
                <a:lnTo>
                  <a:pt x="24162" y="35472"/>
                </a:lnTo>
                <a:lnTo>
                  <a:pt x="42485" y="30597"/>
                </a:lnTo>
                <a:lnTo>
                  <a:pt x="51635" y="28171"/>
                </a:lnTo>
                <a:lnTo>
                  <a:pt x="60809" y="25756"/>
                </a:lnTo>
                <a:lnTo>
                  <a:pt x="69959" y="23352"/>
                </a:lnTo>
                <a:lnTo>
                  <a:pt x="79156" y="20971"/>
                </a:lnTo>
                <a:lnTo>
                  <a:pt x="88354" y="18591"/>
                </a:lnTo>
                <a:lnTo>
                  <a:pt x="97575" y="16233"/>
                </a:lnTo>
                <a:lnTo>
                  <a:pt x="106820" y="13898"/>
                </a:lnTo>
                <a:lnTo>
                  <a:pt x="116089" y="11574"/>
                </a:lnTo>
                <a:lnTo>
                  <a:pt x="120736" y="10423"/>
                </a:lnTo>
                <a:lnTo>
                  <a:pt x="125406" y="9273"/>
                </a:lnTo>
                <a:lnTo>
                  <a:pt x="130076" y="8134"/>
                </a:lnTo>
                <a:lnTo>
                  <a:pt x="134746" y="7006"/>
                </a:lnTo>
                <a:lnTo>
                  <a:pt x="139441" y="5878"/>
                </a:lnTo>
                <a:lnTo>
                  <a:pt x="144135" y="4751"/>
                </a:lnTo>
                <a:lnTo>
                  <a:pt x="148829" y="3646"/>
                </a:lnTo>
                <a:lnTo>
                  <a:pt x="153547" y="2529"/>
                </a:lnTo>
                <a:lnTo>
                  <a:pt x="153856" y="2450"/>
                </a:lnTo>
                <a:lnTo>
                  <a:pt x="154118" y="2370"/>
                </a:lnTo>
                <a:lnTo>
                  <a:pt x="154357" y="2279"/>
                </a:lnTo>
                <a:lnTo>
                  <a:pt x="154547" y="2176"/>
                </a:lnTo>
                <a:lnTo>
                  <a:pt x="154714" y="2062"/>
                </a:lnTo>
                <a:lnTo>
                  <a:pt x="154833" y="1960"/>
                </a:lnTo>
                <a:lnTo>
                  <a:pt x="154952" y="1846"/>
                </a:lnTo>
                <a:lnTo>
                  <a:pt x="155024" y="1721"/>
                </a:lnTo>
                <a:lnTo>
                  <a:pt x="155048" y="1607"/>
                </a:lnTo>
                <a:lnTo>
                  <a:pt x="155072" y="1481"/>
                </a:lnTo>
                <a:lnTo>
                  <a:pt x="155048" y="1356"/>
                </a:lnTo>
                <a:lnTo>
                  <a:pt x="155024" y="1242"/>
                </a:lnTo>
                <a:lnTo>
                  <a:pt x="154952" y="1117"/>
                </a:lnTo>
                <a:lnTo>
                  <a:pt x="154881" y="1003"/>
                </a:lnTo>
                <a:lnTo>
                  <a:pt x="154762" y="878"/>
                </a:lnTo>
                <a:lnTo>
                  <a:pt x="154643" y="775"/>
                </a:lnTo>
                <a:lnTo>
                  <a:pt x="154476" y="661"/>
                </a:lnTo>
                <a:lnTo>
                  <a:pt x="154309" y="559"/>
                </a:lnTo>
                <a:lnTo>
                  <a:pt x="154118" y="468"/>
                </a:lnTo>
                <a:lnTo>
                  <a:pt x="153928" y="376"/>
                </a:lnTo>
                <a:lnTo>
                  <a:pt x="153713" y="285"/>
                </a:lnTo>
                <a:lnTo>
                  <a:pt x="153475" y="217"/>
                </a:lnTo>
                <a:lnTo>
                  <a:pt x="153237" y="149"/>
                </a:lnTo>
                <a:lnTo>
                  <a:pt x="152975" y="103"/>
                </a:lnTo>
                <a:lnTo>
                  <a:pt x="152713" y="57"/>
                </a:lnTo>
                <a:lnTo>
                  <a:pt x="152427" y="23"/>
                </a:lnTo>
                <a:lnTo>
                  <a:pt x="15214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rot="8100000">
            <a:off x="7871544" y="1464494"/>
            <a:ext cx="429279" cy="208369"/>
          </a:xfrm>
          <a:custGeom>
            <a:rect b="b" l="l" r="r" t="t"/>
            <a:pathLst>
              <a:path extrusionOk="0" h="36179" w="136272">
                <a:moveTo>
                  <a:pt x="133484" y="0"/>
                </a:moveTo>
                <a:lnTo>
                  <a:pt x="133222" y="23"/>
                </a:lnTo>
                <a:lnTo>
                  <a:pt x="132960" y="46"/>
                </a:lnTo>
                <a:lnTo>
                  <a:pt x="132698" y="91"/>
                </a:lnTo>
                <a:lnTo>
                  <a:pt x="132435" y="148"/>
                </a:lnTo>
                <a:lnTo>
                  <a:pt x="116209" y="4192"/>
                </a:lnTo>
                <a:lnTo>
                  <a:pt x="99982" y="8236"/>
                </a:lnTo>
                <a:lnTo>
                  <a:pt x="83779" y="12291"/>
                </a:lnTo>
                <a:lnTo>
                  <a:pt x="67553" y="16324"/>
                </a:lnTo>
                <a:lnTo>
                  <a:pt x="59427" y="18340"/>
                </a:lnTo>
                <a:lnTo>
                  <a:pt x="51302" y="20345"/>
                </a:lnTo>
                <a:lnTo>
                  <a:pt x="43177" y="22338"/>
                </a:lnTo>
                <a:lnTo>
                  <a:pt x="35028" y="24332"/>
                </a:lnTo>
                <a:lnTo>
                  <a:pt x="26855" y="26302"/>
                </a:lnTo>
                <a:lnTo>
                  <a:pt x="18682" y="28261"/>
                </a:lnTo>
                <a:lnTo>
                  <a:pt x="10509" y="30221"/>
                </a:lnTo>
                <a:lnTo>
                  <a:pt x="2288" y="32146"/>
                </a:lnTo>
                <a:lnTo>
                  <a:pt x="1836" y="32271"/>
                </a:lnTo>
                <a:lnTo>
                  <a:pt x="1431" y="32408"/>
                </a:lnTo>
                <a:lnTo>
                  <a:pt x="1073" y="32556"/>
                </a:lnTo>
                <a:lnTo>
                  <a:pt x="787" y="32715"/>
                </a:lnTo>
                <a:lnTo>
                  <a:pt x="525" y="32886"/>
                </a:lnTo>
                <a:lnTo>
                  <a:pt x="334" y="33068"/>
                </a:lnTo>
                <a:lnTo>
                  <a:pt x="192" y="33251"/>
                </a:lnTo>
                <a:lnTo>
                  <a:pt x="72" y="33444"/>
                </a:lnTo>
                <a:lnTo>
                  <a:pt x="25" y="33638"/>
                </a:lnTo>
                <a:lnTo>
                  <a:pt x="1" y="33832"/>
                </a:lnTo>
                <a:lnTo>
                  <a:pt x="25" y="34037"/>
                </a:lnTo>
                <a:lnTo>
                  <a:pt x="96" y="34230"/>
                </a:lnTo>
                <a:lnTo>
                  <a:pt x="192" y="34424"/>
                </a:lnTo>
                <a:lnTo>
                  <a:pt x="334" y="34618"/>
                </a:lnTo>
                <a:lnTo>
                  <a:pt x="501" y="34811"/>
                </a:lnTo>
                <a:lnTo>
                  <a:pt x="692" y="34994"/>
                </a:lnTo>
                <a:lnTo>
                  <a:pt x="930" y="35164"/>
                </a:lnTo>
                <a:lnTo>
                  <a:pt x="1192" y="35335"/>
                </a:lnTo>
                <a:lnTo>
                  <a:pt x="1478" y="35483"/>
                </a:lnTo>
                <a:lnTo>
                  <a:pt x="1788" y="35631"/>
                </a:lnTo>
                <a:lnTo>
                  <a:pt x="2122" y="35757"/>
                </a:lnTo>
                <a:lnTo>
                  <a:pt x="2479" y="35882"/>
                </a:lnTo>
                <a:lnTo>
                  <a:pt x="2860" y="35973"/>
                </a:lnTo>
                <a:lnTo>
                  <a:pt x="3241" y="36053"/>
                </a:lnTo>
                <a:lnTo>
                  <a:pt x="3670" y="36121"/>
                </a:lnTo>
                <a:lnTo>
                  <a:pt x="4099" y="36167"/>
                </a:lnTo>
                <a:lnTo>
                  <a:pt x="4528" y="36178"/>
                </a:lnTo>
                <a:lnTo>
                  <a:pt x="4981" y="36178"/>
                </a:lnTo>
                <a:lnTo>
                  <a:pt x="5457" y="36155"/>
                </a:lnTo>
                <a:lnTo>
                  <a:pt x="5910" y="36098"/>
                </a:lnTo>
                <a:lnTo>
                  <a:pt x="6387" y="36007"/>
                </a:lnTo>
                <a:lnTo>
                  <a:pt x="6887" y="35905"/>
                </a:lnTo>
                <a:lnTo>
                  <a:pt x="22923" y="31724"/>
                </a:lnTo>
                <a:lnTo>
                  <a:pt x="38983" y="27555"/>
                </a:lnTo>
                <a:lnTo>
                  <a:pt x="55043" y="23397"/>
                </a:lnTo>
                <a:lnTo>
                  <a:pt x="71103" y="19228"/>
                </a:lnTo>
                <a:lnTo>
                  <a:pt x="79133" y="17132"/>
                </a:lnTo>
                <a:lnTo>
                  <a:pt x="87139" y="15036"/>
                </a:lnTo>
                <a:lnTo>
                  <a:pt x="95169" y="12940"/>
                </a:lnTo>
                <a:lnTo>
                  <a:pt x="103151" y="10822"/>
                </a:lnTo>
                <a:lnTo>
                  <a:pt x="111133" y="8703"/>
                </a:lnTo>
                <a:lnTo>
                  <a:pt x="119116" y="6573"/>
                </a:lnTo>
                <a:lnTo>
                  <a:pt x="127074" y="4420"/>
                </a:lnTo>
                <a:lnTo>
                  <a:pt x="135009" y="2256"/>
                </a:lnTo>
                <a:lnTo>
                  <a:pt x="135247" y="2187"/>
                </a:lnTo>
                <a:lnTo>
                  <a:pt x="135485" y="2096"/>
                </a:lnTo>
                <a:lnTo>
                  <a:pt x="135676" y="2005"/>
                </a:lnTo>
                <a:lnTo>
                  <a:pt x="135843" y="1914"/>
                </a:lnTo>
                <a:lnTo>
                  <a:pt x="135962" y="1811"/>
                </a:lnTo>
                <a:lnTo>
                  <a:pt x="136081" y="1709"/>
                </a:lnTo>
                <a:lnTo>
                  <a:pt x="136153" y="1606"/>
                </a:lnTo>
                <a:lnTo>
                  <a:pt x="136224" y="1492"/>
                </a:lnTo>
                <a:lnTo>
                  <a:pt x="136248" y="1390"/>
                </a:lnTo>
                <a:lnTo>
                  <a:pt x="136272" y="1276"/>
                </a:lnTo>
                <a:lnTo>
                  <a:pt x="136248" y="1173"/>
                </a:lnTo>
                <a:lnTo>
                  <a:pt x="136224" y="1060"/>
                </a:lnTo>
                <a:lnTo>
                  <a:pt x="136153" y="946"/>
                </a:lnTo>
                <a:lnTo>
                  <a:pt x="136081" y="843"/>
                </a:lnTo>
                <a:lnTo>
                  <a:pt x="135986" y="741"/>
                </a:lnTo>
                <a:lnTo>
                  <a:pt x="135890" y="638"/>
                </a:lnTo>
                <a:lnTo>
                  <a:pt x="135747" y="547"/>
                </a:lnTo>
                <a:lnTo>
                  <a:pt x="135605" y="456"/>
                </a:lnTo>
                <a:lnTo>
                  <a:pt x="135438" y="376"/>
                </a:lnTo>
                <a:lnTo>
                  <a:pt x="135271" y="296"/>
                </a:lnTo>
                <a:lnTo>
                  <a:pt x="135080" y="228"/>
                </a:lnTo>
                <a:lnTo>
                  <a:pt x="134890" y="160"/>
                </a:lnTo>
                <a:lnTo>
                  <a:pt x="134675" y="114"/>
                </a:lnTo>
                <a:lnTo>
                  <a:pt x="134461" y="69"/>
                </a:lnTo>
                <a:lnTo>
                  <a:pt x="134223" y="34"/>
                </a:lnTo>
                <a:lnTo>
                  <a:pt x="133984" y="12"/>
                </a:lnTo>
                <a:lnTo>
                  <a:pt x="13374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rot="10800000">
            <a:off x="8478047" y="559660"/>
            <a:ext cx="390911" cy="188039"/>
          </a:xfrm>
          <a:custGeom>
            <a:rect b="b" l="l" r="r" t="t"/>
            <a:pathLst>
              <a:path extrusionOk="0" h="30563" w="116256">
                <a:moveTo>
                  <a:pt x="4552" y="0"/>
                </a:moveTo>
                <a:lnTo>
                  <a:pt x="4099" y="23"/>
                </a:lnTo>
                <a:lnTo>
                  <a:pt x="3670" y="80"/>
                </a:lnTo>
                <a:lnTo>
                  <a:pt x="3241" y="137"/>
                </a:lnTo>
                <a:lnTo>
                  <a:pt x="2860" y="228"/>
                </a:lnTo>
                <a:lnTo>
                  <a:pt x="2479" y="331"/>
                </a:lnTo>
                <a:lnTo>
                  <a:pt x="2097" y="445"/>
                </a:lnTo>
                <a:lnTo>
                  <a:pt x="1764" y="570"/>
                </a:lnTo>
                <a:lnTo>
                  <a:pt x="1454" y="718"/>
                </a:lnTo>
                <a:lnTo>
                  <a:pt x="1168" y="866"/>
                </a:lnTo>
                <a:lnTo>
                  <a:pt x="906" y="1026"/>
                </a:lnTo>
                <a:lnTo>
                  <a:pt x="668" y="1208"/>
                </a:lnTo>
                <a:lnTo>
                  <a:pt x="477" y="1379"/>
                </a:lnTo>
                <a:lnTo>
                  <a:pt x="310" y="1561"/>
                </a:lnTo>
                <a:lnTo>
                  <a:pt x="167" y="1755"/>
                </a:lnTo>
                <a:lnTo>
                  <a:pt x="72" y="1948"/>
                </a:lnTo>
                <a:lnTo>
                  <a:pt x="24" y="2142"/>
                </a:lnTo>
                <a:lnTo>
                  <a:pt x="1" y="2336"/>
                </a:lnTo>
                <a:lnTo>
                  <a:pt x="24" y="2518"/>
                </a:lnTo>
                <a:lnTo>
                  <a:pt x="96" y="2712"/>
                </a:lnTo>
                <a:lnTo>
                  <a:pt x="191" y="2894"/>
                </a:lnTo>
                <a:lnTo>
                  <a:pt x="358" y="3076"/>
                </a:lnTo>
                <a:lnTo>
                  <a:pt x="549" y="3247"/>
                </a:lnTo>
                <a:lnTo>
                  <a:pt x="811" y="3418"/>
                </a:lnTo>
                <a:lnTo>
                  <a:pt x="1097" y="3577"/>
                </a:lnTo>
                <a:lnTo>
                  <a:pt x="1454" y="3725"/>
                </a:lnTo>
                <a:lnTo>
                  <a:pt x="1859" y="3851"/>
                </a:lnTo>
                <a:lnTo>
                  <a:pt x="2336" y="3976"/>
                </a:lnTo>
                <a:lnTo>
                  <a:pt x="9246" y="5571"/>
                </a:lnTo>
                <a:lnTo>
                  <a:pt x="16156" y="7165"/>
                </a:lnTo>
                <a:lnTo>
                  <a:pt x="23042" y="8760"/>
                </a:lnTo>
                <a:lnTo>
                  <a:pt x="29904" y="10366"/>
                </a:lnTo>
                <a:lnTo>
                  <a:pt x="36767" y="11984"/>
                </a:lnTo>
                <a:lnTo>
                  <a:pt x="43629" y="13613"/>
                </a:lnTo>
                <a:lnTo>
                  <a:pt x="50491" y="15242"/>
                </a:lnTo>
                <a:lnTo>
                  <a:pt x="57330" y="16882"/>
                </a:lnTo>
                <a:lnTo>
                  <a:pt x="64145" y="18522"/>
                </a:lnTo>
                <a:lnTo>
                  <a:pt x="70960" y="20185"/>
                </a:lnTo>
                <a:lnTo>
                  <a:pt x="77774" y="21849"/>
                </a:lnTo>
                <a:lnTo>
                  <a:pt x="84589" y="23534"/>
                </a:lnTo>
                <a:lnTo>
                  <a:pt x="91380" y="25220"/>
                </a:lnTo>
                <a:lnTo>
                  <a:pt x="98147" y="26929"/>
                </a:lnTo>
                <a:lnTo>
                  <a:pt x="104914" y="28638"/>
                </a:lnTo>
                <a:lnTo>
                  <a:pt x="111681" y="30369"/>
                </a:lnTo>
                <a:lnTo>
                  <a:pt x="112015" y="30449"/>
                </a:lnTo>
                <a:lnTo>
                  <a:pt x="112324" y="30494"/>
                </a:lnTo>
                <a:lnTo>
                  <a:pt x="112634" y="30540"/>
                </a:lnTo>
                <a:lnTo>
                  <a:pt x="112944" y="30551"/>
                </a:lnTo>
                <a:lnTo>
                  <a:pt x="113254" y="30563"/>
                </a:lnTo>
                <a:lnTo>
                  <a:pt x="113540" y="30551"/>
                </a:lnTo>
                <a:lnTo>
                  <a:pt x="113826" y="30529"/>
                </a:lnTo>
                <a:lnTo>
                  <a:pt x="114112" y="30483"/>
                </a:lnTo>
                <a:lnTo>
                  <a:pt x="114374" y="30437"/>
                </a:lnTo>
                <a:lnTo>
                  <a:pt x="114636" y="30369"/>
                </a:lnTo>
                <a:lnTo>
                  <a:pt x="114850" y="30301"/>
                </a:lnTo>
                <a:lnTo>
                  <a:pt x="115088" y="30221"/>
                </a:lnTo>
                <a:lnTo>
                  <a:pt x="115303" y="30130"/>
                </a:lnTo>
                <a:lnTo>
                  <a:pt x="115470" y="30027"/>
                </a:lnTo>
                <a:lnTo>
                  <a:pt x="115660" y="29913"/>
                </a:lnTo>
                <a:lnTo>
                  <a:pt x="115803" y="29799"/>
                </a:lnTo>
                <a:lnTo>
                  <a:pt x="115946" y="29686"/>
                </a:lnTo>
                <a:lnTo>
                  <a:pt x="116042" y="29560"/>
                </a:lnTo>
                <a:lnTo>
                  <a:pt x="116137" y="29435"/>
                </a:lnTo>
                <a:lnTo>
                  <a:pt x="116208" y="29298"/>
                </a:lnTo>
                <a:lnTo>
                  <a:pt x="116256" y="29173"/>
                </a:lnTo>
                <a:lnTo>
                  <a:pt x="116256" y="29036"/>
                </a:lnTo>
                <a:lnTo>
                  <a:pt x="116256" y="28900"/>
                </a:lnTo>
                <a:lnTo>
                  <a:pt x="116208" y="28774"/>
                </a:lnTo>
                <a:lnTo>
                  <a:pt x="116137" y="28638"/>
                </a:lnTo>
                <a:lnTo>
                  <a:pt x="116042" y="28512"/>
                </a:lnTo>
                <a:lnTo>
                  <a:pt x="115922" y="28387"/>
                </a:lnTo>
                <a:lnTo>
                  <a:pt x="115756" y="28262"/>
                </a:lnTo>
                <a:lnTo>
                  <a:pt x="115565" y="28148"/>
                </a:lnTo>
                <a:lnTo>
                  <a:pt x="115351" y="28045"/>
                </a:lnTo>
                <a:lnTo>
                  <a:pt x="115088" y="27943"/>
                </a:lnTo>
                <a:lnTo>
                  <a:pt x="114779" y="27840"/>
                </a:lnTo>
                <a:lnTo>
                  <a:pt x="108202" y="25983"/>
                </a:lnTo>
                <a:lnTo>
                  <a:pt x="101626" y="24127"/>
                </a:lnTo>
                <a:lnTo>
                  <a:pt x="95002" y="22304"/>
                </a:lnTo>
                <a:lnTo>
                  <a:pt x="88354" y="20482"/>
                </a:lnTo>
                <a:lnTo>
                  <a:pt x="81706" y="18682"/>
                </a:lnTo>
                <a:lnTo>
                  <a:pt x="75010" y="16905"/>
                </a:lnTo>
                <a:lnTo>
                  <a:pt x="68291" y="15139"/>
                </a:lnTo>
                <a:lnTo>
                  <a:pt x="61571" y="13396"/>
                </a:lnTo>
                <a:lnTo>
                  <a:pt x="54804" y="11676"/>
                </a:lnTo>
                <a:lnTo>
                  <a:pt x="48013" y="9968"/>
                </a:lnTo>
                <a:lnTo>
                  <a:pt x="41222" y="8293"/>
                </a:lnTo>
                <a:lnTo>
                  <a:pt x="34408" y="6630"/>
                </a:lnTo>
                <a:lnTo>
                  <a:pt x="27569" y="4990"/>
                </a:lnTo>
                <a:lnTo>
                  <a:pt x="20707" y="3384"/>
                </a:lnTo>
                <a:lnTo>
                  <a:pt x="13821" y="1789"/>
                </a:lnTo>
                <a:lnTo>
                  <a:pt x="6934" y="228"/>
                </a:lnTo>
                <a:lnTo>
                  <a:pt x="6434" y="126"/>
                </a:lnTo>
                <a:lnTo>
                  <a:pt x="5957" y="57"/>
                </a:lnTo>
                <a:lnTo>
                  <a:pt x="5481" y="12"/>
                </a:lnTo>
                <a:lnTo>
                  <a:pt x="5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rot="10800000">
            <a:off x="8561033" y="450485"/>
            <a:ext cx="321368" cy="187694"/>
          </a:xfrm>
          <a:custGeom>
            <a:rect b="b" l="l" r="r" t="t"/>
            <a:pathLst>
              <a:path extrusionOk="0" h="30507" w="95574">
                <a:moveTo>
                  <a:pt x="4313" y="1"/>
                </a:moveTo>
                <a:lnTo>
                  <a:pt x="3908" y="24"/>
                </a:lnTo>
                <a:lnTo>
                  <a:pt x="3479" y="58"/>
                </a:lnTo>
                <a:lnTo>
                  <a:pt x="3098" y="115"/>
                </a:lnTo>
                <a:lnTo>
                  <a:pt x="2717" y="195"/>
                </a:lnTo>
                <a:lnTo>
                  <a:pt x="2359" y="286"/>
                </a:lnTo>
                <a:lnTo>
                  <a:pt x="2002" y="400"/>
                </a:lnTo>
                <a:lnTo>
                  <a:pt x="1692" y="525"/>
                </a:lnTo>
                <a:lnTo>
                  <a:pt x="1382" y="650"/>
                </a:lnTo>
                <a:lnTo>
                  <a:pt x="1120" y="798"/>
                </a:lnTo>
                <a:lnTo>
                  <a:pt x="882" y="958"/>
                </a:lnTo>
                <a:lnTo>
                  <a:pt x="644" y="1129"/>
                </a:lnTo>
                <a:lnTo>
                  <a:pt x="453" y="1299"/>
                </a:lnTo>
                <a:lnTo>
                  <a:pt x="286" y="1482"/>
                </a:lnTo>
                <a:lnTo>
                  <a:pt x="167" y="1664"/>
                </a:lnTo>
                <a:lnTo>
                  <a:pt x="72" y="1846"/>
                </a:lnTo>
                <a:lnTo>
                  <a:pt x="24" y="2040"/>
                </a:lnTo>
                <a:lnTo>
                  <a:pt x="0" y="2222"/>
                </a:lnTo>
                <a:lnTo>
                  <a:pt x="0" y="2416"/>
                </a:lnTo>
                <a:lnTo>
                  <a:pt x="72" y="2598"/>
                </a:lnTo>
                <a:lnTo>
                  <a:pt x="167" y="2780"/>
                </a:lnTo>
                <a:lnTo>
                  <a:pt x="310" y="2963"/>
                </a:lnTo>
                <a:lnTo>
                  <a:pt x="501" y="3133"/>
                </a:lnTo>
                <a:lnTo>
                  <a:pt x="739" y="3304"/>
                </a:lnTo>
                <a:lnTo>
                  <a:pt x="1001" y="3452"/>
                </a:lnTo>
                <a:lnTo>
                  <a:pt x="1335" y="3600"/>
                </a:lnTo>
                <a:lnTo>
                  <a:pt x="1740" y="3737"/>
                </a:lnTo>
                <a:lnTo>
                  <a:pt x="2169" y="3862"/>
                </a:lnTo>
                <a:lnTo>
                  <a:pt x="5123" y="4591"/>
                </a:lnTo>
                <a:lnTo>
                  <a:pt x="8054" y="5332"/>
                </a:lnTo>
                <a:lnTo>
                  <a:pt x="10961" y="6072"/>
                </a:lnTo>
                <a:lnTo>
                  <a:pt x="13868" y="6824"/>
                </a:lnTo>
                <a:lnTo>
                  <a:pt x="16775" y="7576"/>
                </a:lnTo>
                <a:lnTo>
                  <a:pt x="19658" y="8339"/>
                </a:lnTo>
                <a:lnTo>
                  <a:pt x="22517" y="9114"/>
                </a:lnTo>
                <a:lnTo>
                  <a:pt x="25377" y="9888"/>
                </a:lnTo>
                <a:lnTo>
                  <a:pt x="28236" y="10674"/>
                </a:lnTo>
                <a:lnTo>
                  <a:pt x="31072" y="11472"/>
                </a:lnTo>
                <a:lnTo>
                  <a:pt x="33907" y="12269"/>
                </a:lnTo>
                <a:lnTo>
                  <a:pt x="36719" y="13066"/>
                </a:lnTo>
                <a:lnTo>
                  <a:pt x="39530" y="13875"/>
                </a:lnTo>
                <a:lnTo>
                  <a:pt x="42342" y="14695"/>
                </a:lnTo>
                <a:lnTo>
                  <a:pt x="45130" y="15515"/>
                </a:lnTo>
                <a:lnTo>
                  <a:pt x="47918" y="16336"/>
                </a:lnTo>
                <a:lnTo>
                  <a:pt x="53470" y="18010"/>
                </a:lnTo>
                <a:lnTo>
                  <a:pt x="58974" y="19707"/>
                </a:lnTo>
                <a:lnTo>
                  <a:pt x="64478" y="21416"/>
                </a:lnTo>
                <a:lnTo>
                  <a:pt x="69959" y="23159"/>
                </a:lnTo>
                <a:lnTo>
                  <a:pt x="75415" y="24913"/>
                </a:lnTo>
                <a:lnTo>
                  <a:pt x="80872" y="26702"/>
                </a:lnTo>
                <a:lnTo>
                  <a:pt x="86304" y="28501"/>
                </a:lnTo>
                <a:lnTo>
                  <a:pt x="91713" y="30312"/>
                </a:lnTo>
                <a:lnTo>
                  <a:pt x="91952" y="30381"/>
                </a:lnTo>
                <a:lnTo>
                  <a:pt x="92166" y="30438"/>
                </a:lnTo>
                <a:lnTo>
                  <a:pt x="92380" y="30472"/>
                </a:lnTo>
                <a:lnTo>
                  <a:pt x="92619" y="30495"/>
                </a:lnTo>
                <a:lnTo>
                  <a:pt x="92833" y="30506"/>
                </a:lnTo>
                <a:lnTo>
                  <a:pt x="93048" y="30506"/>
                </a:lnTo>
                <a:lnTo>
                  <a:pt x="93286" y="30495"/>
                </a:lnTo>
                <a:lnTo>
                  <a:pt x="93500" y="30472"/>
                </a:lnTo>
                <a:lnTo>
                  <a:pt x="93715" y="30438"/>
                </a:lnTo>
                <a:lnTo>
                  <a:pt x="93905" y="30404"/>
                </a:lnTo>
                <a:lnTo>
                  <a:pt x="94096" y="30347"/>
                </a:lnTo>
                <a:lnTo>
                  <a:pt x="94287" y="30290"/>
                </a:lnTo>
                <a:lnTo>
                  <a:pt x="94477" y="30221"/>
                </a:lnTo>
                <a:lnTo>
                  <a:pt x="94644" y="30153"/>
                </a:lnTo>
                <a:lnTo>
                  <a:pt x="94811" y="30073"/>
                </a:lnTo>
                <a:lnTo>
                  <a:pt x="94954" y="29994"/>
                </a:lnTo>
                <a:lnTo>
                  <a:pt x="95097" y="29902"/>
                </a:lnTo>
                <a:lnTo>
                  <a:pt x="95216" y="29811"/>
                </a:lnTo>
                <a:lnTo>
                  <a:pt x="95311" y="29709"/>
                </a:lnTo>
                <a:lnTo>
                  <a:pt x="95407" y="29618"/>
                </a:lnTo>
                <a:lnTo>
                  <a:pt x="95478" y="29515"/>
                </a:lnTo>
                <a:lnTo>
                  <a:pt x="95526" y="29401"/>
                </a:lnTo>
                <a:lnTo>
                  <a:pt x="95550" y="29299"/>
                </a:lnTo>
                <a:lnTo>
                  <a:pt x="95573" y="29196"/>
                </a:lnTo>
                <a:lnTo>
                  <a:pt x="95550" y="29094"/>
                </a:lnTo>
                <a:lnTo>
                  <a:pt x="95526" y="28991"/>
                </a:lnTo>
                <a:lnTo>
                  <a:pt x="95454" y="28889"/>
                </a:lnTo>
                <a:lnTo>
                  <a:pt x="95383" y="28786"/>
                </a:lnTo>
                <a:lnTo>
                  <a:pt x="95287" y="28684"/>
                </a:lnTo>
                <a:lnTo>
                  <a:pt x="95144" y="28592"/>
                </a:lnTo>
                <a:lnTo>
                  <a:pt x="94978" y="28501"/>
                </a:lnTo>
                <a:lnTo>
                  <a:pt x="94787" y="28422"/>
                </a:lnTo>
                <a:lnTo>
                  <a:pt x="92237" y="27408"/>
                </a:lnTo>
                <a:lnTo>
                  <a:pt x="89688" y="26405"/>
                </a:lnTo>
                <a:lnTo>
                  <a:pt x="87114" y="25414"/>
                </a:lnTo>
                <a:lnTo>
                  <a:pt x="84517" y="24435"/>
                </a:lnTo>
                <a:lnTo>
                  <a:pt x="81896" y="23455"/>
                </a:lnTo>
                <a:lnTo>
                  <a:pt x="79275" y="22498"/>
                </a:lnTo>
                <a:lnTo>
                  <a:pt x="76630" y="21541"/>
                </a:lnTo>
                <a:lnTo>
                  <a:pt x="73962" y="20585"/>
                </a:lnTo>
                <a:lnTo>
                  <a:pt x="71293" y="19650"/>
                </a:lnTo>
                <a:lnTo>
                  <a:pt x="68577" y="18716"/>
                </a:lnTo>
                <a:lnTo>
                  <a:pt x="65884" y="17794"/>
                </a:lnTo>
                <a:lnTo>
                  <a:pt x="63168" y="16871"/>
                </a:lnTo>
                <a:lnTo>
                  <a:pt x="60427" y="15971"/>
                </a:lnTo>
                <a:lnTo>
                  <a:pt x="57687" y="15071"/>
                </a:lnTo>
                <a:lnTo>
                  <a:pt x="54923" y="14183"/>
                </a:lnTo>
                <a:lnTo>
                  <a:pt x="52135" y="13294"/>
                </a:lnTo>
                <a:lnTo>
                  <a:pt x="49371" y="12417"/>
                </a:lnTo>
                <a:lnTo>
                  <a:pt x="46560" y="11551"/>
                </a:lnTo>
                <a:lnTo>
                  <a:pt x="43772" y="10697"/>
                </a:lnTo>
                <a:lnTo>
                  <a:pt x="40936" y="9843"/>
                </a:lnTo>
                <a:lnTo>
                  <a:pt x="38125" y="9000"/>
                </a:lnTo>
                <a:lnTo>
                  <a:pt x="35289" y="8168"/>
                </a:lnTo>
                <a:lnTo>
                  <a:pt x="32454" y="7348"/>
                </a:lnTo>
                <a:lnTo>
                  <a:pt x="29594" y="6528"/>
                </a:lnTo>
                <a:lnTo>
                  <a:pt x="26735" y="5719"/>
                </a:lnTo>
                <a:lnTo>
                  <a:pt x="23876" y="4910"/>
                </a:lnTo>
                <a:lnTo>
                  <a:pt x="20993" y="4124"/>
                </a:lnTo>
                <a:lnTo>
                  <a:pt x="18133" y="3338"/>
                </a:lnTo>
                <a:lnTo>
                  <a:pt x="15250" y="2552"/>
                </a:lnTo>
                <a:lnTo>
                  <a:pt x="12343" y="1789"/>
                </a:lnTo>
                <a:lnTo>
                  <a:pt x="9460" y="1026"/>
                </a:lnTo>
                <a:lnTo>
                  <a:pt x="6553" y="263"/>
                </a:lnTo>
                <a:lnTo>
                  <a:pt x="6100" y="160"/>
                </a:lnTo>
                <a:lnTo>
                  <a:pt x="5647" y="81"/>
                </a:lnTo>
                <a:lnTo>
                  <a:pt x="5195" y="35"/>
                </a:lnTo>
                <a:lnTo>
                  <a:pt x="47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rot="10800000">
            <a:off x="8262064" y="773911"/>
            <a:ext cx="124214" cy="56340"/>
          </a:xfrm>
          <a:custGeom>
            <a:rect b="b" l="l" r="r" t="t"/>
            <a:pathLst>
              <a:path extrusionOk="0" h="8089" w="32645">
                <a:moveTo>
                  <a:pt x="4361" y="1"/>
                </a:moveTo>
                <a:lnTo>
                  <a:pt x="3979" y="12"/>
                </a:lnTo>
                <a:lnTo>
                  <a:pt x="3622" y="35"/>
                </a:lnTo>
                <a:lnTo>
                  <a:pt x="3265" y="69"/>
                </a:lnTo>
                <a:lnTo>
                  <a:pt x="2931" y="126"/>
                </a:lnTo>
                <a:lnTo>
                  <a:pt x="2597" y="194"/>
                </a:lnTo>
                <a:lnTo>
                  <a:pt x="2288" y="274"/>
                </a:lnTo>
                <a:lnTo>
                  <a:pt x="1978" y="365"/>
                </a:lnTo>
                <a:lnTo>
                  <a:pt x="1692" y="468"/>
                </a:lnTo>
                <a:lnTo>
                  <a:pt x="1430" y="582"/>
                </a:lnTo>
                <a:lnTo>
                  <a:pt x="1192" y="696"/>
                </a:lnTo>
                <a:lnTo>
                  <a:pt x="953" y="832"/>
                </a:lnTo>
                <a:lnTo>
                  <a:pt x="739" y="958"/>
                </a:lnTo>
                <a:lnTo>
                  <a:pt x="572" y="1106"/>
                </a:lnTo>
                <a:lnTo>
                  <a:pt x="405" y="1242"/>
                </a:lnTo>
                <a:lnTo>
                  <a:pt x="262" y="1391"/>
                </a:lnTo>
                <a:lnTo>
                  <a:pt x="167" y="1550"/>
                </a:lnTo>
                <a:lnTo>
                  <a:pt x="72" y="1698"/>
                </a:lnTo>
                <a:lnTo>
                  <a:pt x="24" y="1858"/>
                </a:lnTo>
                <a:lnTo>
                  <a:pt x="0" y="2017"/>
                </a:lnTo>
                <a:lnTo>
                  <a:pt x="0" y="2177"/>
                </a:lnTo>
                <a:lnTo>
                  <a:pt x="48" y="2325"/>
                </a:lnTo>
                <a:lnTo>
                  <a:pt x="119" y="2484"/>
                </a:lnTo>
                <a:lnTo>
                  <a:pt x="238" y="2632"/>
                </a:lnTo>
                <a:lnTo>
                  <a:pt x="358" y="2780"/>
                </a:lnTo>
                <a:lnTo>
                  <a:pt x="548" y="2917"/>
                </a:lnTo>
                <a:lnTo>
                  <a:pt x="763" y="3054"/>
                </a:lnTo>
                <a:lnTo>
                  <a:pt x="1025" y="3179"/>
                </a:lnTo>
                <a:lnTo>
                  <a:pt x="1311" y="3304"/>
                </a:lnTo>
                <a:lnTo>
                  <a:pt x="1668" y="3407"/>
                </a:lnTo>
                <a:lnTo>
                  <a:pt x="2049" y="3509"/>
                </a:lnTo>
                <a:lnTo>
                  <a:pt x="3503" y="3851"/>
                </a:lnTo>
                <a:lnTo>
                  <a:pt x="4956" y="4193"/>
                </a:lnTo>
                <a:lnTo>
                  <a:pt x="6458" y="4512"/>
                </a:lnTo>
                <a:lnTo>
                  <a:pt x="7959" y="4831"/>
                </a:lnTo>
                <a:lnTo>
                  <a:pt x="9484" y="5138"/>
                </a:lnTo>
                <a:lnTo>
                  <a:pt x="11032" y="5446"/>
                </a:lnTo>
                <a:lnTo>
                  <a:pt x="12581" y="5742"/>
                </a:lnTo>
                <a:lnTo>
                  <a:pt x="14130" y="6027"/>
                </a:lnTo>
                <a:lnTo>
                  <a:pt x="15703" y="6300"/>
                </a:lnTo>
                <a:lnTo>
                  <a:pt x="17252" y="6562"/>
                </a:lnTo>
                <a:lnTo>
                  <a:pt x="18824" y="6824"/>
                </a:lnTo>
                <a:lnTo>
                  <a:pt x="20397" y="7075"/>
                </a:lnTo>
                <a:lnTo>
                  <a:pt x="21969" y="7314"/>
                </a:lnTo>
                <a:lnTo>
                  <a:pt x="23542" y="7542"/>
                </a:lnTo>
                <a:lnTo>
                  <a:pt x="25091" y="7770"/>
                </a:lnTo>
                <a:lnTo>
                  <a:pt x="26640" y="7986"/>
                </a:lnTo>
                <a:lnTo>
                  <a:pt x="27211" y="8043"/>
                </a:lnTo>
                <a:lnTo>
                  <a:pt x="27783" y="8088"/>
                </a:lnTo>
                <a:lnTo>
                  <a:pt x="28284" y="8088"/>
                </a:lnTo>
                <a:lnTo>
                  <a:pt x="28784" y="8077"/>
                </a:lnTo>
                <a:lnTo>
                  <a:pt x="29261" y="8032"/>
                </a:lnTo>
                <a:lnTo>
                  <a:pt x="29713" y="7975"/>
                </a:lnTo>
                <a:lnTo>
                  <a:pt x="30118" y="7883"/>
                </a:lnTo>
                <a:lnTo>
                  <a:pt x="30500" y="7781"/>
                </a:lnTo>
                <a:lnTo>
                  <a:pt x="30857" y="7656"/>
                </a:lnTo>
                <a:lnTo>
                  <a:pt x="31191" y="7519"/>
                </a:lnTo>
                <a:lnTo>
                  <a:pt x="31477" y="7371"/>
                </a:lnTo>
                <a:lnTo>
                  <a:pt x="31739" y="7200"/>
                </a:lnTo>
                <a:lnTo>
                  <a:pt x="31977" y="7018"/>
                </a:lnTo>
                <a:lnTo>
                  <a:pt x="32168" y="6835"/>
                </a:lnTo>
                <a:lnTo>
                  <a:pt x="32334" y="6630"/>
                </a:lnTo>
                <a:lnTo>
                  <a:pt x="32477" y="6425"/>
                </a:lnTo>
                <a:lnTo>
                  <a:pt x="32573" y="6220"/>
                </a:lnTo>
                <a:lnTo>
                  <a:pt x="32620" y="6004"/>
                </a:lnTo>
                <a:lnTo>
                  <a:pt x="32644" y="5787"/>
                </a:lnTo>
                <a:lnTo>
                  <a:pt x="32620" y="5571"/>
                </a:lnTo>
                <a:lnTo>
                  <a:pt x="32573" y="5355"/>
                </a:lnTo>
                <a:lnTo>
                  <a:pt x="32477" y="5138"/>
                </a:lnTo>
                <a:lnTo>
                  <a:pt x="32358" y="4922"/>
                </a:lnTo>
                <a:lnTo>
                  <a:pt x="32191" y="4717"/>
                </a:lnTo>
                <a:lnTo>
                  <a:pt x="31977" y="4523"/>
                </a:lnTo>
                <a:lnTo>
                  <a:pt x="31715" y="4329"/>
                </a:lnTo>
                <a:lnTo>
                  <a:pt x="31429" y="4147"/>
                </a:lnTo>
                <a:lnTo>
                  <a:pt x="31072" y="3976"/>
                </a:lnTo>
                <a:lnTo>
                  <a:pt x="30690" y="3817"/>
                </a:lnTo>
                <a:lnTo>
                  <a:pt x="30261" y="3669"/>
                </a:lnTo>
                <a:lnTo>
                  <a:pt x="29785" y="3543"/>
                </a:lnTo>
                <a:lnTo>
                  <a:pt x="29285" y="3441"/>
                </a:lnTo>
                <a:lnTo>
                  <a:pt x="27831" y="3168"/>
                </a:lnTo>
                <a:lnTo>
                  <a:pt x="26378" y="2906"/>
                </a:lnTo>
                <a:lnTo>
                  <a:pt x="24900" y="2655"/>
                </a:lnTo>
                <a:lnTo>
                  <a:pt x="23399" y="2404"/>
                </a:lnTo>
                <a:lnTo>
                  <a:pt x="21898" y="2154"/>
                </a:lnTo>
                <a:lnTo>
                  <a:pt x="20397" y="1915"/>
                </a:lnTo>
                <a:lnTo>
                  <a:pt x="18872" y="1687"/>
                </a:lnTo>
                <a:lnTo>
                  <a:pt x="17347" y="1470"/>
                </a:lnTo>
                <a:lnTo>
                  <a:pt x="15822" y="1254"/>
                </a:lnTo>
                <a:lnTo>
                  <a:pt x="14297" y="1049"/>
                </a:lnTo>
                <a:lnTo>
                  <a:pt x="12748" y="844"/>
                </a:lnTo>
                <a:lnTo>
                  <a:pt x="11223" y="661"/>
                </a:lnTo>
                <a:lnTo>
                  <a:pt x="9674" y="491"/>
                </a:lnTo>
                <a:lnTo>
                  <a:pt x="8149" y="320"/>
                </a:lnTo>
                <a:lnTo>
                  <a:pt x="6624" y="172"/>
                </a:lnTo>
                <a:lnTo>
                  <a:pt x="5123" y="35"/>
                </a:lnTo>
                <a:lnTo>
                  <a:pt x="4718" y="12"/>
                </a:lnTo>
                <a:lnTo>
                  <a:pt x="436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rot="10800000">
            <a:off x="7995395" y="741221"/>
            <a:ext cx="90304" cy="36267"/>
          </a:xfrm>
          <a:custGeom>
            <a:rect b="b" l="l" r="r" t="t"/>
            <a:pathLst>
              <a:path extrusionOk="0" h="5207" w="23733">
                <a:moveTo>
                  <a:pt x="3074" y="1"/>
                </a:moveTo>
                <a:lnTo>
                  <a:pt x="2764" y="24"/>
                </a:lnTo>
                <a:lnTo>
                  <a:pt x="2454" y="58"/>
                </a:lnTo>
                <a:lnTo>
                  <a:pt x="2168" y="103"/>
                </a:lnTo>
                <a:lnTo>
                  <a:pt x="1906" y="172"/>
                </a:lnTo>
                <a:lnTo>
                  <a:pt x="1644" y="251"/>
                </a:lnTo>
                <a:lnTo>
                  <a:pt x="1406" y="331"/>
                </a:lnTo>
                <a:lnTo>
                  <a:pt x="1191" y="434"/>
                </a:lnTo>
                <a:lnTo>
                  <a:pt x="977" y="548"/>
                </a:lnTo>
                <a:lnTo>
                  <a:pt x="786" y="662"/>
                </a:lnTo>
                <a:lnTo>
                  <a:pt x="620" y="787"/>
                </a:lnTo>
                <a:lnTo>
                  <a:pt x="453" y="924"/>
                </a:lnTo>
                <a:lnTo>
                  <a:pt x="334" y="1060"/>
                </a:lnTo>
                <a:lnTo>
                  <a:pt x="214" y="1197"/>
                </a:lnTo>
                <a:lnTo>
                  <a:pt x="119" y="1345"/>
                </a:lnTo>
                <a:lnTo>
                  <a:pt x="48" y="1493"/>
                </a:lnTo>
                <a:lnTo>
                  <a:pt x="24" y="1641"/>
                </a:lnTo>
                <a:lnTo>
                  <a:pt x="0" y="1801"/>
                </a:lnTo>
                <a:lnTo>
                  <a:pt x="0" y="1949"/>
                </a:lnTo>
                <a:lnTo>
                  <a:pt x="48" y="2097"/>
                </a:lnTo>
                <a:lnTo>
                  <a:pt x="95" y="2245"/>
                </a:lnTo>
                <a:lnTo>
                  <a:pt x="191" y="2393"/>
                </a:lnTo>
                <a:lnTo>
                  <a:pt x="310" y="2530"/>
                </a:lnTo>
                <a:lnTo>
                  <a:pt x="453" y="2666"/>
                </a:lnTo>
                <a:lnTo>
                  <a:pt x="643" y="2792"/>
                </a:lnTo>
                <a:lnTo>
                  <a:pt x="858" y="2906"/>
                </a:lnTo>
                <a:lnTo>
                  <a:pt x="1096" y="3020"/>
                </a:lnTo>
                <a:lnTo>
                  <a:pt x="1358" y="3122"/>
                </a:lnTo>
                <a:lnTo>
                  <a:pt x="1668" y="3213"/>
                </a:lnTo>
                <a:lnTo>
                  <a:pt x="2740" y="3475"/>
                </a:lnTo>
                <a:lnTo>
                  <a:pt x="3836" y="3726"/>
                </a:lnTo>
                <a:lnTo>
                  <a:pt x="4956" y="3965"/>
                </a:lnTo>
                <a:lnTo>
                  <a:pt x="6100" y="4193"/>
                </a:lnTo>
                <a:lnTo>
                  <a:pt x="7267" y="4386"/>
                </a:lnTo>
                <a:lnTo>
                  <a:pt x="8435" y="4580"/>
                </a:lnTo>
                <a:lnTo>
                  <a:pt x="9626" y="4740"/>
                </a:lnTo>
                <a:lnTo>
                  <a:pt x="10842" y="4876"/>
                </a:lnTo>
                <a:lnTo>
                  <a:pt x="12057" y="5002"/>
                </a:lnTo>
                <a:lnTo>
                  <a:pt x="13272" y="5093"/>
                </a:lnTo>
                <a:lnTo>
                  <a:pt x="13868" y="5127"/>
                </a:lnTo>
                <a:lnTo>
                  <a:pt x="14487" y="5150"/>
                </a:lnTo>
                <a:lnTo>
                  <a:pt x="15107" y="5172"/>
                </a:lnTo>
                <a:lnTo>
                  <a:pt x="15703" y="5195"/>
                </a:lnTo>
                <a:lnTo>
                  <a:pt x="16322" y="5195"/>
                </a:lnTo>
                <a:lnTo>
                  <a:pt x="16942" y="5207"/>
                </a:lnTo>
                <a:lnTo>
                  <a:pt x="17537" y="5195"/>
                </a:lnTo>
                <a:lnTo>
                  <a:pt x="18157" y="5184"/>
                </a:lnTo>
                <a:lnTo>
                  <a:pt x="18776" y="5161"/>
                </a:lnTo>
                <a:lnTo>
                  <a:pt x="19372" y="5127"/>
                </a:lnTo>
                <a:lnTo>
                  <a:pt x="19968" y="5081"/>
                </a:lnTo>
                <a:lnTo>
                  <a:pt x="20587" y="5036"/>
                </a:lnTo>
                <a:lnTo>
                  <a:pt x="21016" y="4990"/>
                </a:lnTo>
                <a:lnTo>
                  <a:pt x="21421" y="4922"/>
                </a:lnTo>
                <a:lnTo>
                  <a:pt x="21802" y="4831"/>
                </a:lnTo>
                <a:lnTo>
                  <a:pt x="22136" y="4728"/>
                </a:lnTo>
                <a:lnTo>
                  <a:pt x="22446" y="4614"/>
                </a:lnTo>
                <a:lnTo>
                  <a:pt x="22732" y="4489"/>
                </a:lnTo>
                <a:lnTo>
                  <a:pt x="22970" y="4352"/>
                </a:lnTo>
                <a:lnTo>
                  <a:pt x="23161" y="4193"/>
                </a:lnTo>
                <a:lnTo>
                  <a:pt x="23327" y="4033"/>
                </a:lnTo>
                <a:lnTo>
                  <a:pt x="23470" y="3862"/>
                </a:lnTo>
                <a:lnTo>
                  <a:pt x="23589" y="3692"/>
                </a:lnTo>
                <a:lnTo>
                  <a:pt x="23661" y="3509"/>
                </a:lnTo>
                <a:lnTo>
                  <a:pt x="23709" y="3327"/>
                </a:lnTo>
                <a:lnTo>
                  <a:pt x="23732" y="3145"/>
                </a:lnTo>
                <a:lnTo>
                  <a:pt x="23732" y="2963"/>
                </a:lnTo>
                <a:lnTo>
                  <a:pt x="23685" y="2769"/>
                </a:lnTo>
                <a:lnTo>
                  <a:pt x="23613" y="2587"/>
                </a:lnTo>
                <a:lnTo>
                  <a:pt x="23518" y="2404"/>
                </a:lnTo>
                <a:lnTo>
                  <a:pt x="23399" y="2222"/>
                </a:lnTo>
                <a:lnTo>
                  <a:pt x="23232" y="2051"/>
                </a:lnTo>
                <a:lnTo>
                  <a:pt x="23065" y="1880"/>
                </a:lnTo>
                <a:lnTo>
                  <a:pt x="22851" y="1732"/>
                </a:lnTo>
                <a:lnTo>
                  <a:pt x="22613" y="1573"/>
                </a:lnTo>
                <a:lnTo>
                  <a:pt x="22350" y="1436"/>
                </a:lnTo>
                <a:lnTo>
                  <a:pt x="22065" y="1311"/>
                </a:lnTo>
                <a:lnTo>
                  <a:pt x="21755" y="1197"/>
                </a:lnTo>
                <a:lnTo>
                  <a:pt x="21421" y="1106"/>
                </a:lnTo>
                <a:lnTo>
                  <a:pt x="21064" y="1026"/>
                </a:lnTo>
                <a:lnTo>
                  <a:pt x="20682" y="958"/>
                </a:lnTo>
                <a:lnTo>
                  <a:pt x="20277" y="912"/>
                </a:lnTo>
                <a:lnTo>
                  <a:pt x="19849" y="889"/>
                </a:lnTo>
                <a:lnTo>
                  <a:pt x="19396" y="889"/>
                </a:lnTo>
                <a:lnTo>
                  <a:pt x="17418" y="912"/>
                </a:lnTo>
                <a:lnTo>
                  <a:pt x="15512" y="935"/>
                </a:lnTo>
                <a:lnTo>
                  <a:pt x="13653" y="935"/>
                </a:lnTo>
                <a:lnTo>
                  <a:pt x="12724" y="912"/>
                </a:lnTo>
                <a:lnTo>
                  <a:pt x="11819" y="889"/>
                </a:lnTo>
                <a:lnTo>
                  <a:pt x="10913" y="855"/>
                </a:lnTo>
                <a:lnTo>
                  <a:pt x="10008" y="798"/>
                </a:lnTo>
                <a:lnTo>
                  <a:pt x="9102" y="730"/>
                </a:lnTo>
                <a:lnTo>
                  <a:pt x="8173" y="650"/>
                </a:lnTo>
                <a:lnTo>
                  <a:pt x="7267" y="548"/>
                </a:lnTo>
                <a:lnTo>
                  <a:pt x="6314" y="422"/>
                </a:lnTo>
                <a:lnTo>
                  <a:pt x="5385" y="274"/>
                </a:lnTo>
                <a:lnTo>
                  <a:pt x="4408" y="103"/>
                </a:lnTo>
                <a:lnTo>
                  <a:pt x="4075" y="58"/>
                </a:lnTo>
                <a:lnTo>
                  <a:pt x="3717" y="24"/>
                </a:lnTo>
                <a:lnTo>
                  <a:pt x="338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rot="10800000">
            <a:off x="7136052" y="866549"/>
            <a:ext cx="140445" cy="68673"/>
          </a:xfrm>
          <a:custGeom>
            <a:rect b="b" l="l" r="r" t="t"/>
            <a:pathLst>
              <a:path extrusionOk="0" h="11244" w="42081">
                <a:moveTo>
                  <a:pt x="37863" y="1"/>
                </a:moveTo>
                <a:lnTo>
                  <a:pt x="37458" y="12"/>
                </a:lnTo>
                <a:lnTo>
                  <a:pt x="37077" y="46"/>
                </a:lnTo>
                <a:lnTo>
                  <a:pt x="36672" y="103"/>
                </a:lnTo>
                <a:lnTo>
                  <a:pt x="36290" y="183"/>
                </a:lnTo>
                <a:lnTo>
                  <a:pt x="35885" y="274"/>
                </a:lnTo>
                <a:lnTo>
                  <a:pt x="35504" y="388"/>
                </a:lnTo>
                <a:lnTo>
                  <a:pt x="35123" y="536"/>
                </a:lnTo>
                <a:lnTo>
                  <a:pt x="33336" y="1254"/>
                </a:lnTo>
                <a:lnTo>
                  <a:pt x="31549" y="1960"/>
                </a:lnTo>
                <a:lnTo>
                  <a:pt x="29762" y="2644"/>
                </a:lnTo>
                <a:lnTo>
                  <a:pt x="28856" y="2985"/>
                </a:lnTo>
                <a:lnTo>
                  <a:pt x="27951" y="3316"/>
                </a:lnTo>
                <a:lnTo>
                  <a:pt x="27021" y="3635"/>
                </a:lnTo>
                <a:lnTo>
                  <a:pt x="26092" y="3942"/>
                </a:lnTo>
                <a:lnTo>
                  <a:pt x="25139" y="4250"/>
                </a:lnTo>
                <a:lnTo>
                  <a:pt x="24186" y="4546"/>
                </a:lnTo>
                <a:lnTo>
                  <a:pt x="23185" y="4831"/>
                </a:lnTo>
                <a:lnTo>
                  <a:pt x="22184" y="5104"/>
                </a:lnTo>
                <a:lnTo>
                  <a:pt x="21160" y="5366"/>
                </a:lnTo>
                <a:lnTo>
                  <a:pt x="20088" y="5617"/>
                </a:lnTo>
                <a:lnTo>
                  <a:pt x="19039" y="5856"/>
                </a:lnTo>
                <a:lnTo>
                  <a:pt x="17967" y="6061"/>
                </a:lnTo>
                <a:lnTo>
                  <a:pt x="16895" y="6266"/>
                </a:lnTo>
                <a:lnTo>
                  <a:pt x="15799" y="6448"/>
                </a:lnTo>
                <a:lnTo>
                  <a:pt x="14726" y="6630"/>
                </a:lnTo>
                <a:lnTo>
                  <a:pt x="13630" y="6790"/>
                </a:lnTo>
                <a:lnTo>
                  <a:pt x="12510" y="6938"/>
                </a:lnTo>
                <a:lnTo>
                  <a:pt x="11414" y="7086"/>
                </a:lnTo>
                <a:lnTo>
                  <a:pt x="10294" y="7211"/>
                </a:lnTo>
                <a:lnTo>
                  <a:pt x="9198" y="7348"/>
                </a:lnTo>
                <a:lnTo>
                  <a:pt x="6935" y="7587"/>
                </a:lnTo>
                <a:lnTo>
                  <a:pt x="2431" y="8054"/>
                </a:lnTo>
                <a:lnTo>
                  <a:pt x="2074" y="8100"/>
                </a:lnTo>
                <a:lnTo>
                  <a:pt x="1764" y="8157"/>
                </a:lnTo>
                <a:lnTo>
                  <a:pt x="1478" y="8225"/>
                </a:lnTo>
                <a:lnTo>
                  <a:pt x="1216" y="8305"/>
                </a:lnTo>
                <a:lnTo>
                  <a:pt x="978" y="8396"/>
                </a:lnTo>
                <a:lnTo>
                  <a:pt x="763" y="8487"/>
                </a:lnTo>
                <a:lnTo>
                  <a:pt x="573" y="8601"/>
                </a:lnTo>
                <a:lnTo>
                  <a:pt x="430" y="8715"/>
                </a:lnTo>
                <a:lnTo>
                  <a:pt x="287" y="8829"/>
                </a:lnTo>
                <a:lnTo>
                  <a:pt x="191" y="8954"/>
                </a:lnTo>
                <a:lnTo>
                  <a:pt x="96" y="9080"/>
                </a:lnTo>
                <a:lnTo>
                  <a:pt x="48" y="9216"/>
                </a:lnTo>
                <a:lnTo>
                  <a:pt x="1" y="9353"/>
                </a:lnTo>
                <a:lnTo>
                  <a:pt x="1" y="9490"/>
                </a:lnTo>
                <a:lnTo>
                  <a:pt x="25" y="9626"/>
                </a:lnTo>
                <a:lnTo>
                  <a:pt x="48" y="9763"/>
                </a:lnTo>
                <a:lnTo>
                  <a:pt x="96" y="9900"/>
                </a:lnTo>
                <a:lnTo>
                  <a:pt x="191" y="10036"/>
                </a:lnTo>
                <a:lnTo>
                  <a:pt x="287" y="10162"/>
                </a:lnTo>
                <a:lnTo>
                  <a:pt x="406" y="10298"/>
                </a:lnTo>
                <a:lnTo>
                  <a:pt x="549" y="10412"/>
                </a:lnTo>
                <a:lnTo>
                  <a:pt x="716" y="10538"/>
                </a:lnTo>
                <a:lnTo>
                  <a:pt x="882" y="10651"/>
                </a:lnTo>
                <a:lnTo>
                  <a:pt x="1097" y="10754"/>
                </a:lnTo>
                <a:lnTo>
                  <a:pt x="1311" y="10845"/>
                </a:lnTo>
                <a:lnTo>
                  <a:pt x="1550" y="10936"/>
                </a:lnTo>
                <a:lnTo>
                  <a:pt x="1788" y="11016"/>
                </a:lnTo>
                <a:lnTo>
                  <a:pt x="2074" y="11084"/>
                </a:lnTo>
                <a:lnTo>
                  <a:pt x="2360" y="11141"/>
                </a:lnTo>
                <a:lnTo>
                  <a:pt x="2669" y="11187"/>
                </a:lnTo>
                <a:lnTo>
                  <a:pt x="2979" y="11210"/>
                </a:lnTo>
                <a:lnTo>
                  <a:pt x="3313" y="11232"/>
                </a:lnTo>
                <a:lnTo>
                  <a:pt x="4576" y="11244"/>
                </a:lnTo>
                <a:lnTo>
                  <a:pt x="5839" y="11244"/>
                </a:lnTo>
                <a:lnTo>
                  <a:pt x="7125" y="11221"/>
                </a:lnTo>
                <a:lnTo>
                  <a:pt x="8412" y="11175"/>
                </a:lnTo>
                <a:lnTo>
                  <a:pt x="9699" y="11107"/>
                </a:lnTo>
                <a:lnTo>
                  <a:pt x="10985" y="11027"/>
                </a:lnTo>
                <a:lnTo>
                  <a:pt x="12296" y="10925"/>
                </a:lnTo>
                <a:lnTo>
                  <a:pt x="13606" y="10800"/>
                </a:lnTo>
                <a:lnTo>
                  <a:pt x="14917" y="10663"/>
                </a:lnTo>
                <a:lnTo>
                  <a:pt x="16204" y="10503"/>
                </a:lnTo>
                <a:lnTo>
                  <a:pt x="17514" y="10333"/>
                </a:lnTo>
                <a:lnTo>
                  <a:pt x="18801" y="10139"/>
                </a:lnTo>
                <a:lnTo>
                  <a:pt x="20088" y="9922"/>
                </a:lnTo>
                <a:lnTo>
                  <a:pt x="21374" y="9706"/>
                </a:lnTo>
                <a:lnTo>
                  <a:pt x="22637" y="9467"/>
                </a:lnTo>
                <a:lnTo>
                  <a:pt x="23900" y="9205"/>
                </a:lnTo>
                <a:lnTo>
                  <a:pt x="25139" y="8931"/>
                </a:lnTo>
                <a:lnTo>
                  <a:pt x="26354" y="8647"/>
                </a:lnTo>
                <a:lnTo>
                  <a:pt x="27569" y="8350"/>
                </a:lnTo>
                <a:lnTo>
                  <a:pt x="28761" y="8032"/>
                </a:lnTo>
                <a:lnTo>
                  <a:pt x="29928" y="7701"/>
                </a:lnTo>
                <a:lnTo>
                  <a:pt x="31072" y="7371"/>
                </a:lnTo>
                <a:lnTo>
                  <a:pt x="32216" y="7018"/>
                </a:lnTo>
                <a:lnTo>
                  <a:pt x="33312" y="6642"/>
                </a:lnTo>
                <a:lnTo>
                  <a:pt x="34384" y="6266"/>
                </a:lnTo>
                <a:lnTo>
                  <a:pt x="35409" y="5879"/>
                </a:lnTo>
                <a:lnTo>
                  <a:pt x="36433" y="5480"/>
                </a:lnTo>
                <a:lnTo>
                  <a:pt x="37410" y="5070"/>
                </a:lnTo>
                <a:lnTo>
                  <a:pt x="38340" y="4648"/>
                </a:lnTo>
                <a:lnTo>
                  <a:pt x="39269" y="4216"/>
                </a:lnTo>
                <a:lnTo>
                  <a:pt x="40127" y="3783"/>
                </a:lnTo>
                <a:lnTo>
                  <a:pt x="40961" y="3327"/>
                </a:lnTo>
                <a:lnTo>
                  <a:pt x="41247" y="3145"/>
                </a:lnTo>
                <a:lnTo>
                  <a:pt x="41509" y="2963"/>
                </a:lnTo>
                <a:lnTo>
                  <a:pt x="41699" y="2769"/>
                </a:lnTo>
                <a:lnTo>
                  <a:pt x="41866" y="2587"/>
                </a:lnTo>
                <a:lnTo>
                  <a:pt x="41985" y="2393"/>
                </a:lnTo>
                <a:lnTo>
                  <a:pt x="42057" y="2211"/>
                </a:lnTo>
                <a:lnTo>
                  <a:pt x="42081" y="2028"/>
                </a:lnTo>
                <a:lnTo>
                  <a:pt x="42081" y="1846"/>
                </a:lnTo>
                <a:lnTo>
                  <a:pt x="42033" y="1664"/>
                </a:lnTo>
                <a:lnTo>
                  <a:pt x="41961" y="1493"/>
                </a:lnTo>
                <a:lnTo>
                  <a:pt x="41842" y="1322"/>
                </a:lnTo>
                <a:lnTo>
                  <a:pt x="41699" y="1163"/>
                </a:lnTo>
                <a:lnTo>
                  <a:pt x="41532" y="1003"/>
                </a:lnTo>
                <a:lnTo>
                  <a:pt x="41342" y="855"/>
                </a:lnTo>
                <a:lnTo>
                  <a:pt x="41104" y="718"/>
                </a:lnTo>
                <a:lnTo>
                  <a:pt x="40865" y="582"/>
                </a:lnTo>
                <a:lnTo>
                  <a:pt x="40603" y="468"/>
                </a:lnTo>
                <a:lnTo>
                  <a:pt x="40293" y="365"/>
                </a:lnTo>
                <a:lnTo>
                  <a:pt x="39984" y="263"/>
                </a:lnTo>
                <a:lnTo>
                  <a:pt x="39674" y="183"/>
                </a:lnTo>
                <a:lnTo>
                  <a:pt x="39317" y="115"/>
                </a:lnTo>
                <a:lnTo>
                  <a:pt x="38983" y="69"/>
                </a:lnTo>
                <a:lnTo>
                  <a:pt x="38602" y="24"/>
                </a:lnTo>
                <a:lnTo>
                  <a:pt x="382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rot="10800000">
            <a:off x="7047508" y="993228"/>
            <a:ext cx="68315" cy="73540"/>
          </a:xfrm>
          <a:custGeom>
            <a:rect b="b" l="l" r="r" t="t"/>
            <a:pathLst>
              <a:path extrusionOk="0" h="12041" w="20469">
                <a:moveTo>
                  <a:pt x="16585" y="0"/>
                </a:moveTo>
                <a:lnTo>
                  <a:pt x="16204" y="12"/>
                </a:lnTo>
                <a:lnTo>
                  <a:pt x="15846" y="35"/>
                </a:lnTo>
                <a:lnTo>
                  <a:pt x="15489" y="69"/>
                </a:lnTo>
                <a:lnTo>
                  <a:pt x="15131" y="114"/>
                </a:lnTo>
                <a:lnTo>
                  <a:pt x="14774" y="183"/>
                </a:lnTo>
                <a:lnTo>
                  <a:pt x="14440" y="262"/>
                </a:lnTo>
                <a:lnTo>
                  <a:pt x="14107" y="365"/>
                </a:lnTo>
                <a:lnTo>
                  <a:pt x="13821" y="479"/>
                </a:lnTo>
                <a:lnTo>
                  <a:pt x="13535" y="604"/>
                </a:lnTo>
                <a:lnTo>
                  <a:pt x="13273" y="752"/>
                </a:lnTo>
                <a:lnTo>
                  <a:pt x="13035" y="923"/>
                </a:lnTo>
                <a:lnTo>
                  <a:pt x="12820" y="1105"/>
                </a:lnTo>
                <a:lnTo>
                  <a:pt x="12629" y="1299"/>
                </a:lnTo>
                <a:lnTo>
                  <a:pt x="11676" y="2495"/>
                </a:lnTo>
                <a:lnTo>
                  <a:pt x="11200" y="3087"/>
                </a:lnTo>
                <a:lnTo>
                  <a:pt x="10676" y="3668"/>
                </a:lnTo>
                <a:lnTo>
                  <a:pt x="10128" y="4238"/>
                </a:lnTo>
                <a:lnTo>
                  <a:pt x="9532" y="4796"/>
                </a:lnTo>
                <a:lnTo>
                  <a:pt x="9222" y="5069"/>
                </a:lnTo>
                <a:lnTo>
                  <a:pt x="8889" y="5354"/>
                </a:lnTo>
                <a:lnTo>
                  <a:pt x="8531" y="5628"/>
                </a:lnTo>
                <a:lnTo>
                  <a:pt x="8150" y="5901"/>
                </a:lnTo>
                <a:lnTo>
                  <a:pt x="7769" y="6163"/>
                </a:lnTo>
                <a:lnTo>
                  <a:pt x="7364" y="6425"/>
                </a:lnTo>
                <a:lnTo>
                  <a:pt x="6958" y="6676"/>
                </a:lnTo>
                <a:lnTo>
                  <a:pt x="6530" y="6926"/>
                </a:lnTo>
                <a:lnTo>
                  <a:pt x="6101" y="7177"/>
                </a:lnTo>
                <a:lnTo>
                  <a:pt x="5672" y="7405"/>
                </a:lnTo>
                <a:lnTo>
                  <a:pt x="4742" y="7872"/>
                </a:lnTo>
                <a:lnTo>
                  <a:pt x="3813" y="8327"/>
                </a:lnTo>
                <a:lnTo>
                  <a:pt x="2860" y="8771"/>
                </a:lnTo>
                <a:lnTo>
                  <a:pt x="882" y="9649"/>
                </a:lnTo>
                <a:lnTo>
                  <a:pt x="668" y="9762"/>
                </a:lnTo>
                <a:lnTo>
                  <a:pt x="501" y="9865"/>
                </a:lnTo>
                <a:lnTo>
                  <a:pt x="334" y="9979"/>
                </a:lnTo>
                <a:lnTo>
                  <a:pt x="215" y="10093"/>
                </a:lnTo>
                <a:lnTo>
                  <a:pt x="120" y="10218"/>
                </a:lnTo>
                <a:lnTo>
                  <a:pt x="48" y="10332"/>
                </a:lnTo>
                <a:lnTo>
                  <a:pt x="25" y="10457"/>
                </a:lnTo>
                <a:lnTo>
                  <a:pt x="1" y="10571"/>
                </a:lnTo>
                <a:lnTo>
                  <a:pt x="1" y="10697"/>
                </a:lnTo>
                <a:lnTo>
                  <a:pt x="48" y="10810"/>
                </a:lnTo>
                <a:lnTo>
                  <a:pt x="96" y="10924"/>
                </a:lnTo>
                <a:lnTo>
                  <a:pt x="168" y="11038"/>
                </a:lnTo>
                <a:lnTo>
                  <a:pt x="263" y="11152"/>
                </a:lnTo>
                <a:lnTo>
                  <a:pt x="382" y="11255"/>
                </a:lnTo>
                <a:lnTo>
                  <a:pt x="525" y="11357"/>
                </a:lnTo>
                <a:lnTo>
                  <a:pt x="668" y="11460"/>
                </a:lnTo>
                <a:lnTo>
                  <a:pt x="835" y="11551"/>
                </a:lnTo>
                <a:lnTo>
                  <a:pt x="1002" y="11642"/>
                </a:lnTo>
                <a:lnTo>
                  <a:pt x="1192" y="11722"/>
                </a:lnTo>
                <a:lnTo>
                  <a:pt x="1407" y="11790"/>
                </a:lnTo>
                <a:lnTo>
                  <a:pt x="1621" y="11858"/>
                </a:lnTo>
                <a:lnTo>
                  <a:pt x="1859" y="11915"/>
                </a:lnTo>
                <a:lnTo>
                  <a:pt x="2098" y="11961"/>
                </a:lnTo>
                <a:lnTo>
                  <a:pt x="2336" y="11995"/>
                </a:lnTo>
                <a:lnTo>
                  <a:pt x="2574" y="12018"/>
                </a:lnTo>
                <a:lnTo>
                  <a:pt x="2836" y="12029"/>
                </a:lnTo>
                <a:lnTo>
                  <a:pt x="3098" y="12041"/>
                </a:lnTo>
                <a:lnTo>
                  <a:pt x="3360" y="12029"/>
                </a:lnTo>
                <a:lnTo>
                  <a:pt x="3646" y="12007"/>
                </a:lnTo>
                <a:lnTo>
                  <a:pt x="3909" y="11972"/>
                </a:lnTo>
                <a:lnTo>
                  <a:pt x="4171" y="11927"/>
                </a:lnTo>
                <a:lnTo>
                  <a:pt x="4457" y="11858"/>
                </a:lnTo>
                <a:lnTo>
                  <a:pt x="5124" y="11676"/>
                </a:lnTo>
                <a:lnTo>
                  <a:pt x="5791" y="11483"/>
                </a:lnTo>
                <a:lnTo>
                  <a:pt x="6458" y="11266"/>
                </a:lnTo>
                <a:lnTo>
                  <a:pt x="7101" y="11050"/>
                </a:lnTo>
                <a:lnTo>
                  <a:pt x="7745" y="10822"/>
                </a:lnTo>
                <a:lnTo>
                  <a:pt x="8388" y="10594"/>
                </a:lnTo>
                <a:lnTo>
                  <a:pt x="9031" y="10343"/>
                </a:lnTo>
                <a:lnTo>
                  <a:pt x="9651" y="10093"/>
                </a:lnTo>
                <a:lnTo>
                  <a:pt x="10247" y="9831"/>
                </a:lnTo>
                <a:lnTo>
                  <a:pt x="10842" y="9557"/>
                </a:lnTo>
                <a:lnTo>
                  <a:pt x="11438" y="9284"/>
                </a:lnTo>
                <a:lnTo>
                  <a:pt x="12010" y="8988"/>
                </a:lnTo>
                <a:lnTo>
                  <a:pt x="12582" y="8703"/>
                </a:lnTo>
                <a:lnTo>
                  <a:pt x="13130" y="8396"/>
                </a:lnTo>
                <a:lnTo>
                  <a:pt x="13678" y="8099"/>
                </a:lnTo>
                <a:lnTo>
                  <a:pt x="14202" y="7780"/>
                </a:lnTo>
                <a:lnTo>
                  <a:pt x="14702" y="7461"/>
                </a:lnTo>
                <a:lnTo>
                  <a:pt x="15203" y="7143"/>
                </a:lnTo>
                <a:lnTo>
                  <a:pt x="15679" y="6812"/>
                </a:lnTo>
                <a:lnTo>
                  <a:pt x="16156" y="6482"/>
                </a:lnTo>
                <a:lnTo>
                  <a:pt x="16609" y="6152"/>
                </a:lnTo>
                <a:lnTo>
                  <a:pt x="17038" y="5810"/>
                </a:lnTo>
                <a:lnTo>
                  <a:pt x="17443" y="5468"/>
                </a:lnTo>
                <a:lnTo>
                  <a:pt x="17848" y="5126"/>
                </a:lnTo>
                <a:lnTo>
                  <a:pt x="18229" y="4773"/>
                </a:lnTo>
                <a:lnTo>
                  <a:pt x="18586" y="4431"/>
                </a:lnTo>
                <a:lnTo>
                  <a:pt x="18920" y="4078"/>
                </a:lnTo>
                <a:lnTo>
                  <a:pt x="19230" y="3725"/>
                </a:lnTo>
                <a:lnTo>
                  <a:pt x="19516" y="3372"/>
                </a:lnTo>
                <a:lnTo>
                  <a:pt x="19802" y="3019"/>
                </a:lnTo>
                <a:lnTo>
                  <a:pt x="20040" y="2666"/>
                </a:lnTo>
                <a:lnTo>
                  <a:pt x="20278" y="2313"/>
                </a:lnTo>
                <a:lnTo>
                  <a:pt x="20397" y="2096"/>
                </a:lnTo>
                <a:lnTo>
                  <a:pt x="20445" y="1880"/>
                </a:lnTo>
                <a:lnTo>
                  <a:pt x="20469" y="1686"/>
                </a:lnTo>
                <a:lnTo>
                  <a:pt x="20445" y="1493"/>
                </a:lnTo>
                <a:lnTo>
                  <a:pt x="20373" y="1310"/>
                </a:lnTo>
                <a:lnTo>
                  <a:pt x="20254" y="1139"/>
                </a:lnTo>
                <a:lnTo>
                  <a:pt x="20111" y="980"/>
                </a:lnTo>
                <a:lnTo>
                  <a:pt x="19945" y="832"/>
                </a:lnTo>
                <a:lnTo>
                  <a:pt x="19730" y="695"/>
                </a:lnTo>
                <a:lnTo>
                  <a:pt x="19492" y="570"/>
                </a:lnTo>
                <a:lnTo>
                  <a:pt x="19254" y="456"/>
                </a:lnTo>
                <a:lnTo>
                  <a:pt x="18968" y="353"/>
                </a:lnTo>
                <a:lnTo>
                  <a:pt x="18658" y="262"/>
                </a:lnTo>
                <a:lnTo>
                  <a:pt x="18348" y="194"/>
                </a:lnTo>
                <a:lnTo>
                  <a:pt x="18015" y="126"/>
                </a:lnTo>
                <a:lnTo>
                  <a:pt x="17657" y="69"/>
                </a:lnTo>
                <a:lnTo>
                  <a:pt x="17300" y="35"/>
                </a:lnTo>
                <a:lnTo>
                  <a:pt x="16942" y="12"/>
                </a:lnTo>
                <a:lnTo>
                  <a:pt x="1658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rot="10800000">
            <a:off x="6948467" y="1310236"/>
            <a:ext cx="54424" cy="116234"/>
          </a:xfrm>
          <a:custGeom>
            <a:rect b="b" l="l" r="r" t="t"/>
            <a:pathLst>
              <a:path extrusionOk="0" h="14821" w="12701">
                <a:moveTo>
                  <a:pt x="8173" y="1"/>
                </a:moveTo>
                <a:lnTo>
                  <a:pt x="7816" y="24"/>
                </a:lnTo>
                <a:lnTo>
                  <a:pt x="7458" y="58"/>
                </a:lnTo>
                <a:lnTo>
                  <a:pt x="7125" y="115"/>
                </a:lnTo>
                <a:lnTo>
                  <a:pt x="6791" y="183"/>
                </a:lnTo>
                <a:lnTo>
                  <a:pt x="6481" y="263"/>
                </a:lnTo>
                <a:lnTo>
                  <a:pt x="6172" y="365"/>
                </a:lnTo>
                <a:lnTo>
                  <a:pt x="5886" y="491"/>
                </a:lnTo>
                <a:lnTo>
                  <a:pt x="5623" y="627"/>
                </a:lnTo>
                <a:lnTo>
                  <a:pt x="5385" y="787"/>
                </a:lnTo>
                <a:lnTo>
                  <a:pt x="5171" y="969"/>
                </a:lnTo>
                <a:lnTo>
                  <a:pt x="4980" y="1163"/>
                </a:lnTo>
                <a:lnTo>
                  <a:pt x="4837" y="1379"/>
                </a:lnTo>
                <a:lnTo>
                  <a:pt x="4432" y="2074"/>
                </a:lnTo>
                <a:lnTo>
                  <a:pt x="4051" y="2780"/>
                </a:lnTo>
                <a:lnTo>
                  <a:pt x="3670" y="3498"/>
                </a:lnTo>
                <a:lnTo>
                  <a:pt x="3336" y="4204"/>
                </a:lnTo>
                <a:lnTo>
                  <a:pt x="3002" y="4922"/>
                </a:lnTo>
                <a:lnTo>
                  <a:pt x="2669" y="5651"/>
                </a:lnTo>
                <a:lnTo>
                  <a:pt x="2073" y="7097"/>
                </a:lnTo>
                <a:lnTo>
                  <a:pt x="1525" y="8556"/>
                </a:lnTo>
                <a:lnTo>
                  <a:pt x="1001" y="10002"/>
                </a:lnTo>
                <a:lnTo>
                  <a:pt x="524" y="11460"/>
                </a:lnTo>
                <a:lnTo>
                  <a:pt x="48" y="12896"/>
                </a:lnTo>
                <a:lnTo>
                  <a:pt x="24" y="13066"/>
                </a:lnTo>
                <a:lnTo>
                  <a:pt x="0" y="13237"/>
                </a:lnTo>
                <a:lnTo>
                  <a:pt x="24" y="13408"/>
                </a:lnTo>
                <a:lnTo>
                  <a:pt x="95" y="13556"/>
                </a:lnTo>
                <a:lnTo>
                  <a:pt x="167" y="13704"/>
                </a:lnTo>
                <a:lnTo>
                  <a:pt x="286" y="13852"/>
                </a:lnTo>
                <a:lnTo>
                  <a:pt x="429" y="13978"/>
                </a:lnTo>
                <a:lnTo>
                  <a:pt x="596" y="14103"/>
                </a:lnTo>
                <a:lnTo>
                  <a:pt x="763" y="14217"/>
                </a:lnTo>
                <a:lnTo>
                  <a:pt x="977" y="14331"/>
                </a:lnTo>
                <a:lnTo>
                  <a:pt x="1192" y="14422"/>
                </a:lnTo>
                <a:lnTo>
                  <a:pt x="1406" y="14513"/>
                </a:lnTo>
                <a:lnTo>
                  <a:pt x="1668" y="14593"/>
                </a:lnTo>
                <a:lnTo>
                  <a:pt x="1906" y="14650"/>
                </a:lnTo>
                <a:lnTo>
                  <a:pt x="2192" y="14707"/>
                </a:lnTo>
                <a:lnTo>
                  <a:pt x="2454" y="14752"/>
                </a:lnTo>
                <a:lnTo>
                  <a:pt x="2740" y="14786"/>
                </a:lnTo>
                <a:lnTo>
                  <a:pt x="3026" y="14809"/>
                </a:lnTo>
                <a:lnTo>
                  <a:pt x="3312" y="14821"/>
                </a:lnTo>
                <a:lnTo>
                  <a:pt x="3598" y="14821"/>
                </a:lnTo>
                <a:lnTo>
                  <a:pt x="3860" y="14798"/>
                </a:lnTo>
                <a:lnTo>
                  <a:pt x="4146" y="14775"/>
                </a:lnTo>
                <a:lnTo>
                  <a:pt x="4432" y="14729"/>
                </a:lnTo>
                <a:lnTo>
                  <a:pt x="4694" y="14673"/>
                </a:lnTo>
                <a:lnTo>
                  <a:pt x="4932" y="14604"/>
                </a:lnTo>
                <a:lnTo>
                  <a:pt x="5195" y="14524"/>
                </a:lnTo>
                <a:lnTo>
                  <a:pt x="5409" y="14433"/>
                </a:lnTo>
                <a:lnTo>
                  <a:pt x="5623" y="14319"/>
                </a:lnTo>
                <a:lnTo>
                  <a:pt x="5814" y="14194"/>
                </a:lnTo>
                <a:lnTo>
                  <a:pt x="6005" y="14046"/>
                </a:lnTo>
                <a:lnTo>
                  <a:pt x="6148" y="13887"/>
                </a:lnTo>
                <a:lnTo>
                  <a:pt x="6291" y="13716"/>
                </a:lnTo>
                <a:lnTo>
                  <a:pt x="7196" y="12326"/>
                </a:lnTo>
                <a:lnTo>
                  <a:pt x="8102" y="10936"/>
                </a:lnTo>
                <a:lnTo>
                  <a:pt x="8983" y="9524"/>
                </a:lnTo>
                <a:lnTo>
                  <a:pt x="9817" y="8100"/>
                </a:lnTo>
                <a:lnTo>
                  <a:pt x="10627" y="6676"/>
                </a:lnTo>
                <a:lnTo>
                  <a:pt x="11009" y="5970"/>
                </a:lnTo>
                <a:lnTo>
                  <a:pt x="11366" y="5252"/>
                </a:lnTo>
                <a:lnTo>
                  <a:pt x="11700" y="4546"/>
                </a:lnTo>
                <a:lnTo>
                  <a:pt x="12033" y="3828"/>
                </a:lnTo>
                <a:lnTo>
                  <a:pt x="12343" y="3111"/>
                </a:lnTo>
                <a:lnTo>
                  <a:pt x="12605" y="2404"/>
                </a:lnTo>
                <a:lnTo>
                  <a:pt x="12677" y="2188"/>
                </a:lnTo>
                <a:lnTo>
                  <a:pt x="12700" y="1972"/>
                </a:lnTo>
                <a:lnTo>
                  <a:pt x="12677" y="1766"/>
                </a:lnTo>
                <a:lnTo>
                  <a:pt x="12605" y="1573"/>
                </a:lnTo>
                <a:lnTo>
                  <a:pt x="12510" y="1379"/>
                </a:lnTo>
                <a:lnTo>
                  <a:pt x="12367" y="1208"/>
                </a:lnTo>
                <a:lnTo>
                  <a:pt x="12200" y="1037"/>
                </a:lnTo>
                <a:lnTo>
                  <a:pt x="11985" y="889"/>
                </a:lnTo>
                <a:lnTo>
                  <a:pt x="11771" y="741"/>
                </a:lnTo>
                <a:lnTo>
                  <a:pt x="11509" y="616"/>
                </a:lnTo>
                <a:lnTo>
                  <a:pt x="11223" y="491"/>
                </a:lnTo>
                <a:lnTo>
                  <a:pt x="10937" y="388"/>
                </a:lnTo>
                <a:lnTo>
                  <a:pt x="10627" y="286"/>
                </a:lnTo>
                <a:lnTo>
                  <a:pt x="10294" y="206"/>
                </a:lnTo>
                <a:lnTo>
                  <a:pt x="9960" y="138"/>
                </a:lnTo>
                <a:lnTo>
                  <a:pt x="9603" y="81"/>
                </a:lnTo>
                <a:lnTo>
                  <a:pt x="9245" y="35"/>
                </a:lnTo>
                <a:lnTo>
                  <a:pt x="8888" y="12"/>
                </a:lnTo>
                <a:lnTo>
                  <a:pt x="853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rot="10800000">
            <a:off x="6999113" y="1482531"/>
            <a:ext cx="51463" cy="82731"/>
          </a:xfrm>
          <a:custGeom>
            <a:rect b="b" l="l" r="r" t="t"/>
            <a:pathLst>
              <a:path extrusionOk="0" h="10549" w="12010">
                <a:moveTo>
                  <a:pt x="3527" y="0"/>
                </a:moveTo>
                <a:lnTo>
                  <a:pt x="3217" y="23"/>
                </a:lnTo>
                <a:lnTo>
                  <a:pt x="2908" y="57"/>
                </a:lnTo>
                <a:lnTo>
                  <a:pt x="2622" y="103"/>
                </a:lnTo>
                <a:lnTo>
                  <a:pt x="2336" y="160"/>
                </a:lnTo>
                <a:lnTo>
                  <a:pt x="2050" y="228"/>
                </a:lnTo>
                <a:lnTo>
                  <a:pt x="1788" y="296"/>
                </a:lnTo>
                <a:lnTo>
                  <a:pt x="1526" y="387"/>
                </a:lnTo>
                <a:lnTo>
                  <a:pt x="1263" y="479"/>
                </a:lnTo>
                <a:lnTo>
                  <a:pt x="1049" y="581"/>
                </a:lnTo>
                <a:lnTo>
                  <a:pt x="835" y="695"/>
                </a:lnTo>
                <a:lnTo>
                  <a:pt x="620" y="809"/>
                </a:lnTo>
                <a:lnTo>
                  <a:pt x="453" y="934"/>
                </a:lnTo>
                <a:lnTo>
                  <a:pt x="310" y="1071"/>
                </a:lnTo>
                <a:lnTo>
                  <a:pt x="191" y="1208"/>
                </a:lnTo>
                <a:lnTo>
                  <a:pt x="96" y="1356"/>
                </a:lnTo>
                <a:lnTo>
                  <a:pt x="24" y="1504"/>
                </a:lnTo>
                <a:lnTo>
                  <a:pt x="1" y="1652"/>
                </a:lnTo>
                <a:lnTo>
                  <a:pt x="1" y="1811"/>
                </a:lnTo>
                <a:lnTo>
                  <a:pt x="24" y="1982"/>
                </a:lnTo>
                <a:lnTo>
                  <a:pt x="120" y="2142"/>
                </a:lnTo>
                <a:lnTo>
                  <a:pt x="382" y="2620"/>
                </a:lnTo>
                <a:lnTo>
                  <a:pt x="692" y="3099"/>
                </a:lnTo>
                <a:lnTo>
                  <a:pt x="1049" y="3577"/>
                </a:lnTo>
                <a:lnTo>
                  <a:pt x="1406" y="4044"/>
                </a:lnTo>
                <a:lnTo>
                  <a:pt x="1764" y="4522"/>
                </a:lnTo>
                <a:lnTo>
                  <a:pt x="2169" y="4989"/>
                </a:lnTo>
                <a:lnTo>
                  <a:pt x="3003" y="5935"/>
                </a:lnTo>
                <a:lnTo>
                  <a:pt x="3861" y="6869"/>
                </a:lnTo>
                <a:lnTo>
                  <a:pt x="4718" y="7792"/>
                </a:lnTo>
                <a:lnTo>
                  <a:pt x="5576" y="8714"/>
                </a:lnTo>
                <a:lnTo>
                  <a:pt x="6386" y="9637"/>
                </a:lnTo>
                <a:lnTo>
                  <a:pt x="6529" y="9774"/>
                </a:lnTo>
                <a:lnTo>
                  <a:pt x="6696" y="9899"/>
                </a:lnTo>
                <a:lnTo>
                  <a:pt x="6863" y="10024"/>
                </a:lnTo>
                <a:lnTo>
                  <a:pt x="7054" y="10127"/>
                </a:lnTo>
                <a:lnTo>
                  <a:pt x="7268" y="10218"/>
                </a:lnTo>
                <a:lnTo>
                  <a:pt x="7483" y="10298"/>
                </a:lnTo>
                <a:lnTo>
                  <a:pt x="7721" y="10366"/>
                </a:lnTo>
                <a:lnTo>
                  <a:pt x="7959" y="10423"/>
                </a:lnTo>
                <a:lnTo>
                  <a:pt x="8221" y="10469"/>
                </a:lnTo>
                <a:lnTo>
                  <a:pt x="8483" y="10503"/>
                </a:lnTo>
                <a:lnTo>
                  <a:pt x="8745" y="10537"/>
                </a:lnTo>
                <a:lnTo>
                  <a:pt x="9007" y="10548"/>
                </a:lnTo>
                <a:lnTo>
                  <a:pt x="9532" y="10548"/>
                </a:lnTo>
                <a:lnTo>
                  <a:pt x="9794" y="10537"/>
                </a:lnTo>
                <a:lnTo>
                  <a:pt x="10032" y="10503"/>
                </a:lnTo>
                <a:lnTo>
                  <a:pt x="10294" y="10469"/>
                </a:lnTo>
                <a:lnTo>
                  <a:pt x="10532" y="10423"/>
                </a:lnTo>
                <a:lnTo>
                  <a:pt x="10747" y="10377"/>
                </a:lnTo>
                <a:lnTo>
                  <a:pt x="10961" y="10309"/>
                </a:lnTo>
                <a:lnTo>
                  <a:pt x="11176" y="10241"/>
                </a:lnTo>
                <a:lnTo>
                  <a:pt x="11343" y="10161"/>
                </a:lnTo>
                <a:lnTo>
                  <a:pt x="11509" y="10070"/>
                </a:lnTo>
                <a:lnTo>
                  <a:pt x="11652" y="9967"/>
                </a:lnTo>
                <a:lnTo>
                  <a:pt x="11795" y="9865"/>
                </a:lnTo>
                <a:lnTo>
                  <a:pt x="11891" y="9751"/>
                </a:lnTo>
                <a:lnTo>
                  <a:pt x="11962" y="9626"/>
                </a:lnTo>
                <a:lnTo>
                  <a:pt x="12010" y="9500"/>
                </a:lnTo>
                <a:lnTo>
                  <a:pt x="12010" y="9364"/>
                </a:lnTo>
                <a:lnTo>
                  <a:pt x="12010" y="9216"/>
                </a:lnTo>
                <a:lnTo>
                  <a:pt x="11962" y="9067"/>
                </a:lnTo>
                <a:lnTo>
                  <a:pt x="11867" y="8908"/>
                </a:lnTo>
                <a:lnTo>
                  <a:pt x="11271" y="7906"/>
                </a:lnTo>
                <a:lnTo>
                  <a:pt x="10675" y="6880"/>
                </a:lnTo>
                <a:lnTo>
                  <a:pt x="10080" y="5855"/>
                </a:lnTo>
                <a:lnTo>
                  <a:pt x="9484" y="4830"/>
                </a:lnTo>
                <a:lnTo>
                  <a:pt x="8841" y="3816"/>
                </a:lnTo>
                <a:lnTo>
                  <a:pt x="8507" y="3304"/>
                </a:lnTo>
                <a:lnTo>
                  <a:pt x="8150" y="2802"/>
                </a:lnTo>
                <a:lnTo>
                  <a:pt x="7768" y="2313"/>
                </a:lnTo>
                <a:lnTo>
                  <a:pt x="7387" y="1811"/>
                </a:lnTo>
                <a:lnTo>
                  <a:pt x="6982" y="1333"/>
                </a:lnTo>
                <a:lnTo>
                  <a:pt x="6553" y="843"/>
                </a:lnTo>
                <a:lnTo>
                  <a:pt x="6386" y="695"/>
                </a:lnTo>
                <a:lnTo>
                  <a:pt x="6196" y="547"/>
                </a:lnTo>
                <a:lnTo>
                  <a:pt x="5981" y="433"/>
                </a:lnTo>
                <a:lnTo>
                  <a:pt x="5767" y="319"/>
                </a:lnTo>
                <a:lnTo>
                  <a:pt x="5505" y="228"/>
                </a:lnTo>
                <a:lnTo>
                  <a:pt x="5243" y="160"/>
                </a:lnTo>
                <a:lnTo>
                  <a:pt x="4981" y="91"/>
                </a:lnTo>
                <a:lnTo>
                  <a:pt x="4695" y="46"/>
                </a:lnTo>
                <a:lnTo>
                  <a:pt x="4409" y="23"/>
                </a:lnTo>
                <a:lnTo>
                  <a:pt x="412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rot="10800000">
            <a:off x="7222426" y="1794116"/>
            <a:ext cx="77035" cy="82317"/>
          </a:xfrm>
          <a:custGeom>
            <a:rect b="b" l="l" r="r" t="t"/>
            <a:pathLst>
              <a:path extrusionOk="0" h="13829" w="23685">
                <a:moveTo>
                  <a:pt x="4504" y="0"/>
                </a:moveTo>
                <a:lnTo>
                  <a:pt x="4146" y="11"/>
                </a:lnTo>
                <a:lnTo>
                  <a:pt x="3789" y="34"/>
                </a:lnTo>
                <a:lnTo>
                  <a:pt x="3431" y="68"/>
                </a:lnTo>
                <a:lnTo>
                  <a:pt x="3074" y="125"/>
                </a:lnTo>
                <a:lnTo>
                  <a:pt x="2717" y="182"/>
                </a:lnTo>
                <a:lnTo>
                  <a:pt x="2383" y="262"/>
                </a:lnTo>
                <a:lnTo>
                  <a:pt x="2073" y="353"/>
                </a:lnTo>
                <a:lnTo>
                  <a:pt x="1763" y="456"/>
                </a:lnTo>
                <a:lnTo>
                  <a:pt x="1478" y="558"/>
                </a:lnTo>
                <a:lnTo>
                  <a:pt x="1192" y="684"/>
                </a:lnTo>
                <a:lnTo>
                  <a:pt x="953" y="820"/>
                </a:lnTo>
                <a:lnTo>
                  <a:pt x="715" y="957"/>
                </a:lnTo>
                <a:lnTo>
                  <a:pt x="524" y="1116"/>
                </a:lnTo>
                <a:lnTo>
                  <a:pt x="358" y="1276"/>
                </a:lnTo>
                <a:lnTo>
                  <a:pt x="215" y="1435"/>
                </a:lnTo>
                <a:lnTo>
                  <a:pt x="96" y="1618"/>
                </a:lnTo>
                <a:lnTo>
                  <a:pt x="24" y="1800"/>
                </a:lnTo>
                <a:lnTo>
                  <a:pt x="0" y="1993"/>
                </a:lnTo>
                <a:lnTo>
                  <a:pt x="0" y="2187"/>
                </a:lnTo>
                <a:lnTo>
                  <a:pt x="48" y="2381"/>
                </a:lnTo>
                <a:lnTo>
                  <a:pt x="119" y="2597"/>
                </a:lnTo>
                <a:lnTo>
                  <a:pt x="358" y="3007"/>
                </a:lnTo>
                <a:lnTo>
                  <a:pt x="644" y="3429"/>
                </a:lnTo>
                <a:lnTo>
                  <a:pt x="953" y="3839"/>
                </a:lnTo>
                <a:lnTo>
                  <a:pt x="1287" y="4249"/>
                </a:lnTo>
                <a:lnTo>
                  <a:pt x="1644" y="4659"/>
                </a:lnTo>
                <a:lnTo>
                  <a:pt x="2026" y="5058"/>
                </a:lnTo>
                <a:lnTo>
                  <a:pt x="2455" y="5456"/>
                </a:lnTo>
                <a:lnTo>
                  <a:pt x="2907" y="5855"/>
                </a:lnTo>
                <a:lnTo>
                  <a:pt x="3360" y="6242"/>
                </a:lnTo>
                <a:lnTo>
                  <a:pt x="3860" y="6630"/>
                </a:lnTo>
                <a:lnTo>
                  <a:pt x="4385" y="7017"/>
                </a:lnTo>
                <a:lnTo>
                  <a:pt x="4909" y="7393"/>
                </a:lnTo>
                <a:lnTo>
                  <a:pt x="5457" y="7769"/>
                </a:lnTo>
                <a:lnTo>
                  <a:pt x="6052" y="8133"/>
                </a:lnTo>
                <a:lnTo>
                  <a:pt x="6648" y="8498"/>
                </a:lnTo>
                <a:lnTo>
                  <a:pt x="7244" y="8851"/>
                </a:lnTo>
                <a:lnTo>
                  <a:pt x="7887" y="9204"/>
                </a:lnTo>
                <a:lnTo>
                  <a:pt x="8531" y="9546"/>
                </a:lnTo>
                <a:lnTo>
                  <a:pt x="9198" y="9887"/>
                </a:lnTo>
                <a:lnTo>
                  <a:pt x="9865" y="10218"/>
                </a:lnTo>
                <a:lnTo>
                  <a:pt x="10532" y="10548"/>
                </a:lnTo>
                <a:lnTo>
                  <a:pt x="11247" y="10867"/>
                </a:lnTo>
                <a:lnTo>
                  <a:pt x="11938" y="11175"/>
                </a:lnTo>
                <a:lnTo>
                  <a:pt x="12653" y="11471"/>
                </a:lnTo>
                <a:lnTo>
                  <a:pt x="13368" y="11767"/>
                </a:lnTo>
                <a:lnTo>
                  <a:pt x="14106" y="12052"/>
                </a:lnTo>
                <a:lnTo>
                  <a:pt x="14821" y="12337"/>
                </a:lnTo>
                <a:lnTo>
                  <a:pt x="15560" y="12599"/>
                </a:lnTo>
                <a:lnTo>
                  <a:pt x="16298" y="12861"/>
                </a:lnTo>
                <a:lnTo>
                  <a:pt x="17061" y="13111"/>
                </a:lnTo>
                <a:lnTo>
                  <a:pt x="17800" y="13362"/>
                </a:lnTo>
                <a:lnTo>
                  <a:pt x="18538" y="13590"/>
                </a:lnTo>
                <a:lnTo>
                  <a:pt x="18848" y="13669"/>
                </a:lnTo>
                <a:lnTo>
                  <a:pt x="19158" y="13738"/>
                </a:lnTo>
                <a:lnTo>
                  <a:pt x="19468" y="13783"/>
                </a:lnTo>
                <a:lnTo>
                  <a:pt x="19753" y="13817"/>
                </a:lnTo>
                <a:lnTo>
                  <a:pt x="20063" y="13829"/>
                </a:lnTo>
                <a:lnTo>
                  <a:pt x="20373" y="13829"/>
                </a:lnTo>
                <a:lnTo>
                  <a:pt x="20659" y="13806"/>
                </a:lnTo>
                <a:lnTo>
                  <a:pt x="20945" y="13783"/>
                </a:lnTo>
                <a:lnTo>
                  <a:pt x="21231" y="13738"/>
                </a:lnTo>
                <a:lnTo>
                  <a:pt x="21517" y="13681"/>
                </a:lnTo>
                <a:lnTo>
                  <a:pt x="21779" y="13624"/>
                </a:lnTo>
                <a:lnTo>
                  <a:pt x="22017" y="13544"/>
                </a:lnTo>
                <a:lnTo>
                  <a:pt x="22255" y="13453"/>
                </a:lnTo>
                <a:lnTo>
                  <a:pt x="22494" y="13362"/>
                </a:lnTo>
                <a:lnTo>
                  <a:pt x="22684" y="13259"/>
                </a:lnTo>
                <a:lnTo>
                  <a:pt x="22899" y="13145"/>
                </a:lnTo>
                <a:lnTo>
                  <a:pt x="23065" y="13031"/>
                </a:lnTo>
                <a:lnTo>
                  <a:pt x="23232" y="12906"/>
                </a:lnTo>
                <a:lnTo>
                  <a:pt x="23351" y="12781"/>
                </a:lnTo>
                <a:lnTo>
                  <a:pt x="23471" y="12656"/>
                </a:lnTo>
                <a:lnTo>
                  <a:pt x="23566" y="12519"/>
                </a:lnTo>
                <a:lnTo>
                  <a:pt x="23637" y="12382"/>
                </a:lnTo>
                <a:lnTo>
                  <a:pt x="23661" y="12234"/>
                </a:lnTo>
                <a:lnTo>
                  <a:pt x="23685" y="12097"/>
                </a:lnTo>
                <a:lnTo>
                  <a:pt x="23661" y="11961"/>
                </a:lnTo>
                <a:lnTo>
                  <a:pt x="23614" y="11824"/>
                </a:lnTo>
                <a:lnTo>
                  <a:pt x="23542" y="11676"/>
                </a:lnTo>
                <a:lnTo>
                  <a:pt x="23447" y="11539"/>
                </a:lnTo>
                <a:lnTo>
                  <a:pt x="23304" y="11414"/>
                </a:lnTo>
                <a:lnTo>
                  <a:pt x="23137" y="11277"/>
                </a:lnTo>
                <a:lnTo>
                  <a:pt x="22923" y="11152"/>
                </a:lnTo>
                <a:lnTo>
                  <a:pt x="22660" y="11038"/>
                </a:lnTo>
                <a:lnTo>
                  <a:pt x="21469" y="10503"/>
                </a:lnTo>
                <a:lnTo>
                  <a:pt x="20278" y="9967"/>
                </a:lnTo>
                <a:lnTo>
                  <a:pt x="19134" y="9409"/>
                </a:lnTo>
                <a:lnTo>
                  <a:pt x="17990" y="8840"/>
                </a:lnTo>
                <a:lnTo>
                  <a:pt x="16918" y="8259"/>
                </a:lnTo>
                <a:lnTo>
                  <a:pt x="16370" y="7962"/>
                </a:lnTo>
                <a:lnTo>
                  <a:pt x="15870" y="7666"/>
                </a:lnTo>
                <a:lnTo>
                  <a:pt x="15369" y="7359"/>
                </a:lnTo>
                <a:lnTo>
                  <a:pt x="14869" y="7040"/>
                </a:lnTo>
                <a:lnTo>
                  <a:pt x="14392" y="6721"/>
                </a:lnTo>
                <a:lnTo>
                  <a:pt x="13916" y="6402"/>
                </a:lnTo>
                <a:lnTo>
                  <a:pt x="13487" y="6083"/>
                </a:lnTo>
                <a:lnTo>
                  <a:pt x="13058" y="5753"/>
                </a:lnTo>
                <a:lnTo>
                  <a:pt x="12653" y="5422"/>
                </a:lnTo>
                <a:lnTo>
                  <a:pt x="12272" y="5092"/>
                </a:lnTo>
                <a:lnTo>
                  <a:pt x="11533" y="4420"/>
                </a:lnTo>
                <a:lnTo>
                  <a:pt x="10818" y="3736"/>
                </a:lnTo>
                <a:lnTo>
                  <a:pt x="9436" y="2369"/>
                </a:lnTo>
                <a:lnTo>
                  <a:pt x="8721" y="1686"/>
                </a:lnTo>
                <a:lnTo>
                  <a:pt x="7983" y="1014"/>
                </a:lnTo>
                <a:lnTo>
                  <a:pt x="7744" y="820"/>
                </a:lnTo>
                <a:lnTo>
                  <a:pt x="7506" y="661"/>
                </a:lnTo>
                <a:lnTo>
                  <a:pt x="7220" y="513"/>
                </a:lnTo>
                <a:lnTo>
                  <a:pt x="6910" y="387"/>
                </a:lnTo>
                <a:lnTo>
                  <a:pt x="6601" y="285"/>
                </a:lnTo>
                <a:lnTo>
                  <a:pt x="6291" y="194"/>
                </a:lnTo>
                <a:lnTo>
                  <a:pt x="5933" y="125"/>
                </a:lnTo>
                <a:lnTo>
                  <a:pt x="5600" y="68"/>
                </a:lnTo>
                <a:lnTo>
                  <a:pt x="5242" y="23"/>
                </a:lnTo>
                <a:lnTo>
                  <a:pt x="4885" y="11"/>
                </a:lnTo>
                <a:lnTo>
                  <a:pt x="45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rot="10800000">
            <a:off x="7346993" y="2010694"/>
            <a:ext cx="95406" cy="99746"/>
          </a:xfrm>
          <a:custGeom>
            <a:rect b="b" l="l" r="r" t="t"/>
            <a:pathLst>
              <a:path extrusionOk="0" h="16757" w="29333">
                <a:moveTo>
                  <a:pt x="4266" y="0"/>
                </a:moveTo>
                <a:lnTo>
                  <a:pt x="3885" y="34"/>
                </a:lnTo>
                <a:lnTo>
                  <a:pt x="3503" y="80"/>
                </a:lnTo>
                <a:lnTo>
                  <a:pt x="3122" y="137"/>
                </a:lnTo>
                <a:lnTo>
                  <a:pt x="2765" y="217"/>
                </a:lnTo>
                <a:lnTo>
                  <a:pt x="2407" y="319"/>
                </a:lnTo>
                <a:lnTo>
                  <a:pt x="2050" y="422"/>
                </a:lnTo>
                <a:lnTo>
                  <a:pt x="1740" y="547"/>
                </a:lnTo>
                <a:lnTo>
                  <a:pt x="1430" y="684"/>
                </a:lnTo>
                <a:lnTo>
                  <a:pt x="1144" y="820"/>
                </a:lnTo>
                <a:lnTo>
                  <a:pt x="882" y="980"/>
                </a:lnTo>
                <a:lnTo>
                  <a:pt x="668" y="1151"/>
                </a:lnTo>
                <a:lnTo>
                  <a:pt x="453" y="1333"/>
                </a:lnTo>
                <a:lnTo>
                  <a:pt x="287" y="1515"/>
                </a:lnTo>
                <a:lnTo>
                  <a:pt x="168" y="1709"/>
                </a:lnTo>
                <a:lnTo>
                  <a:pt x="72" y="1914"/>
                </a:lnTo>
                <a:lnTo>
                  <a:pt x="25" y="2119"/>
                </a:lnTo>
                <a:lnTo>
                  <a:pt x="1" y="2335"/>
                </a:lnTo>
                <a:lnTo>
                  <a:pt x="48" y="2552"/>
                </a:lnTo>
                <a:lnTo>
                  <a:pt x="120" y="2768"/>
                </a:lnTo>
                <a:lnTo>
                  <a:pt x="263" y="2996"/>
                </a:lnTo>
                <a:lnTo>
                  <a:pt x="453" y="3224"/>
                </a:lnTo>
                <a:lnTo>
                  <a:pt x="930" y="3737"/>
                </a:lnTo>
                <a:lnTo>
                  <a:pt x="1454" y="4249"/>
                </a:lnTo>
                <a:lnTo>
                  <a:pt x="2002" y="4750"/>
                </a:lnTo>
                <a:lnTo>
                  <a:pt x="2574" y="5240"/>
                </a:lnTo>
                <a:lnTo>
                  <a:pt x="3170" y="5719"/>
                </a:lnTo>
                <a:lnTo>
                  <a:pt x="3789" y="6197"/>
                </a:lnTo>
                <a:lnTo>
                  <a:pt x="4409" y="6675"/>
                </a:lnTo>
                <a:lnTo>
                  <a:pt x="5076" y="7131"/>
                </a:lnTo>
                <a:lnTo>
                  <a:pt x="5767" y="7587"/>
                </a:lnTo>
                <a:lnTo>
                  <a:pt x="6458" y="8042"/>
                </a:lnTo>
                <a:lnTo>
                  <a:pt x="7173" y="8487"/>
                </a:lnTo>
                <a:lnTo>
                  <a:pt x="7912" y="8920"/>
                </a:lnTo>
                <a:lnTo>
                  <a:pt x="8650" y="9352"/>
                </a:lnTo>
                <a:lnTo>
                  <a:pt x="9437" y="9785"/>
                </a:lnTo>
                <a:lnTo>
                  <a:pt x="10199" y="10207"/>
                </a:lnTo>
                <a:lnTo>
                  <a:pt x="11009" y="10617"/>
                </a:lnTo>
                <a:lnTo>
                  <a:pt x="11819" y="11027"/>
                </a:lnTo>
                <a:lnTo>
                  <a:pt x="12653" y="11426"/>
                </a:lnTo>
                <a:lnTo>
                  <a:pt x="13487" y="11824"/>
                </a:lnTo>
                <a:lnTo>
                  <a:pt x="14345" y="12212"/>
                </a:lnTo>
                <a:lnTo>
                  <a:pt x="15203" y="12599"/>
                </a:lnTo>
                <a:lnTo>
                  <a:pt x="16061" y="12986"/>
                </a:lnTo>
                <a:lnTo>
                  <a:pt x="17824" y="13727"/>
                </a:lnTo>
                <a:lnTo>
                  <a:pt x="19635" y="14456"/>
                </a:lnTo>
                <a:lnTo>
                  <a:pt x="21446" y="15162"/>
                </a:lnTo>
                <a:lnTo>
                  <a:pt x="23280" y="15857"/>
                </a:lnTo>
                <a:lnTo>
                  <a:pt x="25139" y="16529"/>
                </a:lnTo>
                <a:lnTo>
                  <a:pt x="25377" y="16608"/>
                </a:lnTo>
                <a:lnTo>
                  <a:pt x="25616" y="16665"/>
                </a:lnTo>
                <a:lnTo>
                  <a:pt x="25854" y="16711"/>
                </a:lnTo>
                <a:lnTo>
                  <a:pt x="26092" y="16734"/>
                </a:lnTo>
                <a:lnTo>
                  <a:pt x="26330" y="16757"/>
                </a:lnTo>
                <a:lnTo>
                  <a:pt x="26569" y="16757"/>
                </a:lnTo>
                <a:lnTo>
                  <a:pt x="26807" y="16745"/>
                </a:lnTo>
                <a:lnTo>
                  <a:pt x="27045" y="16722"/>
                </a:lnTo>
                <a:lnTo>
                  <a:pt x="27283" y="16688"/>
                </a:lnTo>
                <a:lnTo>
                  <a:pt x="27498" y="16643"/>
                </a:lnTo>
                <a:lnTo>
                  <a:pt x="27712" y="16586"/>
                </a:lnTo>
                <a:lnTo>
                  <a:pt x="27927" y="16517"/>
                </a:lnTo>
                <a:lnTo>
                  <a:pt x="28117" y="16449"/>
                </a:lnTo>
                <a:lnTo>
                  <a:pt x="28308" y="16369"/>
                </a:lnTo>
                <a:lnTo>
                  <a:pt x="28499" y="16278"/>
                </a:lnTo>
                <a:lnTo>
                  <a:pt x="28642" y="16187"/>
                </a:lnTo>
                <a:lnTo>
                  <a:pt x="28808" y="16096"/>
                </a:lnTo>
                <a:lnTo>
                  <a:pt x="28928" y="15993"/>
                </a:lnTo>
                <a:lnTo>
                  <a:pt x="29047" y="15879"/>
                </a:lnTo>
                <a:lnTo>
                  <a:pt x="29142" y="15766"/>
                </a:lnTo>
                <a:lnTo>
                  <a:pt x="29214" y="15652"/>
                </a:lnTo>
                <a:lnTo>
                  <a:pt x="29285" y="15538"/>
                </a:lnTo>
                <a:lnTo>
                  <a:pt x="29309" y="15424"/>
                </a:lnTo>
                <a:lnTo>
                  <a:pt x="29333" y="15310"/>
                </a:lnTo>
                <a:lnTo>
                  <a:pt x="29333" y="15196"/>
                </a:lnTo>
                <a:lnTo>
                  <a:pt x="29285" y="15082"/>
                </a:lnTo>
                <a:lnTo>
                  <a:pt x="29237" y="14968"/>
                </a:lnTo>
                <a:lnTo>
                  <a:pt x="29142" y="14854"/>
                </a:lnTo>
                <a:lnTo>
                  <a:pt x="29023" y="14752"/>
                </a:lnTo>
                <a:lnTo>
                  <a:pt x="28880" y="14649"/>
                </a:lnTo>
                <a:lnTo>
                  <a:pt x="28689" y="14547"/>
                </a:lnTo>
                <a:lnTo>
                  <a:pt x="28499" y="14456"/>
                </a:lnTo>
                <a:lnTo>
                  <a:pt x="27641" y="14102"/>
                </a:lnTo>
                <a:lnTo>
                  <a:pt x="26807" y="13749"/>
                </a:lnTo>
                <a:lnTo>
                  <a:pt x="25997" y="13396"/>
                </a:lnTo>
                <a:lnTo>
                  <a:pt x="25210" y="13020"/>
                </a:lnTo>
                <a:lnTo>
                  <a:pt x="24424" y="12656"/>
                </a:lnTo>
                <a:lnTo>
                  <a:pt x="23662" y="12280"/>
                </a:lnTo>
                <a:lnTo>
                  <a:pt x="22923" y="11893"/>
                </a:lnTo>
                <a:lnTo>
                  <a:pt x="22208" y="11505"/>
                </a:lnTo>
                <a:lnTo>
                  <a:pt x="21493" y="11118"/>
                </a:lnTo>
                <a:lnTo>
                  <a:pt x="20802" y="10719"/>
                </a:lnTo>
                <a:lnTo>
                  <a:pt x="20135" y="10321"/>
                </a:lnTo>
                <a:lnTo>
                  <a:pt x="19468" y="9911"/>
                </a:lnTo>
                <a:lnTo>
                  <a:pt x="18801" y="9500"/>
                </a:lnTo>
                <a:lnTo>
                  <a:pt x="18181" y="9090"/>
                </a:lnTo>
                <a:lnTo>
                  <a:pt x="16942" y="8247"/>
                </a:lnTo>
                <a:lnTo>
                  <a:pt x="15727" y="7393"/>
                </a:lnTo>
                <a:lnTo>
                  <a:pt x="14583" y="6527"/>
                </a:lnTo>
                <a:lnTo>
                  <a:pt x="13440" y="5639"/>
                </a:lnTo>
                <a:lnTo>
                  <a:pt x="12343" y="4750"/>
                </a:lnTo>
                <a:lnTo>
                  <a:pt x="11271" y="3839"/>
                </a:lnTo>
                <a:lnTo>
                  <a:pt x="10199" y="2928"/>
                </a:lnTo>
                <a:lnTo>
                  <a:pt x="9151" y="2005"/>
                </a:lnTo>
                <a:lnTo>
                  <a:pt x="8126" y="1082"/>
                </a:lnTo>
                <a:lnTo>
                  <a:pt x="7840" y="866"/>
                </a:lnTo>
                <a:lnTo>
                  <a:pt x="7554" y="672"/>
                </a:lnTo>
                <a:lnTo>
                  <a:pt x="7244" y="502"/>
                </a:lnTo>
                <a:lnTo>
                  <a:pt x="6911" y="365"/>
                </a:lnTo>
                <a:lnTo>
                  <a:pt x="6553" y="251"/>
                </a:lnTo>
                <a:lnTo>
                  <a:pt x="6196" y="160"/>
                </a:lnTo>
                <a:lnTo>
                  <a:pt x="5815" y="80"/>
                </a:lnTo>
                <a:lnTo>
                  <a:pt x="5433" y="34"/>
                </a:lnTo>
                <a:lnTo>
                  <a:pt x="505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rot="8395659">
            <a:off x="8473047" y="2191729"/>
            <a:ext cx="338135" cy="844760"/>
          </a:xfrm>
          <a:custGeom>
            <a:rect b="b" l="l" r="r" t="t"/>
            <a:pathLst>
              <a:path extrusionOk="0" h="142924" w="104652">
                <a:moveTo>
                  <a:pt x="13034" y="0"/>
                </a:moveTo>
                <a:lnTo>
                  <a:pt x="12629" y="34"/>
                </a:lnTo>
                <a:lnTo>
                  <a:pt x="12272" y="80"/>
                </a:lnTo>
                <a:lnTo>
                  <a:pt x="11891" y="148"/>
                </a:lnTo>
                <a:lnTo>
                  <a:pt x="11557" y="228"/>
                </a:lnTo>
                <a:lnTo>
                  <a:pt x="11223" y="330"/>
                </a:lnTo>
                <a:lnTo>
                  <a:pt x="10914" y="444"/>
                </a:lnTo>
                <a:lnTo>
                  <a:pt x="10628" y="570"/>
                </a:lnTo>
                <a:lnTo>
                  <a:pt x="10366" y="706"/>
                </a:lnTo>
                <a:lnTo>
                  <a:pt x="10104" y="866"/>
                </a:lnTo>
                <a:lnTo>
                  <a:pt x="9889" y="1025"/>
                </a:lnTo>
                <a:lnTo>
                  <a:pt x="9698" y="1196"/>
                </a:lnTo>
                <a:lnTo>
                  <a:pt x="9508" y="1367"/>
                </a:lnTo>
                <a:lnTo>
                  <a:pt x="9365" y="1549"/>
                </a:lnTo>
                <a:lnTo>
                  <a:pt x="9246" y="1732"/>
                </a:lnTo>
                <a:lnTo>
                  <a:pt x="9174" y="1925"/>
                </a:lnTo>
                <a:lnTo>
                  <a:pt x="9103" y="2119"/>
                </a:lnTo>
                <a:lnTo>
                  <a:pt x="9079" y="2301"/>
                </a:lnTo>
                <a:lnTo>
                  <a:pt x="9103" y="2495"/>
                </a:lnTo>
                <a:lnTo>
                  <a:pt x="9150" y="2688"/>
                </a:lnTo>
                <a:lnTo>
                  <a:pt x="9222" y="2871"/>
                </a:lnTo>
                <a:lnTo>
                  <a:pt x="9341" y="3042"/>
                </a:lnTo>
                <a:lnTo>
                  <a:pt x="9484" y="3212"/>
                </a:lnTo>
                <a:lnTo>
                  <a:pt x="9675" y="3383"/>
                </a:lnTo>
                <a:lnTo>
                  <a:pt x="9913" y="3531"/>
                </a:lnTo>
                <a:lnTo>
                  <a:pt x="10175" y="3679"/>
                </a:lnTo>
                <a:lnTo>
                  <a:pt x="10509" y="3816"/>
                </a:lnTo>
                <a:lnTo>
                  <a:pt x="10866" y="3930"/>
                </a:lnTo>
                <a:lnTo>
                  <a:pt x="11271" y="4044"/>
                </a:lnTo>
                <a:lnTo>
                  <a:pt x="16060" y="5137"/>
                </a:lnTo>
                <a:lnTo>
                  <a:pt x="20826" y="6254"/>
                </a:lnTo>
                <a:lnTo>
                  <a:pt x="25568" y="7393"/>
                </a:lnTo>
                <a:lnTo>
                  <a:pt x="30286" y="8555"/>
                </a:lnTo>
                <a:lnTo>
                  <a:pt x="34980" y="9728"/>
                </a:lnTo>
                <a:lnTo>
                  <a:pt x="39650" y="10924"/>
                </a:lnTo>
                <a:lnTo>
                  <a:pt x="44296" y="12132"/>
                </a:lnTo>
                <a:lnTo>
                  <a:pt x="48919" y="13373"/>
                </a:lnTo>
                <a:lnTo>
                  <a:pt x="53494" y="14615"/>
                </a:lnTo>
                <a:lnTo>
                  <a:pt x="58069" y="15891"/>
                </a:lnTo>
                <a:lnTo>
                  <a:pt x="62620" y="17178"/>
                </a:lnTo>
                <a:lnTo>
                  <a:pt x="67147" y="18488"/>
                </a:lnTo>
                <a:lnTo>
                  <a:pt x="71651" y="19821"/>
                </a:lnTo>
                <a:lnTo>
                  <a:pt x="76130" y="21176"/>
                </a:lnTo>
                <a:lnTo>
                  <a:pt x="80586" y="22543"/>
                </a:lnTo>
                <a:lnTo>
                  <a:pt x="85018" y="23933"/>
                </a:lnTo>
                <a:lnTo>
                  <a:pt x="80324" y="24707"/>
                </a:lnTo>
                <a:lnTo>
                  <a:pt x="75654" y="25505"/>
                </a:lnTo>
                <a:lnTo>
                  <a:pt x="71007" y="26313"/>
                </a:lnTo>
                <a:lnTo>
                  <a:pt x="66361" y="27145"/>
                </a:lnTo>
                <a:lnTo>
                  <a:pt x="61738" y="27988"/>
                </a:lnTo>
                <a:lnTo>
                  <a:pt x="57116" y="28854"/>
                </a:lnTo>
                <a:lnTo>
                  <a:pt x="52517" y="29731"/>
                </a:lnTo>
                <a:lnTo>
                  <a:pt x="47942" y="30631"/>
                </a:lnTo>
                <a:lnTo>
                  <a:pt x="43367" y="31542"/>
                </a:lnTo>
                <a:lnTo>
                  <a:pt x="38816" y="32476"/>
                </a:lnTo>
                <a:lnTo>
                  <a:pt x="34265" y="33421"/>
                </a:lnTo>
                <a:lnTo>
                  <a:pt x="29738" y="34390"/>
                </a:lnTo>
                <a:lnTo>
                  <a:pt x="25210" y="35381"/>
                </a:lnTo>
                <a:lnTo>
                  <a:pt x="20707" y="36383"/>
                </a:lnTo>
                <a:lnTo>
                  <a:pt x="16227" y="37408"/>
                </a:lnTo>
                <a:lnTo>
                  <a:pt x="11748" y="38445"/>
                </a:lnTo>
                <a:lnTo>
                  <a:pt x="11271" y="38570"/>
                </a:lnTo>
                <a:lnTo>
                  <a:pt x="10842" y="38707"/>
                </a:lnTo>
                <a:lnTo>
                  <a:pt x="10437" y="38844"/>
                </a:lnTo>
                <a:lnTo>
                  <a:pt x="10104" y="39003"/>
                </a:lnTo>
                <a:lnTo>
                  <a:pt x="9794" y="39163"/>
                </a:lnTo>
                <a:lnTo>
                  <a:pt x="9532" y="39333"/>
                </a:lnTo>
                <a:lnTo>
                  <a:pt x="9293" y="39516"/>
                </a:lnTo>
                <a:lnTo>
                  <a:pt x="9103" y="39698"/>
                </a:lnTo>
                <a:lnTo>
                  <a:pt x="8960" y="39880"/>
                </a:lnTo>
                <a:lnTo>
                  <a:pt x="8841" y="40074"/>
                </a:lnTo>
                <a:lnTo>
                  <a:pt x="8769" y="40268"/>
                </a:lnTo>
                <a:lnTo>
                  <a:pt x="8721" y="40473"/>
                </a:lnTo>
                <a:lnTo>
                  <a:pt x="8698" y="40678"/>
                </a:lnTo>
                <a:lnTo>
                  <a:pt x="8721" y="40883"/>
                </a:lnTo>
                <a:lnTo>
                  <a:pt x="8769" y="41088"/>
                </a:lnTo>
                <a:lnTo>
                  <a:pt x="8841" y="41281"/>
                </a:lnTo>
                <a:lnTo>
                  <a:pt x="8936" y="41486"/>
                </a:lnTo>
                <a:lnTo>
                  <a:pt x="9079" y="41691"/>
                </a:lnTo>
                <a:lnTo>
                  <a:pt x="9222" y="41885"/>
                </a:lnTo>
                <a:lnTo>
                  <a:pt x="9412" y="42079"/>
                </a:lnTo>
                <a:lnTo>
                  <a:pt x="9627" y="42272"/>
                </a:lnTo>
                <a:lnTo>
                  <a:pt x="9865" y="42455"/>
                </a:lnTo>
                <a:lnTo>
                  <a:pt x="10104" y="42637"/>
                </a:lnTo>
                <a:lnTo>
                  <a:pt x="10389" y="42808"/>
                </a:lnTo>
                <a:lnTo>
                  <a:pt x="10675" y="42967"/>
                </a:lnTo>
                <a:lnTo>
                  <a:pt x="10985" y="43127"/>
                </a:lnTo>
                <a:lnTo>
                  <a:pt x="11319" y="43275"/>
                </a:lnTo>
                <a:lnTo>
                  <a:pt x="11676" y="43411"/>
                </a:lnTo>
                <a:lnTo>
                  <a:pt x="12034" y="43537"/>
                </a:lnTo>
                <a:lnTo>
                  <a:pt x="12415" y="43651"/>
                </a:lnTo>
                <a:lnTo>
                  <a:pt x="12820" y="43753"/>
                </a:lnTo>
                <a:lnTo>
                  <a:pt x="13225" y="43844"/>
                </a:lnTo>
                <a:lnTo>
                  <a:pt x="17228" y="44642"/>
                </a:lnTo>
                <a:lnTo>
                  <a:pt x="21231" y="45450"/>
                </a:lnTo>
                <a:lnTo>
                  <a:pt x="25186" y="46282"/>
                </a:lnTo>
                <a:lnTo>
                  <a:pt x="29142" y="47125"/>
                </a:lnTo>
                <a:lnTo>
                  <a:pt x="33073" y="47979"/>
                </a:lnTo>
                <a:lnTo>
                  <a:pt x="37005" y="48845"/>
                </a:lnTo>
                <a:lnTo>
                  <a:pt x="40913" y="49733"/>
                </a:lnTo>
                <a:lnTo>
                  <a:pt x="44797" y="50633"/>
                </a:lnTo>
                <a:lnTo>
                  <a:pt x="48657" y="51545"/>
                </a:lnTo>
                <a:lnTo>
                  <a:pt x="52517" y="52479"/>
                </a:lnTo>
                <a:lnTo>
                  <a:pt x="56377" y="53424"/>
                </a:lnTo>
                <a:lnTo>
                  <a:pt x="60189" y="54370"/>
                </a:lnTo>
                <a:lnTo>
                  <a:pt x="64002" y="55349"/>
                </a:lnTo>
                <a:lnTo>
                  <a:pt x="67814" y="56329"/>
                </a:lnTo>
                <a:lnTo>
                  <a:pt x="71603" y="57331"/>
                </a:lnTo>
                <a:lnTo>
                  <a:pt x="75368" y="58334"/>
                </a:lnTo>
                <a:lnTo>
                  <a:pt x="72985" y="58698"/>
                </a:lnTo>
                <a:lnTo>
                  <a:pt x="70602" y="59063"/>
                </a:lnTo>
                <a:lnTo>
                  <a:pt x="68219" y="59427"/>
                </a:lnTo>
                <a:lnTo>
                  <a:pt x="65860" y="59815"/>
                </a:lnTo>
                <a:lnTo>
                  <a:pt x="63501" y="60202"/>
                </a:lnTo>
                <a:lnTo>
                  <a:pt x="61143" y="60601"/>
                </a:lnTo>
                <a:lnTo>
                  <a:pt x="58807" y="61011"/>
                </a:lnTo>
                <a:lnTo>
                  <a:pt x="56472" y="61432"/>
                </a:lnTo>
                <a:lnTo>
                  <a:pt x="54161" y="61854"/>
                </a:lnTo>
                <a:lnTo>
                  <a:pt x="51850" y="62298"/>
                </a:lnTo>
                <a:lnTo>
                  <a:pt x="49562" y="62742"/>
                </a:lnTo>
                <a:lnTo>
                  <a:pt x="47251" y="63198"/>
                </a:lnTo>
                <a:lnTo>
                  <a:pt x="44963" y="63665"/>
                </a:lnTo>
                <a:lnTo>
                  <a:pt x="42700" y="64132"/>
                </a:lnTo>
                <a:lnTo>
                  <a:pt x="40436" y="64610"/>
                </a:lnTo>
                <a:lnTo>
                  <a:pt x="38173" y="65111"/>
                </a:lnTo>
                <a:lnTo>
                  <a:pt x="35909" y="65613"/>
                </a:lnTo>
                <a:lnTo>
                  <a:pt x="33669" y="66114"/>
                </a:lnTo>
                <a:lnTo>
                  <a:pt x="31429" y="66638"/>
                </a:lnTo>
                <a:lnTo>
                  <a:pt x="29213" y="67173"/>
                </a:lnTo>
                <a:lnTo>
                  <a:pt x="26997" y="67709"/>
                </a:lnTo>
                <a:lnTo>
                  <a:pt x="24781" y="68255"/>
                </a:lnTo>
                <a:lnTo>
                  <a:pt x="22565" y="68814"/>
                </a:lnTo>
                <a:lnTo>
                  <a:pt x="20373" y="69383"/>
                </a:lnTo>
                <a:lnTo>
                  <a:pt x="18181" y="69964"/>
                </a:lnTo>
                <a:lnTo>
                  <a:pt x="15989" y="70545"/>
                </a:lnTo>
                <a:lnTo>
                  <a:pt x="13821" y="71137"/>
                </a:lnTo>
                <a:lnTo>
                  <a:pt x="11652" y="71752"/>
                </a:lnTo>
                <a:lnTo>
                  <a:pt x="9484" y="72368"/>
                </a:lnTo>
                <a:lnTo>
                  <a:pt x="7316" y="72994"/>
                </a:lnTo>
                <a:lnTo>
                  <a:pt x="5171" y="73632"/>
                </a:lnTo>
                <a:lnTo>
                  <a:pt x="3003" y="74270"/>
                </a:lnTo>
                <a:lnTo>
                  <a:pt x="2669" y="74384"/>
                </a:lnTo>
                <a:lnTo>
                  <a:pt x="2336" y="74509"/>
                </a:lnTo>
                <a:lnTo>
                  <a:pt x="2026" y="74646"/>
                </a:lnTo>
                <a:lnTo>
                  <a:pt x="1740" y="74782"/>
                </a:lnTo>
                <a:lnTo>
                  <a:pt x="1478" y="74931"/>
                </a:lnTo>
                <a:lnTo>
                  <a:pt x="1216" y="75079"/>
                </a:lnTo>
                <a:lnTo>
                  <a:pt x="1001" y="75238"/>
                </a:lnTo>
                <a:lnTo>
                  <a:pt x="811" y="75409"/>
                </a:lnTo>
                <a:lnTo>
                  <a:pt x="620" y="75580"/>
                </a:lnTo>
                <a:lnTo>
                  <a:pt x="477" y="75751"/>
                </a:lnTo>
                <a:lnTo>
                  <a:pt x="334" y="75922"/>
                </a:lnTo>
                <a:lnTo>
                  <a:pt x="215" y="76104"/>
                </a:lnTo>
                <a:lnTo>
                  <a:pt x="144" y="76286"/>
                </a:lnTo>
                <a:lnTo>
                  <a:pt x="72" y="76468"/>
                </a:lnTo>
                <a:lnTo>
                  <a:pt x="24" y="76651"/>
                </a:lnTo>
                <a:lnTo>
                  <a:pt x="1" y="76844"/>
                </a:lnTo>
                <a:lnTo>
                  <a:pt x="24" y="77026"/>
                </a:lnTo>
                <a:lnTo>
                  <a:pt x="48" y="77209"/>
                </a:lnTo>
                <a:lnTo>
                  <a:pt x="96" y="77391"/>
                </a:lnTo>
                <a:lnTo>
                  <a:pt x="167" y="77573"/>
                </a:lnTo>
                <a:lnTo>
                  <a:pt x="263" y="77755"/>
                </a:lnTo>
                <a:lnTo>
                  <a:pt x="406" y="77926"/>
                </a:lnTo>
                <a:lnTo>
                  <a:pt x="549" y="78097"/>
                </a:lnTo>
                <a:lnTo>
                  <a:pt x="715" y="78268"/>
                </a:lnTo>
                <a:lnTo>
                  <a:pt x="906" y="78428"/>
                </a:lnTo>
                <a:lnTo>
                  <a:pt x="1144" y="78587"/>
                </a:lnTo>
                <a:lnTo>
                  <a:pt x="1383" y="78735"/>
                </a:lnTo>
                <a:lnTo>
                  <a:pt x="1668" y="78883"/>
                </a:lnTo>
                <a:lnTo>
                  <a:pt x="1954" y="79020"/>
                </a:lnTo>
                <a:lnTo>
                  <a:pt x="2288" y="79145"/>
                </a:lnTo>
                <a:lnTo>
                  <a:pt x="2645" y="79271"/>
                </a:lnTo>
                <a:lnTo>
                  <a:pt x="3003" y="79384"/>
                </a:lnTo>
                <a:lnTo>
                  <a:pt x="7673" y="80660"/>
                </a:lnTo>
                <a:lnTo>
                  <a:pt x="12319" y="81947"/>
                </a:lnTo>
                <a:lnTo>
                  <a:pt x="16942" y="83246"/>
                </a:lnTo>
                <a:lnTo>
                  <a:pt x="21541" y="84556"/>
                </a:lnTo>
                <a:lnTo>
                  <a:pt x="26140" y="85877"/>
                </a:lnTo>
                <a:lnTo>
                  <a:pt x="30738" y="87210"/>
                </a:lnTo>
                <a:lnTo>
                  <a:pt x="35313" y="88543"/>
                </a:lnTo>
                <a:lnTo>
                  <a:pt x="39864" y="89898"/>
                </a:lnTo>
                <a:lnTo>
                  <a:pt x="44415" y="91254"/>
                </a:lnTo>
                <a:lnTo>
                  <a:pt x="48943" y="92621"/>
                </a:lnTo>
                <a:lnTo>
                  <a:pt x="53446" y="93999"/>
                </a:lnTo>
                <a:lnTo>
                  <a:pt x="57950" y="95389"/>
                </a:lnTo>
                <a:lnTo>
                  <a:pt x="62453" y="96790"/>
                </a:lnTo>
                <a:lnTo>
                  <a:pt x="66933" y="98191"/>
                </a:lnTo>
                <a:lnTo>
                  <a:pt x="71412" y="99615"/>
                </a:lnTo>
                <a:lnTo>
                  <a:pt x="75868" y="101039"/>
                </a:lnTo>
                <a:lnTo>
                  <a:pt x="73366" y="101472"/>
                </a:lnTo>
                <a:lnTo>
                  <a:pt x="70864" y="101916"/>
                </a:lnTo>
                <a:lnTo>
                  <a:pt x="68386" y="102372"/>
                </a:lnTo>
                <a:lnTo>
                  <a:pt x="65908" y="102839"/>
                </a:lnTo>
                <a:lnTo>
                  <a:pt x="63454" y="103317"/>
                </a:lnTo>
                <a:lnTo>
                  <a:pt x="61023" y="103795"/>
                </a:lnTo>
                <a:lnTo>
                  <a:pt x="58593" y="104297"/>
                </a:lnTo>
                <a:lnTo>
                  <a:pt x="56186" y="104809"/>
                </a:lnTo>
                <a:lnTo>
                  <a:pt x="53780" y="105333"/>
                </a:lnTo>
                <a:lnTo>
                  <a:pt x="51397" y="105869"/>
                </a:lnTo>
                <a:lnTo>
                  <a:pt x="49038" y="106415"/>
                </a:lnTo>
                <a:lnTo>
                  <a:pt x="46679" y="106974"/>
                </a:lnTo>
                <a:lnTo>
                  <a:pt x="44320" y="107543"/>
                </a:lnTo>
                <a:lnTo>
                  <a:pt x="41985" y="108124"/>
                </a:lnTo>
                <a:lnTo>
                  <a:pt x="39674" y="108716"/>
                </a:lnTo>
                <a:lnTo>
                  <a:pt x="37362" y="109320"/>
                </a:lnTo>
                <a:lnTo>
                  <a:pt x="35075" y="109935"/>
                </a:lnTo>
                <a:lnTo>
                  <a:pt x="32788" y="110573"/>
                </a:lnTo>
                <a:lnTo>
                  <a:pt x="30524" y="111211"/>
                </a:lnTo>
                <a:lnTo>
                  <a:pt x="28260" y="111860"/>
                </a:lnTo>
                <a:lnTo>
                  <a:pt x="25997" y="112521"/>
                </a:lnTo>
                <a:lnTo>
                  <a:pt x="23757" y="113193"/>
                </a:lnTo>
                <a:lnTo>
                  <a:pt x="21541" y="113888"/>
                </a:lnTo>
                <a:lnTo>
                  <a:pt x="19325" y="114583"/>
                </a:lnTo>
                <a:lnTo>
                  <a:pt x="17133" y="115289"/>
                </a:lnTo>
                <a:lnTo>
                  <a:pt x="14941" y="116018"/>
                </a:lnTo>
                <a:lnTo>
                  <a:pt x="12748" y="116747"/>
                </a:lnTo>
                <a:lnTo>
                  <a:pt x="10580" y="117488"/>
                </a:lnTo>
                <a:lnTo>
                  <a:pt x="8436" y="118251"/>
                </a:lnTo>
                <a:lnTo>
                  <a:pt x="6267" y="119014"/>
                </a:lnTo>
                <a:lnTo>
                  <a:pt x="4147" y="119800"/>
                </a:lnTo>
                <a:lnTo>
                  <a:pt x="2002" y="120586"/>
                </a:lnTo>
                <a:lnTo>
                  <a:pt x="1740" y="120700"/>
                </a:lnTo>
                <a:lnTo>
                  <a:pt x="1502" y="120825"/>
                </a:lnTo>
                <a:lnTo>
                  <a:pt x="1263" y="120950"/>
                </a:lnTo>
                <a:lnTo>
                  <a:pt x="1073" y="121087"/>
                </a:lnTo>
                <a:lnTo>
                  <a:pt x="882" y="121224"/>
                </a:lnTo>
                <a:lnTo>
                  <a:pt x="739" y="121372"/>
                </a:lnTo>
                <a:lnTo>
                  <a:pt x="596" y="121531"/>
                </a:lnTo>
                <a:lnTo>
                  <a:pt x="477" y="121691"/>
                </a:lnTo>
                <a:lnTo>
                  <a:pt x="382" y="121850"/>
                </a:lnTo>
                <a:lnTo>
                  <a:pt x="310" y="122021"/>
                </a:lnTo>
                <a:lnTo>
                  <a:pt x="239" y="122192"/>
                </a:lnTo>
                <a:lnTo>
                  <a:pt x="215" y="122363"/>
                </a:lnTo>
                <a:lnTo>
                  <a:pt x="191" y="122534"/>
                </a:lnTo>
                <a:lnTo>
                  <a:pt x="191" y="122705"/>
                </a:lnTo>
                <a:lnTo>
                  <a:pt x="215" y="122887"/>
                </a:lnTo>
                <a:lnTo>
                  <a:pt x="263" y="123058"/>
                </a:lnTo>
                <a:lnTo>
                  <a:pt x="310" y="123229"/>
                </a:lnTo>
                <a:lnTo>
                  <a:pt x="406" y="123399"/>
                </a:lnTo>
                <a:lnTo>
                  <a:pt x="501" y="123570"/>
                </a:lnTo>
                <a:lnTo>
                  <a:pt x="596" y="123741"/>
                </a:lnTo>
                <a:lnTo>
                  <a:pt x="739" y="123901"/>
                </a:lnTo>
                <a:lnTo>
                  <a:pt x="882" y="124060"/>
                </a:lnTo>
                <a:lnTo>
                  <a:pt x="1049" y="124208"/>
                </a:lnTo>
                <a:lnTo>
                  <a:pt x="1240" y="124356"/>
                </a:lnTo>
                <a:lnTo>
                  <a:pt x="1430" y="124493"/>
                </a:lnTo>
                <a:lnTo>
                  <a:pt x="1645" y="124630"/>
                </a:lnTo>
                <a:lnTo>
                  <a:pt x="1883" y="124755"/>
                </a:lnTo>
                <a:lnTo>
                  <a:pt x="2121" y="124869"/>
                </a:lnTo>
                <a:lnTo>
                  <a:pt x="2383" y="124983"/>
                </a:lnTo>
                <a:lnTo>
                  <a:pt x="2669" y="125074"/>
                </a:lnTo>
                <a:lnTo>
                  <a:pt x="2955" y="125165"/>
                </a:lnTo>
                <a:lnTo>
                  <a:pt x="3265" y="125245"/>
                </a:lnTo>
                <a:lnTo>
                  <a:pt x="81539" y="142628"/>
                </a:lnTo>
                <a:lnTo>
                  <a:pt x="81873" y="142696"/>
                </a:lnTo>
                <a:lnTo>
                  <a:pt x="82206" y="142753"/>
                </a:lnTo>
                <a:lnTo>
                  <a:pt x="82540" y="142810"/>
                </a:lnTo>
                <a:lnTo>
                  <a:pt x="82873" y="142844"/>
                </a:lnTo>
                <a:lnTo>
                  <a:pt x="83183" y="142878"/>
                </a:lnTo>
                <a:lnTo>
                  <a:pt x="83517" y="142901"/>
                </a:lnTo>
                <a:lnTo>
                  <a:pt x="83850" y="142924"/>
                </a:lnTo>
                <a:lnTo>
                  <a:pt x="84780" y="142924"/>
                </a:lnTo>
                <a:lnTo>
                  <a:pt x="85089" y="142901"/>
                </a:lnTo>
                <a:lnTo>
                  <a:pt x="85399" y="142878"/>
                </a:lnTo>
                <a:lnTo>
                  <a:pt x="85685" y="142855"/>
                </a:lnTo>
                <a:lnTo>
                  <a:pt x="85995" y="142821"/>
                </a:lnTo>
                <a:lnTo>
                  <a:pt x="86281" y="142776"/>
                </a:lnTo>
                <a:lnTo>
                  <a:pt x="86567" y="142730"/>
                </a:lnTo>
                <a:lnTo>
                  <a:pt x="87115" y="142605"/>
                </a:lnTo>
                <a:lnTo>
                  <a:pt x="87615" y="142468"/>
                </a:lnTo>
                <a:lnTo>
                  <a:pt x="88116" y="142309"/>
                </a:lnTo>
                <a:lnTo>
                  <a:pt x="88568" y="142126"/>
                </a:lnTo>
                <a:lnTo>
                  <a:pt x="88997" y="141933"/>
                </a:lnTo>
                <a:lnTo>
                  <a:pt x="89402" y="141728"/>
                </a:lnTo>
                <a:lnTo>
                  <a:pt x="89760" y="141500"/>
                </a:lnTo>
                <a:lnTo>
                  <a:pt x="90069" y="141272"/>
                </a:lnTo>
                <a:lnTo>
                  <a:pt x="90331" y="141021"/>
                </a:lnTo>
                <a:lnTo>
                  <a:pt x="90570" y="140771"/>
                </a:lnTo>
                <a:lnTo>
                  <a:pt x="90737" y="140520"/>
                </a:lnTo>
                <a:lnTo>
                  <a:pt x="90880" y="140258"/>
                </a:lnTo>
                <a:lnTo>
                  <a:pt x="90951" y="139996"/>
                </a:lnTo>
                <a:lnTo>
                  <a:pt x="90999" y="139734"/>
                </a:lnTo>
                <a:lnTo>
                  <a:pt x="90975" y="139598"/>
                </a:lnTo>
                <a:lnTo>
                  <a:pt x="90951" y="139472"/>
                </a:lnTo>
                <a:lnTo>
                  <a:pt x="90927" y="139336"/>
                </a:lnTo>
                <a:lnTo>
                  <a:pt x="90880" y="139210"/>
                </a:lnTo>
                <a:lnTo>
                  <a:pt x="90808" y="139085"/>
                </a:lnTo>
                <a:lnTo>
                  <a:pt x="90713" y="138960"/>
                </a:lnTo>
                <a:lnTo>
                  <a:pt x="90617" y="138834"/>
                </a:lnTo>
                <a:lnTo>
                  <a:pt x="90522" y="138709"/>
                </a:lnTo>
                <a:lnTo>
                  <a:pt x="90379" y="138595"/>
                </a:lnTo>
                <a:lnTo>
                  <a:pt x="90236" y="138481"/>
                </a:lnTo>
                <a:lnTo>
                  <a:pt x="90069" y="138367"/>
                </a:lnTo>
                <a:lnTo>
                  <a:pt x="89879" y="138253"/>
                </a:lnTo>
                <a:lnTo>
                  <a:pt x="89688" y="138151"/>
                </a:lnTo>
                <a:lnTo>
                  <a:pt x="89474" y="138048"/>
                </a:lnTo>
                <a:lnTo>
                  <a:pt x="89235" y="137946"/>
                </a:lnTo>
                <a:lnTo>
                  <a:pt x="88997" y="137843"/>
                </a:lnTo>
                <a:lnTo>
                  <a:pt x="88711" y="137752"/>
                </a:lnTo>
                <a:lnTo>
                  <a:pt x="88425" y="137672"/>
                </a:lnTo>
                <a:lnTo>
                  <a:pt x="88116" y="137581"/>
                </a:lnTo>
                <a:lnTo>
                  <a:pt x="87782" y="137513"/>
                </a:lnTo>
                <a:lnTo>
                  <a:pt x="18300" y="122078"/>
                </a:lnTo>
                <a:lnTo>
                  <a:pt x="20397" y="121360"/>
                </a:lnTo>
                <a:lnTo>
                  <a:pt x="22494" y="120654"/>
                </a:lnTo>
                <a:lnTo>
                  <a:pt x="24615" y="119948"/>
                </a:lnTo>
                <a:lnTo>
                  <a:pt x="26735" y="119265"/>
                </a:lnTo>
                <a:lnTo>
                  <a:pt x="28880" y="118592"/>
                </a:lnTo>
                <a:lnTo>
                  <a:pt x="31048" y="117932"/>
                </a:lnTo>
                <a:lnTo>
                  <a:pt x="33216" y="117282"/>
                </a:lnTo>
                <a:lnTo>
                  <a:pt x="35385" y="116645"/>
                </a:lnTo>
                <a:lnTo>
                  <a:pt x="37577" y="116029"/>
                </a:lnTo>
                <a:lnTo>
                  <a:pt x="39769" y="115414"/>
                </a:lnTo>
                <a:lnTo>
                  <a:pt x="41985" y="114811"/>
                </a:lnTo>
                <a:lnTo>
                  <a:pt x="44225" y="114218"/>
                </a:lnTo>
                <a:lnTo>
                  <a:pt x="46465" y="113637"/>
                </a:lnTo>
                <a:lnTo>
                  <a:pt x="48704" y="113079"/>
                </a:lnTo>
                <a:lnTo>
                  <a:pt x="50968" y="112521"/>
                </a:lnTo>
                <a:lnTo>
                  <a:pt x="53256" y="111974"/>
                </a:lnTo>
                <a:lnTo>
                  <a:pt x="55543" y="111439"/>
                </a:lnTo>
                <a:lnTo>
                  <a:pt x="57830" y="110926"/>
                </a:lnTo>
                <a:lnTo>
                  <a:pt x="60142" y="110414"/>
                </a:lnTo>
                <a:lnTo>
                  <a:pt x="62477" y="109912"/>
                </a:lnTo>
                <a:lnTo>
                  <a:pt x="64812" y="109434"/>
                </a:lnTo>
                <a:lnTo>
                  <a:pt x="67171" y="108956"/>
                </a:lnTo>
                <a:lnTo>
                  <a:pt x="69530" y="108489"/>
                </a:lnTo>
                <a:lnTo>
                  <a:pt x="71913" y="108033"/>
                </a:lnTo>
                <a:lnTo>
                  <a:pt x="74319" y="107600"/>
                </a:lnTo>
                <a:lnTo>
                  <a:pt x="76726" y="107167"/>
                </a:lnTo>
                <a:lnTo>
                  <a:pt x="79132" y="106746"/>
                </a:lnTo>
                <a:lnTo>
                  <a:pt x="81563" y="106336"/>
                </a:lnTo>
                <a:lnTo>
                  <a:pt x="84017" y="105937"/>
                </a:lnTo>
                <a:lnTo>
                  <a:pt x="86471" y="105550"/>
                </a:lnTo>
                <a:lnTo>
                  <a:pt x="88949" y="105185"/>
                </a:lnTo>
                <a:lnTo>
                  <a:pt x="91451" y="104821"/>
                </a:lnTo>
                <a:lnTo>
                  <a:pt x="91928" y="104741"/>
                </a:lnTo>
                <a:lnTo>
                  <a:pt x="92381" y="104650"/>
                </a:lnTo>
                <a:lnTo>
                  <a:pt x="92810" y="104536"/>
                </a:lnTo>
                <a:lnTo>
                  <a:pt x="93215" y="104422"/>
                </a:lnTo>
                <a:lnTo>
                  <a:pt x="93596" y="104297"/>
                </a:lnTo>
                <a:lnTo>
                  <a:pt x="93929" y="104149"/>
                </a:lnTo>
                <a:lnTo>
                  <a:pt x="94239" y="104001"/>
                </a:lnTo>
                <a:lnTo>
                  <a:pt x="94549" y="103852"/>
                </a:lnTo>
                <a:lnTo>
                  <a:pt x="94787" y="103682"/>
                </a:lnTo>
                <a:lnTo>
                  <a:pt x="95026" y="103511"/>
                </a:lnTo>
                <a:lnTo>
                  <a:pt x="95216" y="103328"/>
                </a:lnTo>
                <a:lnTo>
                  <a:pt x="95407" y="103146"/>
                </a:lnTo>
                <a:lnTo>
                  <a:pt x="95550" y="102953"/>
                </a:lnTo>
                <a:lnTo>
                  <a:pt x="95669" y="102759"/>
                </a:lnTo>
                <a:lnTo>
                  <a:pt x="95740" y="102565"/>
                </a:lnTo>
                <a:lnTo>
                  <a:pt x="95812" y="102360"/>
                </a:lnTo>
                <a:lnTo>
                  <a:pt x="95836" y="102155"/>
                </a:lnTo>
                <a:lnTo>
                  <a:pt x="95836" y="101950"/>
                </a:lnTo>
                <a:lnTo>
                  <a:pt x="95812" y="101745"/>
                </a:lnTo>
                <a:lnTo>
                  <a:pt x="95764" y="101540"/>
                </a:lnTo>
                <a:lnTo>
                  <a:pt x="95693" y="101346"/>
                </a:lnTo>
                <a:lnTo>
                  <a:pt x="95574" y="101141"/>
                </a:lnTo>
                <a:lnTo>
                  <a:pt x="95431" y="100936"/>
                </a:lnTo>
                <a:lnTo>
                  <a:pt x="95264" y="100743"/>
                </a:lnTo>
                <a:lnTo>
                  <a:pt x="95073" y="100560"/>
                </a:lnTo>
                <a:lnTo>
                  <a:pt x="94859" y="100367"/>
                </a:lnTo>
                <a:lnTo>
                  <a:pt x="94597" y="100196"/>
                </a:lnTo>
                <a:lnTo>
                  <a:pt x="94311" y="100014"/>
                </a:lnTo>
                <a:lnTo>
                  <a:pt x="94025" y="99854"/>
                </a:lnTo>
                <a:lnTo>
                  <a:pt x="93667" y="99695"/>
                </a:lnTo>
                <a:lnTo>
                  <a:pt x="93310" y="99547"/>
                </a:lnTo>
                <a:lnTo>
                  <a:pt x="92929" y="99410"/>
                </a:lnTo>
                <a:lnTo>
                  <a:pt x="88354" y="97918"/>
                </a:lnTo>
                <a:lnTo>
                  <a:pt x="83779" y="96425"/>
                </a:lnTo>
                <a:lnTo>
                  <a:pt x="79180" y="94956"/>
                </a:lnTo>
                <a:lnTo>
                  <a:pt x="74581" y="93498"/>
                </a:lnTo>
                <a:lnTo>
                  <a:pt x="69959" y="92040"/>
                </a:lnTo>
                <a:lnTo>
                  <a:pt x="65312" y="90605"/>
                </a:lnTo>
                <a:lnTo>
                  <a:pt x="60666" y="89169"/>
                </a:lnTo>
                <a:lnTo>
                  <a:pt x="55996" y="87757"/>
                </a:lnTo>
                <a:lnTo>
                  <a:pt x="51325" y="86344"/>
                </a:lnTo>
                <a:lnTo>
                  <a:pt x="46631" y="84955"/>
                </a:lnTo>
                <a:lnTo>
                  <a:pt x="41937" y="83565"/>
                </a:lnTo>
                <a:lnTo>
                  <a:pt x="37219" y="82187"/>
                </a:lnTo>
                <a:lnTo>
                  <a:pt x="32478" y="80820"/>
                </a:lnTo>
                <a:lnTo>
                  <a:pt x="27736" y="79464"/>
                </a:lnTo>
                <a:lnTo>
                  <a:pt x="22970" y="78120"/>
                </a:lnTo>
                <a:lnTo>
                  <a:pt x="18205" y="76776"/>
                </a:lnTo>
                <a:lnTo>
                  <a:pt x="20397" y="76172"/>
                </a:lnTo>
                <a:lnTo>
                  <a:pt x="22613" y="75568"/>
                </a:lnTo>
                <a:lnTo>
                  <a:pt x="24829" y="74976"/>
                </a:lnTo>
                <a:lnTo>
                  <a:pt x="27045" y="74395"/>
                </a:lnTo>
                <a:lnTo>
                  <a:pt x="29285" y="73826"/>
                </a:lnTo>
                <a:lnTo>
                  <a:pt x="31525" y="73267"/>
                </a:lnTo>
                <a:lnTo>
                  <a:pt x="33764" y="72709"/>
                </a:lnTo>
                <a:lnTo>
                  <a:pt x="36004" y="72174"/>
                </a:lnTo>
                <a:lnTo>
                  <a:pt x="38268" y="71638"/>
                </a:lnTo>
                <a:lnTo>
                  <a:pt x="40555" y="71115"/>
                </a:lnTo>
                <a:lnTo>
                  <a:pt x="42819" y="70602"/>
                </a:lnTo>
                <a:lnTo>
                  <a:pt x="45106" y="70101"/>
                </a:lnTo>
                <a:lnTo>
                  <a:pt x="47418" y="69611"/>
                </a:lnTo>
                <a:lnTo>
                  <a:pt x="49729" y="69132"/>
                </a:lnTo>
                <a:lnTo>
                  <a:pt x="52040" y="68654"/>
                </a:lnTo>
                <a:lnTo>
                  <a:pt x="54352" y="68198"/>
                </a:lnTo>
                <a:lnTo>
                  <a:pt x="56687" y="67743"/>
                </a:lnTo>
                <a:lnTo>
                  <a:pt x="59022" y="67298"/>
                </a:lnTo>
                <a:lnTo>
                  <a:pt x="61381" y="66866"/>
                </a:lnTo>
                <a:lnTo>
                  <a:pt x="63740" y="66444"/>
                </a:lnTo>
                <a:lnTo>
                  <a:pt x="66099" y="66034"/>
                </a:lnTo>
                <a:lnTo>
                  <a:pt x="68481" y="65624"/>
                </a:lnTo>
                <a:lnTo>
                  <a:pt x="70888" y="65225"/>
                </a:lnTo>
                <a:lnTo>
                  <a:pt x="73271" y="64849"/>
                </a:lnTo>
                <a:lnTo>
                  <a:pt x="75677" y="64474"/>
                </a:lnTo>
                <a:lnTo>
                  <a:pt x="78108" y="64109"/>
                </a:lnTo>
                <a:lnTo>
                  <a:pt x="80538" y="63756"/>
                </a:lnTo>
                <a:lnTo>
                  <a:pt x="82969" y="63403"/>
                </a:lnTo>
                <a:lnTo>
                  <a:pt x="85423" y="63072"/>
                </a:lnTo>
                <a:lnTo>
                  <a:pt x="87877" y="62742"/>
                </a:lnTo>
                <a:lnTo>
                  <a:pt x="90331" y="62423"/>
                </a:lnTo>
                <a:lnTo>
                  <a:pt x="92810" y="62116"/>
                </a:lnTo>
                <a:lnTo>
                  <a:pt x="93286" y="62047"/>
                </a:lnTo>
                <a:lnTo>
                  <a:pt x="93739" y="61967"/>
                </a:lnTo>
                <a:lnTo>
                  <a:pt x="94168" y="61865"/>
                </a:lnTo>
                <a:lnTo>
                  <a:pt x="94573" y="61751"/>
                </a:lnTo>
                <a:lnTo>
                  <a:pt x="94930" y="61626"/>
                </a:lnTo>
                <a:lnTo>
                  <a:pt x="95288" y="61489"/>
                </a:lnTo>
                <a:lnTo>
                  <a:pt x="95597" y="61341"/>
                </a:lnTo>
                <a:lnTo>
                  <a:pt x="95883" y="61181"/>
                </a:lnTo>
                <a:lnTo>
                  <a:pt x="96145" y="61022"/>
                </a:lnTo>
                <a:lnTo>
                  <a:pt x="96384" y="60840"/>
                </a:lnTo>
                <a:lnTo>
                  <a:pt x="96598" y="60658"/>
                </a:lnTo>
                <a:lnTo>
                  <a:pt x="96765" y="60464"/>
                </a:lnTo>
                <a:lnTo>
                  <a:pt x="96908" y="60270"/>
                </a:lnTo>
                <a:lnTo>
                  <a:pt x="97027" y="60065"/>
                </a:lnTo>
                <a:lnTo>
                  <a:pt x="97122" y="59860"/>
                </a:lnTo>
                <a:lnTo>
                  <a:pt x="97194" y="59655"/>
                </a:lnTo>
                <a:lnTo>
                  <a:pt x="97242" y="59450"/>
                </a:lnTo>
                <a:lnTo>
                  <a:pt x="97242" y="59245"/>
                </a:lnTo>
                <a:lnTo>
                  <a:pt x="97218" y="59029"/>
                </a:lnTo>
                <a:lnTo>
                  <a:pt x="97170" y="58824"/>
                </a:lnTo>
                <a:lnTo>
                  <a:pt x="97099" y="58619"/>
                </a:lnTo>
                <a:lnTo>
                  <a:pt x="97003" y="58413"/>
                </a:lnTo>
                <a:lnTo>
                  <a:pt x="96860" y="58208"/>
                </a:lnTo>
                <a:lnTo>
                  <a:pt x="96693" y="58015"/>
                </a:lnTo>
                <a:lnTo>
                  <a:pt x="96503" y="57821"/>
                </a:lnTo>
                <a:lnTo>
                  <a:pt x="96265" y="57639"/>
                </a:lnTo>
                <a:lnTo>
                  <a:pt x="96026" y="57457"/>
                </a:lnTo>
                <a:lnTo>
                  <a:pt x="95740" y="57286"/>
                </a:lnTo>
                <a:lnTo>
                  <a:pt x="95431" y="57126"/>
                </a:lnTo>
                <a:lnTo>
                  <a:pt x="95073" y="56978"/>
                </a:lnTo>
                <a:lnTo>
                  <a:pt x="94692" y="56842"/>
                </a:lnTo>
                <a:lnTo>
                  <a:pt x="94287" y="56716"/>
                </a:lnTo>
                <a:lnTo>
                  <a:pt x="90379" y="55611"/>
                </a:lnTo>
                <a:lnTo>
                  <a:pt x="86448" y="54518"/>
                </a:lnTo>
                <a:lnTo>
                  <a:pt x="82492" y="53447"/>
                </a:lnTo>
                <a:lnTo>
                  <a:pt x="78537" y="52388"/>
                </a:lnTo>
                <a:lnTo>
                  <a:pt x="74558" y="51340"/>
                </a:lnTo>
                <a:lnTo>
                  <a:pt x="70578" y="50314"/>
                </a:lnTo>
                <a:lnTo>
                  <a:pt x="66575" y="49312"/>
                </a:lnTo>
                <a:lnTo>
                  <a:pt x="62548" y="48321"/>
                </a:lnTo>
                <a:lnTo>
                  <a:pt x="58498" y="47341"/>
                </a:lnTo>
                <a:lnTo>
                  <a:pt x="54447" y="46373"/>
                </a:lnTo>
                <a:lnTo>
                  <a:pt x="50396" y="45428"/>
                </a:lnTo>
                <a:lnTo>
                  <a:pt x="46298" y="44494"/>
                </a:lnTo>
                <a:lnTo>
                  <a:pt x="42199" y="43571"/>
                </a:lnTo>
                <a:lnTo>
                  <a:pt x="38077" y="42660"/>
                </a:lnTo>
                <a:lnTo>
                  <a:pt x="33955" y="41771"/>
                </a:lnTo>
                <a:lnTo>
                  <a:pt x="29809" y="40894"/>
                </a:lnTo>
                <a:lnTo>
                  <a:pt x="34122" y="39949"/>
                </a:lnTo>
                <a:lnTo>
                  <a:pt x="38435" y="39014"/>
                </a:lnTo>
                <a:lnTo>
                  <a:pt x="42771" y="38092"/>
                </a:lnTo>
                <a:lnTo>
                  <a:pt x="47108" y="37192"/>
                </a:lnTo>
                <a:lnTo>
                  <a:pt x="51468" y="36303"/>
                </a:lnTo>
                <a:lnTo>
                  <a:pt x="55853" y="35438"/>
                </a:lnTo>
                <a:lnTo>
                  <a:pt x="60237" y="34583"/>
                </a:lnTo>
                <a:lnTo>
                  <a:pt x="64621" y="33740"/>
                </a:lnTo>
                <a:lnTo>
                  <a:pt x="69029" y="32920"/>
                </a:lnTo>
                <a:lnTo>
                  <a:pt x="73461" y="32112"/>
                </a:lnTo>
                <a:lnTo>
                  <a:pt x="77893" y="31314"/>
                </a:lnTo>
                <a:lnTo>
                  <a:pt x="82349" y="30540"/>
                </a:lnTo>
                <a:lnTo>
                  <a:pt x="86805" y="29776"/>
                </a:lnTo>
                <a:lnTo>
                  <a:pt x="91308" y="29036"/>
                </a:lnTo>
                <a:lnTo>
                  <a:pt x="95788" y="28296"/>
                </a:lnTo>
                <a:lnTo>
                  <a:pt x="100315" y="27589"/>
                </a:lnTo>
                <a:lnTo>
                  <a:pt x="100768" y="27510"/>
                </a:lnTo>
                <a:lnTo>
                  <a:pt x="101221" y="27407"/>
                </a:lnTo>
                <a:lnTo>
                  <a:pt x="101650" y="27304"/>
                </a:lnTo>
                <a:lnTo>
                  <a:pt x="102031" y="27179"/>
                </a:lnTo>
                <a:lnTo>
                  <a:pt x="102388" y="27054"/>
                </a:lnTo>
                <a:lnTo>
                  <a:pt x="102722" y="26917"/>
                </a:lnTo>
                <a:lnTo>
                  <a:pt x="103056" y="26769"/>
                </a:lnTo>
                <a:lnTo>
                  <a:pt x="103318" y="26610"/>
                </a:lnTo>
                <a:lnTo>
                  <a:pt x="103580" y="26450"/>
                </a:lnTo>
                <a:lnTo>
                  <a:pt x="103818" y="26279"/>
                </a:lnTo>
                <a:lnTo>
                  <a:pt x="104009" y="26108"/>
                </a:lnTo>
                <a:lnTo>
                  <a:pt x="104175" y="25926"/>
                </a:lnTo>
                <a:lnTo>
                  <a:pt x="104342" y="25733"/>
                </a:lnTo>
                <a:lnTo>
                  <a:pt x="104438" y="25550"/>
                </a:lnTo>
                <a:lnTo>
                  <a:pt x="104533" y="25357"/>
                </a:lnTo>
                <a:lnTo>
                  <a:pt x="104604" y="25163"/>
                </a:lnTo>
                <a:lnTo>
                  <a:pt x="104628" y="24958"/>
                </a:lnTo>
                <a:lnTo>
                  <a:pt x="104652" y="24764"/>
                </a:lnTo>
                <a:lnTo>
                  <a:pt x="104628" y="24559"/>
                </a:lnTo>
                <a:lnTo>
                  <a:pt x="104580" y="24366"/>
                </a:lnTo>
                <a:lnTo>
                  <a:pt x="104509" y="24161"/>
                </a:lnTo>
                <a:lnTo>
                  <a:pt x="104390" y="23967"/>
                </a:lnTo>
                <a:lnTo>
                  <a:pt x="104247" y="23773"/>
                </a:lnTo>
                <a:lnTo>
                  <a:pt x="104104" y="23580"/>
                </a:lnTo>
                <a:lnTo>
                  <a:pt x="103913" y="23397"/>
                </a:lnTo>
                <a:lnTo>
                  <a:pt x="103675" y="23215"/>
                </a:lnTo>
                <a:lnTo>
                  <a:pt x="103437" y="23044"/>
                </a:lnTo>
                <a:lnTo>
                  <a:pt x="103151" y="22873"/>
                </a:lnTo>
                <a:lnTo>
                  <a:pt x="102865" y="22702"/>
                </a:lnTo>
                <a:lnTo>
                  <a:pt x="102531" y="22554"/>
                </a:lnTo>
                <a:lnTo>
                  <a:pt x="102150" y="22406"/>
                </a:lnTo>
                <a:lnTo>
                  <a:pt x="101769" y="22270"/>
                </a:lnTo>
                <a:lnTo>
                  <a:pt x="99195" y="21427"/>
                </a:lnTo>
                <a:lnTo>
                  <a:pt x="96598" y="20595"/>
                </a:lnTo>
                <a:lnTo>
                  <a:pt x="94025" y="19775"/>
                </a:lnTo>
                <a:lnTo>
                  <a:pt x="91428" y="18966"/>
                </a:lnTo>
                <a:lnTo>
                  <a:pt x="88830" y="18169"/>
                </a:lnTo>
                <a:lnTo>
                  <a:pt x="86209" y="17383"/>
                </a:lnTo>
                <a:lnTo>
                  <a:pt x="83588" y="16597"/>
                </a:lnTo>
                <a:lnTo>
                  <a:pt x="80943" y="15822"/>
                </a:lnTo>
                <a:lnTo>
                  <a:pt x="78322" y="15070"/>
                </a:lnTo>
                <a:lnTo>
                  <a:pt x="75654" y="14307"/>
                </a:lnTo>
                <a:lnTo>
                  <a:pt x="73009" y="13567"/>
                </a:lnTo>
                <a:lnTo>
                  <a:pt x="70340" y="12838"/>
                </a:lnTo>
                <a:lnTo>
                  <a:pt x="67671" y="12109"/>
                </a:lnTo>
                <a:lnTo>
                  <a:pt x="64979" y="11403"/>
                </a:lnTo>
                <a:lnTo>
                  <a:pt x="62286" y="10696"/>
                </a:lnTo>
                <a:lnTo>
                  <a:pt x="59570" y="9990"/>
                </a:lnTo>
                <a:lnTo>
                  <a:pt x="56854" y="9307"/>
                </a:lnTo>
                <a:lnTo>
                  <a:pt x="54113" y="8635"/>
                </a:lnTo>
                <a:lnTo>
                  <a:pt x="51373" y="7962"/>
                </a:lnTo>
                <a:lnTo>
                  <a:pt x="48633" y="7302"/>
                </a:lnTo>
                <a:lnTo>
                  <a:pt x="45869" y="6652"/>
                </a:lnTo>
                <a:lnTo>
                  <a:pt x="43105" y="6015"/>
                </a:lnTo>
                <a:lnTo>
                  <a:pt x="40317" y="5388"/>
                </a:lnTo>
                <a:lnTo>
                  <a:pt x="37529" y="4762"/>
                </a:lnTo>
                <a:lnTo>
                  <a:pt x="34718" y="4158"/>
                </a:lnTo>
                <a:lnTo>
                  <a:pt x="31882" y="3554"/>
                </a:lnTo>
                <a:lnTo>
                  <a:pt x="29070" y="2962"/>
                </a:lnTo>
                <a:lnTo>
                  <a:pt x="26211" y="2369"/>
                </a:lnTo>
                <a:lnTo>
                  <a:pt x="23352" y="1800"/>
                </a:lnTo>
                <a:lnTo>
                  <a:pt x="20492" y="1230"/>
                </a:lnTo>
                <a:lnTo>
                  <a:pt x="17609" y="684"/>
                </a:lnTo>
                <a:lnTo>
                  <a:pt x="14702" y="137"/>
                </a:lnTo>
                <a:lnTo>
                  <a:pt x="14273" y="68"/>
                </a:lnTo>
                <a:lnTo>
                  <a:pt x="13844" y="23"/>
                </a:lnTo>
                <a:lnTo>
                  <a:pt x="1343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3" name="Shape 193"/>
        <p:cNvGrpSpPr/>
        <p:nvPr/>
      </p:nvGrpSpPr>
      <p:grpSpPr>
        <a:xfrm>
          <a:off x="0" y="0"/>
          <a:ext cx="0" cy="0"/>
          <a:chOff x="0" y="0"/>
          <a:chExt cx="0" cy="0"/>
        </a:xfrm>
      </p:grpSpPr>
      <p:sp>
        <p:nvSpPr>
          <p:cNvPr id="194" name="Google Shape;194;p10"/>
          <p:cNvSpPr txBox="1"/>
          <p:nvPr>
            <p:ph type="title"/>
          </p:nvPr>
        </p:nvSpPr>
        <p:spPr>
          <a:xfrm>
            <a:off x="720000" y="540000"/>
            <a:ext cx="3657300" cy="21780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5" name="Google Shape;195;p10"/>
          <p:cNvSpPr txBox="1"/>
          <p:nvPr>
            <p:ph idx="1" type="subTitle"/>
          </p:nvPr>
        </p:nvSpPr>
        <p:spPr>
          <a:xfrm>
            <a:off x="720000" y="2571750"/>
            <a:ext cx="2650500" cy="117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6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96" name="Google Shape;196;p10"/>
          <p:cNvSpPr/>
          <p:nvPr/>
        </p:nvSpPr>
        <p:spPr>
          <a:xfrm>
            <a:off x="1587885" y="4286647"/>
            <a:ext cx="528857" cy="634500"/>
          </a:xfrm>
          <a:custGeom>
            <a:rect b="b" l="l" r="r" t="t"/>
            <a:pathLst>
              <a:path extrusionOk="0" h="101277" w="54200">
                <a:moveTo>
                  <a:pt x="26760" y="10124"/>
                </a:moveTo>
                <a:lnTo>
                  <a:pt x="28293" y="12384"/>
                </a:lnTo>
                <a:lnTo>
                  <a:pt x="29821" y="14653"/>
                </a:lnTo>
                <a:lnTo>
                  <a:pt x="32878" y="19211"/>
                </a:lnTo>
                <a:lnTo>
                  <a:pt x="34406" y="21490"/>
                </a:lnTo>
                <a:lnTo>
                  <a:pt x="35939" y="23760"/>
                </a:lnTo>
                <a:lnTo>
                  <a:pt x="37472" y="26030"/>
                </a:lnTo>
                <a:lnTo>
                  <a:pt x="39010" y="28290"/>
                </a:lnTo>
                <a:lnTo>
                  <a:pt x="40552" y="30531"/>
                </a:lnTo>
                <a:lnTo>
                  <a:pt x="42095" y="32772"/>
                </a:lnTo>
                <a:lnTo>
                  <a:pt x="43647" y="34984"/>
                </a:lnTo>
                <a:lnTo>
                  <a:pt x="44423" y="36086"/>
                </a:lnTo>
                <a:lnTo>
                  <a:pt x="45204" y="37187"/>
                </a:lnTo>
                <a:lnTo>
                  <a:pt x="45985" y="38279"/>
                </a:lnTo>
                <a:lnTo>
                  <a:pt x="46766" y="39362"/>
                </a:lnTo>
                <a:lnTo>
                  <a:pt x="47552" y="40445"/>
                </a:lnTo>
                <a:lnTo>
                  <a:pt x="48338" y="41518"/>
                </a:lnTo>
                <a:lnTo>
                  <a:pt x="49128" y="42581"/>
                </a:lnTo>
                <a:lnTo>
                  <a:pt x="49919" y="43645"/>
                </a:lnTo>
                <a:lnTo>
                  <a:pt x="50714" y="44699"/>
                </a:lnTo>
                <a:lnTo>
                  <a:pt x="51510" y="45743"/>
                </a:lnTo>
                <a:lnTo>
                  <a:pt x="51326" y="45914"/>
                </a:lnTo>
                <a:lnTo>
                  <a:pt x="51148" y="46085"/>
                </a:lnTo>
                <a:lnTo>
                  <a:pt x="50974" y="46266"/>
                </a:lnTo>
                <a:lnTo>
                  <a:pt x="50796" y="46456"/>
                </a:lnTo>
                <a:lnTo>
                  <a:pt x="50623" y="46646"/>
                </a:lnTo>
                <a:lnTo>
                  <a:pt x="50449" y="46845"/>
                </a:lnTo>
                <a:lnTo>
                  <a:pt x="50102" y="47263"/>
                </a:lnTo>
                <a:lnTo>
                  <a:pt x="49760" y="47700"/>
                </a:lnTo>
                <a:lnTo>
                  <a:pt x="49422" y="48155"/>
                </a:lnTo>
                <a:lnTo>
                  <a:pt x="49085" y="48621"/>
                </a:lnTo>
                <a:lnTo>
                  <a:pt x="48757" y="49114"/>
                </a:lnTo>
                <a:lnTo>
                  <a:pt x="48429" y="49627"/>
                </a:lnTo>
                <a:lnTo>
                  <a:pt x="48106" y="50140"/>
                </a:lnTo>
                <a:lnTo>
                  <a:pt x="47783" y="50681"/>
                </a:lnTo>
                <a:lnTo>
                  <a:pt x="47465" y="51232"/>
                </a:lnTo>
                <a:lnTo>
                  <a:pt x="47152" y="51783"/>
                </a:lnTo>
                <a:lnTo>
                  <a:pt x="46838" y="52353"/>
                </a:lnTo>
                <a:lnTo>
                  <a:pt x="46530" y="52932"/>
                </a:lnTo>
                <a:lnTo>
                  <a:pt x="46221" y="53521"/>
                </a:lnTo>
                <a:lnTo>
                  <a:pt x="45918" y="54109"/>
                </a:lnTo>
                <a:lnTo>
                  <a:pt x="45619" y="54708"/>
                </a:lnTo>
                <a:lnTo>
                  <a:pt x="45026" y="55904"/>
                </a:lnTo>
                <a:lnTo>
                  <a:pt x="44438" y="57110"/>
                </a:lnTo>
                <a:lnTo>
                  <a:pt x="43864" y="58316"/>
                </a:lnTo>
                <a:lnTo>
                  <a:pt x="43290" y="59503"/>
                </a:lnTo>
                <a:lnTo>
                  <a:pt x="42731" y="60662"/>
                </a:lnTo>
                <a:lnTo>
                  <a:pt x="42172" y="61792"/>
                </a:lnTo>
                <a:lnTo>
                  <a:pt x="41897" y="62333"/>
                </a:lnTo>
                <a:lnTo>
                  <a:pt x="41622" y="62865"/>
                </a:lnTo>
                <a:lnTo>
                  <a:pt x="35895" y="73890"/>
                </a:lnTo>
                <a:lnTo>
                  <a:pt x="33037" y="79407"/>
                </a:lnTo>
                <a:lnTo>
                  <a:pt x="30178" y="84934"/>
                </a:lnTo>
                <a:lnTo>
                  <a:pt x="30053" y="85190"/>
                </a:lnTo>
                <a:lnTo>
                  <a:pt x="29903" y="85513"/>
                </a:lnTo>
                <a:lnTo>
                  <a:pt x="29542" y="86320"/>
                </a:lnTo>
                <a:lnTo>
                  <a:pt x="29122" y="87260"/>
                </a:lnTo>
                <a:lnTo>
                  <a:pt x="28896" y="87764"/>
                </a:lnTo>
                <a:lnTo>
                  <a:pt x="28664" y="88267"/>
                </a:lnTo>
                <a:lnTo>
                  <a:pt x="28428" y="88761"/>
                </a:lnTo>
                <a:lnTo>
                  <a:pt x="28187" y="89245"/>
                </a:lnTo>
                <a:lnTo>
                  <a:pt x="27951" y="89691"/>
                </a:lnTo>
                <a:lnTo>
                  <a:pt x="27835" y="89910"/>
                </a:lnTo>
                <a:lnTo>
                  <a:pt x="27720" y="90109"/>
                </a:lnTo>
                <a:lnTo>
                  <a:pt x="27604" y="90289"/>
                </a:lnTo>
                <a:lnTo>
                  <a:pt x="27493" y="90470"/>
                </a:lnTo>
                <a:lnTo>
                  <a:pt x="27387" y="90622"/>
                </a:lnTo>
                <a:lnTo>
                  <a:pt x="27281" y="90764"/>
                </a:lnTo>
                <a:lnTo>
                  <a:pt x="27175" y="90897"/>
                </a:lnTo>
                <a:lnTo>
                  <a:pt x="27078" y="91002"/>
                </a:lnTo>
                <a:lnTo>
                  <a:pt x="26982" y="91087"/>
                </a:lnTo>
                <a:lnTo>
                  <a:pt x="26890" y="91154"/>
                </a:lnTo>
                <a:lnTo>
                  <a:pt x="26775" y="91211"/>
                </a:lnTo>
                <a:lnTo>
                  <a:pt x="26664" y="91268"/>
                </a:lnTo>
                <a:lnTo>
                  <a:pt x="26563" y="91306"/>
                </a:lnTo>
                <a:lnTo>
                  <a:pt x="26461" y="91344"/>
                </a:lnTo>
                <a:lnTo>
                  <a:pt x="26365" y="91363"/>
                </a:lnTo>
                <a:lnTo>
                  <a:pt x="26269" y="91372"/>
                </a:lnTo>
                <a:lnTo>
                  <a:pt x="26182" y="91382"/>
                </a:lnTo>
                <a:lnTo>
                  <a:pt x="26095" y="91372"/>
                </a:lnTo>
                <a:lnTo>
                  <a:pt x="26013" y="91353"/>
                </a:lnTo>
                <a:lnTo>
                  <a:pt x="25931" y="91325"/>
                </a:lnTo>
                <a:lnTo>
                  <a:pt x="25854" y="91296"/>
                </a:lnTo>
                <a:lnTo>
                  <a:pt x="25772" y="91249"/>
                </a:lnTo>
                <a:lnTo>
                  <a:pt x="25700" y="91201"/>
                </a:lnTo>
                <a:lnTo>
                  <a:pt x="25623" y="91135"/>
                </a:lnTo>
                <a:lnTo>
                  <a:pt x="25550" y="91068"/>
                </a:lnTo>
                <a:lnTo>
                  <a:pt x="25478" y="90992"/>
                </a:lnTo>
                <a:lnTo>
                  <a:pt x="25401" y="90907"/>
                </a:lnTo>
                <a:lnTo>
                  <a:pt x="25329" y="90812"/>
                </a:lnTo>
                <a:lnTo>
                  <a:pt x="25179" y="90612"/>
                </a:lnTo>
                <a:lnTo>
                  <a:pt x="25025" y="90384"/>
                </a:lnTo>
                <a:lnTo>
                  <a:pt x="24861" y="90119"/>
                </a:lnTo>
                <a:lnTo>
                  <a:pt x="24499" y="89539"/>
                </a:lnTo>
                <a:lnTo>
                  <a:pt x="24292" y="89216"/>
                </a:lnTo>
                <a:lnTo>
                  <a:pt x="24070" y="88875"/>
                </a:lnTo>
                <a:lnTo>
                  <a:pt x="23116" y="87441"/>
                </a:lnTo>
                <a:lnTo>
                  <a:pt x="22161" y="85997"/>
                </a:lnTo>
                <a:lnTo>
                  <a:pt x="21212" y="84544"/>
                </a:lnTo>
                <a:lnTo>
                  <a:pt x="20267" y="83082"/>
                </a:lnTo>
                <a:lnTo>
                  <a:pt x="19327" y="81610"/>
                </a:lnTo>
                <a:lnTo>
                  <a:pt x="18387" y="80129"/>
                </a:lnTo>
                <a:lnTo>
                  <a:pt x="17447" y="78647"/>
                </a:lnTo>
                <a:lnTo>
                  <a:pt x="16516" y="77156"/>
                </a:lnTo>
                <a:lnTo>
                  <a:pt x="15784" y="75969"/>
                </a:lnTo>
                <a:lnTo>
                  <a:pt x="15056" y="74773"/>
                </a:lnTo>
                <a:lnTo>
                  <a:pt x="14328" y="73567"/>
                </a:lnTo>
                <a:lnTo>
                  <a:pt x="13605" y="72361"/>
                </a:lnTo>
                <a:lnTo>
                  <a:pt x="12886" y="71145"/>
                </a:lnTo>
                <a:lnTo>
                  <a:pt x="12168" y="69920"/>
                </a:lnTo>
                <a:lnTo>
                  <a:pt x="10736" y="67470"/>
                </a:lnTo>
                <a:lnTo>
                  <a:pt x="9305" y="65020"/>
                </a:lnTo>
                <a:lnTo>
                  <a:pt x="7873" y="62570"/>
                </a:lnTo>
                <a:lnTo>
                  <a:pt x="7155" y="61355"/>
                </a:lnTo>
                <a:lnTo>
                  <a:pt x="6432" y="60149"/>
                </a:lnTo>
                <a:lnTo>
                  <a:pt x="5709" y="58943"/>
                </a:lnTo>
                <a:lnTo>
                  <a:pt x="4981" y="57746"/>
                </a:lnTo>
                <a:lnTo>
                  <a:pt x="5699" y="56322"/>
                </a:lnTo>
                <a:lnTo>
                  <a:pt x="6417" y="54898"/>
                </a:lnTo>
                <a:lnTo>
                  <a:pt x="7131" y="53473"/>
                </a:lnTo>
                <a:lnTo>
                  <a:pt x="7844" y="52039"/>
                </a:lnTo>
                <a:lnTo>
                  <a:pt x="8553" y="50605"/>
                </a:lnTo>
                <a:lnTo>
                  <a:pt x="9257" y="49162"/>
                </a:lnTo>
                <a:lnTo>
                  <a:pt x="9965" y="47719"/>
                </a:lnTo>
                <a:lnTo>
                  <a:pt x="10669" y="46275"/>
                </a:lnTo>
                <a:lnTo>
                  <a:pt x="11368" y="44822"/>
                </a:lnTo>
                <a:lnTo>
                  <a:pt x="12067" y="43360"/>
                </a:lnTo>
                <a:lnTo>
                  <a:pt x="12761" y="41897"/>
                </a:lnTo>
                <a:lnTo>
                  <a:pt x="13455" y="40435"/>
                </a:lnTo>
                <a:lnTo>
                  <a:pt x="14149" y="38963"/>
                </a:lnTo>
                <a:lnTo>
                  <a:pt x="14834" y="37491"/>
                </a:lnTo>
                <a:lnTo>
                  <a:pt x="15523" y="36010"/>
                </a:lnTo>
                <a:lnTo>
                  <a:pt x="16208" y="34519"/>
                </a:lnTo>
                <a:lnTo>
                  <a:pt x="16888" y="33038"/>
                </a:lnTo>
                <a:lnTo>
                  <a:pt x="17567" y="31537"/>
                </a:lnTo>
                <a:lnTo>
                  <a:pt x="18242" y="30037"/>
                </a:lnTo>
                <a:lnTo>
                  <a:pt x="18912" y="28536"/>
                </a:lnTo>
                <a:lnTo>
                  <a:pt x="19582" y="27027"/>
                </a:lnTo>
                <a:lnTo>
                  <a:pt x="20252" y="25517"/>
                </a:lnTo>
                <a:lnTo>
                  <a:pt x="20918" y="23997"/>
                </a:lnTo>
                <a:lnTo>
                  <a:pt x="21578" y="22478"/>
                </a:lnTo>
                <a:lnTo>
                  <a:pt x="22239" y="20949"/>
                </a:lnTo>
                <a:lnTo>
                  <a:pt x="22894" y="19420"/>
                </a:lnTo>
                <a:lnTo>
                  <a:pt x="23545" y="17882"/>
                </a:lnTo>
                <a:lnTo>
                  <a:pt x="24196" y="16344"/>
                </a:lnTo>
                <a:lnTo>
                  <a:pt x="24842" y="14796"/>
                </a:lnTo>
                <a:lnTo>
                  <a:pt x="25483" y="13238"/>
                </a:lnTo>
                <a:lnTo>
                  <a:pt x="26124" y="11681"/>
                </a:lnTo>
                <a:lnTo>
                  <a:pt x="26760" y="10124"/>
                </a:lnTo>
                <a:close/>
                <a:moveTo>
                  <a:pt x="26158" y="1"/>
                </a:moveTo>
                <a:lnTo>
                  <a:pt x="26056" y="10"/>
                </a:lnTo>
                <a:lnTo>
                  <a:pt x="25950" y="39"/>
                </a:lnTo>
                <a:lnTo>
                  <a:pt x="25849" y="67"/>
                </a:lnTo>
                <a:lnTo>
                  <a:pt x="25748" y="105"/>
                </a:lnTo>
                <a:lnTo>
                  <a:pt x="25647" y="162"/>
                </a:lnTo>
                <a:lnTo>
                  <a:pt x="25550" y="229"/>
                </a:lnTo>
                <a:lnTo>
                  <a:pt x="25454" y="305"/>
                </a:lnTo>
                <a:lnTo>
                  <a:pt x="25362" y="400"/>
                </a:lnTo>
                <a:lnTo>
                  <a:pt x="25266" y="504"/>
                </a:lnTo>
                <a:lnTo>
                  <a:pt x="25179" y="618"/>
                </a:lnTo>
                <a:lnTo>
                  <a:pt x="25092" y="751"/>
                </a:lnTo>
                <a:lnTo>
                  <a:pt x="25010" y="893"/>
                </a:lnTo>
                <a:lnTo>
                  <a:pt x="24928" y="1055"/>
                </a:lnTo>
                <a:lnTo>
                  <a:pt x="24851" y="1226"/>
                </a:lnTo>
                <a:lnTo>
                  <a:pt x="23410" y="4663"/>
                </a:lnTo>
                <a:lnTo>
                  <a:pt x="22692" y="6373"/>
                </a:lnTo>
                <a:lnTo>
                  <a:pt x="21964" y="8072"/>
                </a:lnTo>
                <a:lnTo>
                  <a:pt x="21241" y="9772"/>
                </a:lnTo>
                <a:lnTo>
                  <a:pt x="20513" y="11472"/>
                </a:lnTo>
                <a:lnTo>
                  <a:pt x="19780" y="13162"/>
                </a:lnTo>
                <a:lnTo>
                  <a:pt x="19047" y="14853"/>
                </a:lnTo>
                <a:lnTo>
                  <a:pt x="18315" y="16533"/>
                </a:lnTo>
                <a:lnTo>
                  <a:pt x="17577" y="18214"/>
                </a:lnTo>
                <a:lnTo>
                  <a:pt x="16835" y="19886"/>
                </a:lnTo>
                <a:lnTo>
                  <a:pt x="16092" y="21557"/>
                </a:lnTo>
                <a:lnTo>
                  <a:pt x="15350" y="23228"/>
                </a:lnTo>
                <a:lnTo>
                  <a:pt x="14603" y="24890"/>
                </a:lnTo>
                <a:lnTo>
                  <a:pt x="13851" y="26542"/>
                </a:lnTo>
                <a:lnTo>
                  <a:pt x="13099" y="28195"/>
                </a:lnTo>
                <a:lnTo>
                  <a:pt x="12347" y="29837"/>
                </a:lnTo>
                <a:lnTo>
                  <a:pt x="11590" y="31480"/>
                </a:lnTo>
                <a:lnTo>
                  <a:pt x="10828" y="33123"/>
                </a:lnTo>
                <a:lnTo>
                  <a:pt x="10062" y="34747"/>
                </a:lnTo>
                <a:lnTo>
                  <a:pt x="9295" y="36380"/>
                </a:lnTo>
                <a:lnTo>
                  <a:pt x="8529" y="37995"/>
                </a:lnTo>
                <a:lnTo>
                  <a:pt x="7757" y="39618"/>
                </a:lnTo>
                <a:lnTo>
                  <a:pt x="6981" y="41223"/>
                </a:lnTo>
                <a:lnTo>
                  <a:pt x="6200" y="42828"/>
                </a:lnTo>
                <a:lnTo>
                  <a:pt x="5419" y="44433"/>
                </a:lnTo>
                <a:lnTo>
                  <a:pt x="4634" y="46028"/>
                </a:lnTo>
                <a:lnTo>
                  <a:pt x="3848" y="47624"/>
                </a:lnTo>
                <a:lnTo>
                  <a:pt x="3052" y="49200"/>
                </a:lnTo>
                <a:lnTo>
                  <a:pt x="2257" y="50786"/>
                </a:lnTo>
                <a:lnTo>
                  <a:pt x="1462" y="52353"/>
                </a:lnTo>
                <a:lnTo>
                  <a:pt x="656" y="53929"/>
                </a:lnTo>
                <a:lnTo>
                  <a:pt x="589" y="54062"/>
                </a:lnTo>
                <a:lnTo>
                  <a:pt x="526" y="54204"/>
                </a:lnTo>
                <a:lnTo>
                  <a:pt x="464" y="54347"/>
                </a:lnTo>
                <a:lnTo>
                  <a:pt x="411" y="54489"/>
                </a:lnTo>
                <a:lnTo>
                  <a:pt x="358" y="54632"/>
                </a:lnTo>
                <a:lnTo>
                  <a:pt x="309" y="54774"/>
                </a:lnTo>
                <a:lnTo>
                  <a:pt x="266" y="54917"/>
                </a:lnTo>
                <a:lnTo>
                  <a:pt x="223" y="55069"/>
                </a:lnTo>
                <a:lnTo>
                  <a:pt x="184" y="55211"/>
                </a:lnTo>
                <a:lnTo>
                  <a:pt x="150" y="55363"/>
                </a:lnTo>
                <a:lnTo>
                  <a:pt x="121" y="55515"/>
                </a:lnTo>
                <a:lnTo>
                  <a:pt x="97" y="55667"/>
                </a:lnTo>
                <a:lnTo>
                  <a:pt x="73" y="55809"/>
                </a:lnTo>
                <a:lnTo>
                  <a:pt x="54" y="55961"/>
                </a:lnTo>
                <a:lnTo>
                  <a:pt x="35" y="56113"/>
                </a:lnTo>
                <a:lnTo>
                  <a:pt x="25" y="56265"/>
                </a:lnTo>
                <a:lnTo>
                  <a:pt x="15" y="56417"/>
                </a:lnTo>
                <a:lnTo>
                  <a:pt x="6" y="56569"/>
                </a:lnTo>
                <a:lnTo>
                  <a:pt x="1" y="56711"/>
                </a:lnTo>
                <a:lnTo>
                  <a:pt x="1" y="56863"/>
                </a:lnTo>
                <a:lnTo>
                  <a:pt x="6" y="57015"/>
                </a:lnTo>
                <a:lnTo>
                  <a:pt x="11" y="57167"/>
                </a:lnTo>
                <a:lnTo>
                  <a:pt x="30" y="57462"/>
                </a:lnTo>
                <a:lnTo>
                  <a:pt x="59" y="57746"/>
                </a:lnTo>
                <a:lnTo>
                  <a:pt x="97" y="58041"/>
                </a:lnTo>
                <a:lnTo>
                  <a:pt x="150" y="58316"/>
                </a:lnTo>
                <a:lnTo>
                  <a:pt x="208" y="58592"/>
                </a:lnTo>
                <a:lnTo>
                  <a:pt x="203" y="58781"/>
                </a:lnTo>
                <a:lnTo>
                  <a:pt x="203" y="58981"/>
                </a:lnTo>
                <a:lnTo>
                  <a:pt x="208" y="59171"/>
                </a:lnTo>
                <a:lnTo>
                  <a:pt x="218" y="59370"/>
                </a:lnTo>
                <a:lnTo>
                  <a:pt x="237" y="59570"/>
                </a:lnTo>
                <a:lnTo>
                  <a:pt x="256" y="59769"/>
                </a:lnTo>
                <a:lnTo>
                  <a:pt x="285" y="59969"/>
                </a:lnTo>
                <a:lnTo>
                  <a:pt x="324" y="60168"/>
                </a:lnTo>
                <a:lnTo>
                  <a:pt x="362" y="60367"/>
                </a:lnTo>
                <a:lnTo>
                  <a:pt x="411" y="60567"/>
                </a:lnTo>
                <a:lnTo>
                  <a:pt x="464" y="60757"/>
                </a:lnTo>
                <a:lnTo>
                  <a:pt x="526" y="60956"/>
                </a:lnTo>
                <a:lnTo>
                  <a:pt x="594" y="61156"/>
                </a:lnTo>
                <a:lnTo>
                  <a:pt x="671" y="61345"/>
                </a:lnTo>
                <a:lnTo>
                  <a:pt x="758" y="61535"/>
                </a:lnTo>
                <a:lnTo>
                  <a:pt x="844" y="61735"/>
                </a:lnTo>
                <a:lnTo>
                  <a:pt x="1331" y="62694"/>
                </a:lnTo>
                <a:lnTo>
                  <a:pt x="1823" y="63653"/>
                </a:lnTo>
                <a:lnTo>
                  <a:pt x="2320" y="64612"/>
                </a:lnTo>
                <a:lnTo>
                  <a:pt x="2816" y="65552"/>
                </a:lnTo>
                <a:lnTo>
                  <a:pt x="3317" y="66492"/>
                </a:lnTo>
                <a:lnTo>
                  <a:pt x="3824" y="67423"/>
                </a:lnTo>
                <a:lnTo>
                  <a:pt x="4335" y="68354"/>
                </a:lnTo>
                <a:lnTo>
                  <a:pt x="4846" y="69275"/>
                </a:lnTo>
                <a:lnTo>
                  <a:pt x="5361" y="70196"/>
                </a:lnTo>
                <a:lnTo>
                  <a:pt x="5882" y="71107"/>
                </a:lnTo>
                <a:lnTo>
                  <a:pt x="6403" y="72010"/>
                </a:lnTo>
                <a:lnTo>
                  <a:pt x="6928" y="72912"/>
                </a:lnTo>
                <a:lnTo>
                  <a:pt x="7454" y="73804"/>
                </a:lnTo>
                <a:lnTo>
                  <a:pt x="7984" y="74697"/>
                </a:lnTo>
                <a:lnTo>
                  <a:pt x="8514" y="75590"/>
                </a:lnTo>
                <a:lnTo>
                  <a:pt x="9049" y="76473"/>
                </a:lnTo>
                <a:lnTo>
                  <a:pt x="10119" y="78220"/>
                </a:lnTo>
                <a:lnTo>
                  <a:pt x="11199" y="79958"/>
                </a:lnTo>
                <a:lnTo>
                  <a:pt x="12284" y="81686"/>
                </a:lnTo>
                <a:lnTo>
                  <a:pt x="13369" y="83395"/>
                </a:lnTo>
                <a:lnTo>
                  <a:pt x="14458" y="85105"/>
                </a:lnTo>
                <a:lnTo>
                  <a:pt x="15547" y="86795"/>
                </a:lnTo>
                <a:lnTo>
                  <a:pt x="17722" y="90166"/>
                </a:lnTo>
                <a:lnTo>
                  <a:pt x="17967" y="90555"/>
                </a:lnTo>
                <a:lnTo>
                  <a:pt x="18223" y="90973"/>
                </a:lnTo>
                <a:lnTo>
                  <a:pt x="18488" y="91420"/>
                </a:lnTo>
                <a:lnTo>
                  <a:pt x="18753" y="91885"/>
                </a:lnTo>
                <a:lnTo>
                  <a:pt x="19312" y="92863"/>
                </a:lnTo>
                <a:lnTo>
                  <a:pt x="19886" y="93879"/>
                </a:lnTo>
                <a:lnTo>
                  <a:pt x="20484" y="94924"/>
                </a:lnTo>
                <a:lnTo>
                  <a:pt x="20792" y="95446"/>
                </a:lnTo>
                <a:lnTo>
                  <a:pt x="21101" y="95968"/>
                </a:lnTo>
                <a:lnTo>
                  <a:pt x="21414" y="96481"/>
                </a:lnTo>
                <a:lnTo>
                  <a:pt x="21732" y="96984"/>
                </a:lnTo>
                <a:lnTo>
                  <a:pt x="22055" y="97469"/>
                </a:lnTo>
                <a:lnTo>
                  <a:pt x="22383" y="97943"/>
                </a:lnTo>
                <a:lnTo>
                  <a:pt x="22711" y="98399"/>
                </a:lnTo>
                <a:lnTo>
                  <a:pt x="22875" y="98618"/>
                </a:lnTo>
                <a:lnTo>
                  <a:pt x="23039" y="98826"/>
                </a:lnTo>
                <a:lnTo>
                  <a:pt x="23207" y="99035"/>
                </a:lnTo>
                <a:lnTo>
                  <a:pt x="23376" y="99235"/>
                </a:lnTo>
                <a:lnTo>
                  <a:pt x="23545" y="99425"/>
                </a:lnTo>
                <a:lnTo>
                  <a:pt x="23714" y="99615"/>
                </a:lnTo>
                <a:lnTo>
                  <a:pt x="23882" y="99795"/>
                </a:lnTo>
                <a:lnTo>
                  <a:pt x="24051" y="99966"/>
                </a:lnTo>
                <a:lnTo>
                  <a:pt x="24220" y="100127"/>
                </a:lnTo>
                <a:lnTo>
                  <a:pt x="24393" y="100279"/>
                </a:lnTo>
                <a:lnTo>
                  <a:pt x="24562" y="100422"/>
                </a:lnTo>
                <a:lnTo>
                  <a:pt x="24736" y="100555"/>
                </a:lnTo>
                <a:lnTo>
                  <a:pt x="24904" y="100678"/>
                </a:lnTo>
                <a:lnTo>
                  <a:pt x="25078" y="100792"/>
                </a:lnTo>
                <a:lnTo>
                  <a:pt x="25251" y="100887"/>
                </a:lnTo>
                <a:lnTo>
                  <a:pt x="25420" y="100982"/>
                </a:lnTo>
                <a:lnTo>
                  <a:pt x="25594" y="101058"/>
                </a:lnTo>
                <a:lnTo>
                  <a:pt x="25767" y="101125"/>
                </a:lnTo>
                <a:lnTo>
                  <a:pt x="25941" y="101181"/>
                </a:lnTo>
                <a:lnTo>
                  <a:pt x="26114" y="101229"/>
                </a:lnTo>
                <a:lnTo>
                  <a:pt x="26288" y="101257"/>
                </a:lnTo>
                <a:lnTo>
                  <a:pt x="26461" y="101267"/>
                </a:lnTo>
                <a:lnTo>
                  <a:pt x="26635" y="101276"/>
                </a:lnTo>
                <a:lnTo>
                  <a:pt x="26809" y="101257"/>
                </a:lnTo>
                <a:lnTo>
                  <a:pt x="26982" y="101238"/>
                </a:lnTo>
                <a:lnTo>
                  <a:pt x="27156" y="101191"/>
                </a:lnTo>
                <a:lnTo>
                  <a:pt x="27329" y="101134"/>
                </a:lnTo>
                <a:lnTo>
                  <a:pt x="27503" y="101058"/>
                </a:lnTo>
                <a:lnTo>
                  <a:pt x="27676" y="100973"/>
                </a:lnTo>
                <a:lnTo>
                  <a:pt x="27850" y="100868"/>
                </a:lnTo>
                <a:lnTo>
                  <a:pt x="27970" y="100783"/>
                </a:lnTo>
                <a:lnTo>
                  <a:pt x="28091" y="100697"/>
                </a:lnTo>
                <a:lnTo>
                  <a:pt x="28211" y="100593"/>
                </a:lnTo>
                <a:lnTo>
                  <a:pt x="28332" y="100488"/>
                </a:lnTo>
                <a:lnTo>
                  <a:pt x="28452" y="100374"/>
                </a:lnTo>
                <a:lnTo>
                  <a:pt x="28573" y="100260"/>
                </a:lnTo>
                <a:lnTo>
                  <a:pt x="28689" y="100127"/>
                </a:lnTo>
                <a:lnTo>
                  <a:pt x="28809" y="99994"/>
                </a:lnTo>
                <a:lnTo>
                  <a:pt x="29045" y="99719"/>
                </a:lnTo>
                <a:lnTo>
                  <a:pt x="29277" y="99406"/>
                </a:lnTo>
                <a:lnTo>
                  <a:pt x="29508" y="99083"/>
                </a:lnTo>
                <a:lnTo>
                  <a:pt x="29739" y="98732"/>
                </a:lnTo>
                <a:lnTo>
                  <a:pt x="29966" y="98371"/>
                </a:lnTo>
                <a:lnTo>
                  <a:pt x="30193" y="97991"/>
                </a:lnTo>
                <a:lnTo>
                  <a:pt x="30419" y="97592"/>
                </a:lnTo>
                <a:lnTo>
                  <a:pt x="30641" y="97174"/>
                </a:lnTo>
                <a:lnTo>
                  <a:pt x="30858" y="96756"/>
                </a:lnTo>
                <a:lnTo>
                  <a:pt x="31080" y="96319"/>
                </a:lnTo>
                <a:lnTo>
                  <a:pt x="31297" y="95883"/>
                </a:lnTo>
                <a:lnTo>
                  <a:pt x="31509" y="95427"/>
                </a:lnTo>
                <a:lnTo>
                  <a:pt x="31726" y="94971"/>
                </a:lnTo>
                <a:lnTo>
                  <a:pt x="31933" y="94515"/>
                </a:lnTo>
                <a:lnTo>
                  <a:pt x="32347" y="93585"/>
                </a:lnTo>
                <a:lnTo>
                  <a:pt x="32757" y="92664"/>
                </a:lnTo>
                <a:lnTo>
                  <a:pt x="33152" y="91752"/>
                </a:lnTo>
                <a:lnTo>
                  <a:pt x="33543" y="90869"/>
                </a:lnTo>
                <a:lnTo>
                  <a:pt x="33924" y="90024"/>
                </a:lnTo>
                <a:lnTo>
                  <a:pt x="34112" y="89615"/>
                </a:lnTo>
                <a:lnTo>
                  <a:pt x="34295" y="89226"/>
                </a:lnTo>
                <a:lnTo>
                  <a:pt x="34478" y="88856"/>
                </a:lnTo>
                <a:lnTo>
                  <a:pt x="34657" y="88504"/>
                </a:lnTo>
                <a:lnTo>
                  <a:pt x="36503" y="84924"/>
                </a:lnTo>
                <a:lnTo>
                  <a:pt x="38344" y="81344"/>
                </a:lnTo>
                <a:lnTo>
                  <a:pt x="42032" y="74165"/>
                </a:lnTo>
                <a:lnTo>
                  <a:pt x="42413" y="73443"/>
                </a:lnTo>
                <a:lnTo>
                  <a:pt x="42803" y="72703"/>
                </a:lnTo>
                <a:lnTo>
                  <a:pt x="43208" y="71962"/>
                </a:lnTo>
                <a:lnTo>
                  <a:pt x="43623" y="71221"/>
                </a:lnTo>
                <a:lnTo>
                  <a:pt x="44047" y="70462"/>
                </a:lnTo>
                <a:lnTo>
                  <a:pt x="44481" y="69702"/>
                </a:lnTo>
                <a:lnTo>
                  <a:pt x="45363" y="68164"/>
                </a:lnTo>
                <a:lnTo>
                  <a:pt x="46260" y="66587"/>
                </a:lnTo>
                <a:lnTo>
                  <a:pt x="46713" y="65790"/>
                </a:lnTo>
                <a:lnTo>
                  <a:pt x="47166" y="64982"/>
                </a:lnTo>
                <a:lnTo>
                  <a:pt x="47614" y="64175"/>
                </a:lnTo>
                <a:lnTo>
                  <a:pt x="48063" y="63349"/>
                </a:lnTo>
                <a:lnTo>
                  <a:pt x="48506" y="62513"/>
                </a:lnTo>
                <a:lnTo>
                  <a:pt x="48945" y="61678"/>
                </a:lnTo>
                <a:lnTo>
                  <a:pt x="49379" y="60823"/>
                </a:lnTo>
                <a:lnTo>
                  <a:pt x="49803" y="59969"/>
                </a:lnTo>
                <a:lnTo>
                  <a:pt x="50218" y="59104"/>
                </a:lnTo>
                <a:lnTo>
                  <a:pt x="50420" y="58668"/>
                </a:lnTo>
                <a:lnTo>
                  <a:pt x="50618" y="58221"/>
                </a:lnTo>
                <a:lnTo>
                  <a:pt x="50815" y="57784"/>
                </a:lnTo>
                <a:lnTo>
                  <a:pt x="51013" y="57338"/>
                </a:lnTo>
                <a:lnTo>
                  <a:pt x="51201" y="56892"/>
                </a:lnTo>
                <a:lnTo>
                  <a:pt x="51389" y="56445"/>
                </a:lnTo>
                <a:lnTo>
                  <a:pt x="51572" y="55990"/>
                </a:lnTo>
                <a:lnTo>
                  <a:pt x="51755" y="55534"/>
                </a:lnTo>
                <a:lnTo>
                  <a:pt x="51929" y="55078"/>
                </a:lnTo>
                <a:lnTo>
                  <a:pt x="52102" y="54622"/>
                </a:lnTo>
                <a:lnTo>
                  <a:pt x="52271" y="54157"/>
                </a:lnTo>
                <a:lnTo>
                  <a:pt x="52430" y="53692"/>
                </a:lnTo>
                <a:lnTo>
                  <a:pt x="52589" y="53226"/>
                </a:lnTo>
                <a:lnTo>
                  <a:pt x="52744" y="52751"/>
                </a:lnTo>
                <a:lnTo>
                  <a:pt x="52893" y="52277"/>
                </a:lnTo>
                <a:lnTo>
                  <a:pt x="53038" y="51802"/>
                </a:lnTo>
                <a:lnTo>
                  <a:pt x="53173" y="51327"/>
                </a:lnTo>
                <a:lnTo>
                  <a:pt x="53308" y="50843"/>
                </a:lnTo>
                <a:lnTo>
                  <a:pt x="53433" y="50358"/>
                </a:lnTo>
                <a:lnTo>
                  <a:pt x="53553" y="49874"/>
                </a:lnTo>
                <a:lnTo>
                  <a:pt x="53669" y="49380"/>
                </a:lnTo>
                <a:lnTo>
                  <a:pt x="53780" y="48896"/>
                </a:lnTo>
                <a:lnTo>
                  <a:pt x="53881" y="48393"/>
                </a:lnTo>
                <a:lnTo>
                  <a:pt x="53978" y="47899"/>
                </a:lnTo>
                <a:lnTo>
                  <a:pt x="54069" y="47396"/>
                </a:lnTo>
                <a:lnTo>
                  <a:pt x="54151" y="46892"/>
                </a:lnTo>
                <a:lnTo>
                  <a:pt x="54166" y="46788"/>
                </a:lnTo>
                <a:lnTo>
                  <a:pt x="54175" y="46683"/>
                </a:lnTo>
                <a:lnTo>
                  <a:pt x="54185" y="46579"/>
                </a:lnTo>
                <a:lnTo>
                  <a:pt x="54185" y="46475"/>
                </a:lnTo>
                <a:lnTo>
                  <a:pt x="54185" y="46370"/>
                </a:lnTo>
                <a:lnTo>
                  <a:pt x="54185" y="46266"/>
                </a:lnTo>
                <a:lnTo>
                  <a:pt x="54175" y="46161"/>
                </a:lnTo>
                <a:lnTo>
                  <a:pt x="54166" y="46057"/>
                </a:lnTo>
                <a:lnTo>
                  <a:pt x="54156" y="45962"/>
                </a:lnTo>
                <a:lnTo>
                  <a:pt x="54142" y="45867"/>
                </a:lnTo>
                <a:lnTo>
                  <a:pt x="54103" y="45677"/>
                </a:lnTo>
                <a:lnTo>
                  <a:pt x="54055" y="45496"/>
                </a:lnTo>
                <a:lnTo>
                  <a:pt x="53997" y="45335"/>
                </a:lnTo>
                <a:lnTo>
                  <a:pt x="54045" y="45136"/>
                </a:lnTo>
                <a:lnTo>
                  <a:pt x="54093" y="44936"/>
                </a:lnTo>
                <a:lnTo>
                  <a:pt x="54127" y="44737"/>
                </a:lnTo>
                <a:lnTo>
                  <a:pt x="54161" y="44528"/>
                </a:lnTo>
                <a:lnTo>
                  <a:pt x="54180" y="44319"/>
                </a:lnTo>
                <a:lnTo>
                  <a:pt x="54195" y="44101"/>
                </a:lnTo>
                <a:lnTo>
                  <a:pt x="54199" y="43892"/>
                </a:lnTo>
                <a:lnTo>
                  <a:pt x="54195" y="43673"/>
                </a:lnTo>
                <a:lnTo>
                  <a:pt x="54175" y="43464"/>
                </a:lnTo>
                <a:lnTo>
                  <a:pt x="54151" y="43255"/>
                </a:lnTo>
                <a:lnTo>
                  <a:pt x="54118" y="43046"/>
                </a:lnTo>
                <a:lnTo>
                  <a:pt x="54074" y="42838"/>
                </a:lnTo>
                <a:lnTo>
                  <a:pt x="54016" y="42638"/>
                </a:lnTo>
                <a:lnTo>
                  <a:pt x="53983" y="42543"/>
                </a:lnTo>
                <a:lnTo>
                  <a:pt x="53944" y="42448"/>
                </a:lnTo>
                <a:lnTo>
                  <a:pt x="53905" y="42353"/>
                </a:lnTo>
                <a:lnTo>
                  <a:pt x="53867" y="42268"/>
                </a:lnTo>
                <a:lnTo>
                  <a:pt x="53819" y="42173"/>
                </a:lnTo>
                <a:lnTo>
                  <a:pt x="53770" y="42087"/>
                </a:lnTo>
                <a:lnTo>
                  <a:pt x="52994" y="40739"/>
                </a:lnTo>
                <a:lnTo>
                  <a:pt x="52218" y="39400"/>
                </a:lnTo>
                <a:lnTo>
                  <a:pt x="51432" y="38071"/>
                </a:lnTo>
                <a:lnTo>
                  <a:pt x="50647" y="36751"/>
                </a:lnTo>
                <a:lnTo>
                  <a:pt x="49856" y="35431"/>
                </a:lnTo>
                <a:lnTo>
                  <a:pt x="49061" y="34120"/>
                </a:lnTo>
                <a:lnTo>
                  <a:pt x="48265" y="32819"/>
                </a:lnTo>
                <a:lnTo>
                  <a:pt x="47465" y="31518"/>
                </a:lnTo>
                <a:lnTo>
                  <a:pt x="46665" y="30227"/>
                </a:lnTo>
                <a:lnTo>
                  <a:pt x="45860" y="28935"/>
                </a:lnTo>
                <a:lnTo>
                  <a:pt x="45055" y="27653"/>
                </a:lnTo>
                <a:lnTo>
                  <a:pt x="44250" y="26371"/>
                </a:lnTo>
                <a:lnTo>
                  <a:pt x="42625" y="23826"/>
                </a:lnTo>
                <a:lnTo>
                  <a:pt x="41001" y="21291"/>
                </a:lnTo>
                <a:lnTo>
                  <a:pt x="39366" y="18775"/>
                </a:lnTo>
                <a:lnTo>
                  <a:pt x="37732" y="16258"/>
                </a:lnTo>
                <a:lnTo>
                  <a:pt x="34454" y="11254"/>
                </a:lnTo>
                <a:lnTo>
                  <a:pt x="31181" y="6249"/>
                </a:lnTo>
                <a:lnTo>
                  <a:pt x="29547" y="3742"/>
                </a:lnTo>
                <a:lnTo>
                  <a:pt x="27922" y="1226"/>
                </a:lnTo>
                <a:lnTo>
                  <a:pt x="27840" y="1112"/>
                </a:lnTo>
                <a:lnTo>
                  <a:pt x="27753" y="988"/>
                </a:lnTo>
                <a:lnTo>
                  <a:pt x="27667" y="884"/>
                </a:lnTo>
                <a:lnTo>
                  <a:pt x="27580" y="770"/>
                </a:lnTo>
                <a:lnTo>
                  <a:pt x="27488" y="675"/>
                </a:lnTo>
                <a:lnTo>
                  <a:pt x="27392" y="580"/>
                </a:lnTo>
                <a:lnTo>
                  <a:pt x="27295" y="485"/>
                </a:lnTo>
                <a:lnTo>
                  <a:pt x="27199" y="400"/>
                </a:lnTo>
                <a:lnTo>
                  <a:pt x="27098" y="324"/>
                </a:lnTo>
                <a:lnTo>
                  <a:pt x="26997" y="257"/>
                </a:lnTo>
                <a:lnTo>
                  <a:pt x="26895" y="200"/>
                </a:lnTo>
                <a:lnTo>
                  <a:pt x="26789" y="143"/>
                </a:lnTo>
                <a:lnTo>
                  <a:pt x="26683" y="96"/>
                </a:lnTo>
                <a:lnTo>
                  <a:pt x="26582" y="58"/>
                </a:lnTo>
                <a:lnTo>
                  <a:pt x="26476" y="29"/>
                </a:lnTo>
                <a:lnTo>
                  <a:pt x="26370" y="10"/>
                </a:lnTo>
                <a:lnTo>
                  <a:pt x="262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97" name="Google Shape;197;p10"/>
          <p:cNvSpPr/>
          <p:nvPr/>
        </p:nvSpPr>
        <p:spPr>
          <a:xfrm rot="1122617">
            <a:off x="193565" y="4349043"/>
            <a:ext cx="933879" cy="337979"/>
          </a:xfrm>
          <a:custGeom>
            <a:rect b="b" l="l" r="r" t="t"/>
            <a:pathLst>
              <a:path extrusionOk="0" h="31679" w="56205">
                <a:moveTo>
                  <a:pt x="31181" y="0"/>
                </a:moveTo>
                <a:lnTo>
                  <a:pt x="31108" y="10"/>
                </a:lnTo>
                <a:lnTo>
                  <a:pt x="31041" y="29"/>
                </a:lnTo>
                <a:lnTo>
                  <a:pt x="30969" y="48"/>
                </a:lnTo>
                <a:lnTo>
                  <a:pt x="30896" y="86"/>
                </a:lnTo>
                <a:lnTo>
                  <a:pt x="30829" y="133"/>
                </a:lnTo>
                <a:lnTo>
                  <a:pt x="30761" y="181"/>
                </a:lnTo>
                <a:lnTo>
                  <a:pt x="30699" y="247"/>
                </a:lnTo>
                <a:lnTo>
                  <a:pt x="30636" y="313"/>
                </a:lnTo>
                <a:lnTo>
                  <a:pt x="30578" y="399"/>
                </a:lnTo>
                <a:lnTo>
                  <a:pt x="30520" y="494"/>
                </a:lnTo>
                <a:lnTo>
                  <a:pt x="30467" y="589"/>
                </a:lnTo>
                <a:lnTo>
                  <a:pt x="30414" y="703"/>
                </a:lnTo>
                <a:lnTo>
                  <a:pt x="30366" y="817"/>
                </a:lnTo>
                <a:lnTo>
                  <a:pt x="30323" y="950"/>
                </a:lnTo>
                <a:lnTo>
                  <a:pt x="30284" y="1092"/>
                </a:lnTo>
                <a:lnTo>
                  <a:pt x="29874" y="2640"/>
                </a:lnTo>
                <a:lnTo>
                  <a:pt x="29465" y="4188"/>
                </a:lnTo>
                <a:lnTo>
                  <a:pt x="29040" y="5717"/>
                </a:lnTo>
                <a:lnTo>
                  <a:pt x="28611" y="7236"/>
                </a:lnTo>
                <a:lnTo>
                  <a:pt x="28173" y="8746"/>
                </a:lnTo>
                <a:lnTo>
                  <a:pt x="27729" y="10246"/>
                </a:lnTo>
                <a:lnTo>
                  <a:pt x="27276" y="11737"/>
                </a:lnTo>
                <a:lnTo>
                  <a:pt x="26813" y="13209"/>
                </a:lnTo>
                <a:lnTo>
                  <a:pt x="26346" y="14681"/>
                </a:lnTo>
                <a:lnTo>
                  <a:pt x="25868" y="16134"/>
                </a:lnTo>
                <a:lnTo>
                  <a:pt x="25381" y="17587"/>
                </a:lnTo>
                <a:lnTo>
                  <a:pt x="24890" y="19021"/>
                </a:lnTo>
                <a:lnTo>
                  <a:pt x="24388" y="20445"/>
                </a:lnTo>
                <a:lnTo>
                  <a:pt x="23877" y="21870"/>
                </a:lnTo>
                <a:lnTo>
                  <a:pt x="23357" y="23275"/>
                </a:lnTo>
                <a:lnTo>
                  <a:pt x="22831" y="24680"/>
                </a:lnTo>
                <a:lnTo>
                  <a:pt x="22344" y="23351"/>
                </a:lnTo>
                <a:lnTo>
                  <a:pt x="21867" y="22003"/>
                </a:lnTo>
                <a:lnTo>
                  <a:pt x="21400" y="20654"/>
                </a:lnTo>
                <a:lnTo>
                  <a:pt x="20937" y="19296"/>
                </a:lnTo>
                <a:lnTo>
                  <a:pt x="20484" y="17929"/>
                </a:lnTo>
                <a:lnTo>
                  <a:pt x="20035" y="16552"/>
                </a:lnTo>
                <a:lnTo>
                  <a:pt x="19601" y="15165"/>
                </a:lnTo>
                <a:lnTo>
                  <a:pt x="19172" y="13760"/>
                </a:lnTo>
                <a:lnTo>
                  <a:pt x="18753" y="12354"/>
                </a:lnTo>
                <a:lnTo>
                  <a:pt x="18338" y="10940"/>
                </a:lnTo>
                <a:lnTo>
                  <a:pt x="17934" y="9506"/>
                </a:lnTo>
                <a:lnTo>
                  <a:pt x="17538" y="8072"/>
                </a:lnTo>
                <a:lnTo>
                  <a:pt x="17153" y="6619"/>
                </a:lnTo>
                <a:lnTo>
                  <a:pt x="16772" y="5156"/>
                </a:lnTo>
                <a:lnTo>
                  <a:pt x="16401" y="3685"/>
                </a:lnTo>
                <a:lnTo>
                  <a:pt x="16039" y="2194"/>
                </a:lnTo>
                <a:lnTo>
                  <a:pt x="16005" y="2061"/>
                </a:lnTo>
                <a:lnTo>
                  <a:pt x="15962" y="1937"/>
                </a:lnTo>
                <a:lnTo>
                  <a:pt x="15918" y="1814"/>
                </a:lnTo>
                <a:lnTo>
                  <a:pt x="15865" y="1709"/>
                </a:lnTo>
                <a:lnTo>
                  <a:pt x="15812" y="1614"/>
                </a:lnTo>
                <a:lnTo>
                  <a:pt x="15755" y="1519"/>
                </a:lnTo>
                <a:lnTo>
                  <a:pt x="15692" y="1434"/>
                </a:lnTo>
                <a:lnTo>
                  <a:pt x="15629" y="1358"/>
                </a:lnTo>
                <a:lnTo>
                  <a:pt x="15562" y="1301"/>
                </a:lnTo>
                <a:lnTo>
                  <a:pt x="15494" y="1244"/>
                </a:lnTo>
                <a:lnTo>
                  <a:pt x="15422" y="1197"/>
                </a:lnTo>
                <a:lnTo>
                  <a:pt x="15350" y="1149"/>
                </a:lnTo>
                <a:lnTo>
                  <a:pt x="15273" y="1121"/>
                </a:lnTo>
                <a:lnTo>
                  <a:pt x="15195" y="1102"/>
                </a:lnTo>
                <a:lnTo>
                  <a:pt x="15118" y="1083"/>
                </a:lnTo>
                <a:lnTo>
                  <a:pt x="14969" y="1083"/>
                </a:lnTo>
                <a:lnTo>
                  <a:pt x="14892" y="1102"/>
                </a:lnTo>
                <a:lnTo>
                  <a:pt x="14815" y="1121"/>
                </a:lnTo>
                <a:lnTo>
                  <a:pt x="14742" y="1149"/>
                </a:lnTo>
                <a:lnTo>
                  <a:pt x="14665" y="1187"/>
                </a:lnTo>
                <a:lnTo>
                  <a:pt x="14598" y="1235"/>
                </a:lnTo>
                <a:lnTo>
                  <a:pt x="14525" y="1292"/>
                </a:lnTo>
                <a:lnTo>
                  <a:pt x="14458" y="1358"/>
                </a:lnTo>
                <a:lnTo>
                  <a:pt x="14395" y="1434"/>
                </a:lnTo>
                <a:lnTo>
                  <a:pt x="14332" y="1510"/>
                </a:lnTo>
                <a:lnTo>
                  <a:pt x="14275" y="1605"/>
                </a:lnTo>
                <a:lnTo>
                  <a:pt x="14222" y="1700"/>
                </a:lnTo>
                <a:lnTo>
                  <a:pt x="14173" y="1814"/>
                </a:lnTo>
                <a:lnTo>
                  <a:pt x="14125" y="1928"/>
                </a:lnTo>
                <a:lnTo>
                  <a:pt x="14087" y="2061"/>
                </a:lnTo>
                <a:lnTo>
                  <a:pt x="14053" y="2194"/>
                </a:lnTo>
                <a:lnTo>
                  <a:pt x="13711" y="3637"/>
                </a:lnTo>
                <a:lnTo>
                  <a:pt x="13364" y="5071"/>
                </a:lnTo>
                <a:lnTo>
                  <a:pt x="13012" y="6495"/>
                </a:lnTo>
                <a:lnTo>
                  <a:pt x="12655" y="7920"/>
                </a:lnTo>
                <a:lnTo>
                  <a:pt x="12293" y="9335"/>
                </a:lnTo>
                <a:lnTo>
                  <a:pt x="11927" y="10740"/>
                </a:lnTo>
                <a:lnTo>
                  <a:pt x="11556" y="12146"/>
                </a:lnTo>
                <a:lnTo>
                  <a:pt x="11175" y="13542"/>
                </a:lnTo>
                <a:lnTo>
                  <a:pt x="10794" y="14937"/>
                </a:lnTo>
                <a:lnTo>
                  <a:pt x="10404" y="16314"/>
                </a:lnTo>
                <a:lnTo>
                  <a:pt x="10008" y="17701"/>
                </a:lnTo>
                <a:lnTo>
                  <a:pt x="9608" y="19068"/>
                </a:lnTo>
                <a:lnTo>
                  <a:pt x="9203" y="20436"/>
                </a:lnTo>
                <a:lnTo>
                  <a:pt x="8794" y="21803"/>
                </a:lnTo>
                <a:lnTo>
                  <a:pt x="8374" y="23152"/>
                </a:lnTo>
                <a:lnTo>
                  <a:pt x="7955" y="24509"/>
                </a:lnTo>
                <a:lnTo>
                  <a:pt x="7637" y="23028"/>
                </a:lnTo>
                <a:lnTo>
                  <a:pt x="7314" y="21547"/>
                </a:lnTo>
                <a:lnTo>
                  <a:pt x="6986" y="20084"/>
                </a:lnTo>
                <a:lnTo>
                  <a:pt x="6653" y="18622"/>
                </a:lnTo>
                <a:lnTo>
                  <a:pt x="6316" y="17160"/>
                </a:lnTo>
                <a:lnTo>
                  <a:pt x="5969" y="15707"/>
                </a:lnTo>
                <a:lnTo>
                  <a:pt x="5617" y="14263"/>
                </a:lnTo>
                <a:lnTo>
                  <a:pt x="5260" y="12820"/>
                </a:lnTo>
                <a:lnTo>
                  <a:pt x="4894" y="11386"/>
                </a:lnTo>
                <a:lnTo>
                  <a:pt x="4522" y="9961"/>
                </a:lnTo>
                <a:lnTo>
                  <a:pt x="4146" y="8537"/>
                </a:lnTo>
                <a:lnTo>
                  <a:pt x="3761" y="7122"/>
                </a:lnTo>
                <a:lnTo>
                  <a:pt x="3370" y="5707"/>
                </a:lnTo>
                <a:lnTo>
                  <a:pt x="2970" y="4302"/>
                </a:lnTo>
                <a:lnTo>
                  <a:pt x="2570" y="2906"/>
                </a:lnTo>
                <a:lnTo>
                  <a:pt x="2156" y="1510"/>
                </a:lnTo>
                <a:lnTo>
                  <a:pt x="2122" y="1396"/>
                </a:lnTo>
                <a:lnTo>
                  <a:pt x="2083" y="1292"/>
                </a:lnTo>
                <a:lnTo>
                  <a:pt x="2045" y="1187"/>
                </a:lnTo>
                <a:lnTo>
                  <a:pt x="2001" y="1092"/>
                </a:lnTo>
                <a:lnTo>
                  <a:pt x="1958" y="1007"/>
                </a:lnTo>
                <a:lnTo>
                  <a:pt x="1914" y="921"/>
                </a:lnTo>
                <a:lnTo>
                  <a:pt x="1871" y="855"/>
                </a:lnTo>
                <a:lnTo>
                  <a:pt x="1823" y="779"/>
                </a:lnTo>
                <a:lnTo>
                  <a:pt x="1775" y="722"/>
                </a:lnTo>
                <a:lnTo>
                  <a:pt x="1726" y="665"/>
                </a:lnTo>
                <a:lnTo>
                  <a:pt x="1678" y="617"/>
                </a:lnTo>
                <a:lnTo>
                  <a:pt x="1630" y="570"/>
                </a:lnTo>
                <a:lnTo>
                  <a:pt x="1577" y="532"/>
                </a:lnTo>
                <a:lnTo>
                  <a:pt x="1529" y="503"/>
                </a:lnTo>
                <a:lnTo>
                  <a:pt x="1423" y="446"/>
                </a:lnTo>
                <a:lnTo>
                  <a:pt x="1317" y="427"/>
                </a:lnTo>
                <a:lnTo>
                  <a:pt x="1211" y="418"/>
                </a:lnTo>
                <a:lnTo>
                  <a:pt x="1105" y="427"/>
                </a:lnTo>
                <a:lnTo>
                  <a:pt x="999" y="465"/>
                </a:lnTo>
                <a:lnTo>
                  <a:pt x="893" y="513"/>
                </a:lnTo>
                <a:lnTo>
                  <a:pt x="791" y="579"/>
                </a:lnTo>
                <a:lnTo>
                  <a:pt x="695" y="665"/>
                </a:lnTo>
                <a:lnTo>
                  <a:pt x="598" y="769"/>
                </a:lnTo>
                <a:lnTo>
                  <a:pt x="507" y="883"/>
                </a:lnTo>
                <a:lnTo>
                  <a:pt x="420" y="1007"/>
                </a:lnTo>
                <a:lnTo>
                  <a:pt x="343" y="1149"/>
                </a:lnTo>
                <a:lnTo>
                  <a:pt x="266" y="1301"/>
                </a:lnTo>
                <a:lnTo>
                  <a:pt x="203" y="1472"/>
                </a:lnTo>
                <a:lnTo>
                  <a:pt x="145" y="1643"/>
                </a:lnTo>
                <a:lnTo>
                  <a:pt x="92" y="1833"/>
                </a:lnTo>
                <a:lnTo>
                  <a:pt x="54" y="2023"/>
                </a:lnTo>
                <a:lnTo>
                  <a:pt x="25" y="2232"/>
                </a:lnTo>
                <a:lnTo>
                  <a:pt x="15" y="2336"/>
                </a:lnTo>
                <a:lnTo>
                  <a:pt x="6" y="2441"/>
                </a:lnTo>
                <a:lnTo>
                  <a:pt x="1" y="2545"/>
                </a:lnTo>
                <a:lnTo>
                  <a:pt x="1" y="2649"/>
                </a:lnTo>
                <a:lnTo>
                  <a:pt x="1" y="2763"/>
                </a:lnTo>
                <a:lnTo>
                  <a:pt x="6" y="2877"/>
                </a:lnTo>
                <a:lnTo>
                  <a:pt x="15" y="2991"/>
                </a:lnTo>
                <a:lnTo>
                  <a:pt x="25" y="3105"/>
                </a:lnTo>
                <a:lnTo>
                  <a:pt x="39" y="3219"/>
                </a:lnTo>
                <a:lnTo>
                  <a:pt x="59" y="3333"/>
                </a:lnTo>
                <a:lnTo>
                  <a:pt x="78" y="3447"/>
                </a:lnTo>
                <a:lnTo>
                  <a:pt x="102" y="3571"/>
                </a:lnTo>
                <a:lnTo>
                  <a:pt x="136" y="3685"/>
                </a:lnTo>
                <a:lnTo>
                  <a:pt x="165" y="3799"/>
                </a:lnTo>
                <a:lnTo>
                  <a:pt x="632" y="5384"/>
                </a:lnTo>
                <a:lnTo>
                  <a:pt x="1095" y="6980"/>
                </a:lnTo>
                <a:lnTo>
                  <a:pt x="1543" y="8575"/>
                </a:lnTo>
                <a:lnTo>
                  <a:pt x="1987" y="10180"/>
                </a:lnTo>
                <a:lnTo>
                  <a:pt x="2421" y="11794"/>
                </a:lnTo>
                <a:lnTo>
                  <a:pt x="2845" y="13409"/>
                </a:lnTo>
                <a:lnTo>
                  <a:pt x="3259" y="15032"/>
                </a:lnTo>
                <a:lnTo>
                  <a:pt x="3669" y="16666"/>
                </a:lnTo>
                <a:lnTo>
                  <a:pt x="4069" y="18309"/>
                </a:lnTo>
                <a:lnTo>
                  <a:pt x="4460" y="19961"/>
                </a:lnTo>
                <a:lnTo>
                  <a:pt x="4845" y="21613"/>
                </a:lnTo>
                <a:lnTo>
                  <a:pt x="5221" y="23284"/>
                </a:lnTo>
                <a:lnTo>
                  <a:pt x="5588" y="24956"/>
                </a:lnTo>
                <a:lnTo>
                  <a:pt x="5945" y="26646"/>
                </a:lnTo>
                <a:lnTo>
                  <a:pt x="6296" y="28346"/>
                </a:lnTo>
                <a:lnTo>
                  <a:pt x="6639" y="30046"/>
                </a:lnTo>
                <a:lnTo>
                  <a:pt x="6672" y="30217"/>
                </a:lnTo>
                <a:lnTo>
                  <a:pt x="6716" y="30369"/>
                </a:lnTo>
                <a:lnTo>
                  <a:pt x="6759" y="30520"/>
                </a:lnTo>
                <a:lnTo>
                  <a:pt x="6807" y="30663"/>
                </a:lnTo>
                <a:lnTo>
                  <a:pt x="6860" y="30796"/>
                </a:lnTo>
                <a:lnTo>
                  <a:pt x="6918" y="30919"/>
                </a:lnTo>
                <a:lnTo>
                  <a:pt x="6976" y="31033"/>
                </a:lnTo>
                <a:lnTo>
                  <a:pt x="7039" y="31138"/>
                </a:lnTo>
                <a:lnTo>
                  <a:pt x="7102" y="31242"/>
                </a:lnTo>
                <a:lnTo>
                  <a:pt x="7169" y="31328"/>
                </a:lnTo>
                <a:lnTo>
                  <a:pt x="7241" y="31404"/>
                </a:lnTo>
                <a:lnTo>
                  <a:pt x="7309" y="31470"/>
                </a:lnTo>
                <a:lnTo>
                  <a:pt x="7386" y="31537"/>
                </a:lnTo>
                <a:lnTo>
                  <a:pt x="7458" y="31584"/>
                </a:lnTo>
                <a:lnTo>
                  <a:pt x="7535" y="31622"/>
                </a:lnTo>
                <a:lnTo>
                  <a:pt x="7612" y="31651"/>
                </a:lnTo>
                <a:lnTo>
                  <a:pt x="7690" y="31670"/>
                </a:lnTo>
                <a:lnTo>
                  <a:pt x="7767" y="31679"/>
                </a:lnTo>
                <a:lnTo>
                  <a:pt x="7844" y="31670"/>
                </a:lnTo>
                <a:lnTo>
                  <a:pt x="7921" y="31660"/>
                </a:lnTo>
                <a:lnTo>
                  <a:pt x="7998" y="31632"/>
                </a:lnTo>
                <a:lnTo>
                  <a:pt x="8075" y="31603"/>
                </a:lnTo>
                <a:lnTo>
                  <a:pt x="8148" y="31556"/>
                </a:lnTo>
                <a:lnTo>
                  <a:pt x="8225" y="31489"/>
                </a:lnTo>
                <a:lnTo>
                  <a:pt x="8297" y="31423"/>
                </a:lnTo>
                <a:lnTo>
                  <a:pt x="8369" y="31337"/>
                </a:lnTo>
                <a:lnTo>
                  <a:pt x="8437" y="31242"/>
                </a:lnTo>
                <a:lnTo>
                  <a:pt x="8504" y="31138"/>
                </a:lnTo>
                <a:lnTo>
                  <a:pt x="8567" y="31024"/>
                </a:lnTo>
                <a:lnTo>
                  <a:pt x="8630" y="30891"/>
                </a:lnTo>
                <a:lnTo>
                  <a:pt x="8688" y="30748"/>
                </a:lnTo>
                <a:lnTo>
                  <a:pt x="8745" y="30587"/>
                </a:lnTo>
                <a:lnTo>
                  <a:pt x="9184" y="29248"/>
                </a:lnTo>
                <a:lnTo>
                  <a:pt x="9613" y="27900"/>
                </a:lnTo>
                <a:lnTo>
                  <a:pt x="10037" y="26551"/>
                </a:lnTo>
                <a:lnTo>
                  <a:pt x="10462" y="25193"/>
                </a:lnTo>
                <a:lnTo>
                  <a:pt x="10876" y="23835"/>
                </a:lnTo>
                <a:lnTo>
                  <a:pt x="11281" y="22468"/>
                </a:lnTo>
                <a:lnTo>
                  <a:pt x="11686" y="21091"/>
                </a:lnTo>
                <a:lnTo>
                  <a:pt x="12081" y="19714"/>
                </a:lnTo>
                <a:lnTo>
                  <a:pt x="12477" y="18328"/>
                </a:lnTo>
                <a:lnTo>
                  <a:pt x="12862" y="16932"/>
                </a:lnTo>
                <a:lnTo>
                  <a:pt x="13243" y="15536"/>
                </a:lnTo>
                <a:lnTo>
                  <a:pt x="13619" y="14130"/>
                </a:lnTo>
                <a:lnTo>
                  <a:pt x="13990" y="12725"/>
                </a:lnTo>
                <a:lnTo>
                  <a:pt x="14352" y="11310"/>
                </a:lnTo>
                <a:lnTo>
                  <a:pt x="14713" y="9886"/>
                </a:lnTo>
                <a:lnTo>
                  <a:pt x="15070" y="8452"/>
                </a:lnTo>
                <a:lnTo>
                  <a:pt x="15436" y="9848"/>
                </a:lnTo>
                <a:lnTo>
                  <a:pt x="15808" y="11234"/>
                </a:lnTo>
                <a:lnTo>
                  <a:pt x="16188" y="12601"/>
                </a:lnTo>
                <a:lnTo>
                  <a:pt x="16579" y="13969"/>
                </a:lnTo>
                <a:lnTo>
                  <a:pt x="16969" y="15317"/>
                </a:lnTo>
                <a:lnTo>
                  <a:pt x="17374" y="16666"/>
                </a:lnTo>
                <a:lnTo>
                  <a:pt x="17784" y="17995"/>
                </a:lnTo>
                <a:lnTo>
                  <a:pt x="18199" y="19325"/>
                </a:lnTo>
                <a:lnTo>
                  <a:pt x="18628" y="20645"/>
                </a:lnTo>
                <a:lnTo>
                  <a:pt x="19057" y="21946"/>
                </a:lnTo>
                <a:lnTo>
                  <a:pt x="19500" y="23246"/>
                </a:lnTo>
                <a:lnTo>
                  <a:pt x="19949" y="24538"/>
                </a:lnTo>
                <a:lnTo>
                  <a:pt x="20407" y="25820"/>
                </a:lnTo>
                <a:lnTo>
                  <a:pt x="20874" y="27092"/>
                </a:lnTo>
                <a:lnTo>
                  <a:pt x="21347" y="28365"/>
                </a:lnTo>
                <a:lnTo>
                  <a:pt x="21829" y="29618"/>
                </a:lnTo>
                <a:lnTo>
                  <a:pt x="21906" y="29808"/>
                </a:lnTo>
                <a:lnTo>
                  <a:pt x="21997" y="29979"/>
                </a:lnTo>
                <a:lnTo>
                  <a:pt x="22094" y="30141"/>
                </a:lnTo>
                <a:lnTo>
                  <a:pt x="22205" y="30293"/>
                </a:lnTo>
                <a:lnTo>
                  <a:pt x="22315" y="30426"/>
                </a:lnTo>
                <a:lnTo>
                  <a:pt x="22436" y="30539"/>
                </a:lnTo>
                <a:lnTo>
                  <a:pt x="22499" y="30596"/>
                </a:lnTo>
                <a:lnTo>
                  <a:pt x="22561" y="30634"/>
                </a:lnTo>
                <a:lnTo>
                  <a:pt x="22624" y="30672"/>
                </a:lnTo>
                <a:lnTo>
                  <a:pt x="22687" y="30701"/>
                </a:lnTo>
                <a:lnTo>
                  <a:pt x="22749" y="30729"/>
                </a:lnTo>
                <a:lnTo>
                  <a:pt x="22812" y="30748"/>
                </a:lnTo>
                <a:lnTo>
                  <a:pt x="22875" y="30758"/>
                </a:lnTo>
                <a:lnTo>
                  <a:pt x="23005" y="30758"/>
                </a:lnTo>
                <a:lnTo>
                  <a:pt x="23068" y="30739"/>
                </a:lnTo>
                <a:lnTo>
                  <a:pt x="23130" y="30720"/>
                </a:lnTo>
                <a:lnTo>
                  <a:pt x="23188" y="30691"/>
                </a:lnTo>
                <a:lnTo>
                  <a:pt x="23251" y="30644"/>
                </a:lnTo>
                <a:lnTo>
                  <a:pt x="23309" y="30596"/>
                </a:lnTo>
                <a:lnTo>
                  <a:pt x="23366" y="30539"/>
                </a:lnTo>
                <a:lnTo>
                  <a:pt x="23424" y="30464"/>
                </a:lnTo>
                <a:lnTo>
                  <a:pt x="23477" y="30388"/>
                </a:lnTo>
                <a:lnTo>
                  <a:pt x="23530" y="30293"/>
                </a:lnTo>
                <a:lnTo>
                  <a:pt x="23578" y="30188"/>
                </a:lnTo>
                <a:lnTo>
                  <a:pt x="23627" y="30074"/>
                </a:lnTo>
                <a:lnTo>
                  <a:pt x="24171" y="28678"/>
                </a:lnTo>
                <a:lnTo>
                  <a:pt x="24707" y="27273"/>
                </a:lnTo>
                <a:lnTo>
                  <a:pt x="25232" y="25858"/>
                </a:lnTo>
                <a:lnTo>
                  <a:pt x="25753" y="24434"/>
                </a:lnTo>
                <a:lnTo>
                  <a:pt x="26264" y="23000"/>
                </a:lnTo>
                <a:lnTo>
                  <a:pt x="26765" y="21556"/>
                </a:lnTo>
                <a:lnTo>
                  <a:pt x="27261" y="20103"/>
                </a:lnTo>
                <a:lnTo>
                  <a:pt x="27744" y="18641"/>
                </a:lnTo>
                <a:lnTo>
                  <a:pt x="28226" y="17179"/>
                </a:lnTo>
                <a:lnTo>
                  <a:pt x="28693" y="15697"/>
                </a:lnTo>
                <a:lnTo>
                  <a:pt x="29156" y="14206"/>
                </a:lnTo>
                <a:lnTo>
                  <a:pt x="29614" y="12706"/>
                </a:lnTo>
                <a:lnTo>
                  <a:pt x="30057" y="11196"/>
                </a:lnTo>
                <a:lnTo>
                  <a:pt x="30501" y="9677"/>
                </a:lnTo>
                <a:lnTo>
                  <a:pt x="30930" y="8138"/>
                </a:lnTo>
                <a:lnTo>
                  <a:pt x="31359" y="6600"/>
                </a:lnTo>
                <a:lnTo>
                  <a:pt x="31884" y="8186"/>
                </a:lnTo>
                <a:lnTo>
                  <a:pt x="32420" y="9753"/>
                </a:lnTo>
                <a:lnTo>
                  <a:pt x="32959" y="11319"/>
                </a:lnTo>
                <a:lnTo>
                  <a:pt x="33504" y="12867"/>
                </a:lnTo>
                <a:lnTo>
                  <a:pt x="34063" y="14406"/>
                </a:lnTo>
                <a:lnTo>
                  <a:pt x="34623" y="15935"/>
                </a:lnTo>
                <a:lnTo>
                  <a:pt x="35196" y="17454"/>
                </a:lnTo>
                <a:lnTo>
                  <a:pt x="35770" y="18964"/>
                </a:lnTo>
                <a:lnTo>
                  <a:pt x="36358" y="20455"/>
                </a:lnTo>
                <a:lnTo>
                  <a:pt x="36951" y="21936"/>
                </a:lnTo>
                <a:lnTo>
                  <a:pt x="37549" y="23408"/>
                </a:lnTo>
                <a:lnTo>
                  <a:pt x="38161" y="24870"/>
                </a:lnTo>
                <a:lnTo>
                  <a:pt x="38778" y="26323"/>
                </a:lnTo>
                <a:lnTo>
                  <a:pt x="39400" y="27767"/>
                </a:lnTo>
                <a:lnTo>
                  <a:pt x="40036" y="29191"/>
                </a:lnTo>
                <a:lnTo>
                  <a:pt x="40677" y="30615"/>
                </a:lnTo>
                <a:lnTo>
                  <a:pt x="40721" y="30701"/>
                </a:lnTo>
                <a:lnTo>
                  <a:pt x="40769" y="30786"/>
                </a:lnTo>
                <a:lnTo>
                  <a:pt x="40817" y="30862"/>
                </a:lnTo>
                <a:lnTo>
                  <a:pt x="40870" y="30929"/>
                </a:lnTo>
                <a:lnTo>
                  <a:pt x="40923" y="30986"/>
                </a:lnTo>
                <a:lnTo>
                  <a:pt x="40981" y="31043"/>
                </a:lnTo>
                <a:lnTo>
                  <a:pt x="41039" y="31090"/>
                </a:lnTo>
                <a:lnTo>
                  <a:pt x="41102" y="31138"/>
                </a:lnTo>
                <a:lnTo>
                  <a:pt x="41164" y="31176"/>
                </a:lnTo>
                <a:lnTo>
                  <a:pt x="41227" y="31204"/>
                </a:lnTo>
                <a:lnTo>
                  <a:pt x="41290" y="31223"/>
                </a:lnTo>
                <a:lnTo>
                  <a:pt x="41357" y="31242"/>
                </a:lnTo>
                <a:lnTo>
                  <a:pt x="41420" y="31252"/>
                </a:lnTo>
                <a:lnTo>
                  <a:pt x="41487" y="31252"/>
                </a:lnTo>
                <a:lnTo>
                  <a:pt x="41550" y="31242"/>
                </a:lnTo>
                <a:lnTo>
                  <a:pt x="41617" y="31233"/>
                </a:lnTo>
                <a:lnTo>
                  <a:pt x="41680" y="31214"/>
                </a:lnTo>
                <a:lnTo>
                  <a:pt x="41748" y="31195"/>
                </a:lnTo>
                <a:lnTo>
                  <a:pt x="41810" y="31157"/>
                </a:lnTo>
                <a:lnTo>
                  <a:pt x="41873" y="31128"/>
                </a:lnTo>
                <a:lnTo>
                  <a:pt x="41931" y="31081"/>
                </a:lnTo>
                <a:lnTo>
                  <a:pt x="41993" y="31033"/>
                </a:lnTo>
                <a:lnTo>
                  <a:pt x="42051" y="30976"/>
                </a:lnTo>
                <a:lnTo>
                  <a:pt x="42104" y="30910"/>
                </a:lnTo>
                <a:lnTo>
                  <a:pt x="42157" y="30834"/>
                </a:lnTo>
                <a:lnTo>
                  <a:pt x="42205" y="30758"/>
                </a:lnTo>
                <a:lnTo>
                  <a:pt x="42254" y="30682"/>
                </a:lnTo>
                <a:lnTo>
                  <a:pt x="42297" y="30587"/>
                </a:lnTo>
                <a:lnTo>
                  <a:pt x="42340" y="30492"/>
                </a:lnTo>
                <a:lnTo>
                  <a:pt x="42379" y="30388"/>
                </a:lnTo>
                <a:lnTo>
                  <a:pt x="42413" y="30283"/>
                </a:lnTo>
                <a:lnTo>
                  <a:pt x="42442" y="30160"/>
                </a:lnTo>
                <a:lnTo>
                  <a:pt x="42803" y="28631"/>
                </a:lnTo>
                <a:lnTo>
                  <a:pt x="43174" y="27111"/>
                </a:lnTo>
                <a:lnTo>
                  <a:pt x="43550" y="25602"/>
                </a:lnTo>
                <a:lnTo>
                  <a:pt x="43936" y="24111"/>
                </a:lnTo>
                <a:lnTo>
                  <a:pt x="44327" y="22620"/>
                </a:lnTo>
                <a:lnTo>
                  <a:pt x="44727" y="21138"/>
                </a:lnTo>
                <a:lnTo>
                  <a:pt x="45136" y="19666"/>
                </a:lnTo>
                <a:lnTo>
                  <a:pt x="45551" y="18204"/>
                </a:lnTo>
                <a:lnTo>
                  <a:pt x="45975" y="16761"/>
                </a:lnTo>
                <a:lnTo>
                  <a:pt x="46404" y="15317"/>
                </a:lnTo>
                <a:lnTo>
                  <a:pt x="46843" y="13883"/>
                </a:lnTo>
                <a:lnTo>
                  <a:pt x="47291" y="12459"/>
                </a:lnTo>
                <a:lnTo>
                  <a:pt x="47744" y="11035"/>
                </a:lnTo>
                <a:lnTo>
                  <a:pt x="48207" y="9629"/>
                </a:lnTo>
                <a:lnTo>
                  <a:pt x="48680" y="8224"/>
                </a:lnTo>
                <a:lnTo>
                  <a:pt x="49157" y="6837"/>
                </a:lnTo>
                <a:lnTo>
                  <a:pt x="49475" y="8186"/>
                </a:lnTo>
                <a:lnTo>
                  <a:pt x="49798" y="9525"/>
                </a:lnTo>
                <a:lnTo>
                  <a:pt x="50126" y="10864"/>
                </a:lnTo>
                <a:lnTo>
                  <a:pt x="50458" y="12203"/>
                </a:lnTo>
                <a:lnTo>
                  <a:pt x="50791" y="13523"/>
                </a:lnTo>
                <a:lnTo>
                  <a:pt x="51133" y="14852"/>
                </a:lnTo>
                <a:lnTo>
                  <a:pt x="51476" y="16172"/>
                </a:lnTo>
                <a:lnTo>
                  <a:pt x="51828" y="17482"/>
                </a:lnTo>
                <a:lnTo>
                  <a:pt x="52179" y="18793"/>
                </a:lnTo>
                <a:lnTo>
                  <a:pt x="52541" y="20094"/>
                </a:lnTo>
                <a:lnTo>
                  <a:pt x="52907" y="21395"/>
                </a:lnTo>
                <a:lnTo>
                  <a:pt x="53279" y="22686"/>
                </a:lnTo>
                <a:lnTo>
                  <a:pt x="53650" y="23978"/>
                </a:lnTo>
                <a:lnTo>
                  <a:pt x="54035" y="25260"/>
                </a:lnTo>
                <a:lnTo>
                  <a:pt x="54421" y="26542"/>
                </a:lnTo>
                <a:lnTo>
                  <a:pt x="54811" y="27814"/>
                </a:lnTo>
                <a:lnTo>
                  <a:pt x="54860" y="27957"/>
                </a:lnTo>
                <a:lnTo>
                  <a:pt x="54918" y="28089"/>
                </a:lnTo>
                <a:lnTo>
                  <a:pt x="54971" y="28194"/>
                </a:lnTo>
                <a:lnTo>
                  <a:pt x="55033" y="28289"/>
                </a:lnTo>
                <a:lnTo>
                  <a:pt x="55096" y="28365"/>
                </a:lnTo>
                <a:lnTo>
                  <a:pt x="55159" y="28431"/>
                </a:lnTo>
                <a:lnTo>
                  <a:pt x="55226" y="28479"/>
                </a:lnTo>
                <a:lnTo>
                  <a:pt x="55294" y="28507"/>
                </a:lnTo>
                <a:lnTo>
                  <a:pt x="55361" y="28526"/>
                </a:lnTo>
                <a:lnTo>
                  <a:pt x="55429" y="28536"/>
                </a:lnTo>
                <a:lnTo>
                  <a:pt x="55496" y="28526"/>
                </a:lnTo>
                <a:lnTo>
                  <a:pt x="55564" y="28507"/>
                </a:lnTo>
                <a:lnTo>
                  <a:pt x="55631" y="28469"/>
                </a:lnTo>
                <a:lnTo>
                  <a:pt x="55694" y="28431"/>
                </a:lnTo>
                <a:lnTo>
                  <a:pt x="55756" y="28374"/>
                </a:lnTo>
                <a:lnTo>
                  <a:pt x="55819" y="28308"/>
                </a:lnTo>
                <a:lnTo>
                  <a:pt x="55877" y="28241"/>
                </a:lnTo>
                <a:lnTo>
                  <a:pt x="55930" y="28156"/>
                </a:lnTo>
                <a:lnTo>
                  <a:pt x="55983" y="28061"/>
                </a:lnTo>
                <a:lnTo>
                  <a:pt x="56031" y="27966"/>
                </a:lnTo>
                <a:lnTo>
                  <a:pt x="56070" y="27862"/>
                </a:lnTo>
                <a:lnTo>
                  <a:pt x="56108" y="27748"/>
                </a:lnTo>
                <a:lnTo>
                  <a:pt x="56142" y="27624"/>
                </a:lnTo>
                <a:lnTo>
                  <a:pt x="56166" y="27501"/>
                </a:lnTo>
                <a:lnTo>
                  <a:pt x="56185" y="27368"/>
                </a:lnTo>
                <a:lnTo>
                  <a:pt x="56200" y="27225"/>
                </a:lnTo>
                <a:lnTo>
                  <a:pt x="56205" y="27083"/>
                </a:lnTo>
                <a:lnTo>
                  <a:pt x="56200" y="26940"/>
                </a:lnTo>
                <a:lnTo>
                  <a:pt x="56190" y="26789"/>
                </a:lnTo>
                <a:lnTo>
                  <a:pt x="56171" y="26637"/>
                </a:lnTo>
                <a:lnTo>
                  <a:pt x="56147" y="26485"/>
                </a:lnTo>
                <a:lnTo>
                  <a:pt x="56108" y="26323"/>
                </a:lnTo>
                <a:lnTo>
                  <a:pt x="55713" y="24832"/>
                </a:lnTo>
                <a:lnTo>
                  <a:pt x="55318" y="23341"/>
                </a:lnTo>
                <a:lnTo>
                  <a:pt x="54932" y="21851"/>
                </a:lnTo>
                <a:lnTo>
                  <a:pt x="54551" y="20350"/>
                </a:lnTo>
                <a:lnTo>
                  <a:pt x="54170" y="18850"/>
                </a:lnTo>
                <a:lnTo>
                  <a:pt x="53799" y="17340"/>
                </a:lnTo>
                <a:lnTo>
                  <a:pt x="53433" y="15830"/>
                </a:lnTo>
                <a:lnTo>
                  <a:pt x="53071" y="14311"/>
                </a:lnTo>
                <a:lnTo>
                  <a:pt x="52715" y="12791"/>
                </a:lnTo>
                <a:lnTo>
                  <a:pt x="52363" y="11262"/>
                </a:lnTo>
                <a:lnTo>
                  <a:pt x="52020" y="9734"/>
                </a:lnTo>
                <a:lnTo>
                  <a:pt x="51678" y="8195"/>
                </a:lnTo>
                <a:lnTo>
                  <a:pt x="51345" y="6657"/>
                </a:lnTo>
                <a:lnTo>
                  <a:pt x="51018" y="5109"/>
                </a:lnTo>
                <a:lnTo>
                  <a:pt x="50695" y="3552"/>
                </a:lnTo>
                <a:lnTo>
                  <a:pt x="50376" y="1985"/>
                </a:lnTo>
                <a:lnTo>
                  <a:pt x="50343" y="1823"/>
                </a:lnTo>
                <a:lnTo>
                  <a:pt x="50304" y="1671"/>
                </a:lnTo>
                <a:lnTo>
                  <a:pt x="50261" y="1529"/>
                </a:lnTo>
                <a:lnTo>
                  <a:pt x="50217" y="1396"/>
                </a:lnTo>
                <a:lnTo>
                  <a:pt x="50164" y="1273"/>
                </a:lnTo>
                <a:lnTo>
                  <a:pt x="50111" y="1149"/>
                </a:lnTo>
                <a:lnTo>
                  <a:pt x="50058" y="1045"/>
                </a:lnTo>
                <a:lnTo>
                  <a:pt x="50000" y="950"/>
                </a:lnTo>
                <a:lnTo>
                  <a:pt x="49943" y="855"/>
                </a:lnTo>
                <a:lnTo>
                  <a:pt x="49880" y="779"/>
                </a:lnTo>
                <a:lnTo>
                  <a:pt x="49817" y="703"/>
                </a:lnTo>
                <a:lnTo>
                  <a:pt x="49750" y="646"/>
                </a:lnTo>
                <a:lnTo>
                  <a:pt x="49682" y="589"/>
                </a:lnTo>
                <a:lnTo>
                  <a:pt x="49615" y="551"/>
                </a:lnTo>
                <a:lnTo>
                  <a:pt x="49543" y="513"/>
                </a:lnTo>
                <a:lnTo>
                  <a:pt x="49475" y="494"/>
                </a:lnTo>
                <a:lnTo>
                  <a:pt x="49403" y="475"/>
                </a:lnTo>
                <a:lnTo>
                  <a:pt x="49330" y="475"/>
                </a:lnTo>
                <a:lnTo>
                  <a:pt x="49258" y="484"/>
                </a:lnTo>
                <a:lnTo>
                  <a:pt x="49186" y="494"/>
                </a:lnTo>
                <a:lnTo>
                  <a:pt x="49118" y="522"/>
                </a:lnTo>
                <a:lnTo>
                  <a:pt x="49046" y="560"/>
                </a:lnTo>
                <a:lnTo>
                  <a:pt x="48974" y="598"/>
                </a:lnTo>
                <a:lnTo>
                  <a:pt x="48906" y="655"/>
                </a:lnTo>
                <a:lnTo>
                  <a:pt x="48834" y="722"/>
                </a:lnTo>
                <a:lnTo>
                  <a:pt x="48771" y="798"/>
                </a:lnTo>
                <a:lnTo>
                  <a:pt x="48704" y="883"/>
                </a:lnTo>
                <a:lnTo>
                  <a:pt x="48641" y="988"/>
                </a:lnTo>
                <a:lnTo>
                  <a:pt x="48578" y="1092"/>
                </a:lnTo>
                <a:lnTo>
                  <a:pt x="48516" y="1206"/>
                </a:lnTo>
                <a:lnTo>
                  <a:pt x="48458" y="1339"/>
                </a:lnTo>
                <a:lnTo>
                  <a:pt x="48405" y="1481"/>
                </a:lnTo>
                <a:lnTo>
                  <a:pt x="47889" y="2887"/>
                </a:lnTo>
                <a:lnTo>
                  <a:pt x="47383" y="4292"/>
                </a:lnTo>
                <a:lnTo>
                  <a:pt x="46886" y="5717"/>
                </a:lnTo>
                <a:lnTo>
                  <a:pt x="46399" y="7151"/>
                </a:lnTo>
                <a:lnTo>
                  <a:pt x="45917" y="8585"/>
                </a:lnTo>
                <a:lnTo>
                  <a:pt x="45450" y="10037"/>
                </a:lnTo>
                <a:lnTo>
                  <a:pt x="44987" y="11500"/>
                </a:lnTo>
                <a:lnTo>
                  <a:pt x="44534" y="12962"/>
                </a:lnTo>
                <a:lnTo>
                  <a:pt x="44090" y="14444"/>
                </a:lnTo>
                <a:lnTo>
                  <a:pt x="43657" y="15925"/>
                </a:lnTo>
                <a:lnTo>
                  <a:pt x="43227" y="17425"/>
                </a:lnTo>
                <a:lnTo>
                  <a:pt x="42808" y="18935"/>
                </a:lnTo>
                <a:lnTo>
                  <a:pt x="42398" y="20445"/>
                </a:lnTo>
                <a:lnTo>
                  <a:pt x="41998" y="21974"/>
                </a:lnTo>
                <a:lnTo>
                  <a:pt x="41603" y="23512"/>
                </a:lnTo>
                <a:lnTo>
                  <a:pt x="41212" y="25060"/>
                </a:lnTo>
                <a:lnTo>
                  <a:pt x="40595" y="23645"/>
                </a:lnTo>
                <a:lnTo>
                  <a:pt x="39988" y="22221"/>
                </a:lnTo>
                <a:lnTo>
                  <a:pt x="39385" y="20787"/>
                </a:lnTo>
                <a:lnTo>
                  <a:pt x="38788" y="19334"/>
                </a:lnTo>
                <a:lnTo>
                  <a:pt x="38204" y="17881"/>
                </a:lnTo>
                <a:lnTo>
                  <a:pt x="37621" y="16409"/>
                </a:lnTo>
                <a:lnTo>
                  <a:pt x="37052" y="14928"/>
                </a:lnTo>
                <a:lnTo>
                  <a:pt x="36488" y="13437"/>
                </a:lnTo>
                <a:lnTo>
                  <a:pt x="35929" y="11937"/>
                </a:lnTo>
                <a:lnTo>
                  <a:pt x="35379" y="10427"/>
                </a:lnTo>
                <a:lnTo>
                  <a:pt x="34840" y="8898"/>
                </a:lnTo>
                <a:lnTo>
                  <a:pt x="34304" y="7360"/>
                </a:lnTo>
                <a:lnTo>
                  <a:pt x="33779" y="5812"/>
                </a:lnTo>
                <a:lnTo>
                  <a:pt x="33258" y="4254"/>
                </a:lnTo>
                <a:lnTo>
                  <a:pt x="32747" y="2678"/>
                </a:lnTo>
                <a:lnTo>
                  <a:pt x="32246" y="1092"/>
                </a:lnTo>
                <a:lnTo>
                  <a:pt x="32203" y="969"/>
                </a:lnTo>
                <a:lnTo>
                  <a:pt x="32159" y="855"/>
                </a:lnTo>
                <a:lnTo>
                  <a:pt x="32106" y="741"/>
                </a:lnTo>
                <a:lnTo>
                  <a:pt x="32053" y="636"/>
                </a:lnTo>
                <a:lnTo>
                  <a:pt x="32000" y="541"/>
                </a:lnTo>
                <a:lnTo>
                  <a:pt x="31942" y="456"/>
                </a:lnTo>
                <a:lnTo>
                  <a:pt x="31880" y="370"/>
                </a:lnTo>
                <a:lnTo>
                  <a:pt x="31817" y="304"/>
                </a:lnTo>
                <a:lnTo>
                  <a:pt x="31750" y="237"/>
                </a:lnTo>
                <a:lnTo>
                  <a:pt x="31682" y="181"/>
                </a:lnTo>
                <a:lnTo>
                  <a:pt x="31615" y="124"/>
                </a:lnTo>
                <a:lnTo>
                  <a:pt x="31542" y="86"/>
                </a:lnTo>
                <a:lnTo>
                  <a:pt x="31470" y="57"/>
                </a:lnTo>
                <a:lnTo>
                  <a:pt x="31398" y="29"/>
                </a:lnTo>
                <a:lnTo>
                  <a:pt x="31325" y="10"/>
                </a:lnTo>
                <a:lnTo>
                  <a:pt x="312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198" name="Google Shape;198;p10"/>
          <p:cNvSpPr/>
          <p:nvPr/>
        </p:nvSpPr>
        <p:spPr>
          <a:xfrm>
            <a:off x="-135826" y="851347"/>
            <a:ext cx="370530" cy="634627"/>
          </a:xfrm>
          <a:custGeom>
            <a:rect b="b" l="l" r="r" t="t"/>
            <a:pathLst>
              <a:path extrusionOk="0" h="45838" w="17186">
                <a:moveTo>
                  <a:pt x="969" y="0"/>
                </a:moveTo>
                <a:lnTo>
                  <a:pt x="902" y="10"/>
                </a:lnTo>
                <a:lnTo>
                  <a:pt x="844" y="29"/>
                </a:lnTo>
                <a:lnTo>
                  <a:pt x="781" y="57"/>
                </a:lnTo>
                <a:lnTo>
                  <a:pt x="728" y="86"/>
                </a:lnTo>
                <a:lnTo>
                  <a:pt x="670" y="114"/>
                </a:lnTo>
                <a:lnTo>
                  <a:pt x="617" y="152"/>
                </a:lnTo>
                <a:lnTo>
                  <a:pt x="569" y="200"/>
                </a:lnTo>
                <a:lnTo>
                  <a:pt x="521" y="247"/>
                </a:lnTo>
                <a:lnTo>
                  <a:pt x="473" y="304"/>
                </a:lnTo>
                <a:lnTo>
                  <a:pt x="429" y="361"/>
                </a:lnTo>
                <a:lnTo>
                  <a:pt x="391" y="428"/>
                </a:lnTo>
                <a:lnTo>
                  <a:pt x="347" y="494"/>
                </a:lnTo>
                <a:lnTo>
                  <a:pt x="275" y="637"/>
                </a:lnTo>
                <a:lnTo>
                  <a:pt x="212" y="798"/>
                </a:lnTo>
                <a:lnTo>
                  <a:pt x="154" y="969"/>
                </a:lnTo>
                <a:lnTo>
                  <a:pt x="111" y="1149"/>
                </a:lnTo>
                <a:lnTo>
                  <a:pt x="72" y="1339"/>
                </a:lnTo>
                <a:lnTo>
                  <a:pt x="39" y="1539"/>
                </a:lnTo>
                <a:lnTo>
                  <a:pt x="19" y="1738"/>
                </a:lnTo>
                <a:lnTo>
                  <a:pt x="5" y="1947"/>
                </a:lnTo>
                <a:lnTo>
                  <a:pt x="0" y="2156"/>
                </a:lnTo>
                <a:lnTo>
                  <a:pt x="5" y="2365"/>
                </a:lnTo>
                <a:lnTo>
                  <a:pt x="19" y="2574"/>
                </a:lnTo>
                <a:lnTo>
                  <a:pt x="44" y="2783"/>
                </a:lnTo>
                <a:lnTo>
                  <a:pt x="72" y="2982"/>
                </a:lnTo>
                <a:lnTo>
                  <a:pt x="111" y="3181"/>
                </a:lnTo>
                <a:lnTo>
                  <a:pt x="159" y="3371"/>
                </a:lnTo>
                <a:lnTo>
                  <a:pt x="212" y="3552"/>
                </a:lnTo>
                <a:lnTo>
                  <a:pt x="280" y="3723"/>
                </a:lnTo>
                <a:lnTo>
                  <a:pt x="352" y="3875"/>
                </a:lnTo>
                <a:lnTo>
                  <a:pt x="434" y="4017"/>
                </a:lnTo>
                <a:lnTo>
                  <a:pt x="477" y="4084"/>
                </a:lnTo>
                <a:lnTo>
                  <a:pt x="521" y="4141"/>
                </a:lnTo>
                <a:lnTo>
                  <a:pt x="569" y="4198"/>
                </a:lnTo>
                <a:lnTo>
                  <a:pt x="622" y="4255"/>
                </a:lnTo>
                <a:lnTo>
                  <a:pt x="675" y="4302"/>
                </a:lnTo>
                <a:lnTo>
                  <a:pt x="728" y="4340"/>
                </a:lnTo>
                <a:lnTo>
                  <a:pt x="786" y="4378"/>
                </a:lnTo>
                <a:lnTo>
                  <a:pt x="844" y="4416"/>
                </a:lnTo>
                <a:lnTo>
                  <a:pt x="906" y="4435"/>
                </a:lnTo>
                <a:lnTo>
                  <a:pt x="969" y="4463"/>
                </a:lnTo>
                <a:lnTo>
                  <a:pt x="1032" y="4473"/>
                </a:lnTo>
                <a:lnTo>
                  <a:pt x="1099" y="4482"/>
                </a:lnTo>
                <a:lnTo>
                  <a:pt x="1605" y="4530"/>
                </a:lnTo>
                <a:lnTo>
                  <a:pt x="2131" y="4587"/>
                </a:lnTo>
                <a:lnTo>
                  <a:pt x="2661" y="4672"/>
                </a:lnTo>
                <a:lnTo>
                  <a:pt x="3211" y="4767"/>
                </a:lnTo>
                <a:lnTo>
                  <a:pt x="3760" y="4891"/>
                </a:lnTo>
                <a:lnTo>
                  <a:pt x="4324" y="5024"/>
                </a:lnTo>
                <a:lnTo>
                  <a:pt x="4604" y="5100"/>
                </a:lnTo>
                <a:lnTo>
                  <a:pt x="4888" y="5185"/>
                </a:lnTo>
                <a:lnTo>
                  <a:pt x="5173" y="5280"/>
                </a:lnTo>
                <a:lnTo>
                  <a:pt x="5457" y="5375"/>
                </a:lnTo>
                <a:lnTo>
                  <a:pt x="5742" y="5480"/>
                </a:lnTo>
                <a:lnTo>
                  <a:pt x="6026" y="5593"/>
                </a:lnTo>
                <a:lnTo>
                  <a:pt x="6310" y="5707"/>
                </a:lnTo>
                <a:lnTo>
                  <a:pt x="6595" y="5831"/>
                </a:lnTo>
                <a:lnTo>
                  <a:pt x="6879" y="5964"/>
                </a:lnTo>
                <a:lnTo>
                  <a:pt x="7159" y="6097"/>
                </a:lnTo>
                <a:lnTo>
                  <a:pt x="7443" y="6249"/>
                </a:lnTo>
                <a:lnTo>
                  <a:pt x="7723" y="6401"/>
                </a:lnTo>
                <a:lnTo>
                  <a:pt x="7998" y="6562"/>
                </a:lnTo>
                <a:lnTo>
                  <a:pt x="8272" y="6733"/>
                </a:lnTo>
                <a:lnTo>
                  <a:pt x="8547" y="6913"/>
                </a:lnTo>
                <a:lnTo>
                  <a:pt x="8822" y="7103"/>
                </a:lnTo>
                <a:lnTo>
                  <a:pt x="9087" y="7293"/>
                </a:lnTo>
                <a:lnTo>
                  <a:pt x="9352" y="7502"/>
                </a:lnTo>
                <a:lnTo>
                  <a:pt x="9617" y="7721"/>
                </a:lnTo>
                <a:lnTo>
                  <a:pt x="9878" y="7939"/>
                </a:lnTo>
                <a:lnTo>
                  <a:pt x="10133" y="8176"/>
                </a:lnTo>
                <a:lnTo>
                  <a:pt x="10384" y="8414"/>
                </a:lnTo>
                <a:lnTo>
                  <a:pt x="10630" y="8670"/>
                </a:lnTo>
                <a:lnTo>
                  <a:pt x="10876" y="8936"/>
                </a:lnTo>
                <a:lnTo>
                  <a:pt x="11112" y="9211"/>
                </a:lnTo>
                <a:lnTo>
                  <a:pt x="11348" y="9496"/>
                </a:lnTo>
                <a:lnTo>
                  <a:pt x="11575" y="9791"/>
                </a:lnTo>
                <a:lnTo>
                  <a:pt x="11801" y="10095"/>
                </a:lnTo>
                <a:lnTo>
                  <a:pt x="12018" y="10408"/>
                </a:lnTo>
                <a:lnTo>
                  <a:pt x="12230" y="10740"/>
                </a:lnTo>
                <a:lnTo>
                  <a:pt x="12437" y="11073"/>
                </a:lnTo>
                <a:lnTo>
                  <a:pt x="12635" y="11424"/>
                </a:lnTo>
                <a:lnTo>
                  <a:pt x="12828" y="11794"/>
                </a:lnTo>
                <a:lnTo>
                  <a:pt x="13016" y="12165"/>
                </a:lnTo>
                <a:lnTo>
                  <a:pt x="13194" y="12554"/>
                </a:lnTo>
                <a:lnTo>
                  <a:pt x="13368" y="12953"/>
                </a:lnTo>
                <a:lnTo>
                  <a:pt x="13532" y="13361"/>
                </a:lnTo>
                <a:lnTo>
                  <a:pt x="13686" y="13789"/>
                </a:lnTo>
                <a:lnTo>
                  <a:pt x="13835" y="14225"/>
                </a:lnTo>
                <a:lnTo>
                  <a:pt x="13975" y="14672"/>
                </a:lnTo>
                <a:lnTo>
                  <a:pt x="14110" y="15137"/>
                </a:lnTo>
                <a:lnTo>
                  <a:pt x="14231" y="15621"/>
                </a:lnTo>
                <a:lnTo>
                  <a:pt x="14346" y="16106"/>
                </a:lnTo>
                <a:lnTo>
                  <a:pt x="14452" y="16609"/>
                </a:lnTo>
                <a:lnTo>
                  <a:pt x="14549" y="17131"/>
                </a:lnTo>
                <a:lnTo>
                  <a:pt x="14592" y="17397"/>
                </a:lnTo>
                <a:lnTo>
                  <a:pt x="14631" y="17663"/>
                </a:lnTo>
                <a:lnTo>
                  <a:pt x="14674" y="17938"/>
                </a:lnTo>
                <a:lnTo>
                  <a:pt x="14708" y="18214"/>
                </a:lnTo>
                <a:lnTo>
                  <a:pt x="14742" y="18489"/>
                </a:lnTo>
                <a:lnTo>
                  <a:pt x="14775" y="18774"/>
                </a:lnTo>
                <a:lnTo>
                  <a:pt x="14804" y="19059"/>
                </a:lnTo>
                <a:lnTo>
                  <a:pt x="14828" y="19353"/>
                </a:lnTo>
                <a:lnTo>
                  <a:pt x="14853" y="19648"/>
                </a:lnTo>
                <a:lnTo>
                  <a:pt x="14877" y="19942"/>
                </a:lnTo>
                <a:lnTo>
                  <a:pt x="14891" y="20246"/>
                </a:lnTo>
                <a:lnTo>
                  <a:pt x="14910" y="20550"/>
                </a:lnTo>
                <a:lnTo>
                  <a:pt x="14920" y="20863"/>
                </a:lnTo>
                <a:lnTo>
                  <a:pt x="14930" y="21177"/>
                </a:lnTo>
                <a:lnTo>
                  <a:pt x="14944" y="21794"/>
                </a:lnTo>
                <a:lnTo>
                  <a:pt x="14944" y="22392"/>
                </a:lnTo>
                <a:lnTo>
                  <a:pt x="14930" y="22981"/>
                </a:lnTo>
                <a:lnTo>
                  <a:pt x="14910" y="23560"/>
                </a:lnTo>
                <a:lnTo>
                  <a:pt x="14877" y="24130"/>
                </a:lnTo>
                <a:lnTo>
                  <a:pt x="14833" y="24690"/>
                </a:lnTo>
                <a:lnTo>
                  <a:pt x="14785" y="25231"/>
                </a:lnTo>
                <a:lnTo>
                  <a:pt x="14722" y="25773"/>
                </a:lnTo>
                <a:lnTo>
                  <a:pt x="14650" y="26295"/>
                </a:lnTo>
                <a:lnTo>
                  <a:pt x="14568" y="26817"/>
                </a:lnTo>
                <a:lnTo>
                  <a:pt x="14481" y="27321"/>
                </a:lnTo>
                <a:lnTo>
                  <a:pt x="14385" y="27814"/>
                </a:lnTo>
                <a:lnTo>
                  <a:pt x="14274" y="28299"/>
                </a:lnTo>
                <a:lnTo>
                  <a:pt x="14163" y="28773"/>
                </a:lnTo>
                <a:lnTo>
                  <a:pt x="14038" y="29248"/>
                </a:lnTo>
                <a:lnTo>
                  <a:pt x="13908" y="29704"/>
                </a:lnTo>
                <a:lnTo>
                  <a:pt x="13768" y="30150"/>
                </a:lnTo>
                <a:lnTo>
                  <a:pt x="13623" y="30587"/>
                </a:lnTo>
                <a:lnTo>
                  <a:pt x="13469" y="31014"/>
                </a:lnTo>
                <a:lnTo>
                  <a:pt x="13310" y="31442"/>
                </a:lnTo>
                <a:lnTo>
                  <a:pt x="13141" y="31850"/>
                </a:lnTo>
                <a:lnTo>
                  <a:pt x="12968" y="32249"/>
                </a:lnTo>
                <a:lnTo>
                  <a:pt x="12789" y="32648"/>
                </a:lnTo>
                <a:lnTo>
                  <a:pt x="12601" y="33028"/>
                </a:lnTo>
                <a:lnTo>
                  <a:pt x="12413" y="33407"/>
                </a:lnTo>
                <a:lnTo>
                  <a:pt x="12216" y="33778"/>
                </a:lnTo>
                <a:lnTo>
                  <a:pt x="12013" y="34139"/>
                </a:lnTo>
                <a:lnTo>
                  <a:pt x="11806" y="34500"/>
                </a:lnTo>
                <a:lnTo>
                  <a:pt x="11594" y="34841"/>
                </a:lnTo>
                <a:lnTo>
                  <a:pt x="11377" y="35183"/>
                </a:lnTo>
                <a:lnTo>
                  <a:pt x="11155" y="35516"/>
                </a:lnTo>
                <a:lnTo>
                  <a:pt x="10929" y="35838"/>
                </a:lnTo>
                <a:lnTo>
                  <a:pt x="10697" y="36152"/>
                </a:lnTo>
                <a:lnTo>
                  <a:pt x="10466" y="36465"/>
                </a:lnTo>
                <a:lnTo>
                  <a:pt x="10230" y="36760"/>
                </a:lnTo>
                <a:lnTo>
                  <a:pt x="9989" y="37063"/>
                </a:lnTo>
                <a:lnTo>
                  <a:pt x="9747" y="37348"/>
                </a:lnTo>
                <a:lnTo>
                  <a:pt x="9502" y="37633"/>
                </a:lnTo>
                <a:lnTo>
                  <a:pt x="9251" y="37909"/>
                </a:lnTo>
                <a:lnTo>
                  <a:pt x="9000" y="38175"/>
                </a:lnTo>
                <a:lnTo>
                  <a:pt x="8750" y="38440"/>
                </a:lnTo>
                <a:lnTo>
                  <a:pt x="8494" y="38697"/>
                </a:lnTo>
                <a:lnTo>
                  <a:pt x="8239" y="38953"/>
                </a:lnTo>
                <a:lnTo>
                  <a:pt x="7978" y="39200"/>
                </a:lnTo>
                <a:lnTo>
                  <a:pt x="7723" y="39438"/>
                </a:lnTo>
                <a:lnTo>
                  <a:pt x="7463" y="39675"/>
                </a:lnTo>
                <a:lnTo>
                  <a:pt x="6937" y="40131"/>
                </a:lnTo>
                <a:lnTo>
                  <a:pt x="6416" y="40568"/>
                </a:lnTo>
                <a:lnTo>
                  <a:pt x="5891" y="40985"/>
                </a:lnTo>
                <a:lnTo>
                  <a:pt x="5375" y="41384"/>
                </a:lnTo>
                <a:lnTo>
                  <a:pt x="4859" y="41764"/>
                </a:lnTo>
                <a:lnTo>
                  <a:pt x="4348" y="42134"/>
                </a:lnTo>
                <a:lnTo>
                  <a:pt x="3847" y="42486"/>
                </a:lnTo>
                <a:lnTo>
                  <a:pt x="2878" y="43150"/>
                </a:lnTo>
                <a:lnTo>
                  <a:pt x="2796" y="43207"/>
                </a:lnTo>
                <a:lnTo>
                  <a:pt x="2724" y="43274"/>
                </a:lnTo>
                <a:lnTo>
                  <a:pt x="2661" y="43359"/>
                </a:lnTo>
                <a:lnTo>
                  <a:pt x="2603" y="43445"/>
                </a:lnTo>
                <a:lnTo>
                  <a:pt x="2550" y="43540"/>
                </a:lnTo>
                <a:lnTo>
                  <a:pt x="2507" y="43635"/>
                </a:lnTo>
                <a:lnTo>
                  <a:pt x="2468" y="43739"/>
                </a:lnTo>
                <a:lnTo>
                  <a:pt x="2439" y="43853"/>
                </a:lnTo>
                <a:lnTo>
                  <a:pt x="2415" y="43967"/>
                </a:lnTo>
                <a:lnTo>
                  <a:pt x="2396" y="44081"/>
                </a:lnTo>
                <a:lnTo>
                  <a:pt x="2382" y="44195"/>
                </a:lnTo>
                <a:lnTo>
                  <a:pt x="2377" y="44318"/>
                </a:lnTo>
                <a:lnTo>
                  <a:pt x="2372" y="44442"/>
                </a:lnTo>
                <a:lnTo>
                  <a:pt x="2377" y="44565"/>
                </a:lnTo>
                <a:lnTo>
                  <a:pt x="2386" y="44679"/>
                </a:lnTo>
                <a:lnTo>
                  <a:pt x="2401" y="44803"/>
                </a:lnTo>
                <a:lnTo>
                  <a:pt x="2425" y="44917"/>
                </a:lnTo>
                <a:lnTo>
                  <a:pt x="2449" y="45031"/>
                </a:lnTo>
                <a:lnTo>
                  <a:pt x="2478" y="45135"/>
                </a:lnTo>
                <a:lnTo>
                  <a:pt x="2512" y="45240"/>
                </a:lnTo>
                <a:lnTo>
                  <a:pt x="2550" y="45335"/>
                </a:lnTo>
                <a:lnTo>
                  <a:pt x="2598" y="45430"/>
                </a:lnTo>
                <a:lnTo>
                  <a:pt x="2647" y="45515"/>
                </a:lnTo>
                <a:lnTo>
                  <a:pt x="2695" y="45591"/>
                </a:lnTo>
                <a:lnTo>
                  <a:pt x="2753" y="45657"/>
                </a:lnTo>
                <a:lnTo>
                  <a:pt x="2815" y="45714"/>
                </a:lnTo>
                <a:lnTo>
                  <a:pt x="2878" y="45762"/>
                </a:lnTo>
                <a:lnTo>
                  <a:pt x="2946" y="45800"/>
                </a:lnTo>
                <a:lnTo>
                  <a:pt x="3018" y="45828"/>
                </a:lnTo>
                <a:lnTo>
                  <a:pt x="3090" y="45838"/>
                </a:lnTo>
                <a:lnTo>
                  <a:pt x="3172" y="45838"/>
                </a:lnTo>
                <a:lnTo>
                  <a:pt x="3249" y="45828"/>
                </a:lnTo>
                <a:lnTo>
                  <a:pt x="3567" y="45733"/>
                </a:lnTo>
                <a:lnTo>
                  <a:pt x="3886" y="45629"/>
                </a:lnTo>
                <a:lnTo>
                  <a:pt x="4209" y="45515"/>
                </a:lnTo>
                <a:lnTo>
                  <a:pt x="4532" y="45392"/>
                </a:lnTo>
                <a:lnTo>
                  <a:pt x="4855" y="45259"/>
                </a:lnTo>
                <a:lnTo>
                  <a:pt x="5182" y="45107"/>
                </a:lnTo>
                <a:lnTo>
                  <a:pt x="5505" y="44945"/>
                </a:lnTo>
                <a:lnTo>
                  <a:pt x="5833" y="44784"/>
                </a:lnTo>
                <a:lnTo>
                  <a:pt x="6161" y="44603"/>
                </a:lnTo>
                <a:lnTo>
                  <a:pt x="6489" y="44404"/>
                </a:lnTo>
                <a:lnTo>
                  <a:pt x="6817" y="44205"/>
                </a:lnTo>
                <a:lnTo>
                  <a:pt x="7140" y="43996"/>
                </a:lnTo>
                <a:lnTo>
                  <a:pt x="7467" y="43768"/>
                </a:lnTo>
                <a:lnTo>
                  <a:pt x="7790" y="43530"/>
                </a:lnTo>
                <a:lnTo>
                  <a:pt x="8113" y="43293"/>
                </a:lnTo>
                <a:lnTo>
                  <a:pt x="8436" y="43037"/>
                </a:lnTo>
                <a:lnTo>
                  <a:pt x="8759" y="42771"/>
                </a:lnTo>
                <a:lnTo>
                  <a:pt x="9077" y="42486"/>
                </a:lnTo>
                <a:lnTo>
                  <a:pt x="9391" y="42201"/>
                </a:lnTo>
                <a:lnTo>
                  <a:pt x="9709" y="41906"/>
                </a:lnTo>
                <a:lnTo>
                  <a:pt x="10017" y="41593"/>
                </a:lnTo>
                <a:lnTo>
                  <a:pt x="10326" y="41270"/>
                </a:lnTo>
                <a:lnTo>
                  <a:pt x="10630" y="40947"/>
                </a:lnTo>
                <a:lnTo>
                  <a:pt x="10933" y="40606"/>
                </a:lnTo>
                <a:lnTo>
                  <a:pt x="11227" y="40254"/>
                </a:lnTo>
                <a:lnTo>
                  <a:pt x="11521" y="39893"/>
                </a:lnTo>
                <a:lnTo>
                  <a:pt x="11811" y="39513"/>
                </a:lnTo>
                <a:lnTo>
                  <a:pt x="12095" y="39134"/>
                </a:lnTo>
                <a:lnTo>
                  <a:pt x="12375" y="38744"/>
                </a:lnTo>
                <a:lnTo>
                  <a:pt x="12650" y="38336"/>
                </a:lnTo>
                <a:lnTo>
                  <a:pt x="12915" y="37928"/>
                </a:lnTo>
                <a:lnTo>
                  <a:pt x="13180" y="37500"/>
                </a:lnTo>
                <a:lnTo>
                  <a:pt x="13435" y="37073"/>
                </a:lnTo>
                <a:lnTo>
                  <a:pt x="13686" y="36627"/>
                </a:lnTo>
                <a:lnTo>
                  <a:pt x="13932" y="36171"/>
                </a:lnTo>
                <a:lnTo>
                  <a:pt x="14168" y="35706"/>
                </a:lnTo>
                <a:lnTo>
                  <a:pt x="14399" y="35231"/>
                </a:lnTo>
                <a:lnTo>
                  <a:pt x="14621" y="34746"/>
                </a:lnTo>
                <a:lnTo>
                  <a:pt x="14838" y="34253"/>
                </a:lnTo>
                <a:lnTo>
                  <a:pt x="15050" y="33749"/>
                </a:lnTo>
                <a:lnTo>
                  <a:pt x="15248" y="33237"/>
                </a:lnTo>
                <a:lnTo>
                  <a:pt x="15441" y="32705"/>
                </a:lnTo>
                <a:lnTo>
                  <a:pt x="15624" y="32173"/>
                </a:lnTo>
                <a:lnTo>
                  <a:pt x="15797" y="31632"/>
                </a:lnTo>
                <a:lnTo>
                  <a:pt x="15966" y="31071"/>
                </a:lnTo>
                <a:lnTo>
                  <a:pt x="16120" y="30511"/>
                </a:lnTo>
                <a:lnTo>
                  <a:pt x="16265" y="29932"/>
                </a:lnTo>
                <a:lnTo>
                  <a:pt x="16405" y="29353"/>
                </a:lnTo>
                <a:lnTo>
                  <a:pt x="16530" y="28764"/>
                </a:lnTo>
                <a:lnTo>
                  <a:pt x="16588" y="28460"/>
                </a:lnTo>
                <a:lnTo>
                  <a:pt x="16646" y="28156"/>
                </a:lnTo>
                <a:lnTo>
                  <a:pt x="16704" y="27852"/>
                </a:lnTo>
                <a:lnTo>
                  <a:pt x="16752" y="27539"/>
                </a:lnTo>
                <a:lnTo>
                  <a:pt x="16800" y="27235"/>
                </a:lnTo>
                <a:lnTo>
                  <a:pt x="16848" y="26922"/>
                </a:lnTo>
                <a:lnTo>
                  <a:pt x="16892" y="26608"/>
                </a:lnTo>
                <a:lnTo>
                  <a:pt x="16930" y="26285"/>
                </a:lnTo>
                <a:lnTo>
                  <a:pt x="16969" y="25972"/>
                </a:lnTo>
                <a:lnTo>
                  <a:pt x="17003" y="25649"/>
                </a:lnTo>
                <a:lnTo>
                  <a:pt x="17036" y="25326"/>
                </a:lnTo>
                <a:lnTo>
                  <a:pt x="17065" y="24994"/>
                </a:lnTo>
                <a:lnTo>
                  <a:pt x="17089" y="24662"/>
                </a:lnTo>
                <a:lnTo>
                  <a:pt x="17113" y="24339"/>
                </a:lnTo>
                <a:lnTo>
                  <a:pt x="17133" y="23997"/>
                </a:lnTo>
                <a:lnTo>
                  <a:pt x="17152" y="23665"/>
                </a:lnTo>
                <a:lnTo>
                  <a:pt x="17162" y="23323"/>
                </a:lnTo>
                <a:lnTo>
                  <a:pt x="17176" y="22981"/>
                </a:lnTo>
                <a:lnTo>
                  <a:pt x="17181" y="22639"/>
                </a:lnTo>
                <a:lnTo>
                  <a:pt x="17186" y="22297"/>
                </a:lnTo>
                <a:lnTo>
                  <a:pt x="17186" y="21946"/>
                </a:lnTo>
                <a:lnTo>
                  <a:pt x="17186" y="21594"/>
                </a:lnTo>
                <a:lnTo>
                  <a:pt x="17176" y="21243"/>
                </a:lnTo>
                <a:lnTo>
                  <a:pt x="17166" y="20892"/>
                </a:lnTo>
                <a:lnTo>
                  <a:pt x="17157" y="20531"/>
                </a:lnTo>
                <a:lnTo>
                  <a:pt x="17142" y="20170"/>
                </a:lnTo>
                <a:lnTo>
                  <a:pt x="17123" y="19809"/>
                </a:lnTo>
                <a:lnTo>
                  <a:pt x="17099" y="19439"/>
                </a:lnTo>
                <a:lnTo>
                  <a:pt x="17070" y="19078"/>
                </a:lnTo>
                <a:lnTo>
                  <a:pt x="17041" y="18708"/>
                </a:lnTo>
                <a:lnTo>
                  <a:pt x="17012" y="18366"/>
                </a:lnTo>
                <a:lnTo>
                  <a:pt x="16978" y="18024"/>
                </a:lnTo>
                <a:lnTo>
                  <a:pt x="16945" y="17691"/>
                </a:lnTo>
                <a:lnTo>
                  <a:pt x="16906" y="17359"/>
                </a:lnTo>
                <a:lnTo>
                  <a:pt x="16863" y="17036"/>
                </a:lnTo>
                <a:lnTo>
                  <a:pt x="16819" y="16713"/>
                </a:lnTo>
                <a:lnTo>
                  <a:pt x="16728" y="16077"/>
                </a:lnTo>
                <a:lnTo>
                  <a:pt x="16622" y="15460"/>
                </a:lnTo>
                <a:lnTo>
                  <a:pt x="16511" y="14862"/>
                </a:lnTo>
                <a:lnTo>
                  <a:pt x="16386" y="14273"/>
                </a:lnTo>
                <a:lnTo>
                  <a:pt x="16255" y="13703"/>
                </a:lnTo>
                <a:lnTo>
                  <a:pt x="16116" y="13143"/>
                </a:lnTo>
                <a:lnTo>
                  <a:pt x="15966" y="12602"/>
                </a:lnTo>
                <a:lnTo>
                  <a:pt x="15812" y="12079"/>
                </a:lnTo>
                <a:lnTo>
                  <a:pt x="15648" y="11567"/>
                </a:lnTo>
                <a:lnTo>
                  <a:pt x="15474" y="11063"/>
                </a:lnTo>
                <a:lnTo>
                  <a:pt x="15296" y="10579"/>
                </a:lnTo>
                <a:lnTo>
                  <a:pt x="15108" y="10104"/>
                </a:lnTo>
                <a:lnTo>
                  <a:pt x="14910" y="9648"/>
                </a:lnTo>
                <a:lnTo>
                  <a:pt x="14708" y="9202"/>
                </a:lnTo>
                <a:lnTo>
                  <a:pt x="14501" y="8775"/>
                </a:lnTo>
                <a:lnTo>
                  <a:pt x="14284" y="8357"/>
                </a:lnTo>
                <a:lnTo>
                  <a:pt x="14062" y="7949"/>
                </a:lnTo>
                <a:lnTo>
                  <a:pt x="13831" y="7550"/>
                </a:lnTo>
                <a:lnTo>
                  <a:pt x="13599" y="7170"/>
                </a:lnTo>
                <a:lnTo>
                  <a:pt x="13358" y="6799"/>
                </a:lnTo>
                <a:lnTo>
                  <a:pt x="13112" y="6448"/>
                </a:lnTo>
                <a:lnTo>
                  <a:pt x="12862" y="6106"/>
                </a:lnTo>
                <a:lnTo>
                  <a:pt x="12606" y="5774"/>
                </a:lnTo>
                <a:lnTo>
                  <a:pt x="12346" y="5451"/>
                </a:lnTo>
                <a:lnTo>
                  <a:pt x="12076" y="5138"/>
                </a:lnTo>
                <a:lnTo>
                  <a:pt x="11806" y="4843"/>
                </a:lnTo>
                <a:lnTo>
                  <a:pt x="11531" y="4549"/>
                </a:lnTo>
                <a:lnTo>
                  <a:pt x="11252" y="4274"/>
                </a:lnTo>
                <a:lnTo>
                  <a:pt x="10967" y="4008"/>
                </a:lnTo>
                <a:lnTo>
                  <a:pt x="10683" y="3751"/>
                </a:lnTo>
                <a:lnTo>
                  <a:pt x="10393" y="3504"/>
                </a:lnTo>
                <a:lnTo>
                  <a:pt x="10099" y="3267"/>
                </a:lnTo>
                <a:lnTo>
                  <a:pt x="9801" y="3049"/>
                </a:lnTo>
                <a:lnTo>
                  <a:pt x="9502" y="2830"/>
                </a:lnTo>
                <a:lnTo>
                  <a:pt x="9203" y="2621"/>
                </a:lnTo>
                <a:lnTo>
                  <a:pt x="8894" y="2422"/>
                </a:lnTo>
                <a:lnTo>
                  <a:pt x="8591" y="2241"/>
                </a:lnTo>
                <a:lnTo>
                  <a:pt x="8282" y="2061"/>
                </a:lnTo>
                <a:lnTo>
                  <a:pt x="7969" y="1890"/>
                </a:lnTo>
                <a:lnTo>
                  <a:pt x="7655" y="1729"/>
                </a:lnTo>
                <a:lnTo>
                  <a:pt x="7342" y="1577"/>
                </a:lnTo>
                <a:lnTo>
                  <a:pt x="7029" y="1425"/>
                </a:lnTo>
                <a:lnTo>
                  <a:pt x="6715" y="1292"/>
                </a:lnTo>
                <a:lnTo>
                  <a:pt x="6397" y="1159"/>
                </a:lnTo>
                <a:lnTo>
                  <a:pt x="6079" y="1035"/>
                </a:lnTo>
                <a:lnTo>
                  <a:pt x="5761" y="931"/>
                </a:lnTo>
                <a:lnTo>
                  <a:pt x="5443" y="817"/>
                </a:lnTo>
                <a:lnTo>
                  <a:pt x="5124" y="722"/>
                </a:lnTo>
                <a:lnTo>
                  <a:pt x="4811" y="627"/>
                </a:lnTo>
                <a:lnTo>
                  <a:pt x="4493" y="542"/>
                </a:lnTo>
                <a:lnTo>
                  <a:pt x="4175" y="466"/>
                </a:lnTo>
                <a:lnTo>
                  <a:pt x="3861" y="390"/>
                </a:lnTo>
                <a:lnTo>
                  <a:pt x="3548" y="323"/>
                </a:lnTo>
                <a:lnTo>
                  <a:pt x="2921" y="209"/>
                </a:lnTo>
                <a:lnTo>
                  <a:pt x="2304" y="114"/>
                </a:lnTo>
                <a:lnTo>
                  <a:pt x="1697" y="48"/>
                </a:lnTo>
                <a:lnTo>
                  <a:pt x="109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1427195" y="4225991"/>
            <a:ext cx="121439" cy="98900"/>
          </a:xfrm>
          <a:custGeom>
            <a:rect b="b" l="l" r="r" t="t"/>
            <a:pathLst>
              <a:path extrusionOk="0" h="9269" w="7309">
                <a:moveTo>
                  <a:pt x="728" y="0"/>
                </a:moveTo>
                <a:lnTo>
                  <a:pt x="656" y="19"/>
                </a:lnTo>
                <a:lnTo>
                  <a:pt x="583" y="48"/>
                </a:lnTo>
                <a:lnTo>
                  <a:pt x="516" y="86"/>
                </a:lnTo>
                <a:lnTo>
                  <a:pt x="448" y="133"/>
                </a:lnTo>
                <a:lnTo>
                  <a:pt x="391" y="190"/>
                </a:lnTo>
                <a:lnTo>
                  <a:pt x="333" y="266"/>
                </a:lnTo>
                <a:lnTo>
                  <a:pt x="280" y="342"/>
                </a:lnTo>
                <a:lnTo>
                  <a:pt x="227" y="428"/>
                </a:lnTo>
                <a:lnTo>
                  <a:pt x="183" y="532"/>
                </a:lnTo>
                <a:lnTo>
                  <a:pt x="140" y="627"/>
                </a:lnTo>
                <a:lnTo>
                  <a:pt x="106" y="741"/>
                </a:lnTo>
                <a:lnTo>
                  <a:pt x="72" y="855"/>
                </a:lnTo>
                <a:lnTo>
                  <a:pt x="48" y="978"/>
                </a:lnTo>
                <a:lnTo>
                  <a:pt x="24" y="1102"/>
                </a:lnTo>
                <a:lnTo>
                  <a:pt x="10" y="1225"/>
                </a:lnTo>
                <a:lnTo>
                  <a:pt x="0" y="1358"/>
                </a:lnTo>
                <a:lnTo>
                  <a:pt x="0" y="1491"/>
                </a:lnTo>
                <a:lnTo>
                  <a:pt x="0" y="1624"/>
                </a:lnTo>
                <a:lnTo>
                  <a:pt x="15" y="1757"/>
                </a:lnTo>
                <a:lnTo>
                  <a:pt x="29" y="1890"/>
                </a:lnTo>
                <a:lnTo>
                  <a:pt x="53" y="2023"/>
                </a:lnTo>
                <a:lnTo>
                  <a:pt x="82" y="2146"/>
                </a:lnTo>
                <a:lnTo>
                  <a:pt x="121" y="2279"/>
                </a:lnTo>
                <a:lnTo>
                  <a:pt x="169" y="2403"/>
                </a:lnTo>
                <a:lnTo>
                  <a:pt x="222" y="2517"/>
                </a:lnTo>
                <a:lnTo>
                  <a:pt x="289" y="2631"/>
                </a:lnTo>
                <a:lnTo>
                  <a:pt x="357" y="2745"/>
                </a:lnTo>
                <a:lnTo>
                  <a:pt x="530" y="2982"/>
                </a:lnTo>
                <a:lnTo>
                  <a:pt x="704" y="3210"/>
                </a:lnTo>
                <a:lnTo>
                  <a:pt x="1061" y="3675"/>
                </a:lnTo>
                <a:lnTo>
                  <a:pt x="1422" y="4112"/>
                </a:lnTo>
                <a:lnTo>
                  <a:pt x="1793" y="4539"/>
                </a:lnTo>
                <a:lnTo>
                  <a:pt x="2169" y="4957"/>
                </a:lnTo>
                <a:lnTo>
                  <a:pt x="2550" y="5366"/>
                </a:lnTo>
                <a:lnTo>
                  <a:pt x="2936" y="5764"/>
                </a:lnTo>
                <a:lnTo>
                  <a:pt x="3321" y="6154"/>
                </a:lnTo>
                <a:lnTo>
                  <a:pt x="3712" y="6534"/>
                </a:lnTo>
                <a:lnTo>
                  <a:pt x="4102" y="6913"/>
                </a:lnTo>
                <a:lnTo>
                  <a:pt x="4883" y="7654"/>
                </a:lnTo>
                <a:lnTo>
                  <a:pt x="5655" y="8385"/>
                </a:lnTo>
                <a:lnTo>
                  <a:pt x="6040" y="8756"/>
                </a:lnTo>
                <a:lnTo>
                  <a:pt x="6416" y="9126"/>
                </a:lnTo>
                <a:lnTo>
                  <a:pt x="6479" y="9183"/>
                </a:lnTo>
                <a:lnTo>
                  <a:pt x="6542" y="9221"/>
                </a:lnTo>
                <a:lnTo>
                  <a:pt x="6604" y="9249"/>
                </a:lnTo>
                <a:lnTo>
                  <a:pt x="6667" y="9268"/>
                </a:lnTo>
                <a:lnTo>
                  <a:pt x="6725" y="9268"/>
                </a:lnTo>
                <a:lnTo>
                  <a:pt x="6783" y="9259"/>
                </a:lnTo>
                <a:lnTo>
                  <a:pt x="6841" y="9240"/>
                </a:lnTo>
                <a:lnTo>
                  <a:pt x="6894" y="9211"/>
                </a:lnTo>
                <a:lnTo>
                  <a:pt x="6942" y="9164"/>
                </a:lnTo>
                <a:lnTo>
                  <a:pt x="6990" y="9116"/>
                </a:lnTo>
                <a:lnTo>
                  <a:pt x="7038" y="9060"/>
                </a:lnTo>
                <a:lnTo>
                  <a:pt x="7082" y="8993"/>
                </a:lnTo>
                <a:lnTo>
                  <a:pt x="7120" y="8927"/>
                </a:lnTo>
                <a:lnTo>
                  <a:pt x="7159" y="8841"/>
                </a:lnTo>
                <a:lnTo>
                  <a:pt x="7188" y="8756"/>
                </a:lnTo>
                <a:lnTo>
                  <a:pt x="7221" y="8670"/>
                </a:lnTo>
                <a:lnTo>
                  <a:pt x="7245" y="8575"/>
                </a:lnTo>
                <a:lnTo>
                  <a:pt x="7265" y="8480"/>
                </a:lnTo>
                <a:lnTo>
                  <a:pt x="7284" y="8376"/>
                </a:lnTo>
                <a:lnTo>
                  <a:pt x="7294" y="8271"/>
                </a:lnTo>
                <a:lnTo>
                  <a:pt x="7303" y="8167"/>
                </a:lnTo>
                <a:lnTo>
                  <a:pt x="7308" y="8062"/>
                </a:lnTo>
                <a:lnTo>
                  <a:pt x="7303" y="7958"/>
                </a:lnTo>
                <a:lnTo>
                  <a:pt x="7299" y="7853"/>
                </a:lnTo>
                <a:lnTo>
                  <a:pt x="7284" y="7749"/>
                </a:lnTo>
                <a:lnTo>
                  <a:pt x="7265" y="7645"/>
                </a:lnTo>
                <a:lnTo>
                  <a:pt x="7241" y="7540"/>
                </a:lnTo>
                <a:lnTo>
                  <a:pt x="7207" y="7445"/>
                </a:lnTo>
                <a:lnTo>
                  <a:pt x="7173" y="7350"/>
                </a:lnTo>
                <a:lnTo>
                  <a:pt x="7125" y="7255"/>
                </a:lnTo>
                <a:lnTo>
                  <a:pt x="7077" y="7179"/>
                </a:lnTo>
                <a:lnTo>
                  <a:pt x="7019" y="7094"/>
                </a:lnTo>
                <a:lnTo>
                  <a:pt x="6662" y="6647"/>
                </a:lnTo>
                <a:lnTo>
                  <a:pt x="6305" y="6192"/>
                </a:lnTo>
                <a:lnTo>
                  <a:pt x="5587" y="5261"/>
                </a:lnTo>
                <a:lnTo>
                  <a:pt x="4864" y="4330"/>
                </a:lnTo>
                <a:lnTo>
                  <a:pt x="4498" y="3865"/>
                </a:lnTo>
                <a:lnTo>
                  <a:pt x="4131" y="3409"/>
                </a:lnTo>
                <a:lnTo>
                  <a:pt x="3765" y="2954"/>
                </a:lnTo>
                <a:lnTo>
                  <a:pt x="3394" y="2507"/>
                </a:lnTo>
                <a:lnTo>
                  <a:pt x="3023" y="2080"/>
                </a:lnTo>
                <a:lnTo>
                  <a:pt x="2647" y="1662"/>
                </a:lnTo>
                <a:lnTo>
                  <a:pt x="2271" y="1254"/>
                </a:lnTo>
                <a:lnTo>
                  <a:pt x="1890" y="874"/>
                </a:lnTo>
                <a:lnTo>
                  <a:pt x="1509" y="504"/>
                </a:lnTo>
                <a:lnTo>
                  <a:pt x="1316" y="333"/>
                </a:lnTo>
                <a:lnTo>
                  <a:pt x="1123" y="162"/>
                </a:lnTo>
                <a:lnTo>
                  <a:pt x="1041" y="95"/>
                </a:lnTo>
                <a:lnTo>
                  <a:pt x="959" y="48"/>
                </a:lnTo>
                <a:lnTo>
                  <a:pt x="882" y="19"/>
                </a:lnTo>
                <a:lnTo>
                  <a:pt x="800" y="10"/>
                </a:lnTo>
                <a:lnTo>
                  <a:pt x="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0" name="Google Shape;200;p10"/>
          <p:cNvSpPr/>
          <p:nvPr/>
        </p:nvSpPr>
        <p:spPr>
          <a:xfrm>
            <a:off x="1248730" y="4043615"/>
            <a:ext cx="118482" cy="113892"/>
          </a:xfrm>
          <a:custGeom>
            <a:rect b="b" l="l" r="r" t="t"/>
            <a:pathLst>
              <a:path extrusionOk="0" h="10674" w="7131">
                <a:moveTo>
                  <a:pt x="733" y="0"/>
                </a:moveTo>
                <a:lnTo>
                  <a:pt x="661" y="10"/>
                </a:lnTo>
                <a:lnTo>
                  <a:pt x="594" y="29"/>
                </a:lnTo>
                <a:lnTo>
                  <a:pt x="526" y="57"/>
                </a:lnTo>
                <a:lnTo>
                  <a:pt x="459" y="105"/>
                </a:lnTo>
                <a:lnTo>
                  <a:pt x="396" y="171"/>
                </a:lnTo>
                <a:lnTo>
                  <a:pt x="338" y="238"/>
                </a:lnTo>
                <a:lnTo>
                  <a:pt x="285" y="323"/>
                </a:lnTo>
                <a:lnTo>
                  <a:pt x="237" y="418"/>
                </a:lnTo>
                <a:lnTo>
                  <a:pt x="189" y="523"/>
                </a:lnTo>
                <a:lnTo>
                  <a:pt x="150" y="637"/>
                </a:lnTo>
                <a:lnTo>
                  <a:pt x="112" y="750"/>
                </a:lnTo>
                <a:lnTo>
                  <a:pt x="78" y="883"/>
                </a:lnTo>
                <a:lnTo>
                  <a:pt x="54" y="1007"/>
                </a:lnTo>
                <a:lnTo>
                  <a:pt x="30" y="1149"/>
                </a:lnTo>
                <a:lnTo>
                  <a:pt x="15" y="1292"/>
                </a:lnTo>
                <a:lnTo>
                  <a:pt x="5" y="1434"/>
                </a:lnTo>
                <a:lnTo>
                  <a:pt x="1" y="1577"/>
                </a:lnTo>
                <a:lnTo>
                  <a:pt x="1" y="1719"/>
                </a:lnTo>
                <a:lnTo>
                  <a:pt x="10" y="1871"/>
                </a:lnTo>
                <a:lnTo>
                  <a:pt x="25" y="2013"/>
                </a:lnTo>
                <a:lnTo>
                  <a:pt x="49" y="2156"/>
                </a:lnTo>
                <a:lnTo>
                  <a:pt x="78" y="2298"/>
                </a:lnTo>
                <a:lnTo>
                  <a:pt x="116" y="2441"/>
                </a:lnTo>
                <a:lnTo>
                  <a:pt x="160" y="2574"/>
                </a:lnTo>
                <a:lnTo>
                  <a:pt x="213" y="2697"/>
                </a:lnTo>
                <a:lnTo>
                  <a:pt x="271" y="2821"/>
                </a:lnTo>
                <a:lnTo>
                  <a:pt x="338" y="2935"/>
                </a:lnTo>
                <a:lnTo>
                  <a:pt x="690" y="3457"/>
                </a:lnTo>
                <a:lnTo>
                  <a:pt x="1052" y="3970"/>
                </a:lnTo>
                <a:lnTo>
                  <a:pt x="1413" y="4463"/>
                </a:lnTo>
                <a:lnTo>
                  <a:pt x="1779" y="4957"/>
                </a:lnTo>
                <a:lnTo>
                  <a:pt x="2155" y="5432"/>
                </a:lnTo>
                <a:lnTo>
                  <a:pt x="2531" y="5907"/>
                </a:lnTo>
                <a:lnTo>
                  <a:pt x="2908" y="6372"/>
                </a:lnTo>
                <a:lnTo>
                  <a:pt x="3288" y="6837"/>
                </a:lnTo>
                <a:lnTo>
                  <a:pt x="4055" y="7749"/>
                </a:lnTo>
                <a:lnTo>
                  <a:pt x="4821" y="8661"/>
                </a:lnTo>
                <a:lnTo>
                  <a:pt x="5583" y="9563"/>
                </a:lnTo>
                <a:lnTo>
                  <a:pt x="5959" y="10028"/>
                </a:lnTo>
                <a:lnTo>
                  <a:pt x="6330" y="10484"/>
                </a:lnTo>
                <a:lnTo>
                  <a:pt x="6388" y="10550"/>
                </a:lnTo>
                <a:lnTo>
                  <a:pt x="6446" y="10598"/>
                </a:lnTo>
                <a:lnTo>
                  <a:pt x="6499" y="10636"/>
                </a:lnTo>
                <a:lnTo>
                  <a:pt x="6557" y="10655"/>
                </a:lnTo>
                <a:lnTo>
                  <a:pt x="6610" y="10674"/>
                </a:lnTo>
                <a:lnTo>
                  <a:pt x="6658" y="10664"/>
                </a:lnTo>
                <a:lnTo>
                  <a:pt x="6706" y="10655"/>
                </a:lnTo>
                <a:lnTo>
                  <a:pt x="6754" y="10626"/>
                </a:lnTo>
                <a:lnTo>
                  <a:pt x="6803" y="10598"/>
                </a:lnTo>
                <a:lnTo>
                  <a:pt x="6846" y="10550"/>
                </a:lnTo>
                <a:lnTo>
                  <a:pt x="6885" y="10503"/>
                </a:lnTo>
                <a:lnTo>
                  <a:pt x="6923" y="10446"/>
                </a:lnTo>
                <a:lnTo>
                  <a:pt x="6962" y="10380"/>
                </a:lnTo>
                <a:lnTo>
                  <a:pt x="6991" y="10304"/>
                </a:lnTo>
                <a:lnTo>
                  <a:pt x="7024" y="10228"/>
                </a:lnTo>
                <a:lnTo>
                  <a:pt x="7048" y="10142"/>
                </a:lnTo>
                <a:lnTo>
                  <a:pt x="7073" y="10057"/>
                </a:lnTo>
                <a:lnTo>
                  <a:pt x="7092" y="9962"/>
                </a:lnTo>
                <a:lnTo>
                  <a:pt x="7106" y="9867"/>
                </a:lnTo>
                <a:lnTo>
                  <a:pt x="7116" y="9762"/>
                </a:lnTo>
                <a:lnTo>
                  <a:pt x="7126" y="9667"/>
                </a:lnTo>
                <a:lnTo>
                  <a:pt x="7130" y="9563"/>
                </a:lnTo>
                <a:lnTo>
                  <a:pt x="7126" y="9458"/>
                </a:lnTo>
                <a:lnTo>
                  <a:pt x="7121" y="9354"/>
                </a:lnTo>
                <a:lnTo>
                  <a:pt x="7111" y="9249"/>
                </a:lnTo>
                <a:lnTo>
                  <a:pt x="7097" y="9155"/>
                </a:lnTo>
                <a:lnTo>
                  <a:pt x="7077" y="9050"/>
                </a:lnTo>
                <a:lnTo>
                  <a:pt x="7048" y="8955"/>
                </a:lnTo>
                <a:lnTo>
                  <a:pt x="7020" y="8860"/>
                </a:lnTo>
                <a:lnTo>
                  <a:pt x="6981" y="8775"/>
                </a:lnTo>
                <a:lnTo>
                  <a:pt x="6938" y="8689"/>
                </a:lnTo>
                <a:lnTo>
                  <a:pt x="6889" y="8613"/>
                </a:lnTo>
                <a:lnTo>
                  <a:pt x="6533" y="8091"/>
                </a:lnTo>
                <a:lnTo>
                  <a:pt x="6181" y="7559"/>
                </a:lnTo>
                <a:lnTo>
                  <a:pt x="5472" y="6477"/>
                </a:lnTo>
                <a:lnTo>
                  <a:pt x="4768" y="5385"/>
                </a:lnTo>
                <a:lnTo>
                  <a:pt x="4055" y="4302"/>
                </a:lnTo>
                <a:lnTo>
                  <a:pt x="3698" y="3761"/>
                </a:lnTo>
                <a:lnTo>
                  <a:pt x="3341" y="3238"/>
                </a:lnTo>
                <a:lnTo>
                  <a:pt x="2980" y="2707"/>
                </a:lnTo>
                <a:lnTo>
                  <a:pt x="2613" y="2194"/>
                </a:lnTo>
                <a:lnTo>
                  <a:pt x="2252" y="1691"/>
                </a:lnTo>
                <a:lnTo>
                  <a:pt x="1881" y="1197"/>
                </a:lnTo>
                <a:lnTo>
                  <a:pt x="1510" y="722"/>
                </a:lnTo>
                <a:lnTo>
                  <a:pt x="1134" y="257"/>
                </a:lnTo>
                <a:lnTo>
                  <a:pt x="1052" y="171"/>
                </a:lnTo>
                <a:lnTo>
                  <a:pt x="970" y="95"/>
                </a:lnTo>
                <a:lnTo>
                  <a:pt x="888" y="48"/>
                </a:lnTo>
                <a:lnTo>
                  <a:pt x="811" y="19"/>
                </a:lnTo>
                <a:lnTo>
                  <a:pt x="7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1" name="Google Shape;201;p10"/>
          <p:cNvSpPr/>
          <p:nvPr/>
        </p:nvSpPr>
        <p:spPr>
          <a:xfrm>
            <a:off x="1007808" y="3918887"/>
            <a:ext cx="137605" cy="73474"/>
          </a:xfrm>
          <a:custGeom>
            <a:rect b="b" l="l" r="r" t="t"/>
            <a:pathLst>
              <a:path extrusionOk="0" h="6886" w="8282">
                <a:moveTo>
                  <a:pt x="873" y="1"/>
                </a:moveTo>
                <a:lnTo>
                  <a:pt x="781" y="20"/>
                </a:lnTo>
                <a:lnTo>
                  <a:pt x="699" y="58"/>
                </a:lnTo>
                <a:lnTo>
                  <a:pt x="617" y="105"/>
                </a:lnTo>
                <a:lnTo>
                  <a:pt x="540" y="172"/>
                </a:lnTo>
                <a:lnTo>
                  <a:pt x="463" y="248"/>
                </a:lnTo>
                <a:lnTo>
                  <a:pt x="395" y="333"/>
                </a:lnTo>
                <a:lnTo>
                  <a:pt x="333" y="437"/>
                </a:lnTo>
                <a:lnTo>
                  <a:pt x="275" y="542"/>
                </a:lnTo>
                <a:lnTo>
                  <a:pt x="222" y="665"/>
                </a:lnTo>
                <a:lnTo>
                  <a:pt x="174" y="789"/>
                </a:lnTo>
                <a:lnTo>
                  <a:pt x="130" y="931"/>
                </a:lnTo>
                <a:lnTo>
                  <a:pt x="92" y="1064"/>
                </a:lnTo>
                <a:lnTo>
                  <a:pt x="63" y="1207"/>
                </a:lnTo>
                <a:lnTo>
                  <a:pt x="39" y="1359"/>
                </a:lnTo>
                <a:lnTo>
                  <a:pt x="19" y="1501"/>
                </a:lnTo>
                <a:lnTo>
                  <a:pt x="5" y="1653"/>
                </a:lnTo>
                <a:lnTo>
                  <a:pt x="0" y="1805"/>
                </a:lnTo>
                <a:lnTo>
                  <a:pt x="5" y="1957"/>
                </a:lnTo>
                <a:lnTo>
                  <a:pt x="10" y="2099"/>
                </a:lnTo>
                <a:lnTo>
                  <a:pt x="24" y="2242"/>
                </a:lnTo>
                <a:lnTo>
                  <a:pt x="48" y="2375"/>
                </a:lnTo>
                <a:lnTo>
                  <a:pt x="77" y="2508"/>
                </a:lnTo>
                <a:lnTo>
                  <a:pt x="116" y="2641"/>
                </a:lnTo>
                <a:lnTo>
                  <a:pt x="164" y="2754"/>
                </a:lnTo>
                <a:lnTo>
                  <a:pt x="217" y="2859"/>
                </a:lnTo>
                <a:lnTo>
                  <a:pt x="280" y="2963"/>
                </a:lnTo>
                <a:lnTo>
                  <a:pt x="347" y="3049"/>
                </a:lnTo>
                <a:lnTo>
                  <a:pt x="429" y="3125"/>
                </a:lnTo>
                <a:lnTo>
                  <a:pt x="516" y="3182"/>
                </a:lnTo>
                <a:lnTo>
                  <a:pt x="612" y="3229"/>
                </a:lnTo>
                <a:lnTo>
                  <a:pt x="1485" y="3552"/>
                </a:lnTo>
                <a:lnTo>
                  <a:pt x="2353" y="3885"/>
                </a:lnTo>
                <a:lnTo>
                  <a:pt x="2786" y="4055"/>
                </a:lnTo>
                <a:lnTo>
                  <a:pt x="3220" y="4226"/>
                </a:lnTo>
                <a:lnTo>
                  <a:pt x="3649" y="4416"/>
                </a:lnTo>
                <a:lnTo>
                  <a:pt x="4078" y="4606"/>
                </a:lnTo>
                <a:lnTo>
                  <a:pt x="4507" y="4815"/>
                </a:lnTo>
                <a:lnTo>
                  <a:pt x="4932" y="5043"/>
                </a:lnTo>
                <a:lnTo>
                  <a:pt x="5356" y="5280"/>
                </a:lnTo>
                <a:lnTo>
                  <a:pt x="5780" y="5537"/>
                </a:lnTo>
                <a:lnTo>
                  <a:pt x="6199" y="5812"/>
                </a:lnTo>
                <a:lnTo>
                  <a:pt x="6407" y="5955"/>
                </a:lnTo>
                <a:lnTo>
                  <a:pt x="6614" y="6107"/>
                </a:lnTo>
                <a:lnTo>
                  <a:pt x="6821" y="6268"/>
                </a:lnTo>
                <a:lnTo>
                  <a:pt x="7024" y="6429"/>
                </a:lnTo>
                <a:lnTo>
                  <a:pt x="7231" y="6600"/>
                </a:lnTo>
                <a:lnTo>
                  <a:pt x="7434" y="6781"/>
                </a:lnTo>
                <a:lnTo>
                  <a:pt x="7496" y="6828"/>
                </a:lnTo>
                <a:lnTo>
                  <a:pt x="7554" y="6857"/>
                </a:lnTo>
                <a:lnTo>
                  <a:pt x="7612" y="6876"/>
                </a:lnTo>
                <a:lnTo>
                  <a:pt x="7670" y="6885"/>
                </a:lnTo>
                <a:lnTo>
                  <a:pt x="7728" y="6885"/>
                </a:lnTo>
                <a:lnTo>
                  <a:pt x="7781" y="6866"/>
                </a:lnTo>
                <a:lnTo>
                  <a:pt x="7834" y="6847"/>
                </a:lnTo>
                <a:lnTo>
                  <a:pt x="7887" y="6809"/>
                </a:lnTo>
                <a:lnTo>
                  <a:pt x="7935" y="6771"/>
                </a:lnTo>
                <a:lnTo>
                  <a:pt x="7983" y="6714"/>
                </a:lnTo>
                <a:lnTo>
                  <a:pt x="8027" y="6657"/>
                </a:lnTo>
                <a:lnTo>
                  <a:pt x="8065" y="6591"/>
                </a:lnTo>
                <a:lnTo>
                  <a:pt x="8104" y="6524"/>
                </a:lnTo>
                <a:lnTo>
                  <a:pt x="8142" y="6448"/>
                </a:lnTo>
                <a:lnTo>
                  <a:pt x="8171" y="6363"/>
                </a:lnTo>
                <a:lnTo>
                  <a:pt x="8200" y="6278"/>
                </a:lnTo>
                <a:lnTo>
                  <a:pt x="8224" y="6192"/>
                </a:lnTo>
                <a:lnTo>
                  <a:pt x="8243" y="6097"/>
                </a:lnTo>
                <a:lnTo>
                  <a:pt x="8263" y="6002"/>
                </a:lnTo>
                <a:lnTo>
                  <a:pt x="8272" y="5907"/>
                </a:lnTo>
                <a:lnTo>
                  <a:pt x="8282" y="5812"/>
                </a:lnTo>
                <a:lnTo>
                  <a:pt x="8282" y="5708"/>
                </a:lnTo>
                <a:lnTo>
                  <a:pt x="8282" y="5613"/>
                </a:lnTo>
                <a:lnTo>
                  <a:pt x="8272" y="5518"/>
                </a:lnTo>
                <a:lnTo>
                  <a:pt x="8258" y="5432"/>
                </a:lnTo>
                <a:lnTo>
                  <a:pt x="8239" y="5337"/>
                </a:lnTo>
                <a:lnTo>
                  <a:pt x="8215" y="5252"/>
                </a:lnTo>
                <a:lnTo>
                  <a:pt x="8186" y="5166"/>
                </a:lnTo>
                <a:lnTo>
                  <a:pt x="8147" y="5091"/>
                </a:lnTo>
                <a:lnTo>
                  <a:pt x="8104" y="5015"/>
                </a:lnTo>
                <a:lnTo>
                  <a:pt x="8055" y="4948"/>
                </a:lnTo>
                <a:lnTo>
                  <a:pt x="7998" y="4891"/>
                </a:lnTo>
                <a:lnTo>
                  <a:pt x="7164" y="4103"/>
                </a:lnTo>
                <a:lnTo>
                  <a:pt x="6744" y="3723"/>
                </a:lnTo>
                <a:lnTo>
                  <a:pt x="6320" y="3343"/>
                </a:lnTo>
                <a:lnTo>
                  <a:pt x="5901" y="2973"/>
                </a:lnTo>
                <a:lnTo>
                  <a:pt x="5476" y="2612"/>
                </a:lnTo>
                <a:lnTo>
                  <a:pt x="5047" y="2270"/>
                </a:lnTo>
                <a:lnTo>
                  <a:pt x="4618" y="1938"/>
                </a:lnTo>
                <a:lnTo>
                  <a:pt x="4184" y="1615"/>
                </a:lnTo>
                <a:lnTo>
                  <a:pt x="3751" y="1321"/>
                </a:lnTo>
                <a:lnTo>
                  <a:pt x="3312" y="1045"/>
                </a:lnTo>
                <a:lnTo>
                  <a:pt x="3090" y="912"/>
                </a:lnTo>
                <a:lnTo>
                  <a:pt x="2868" y="789"/>
                </a:lnTo>
                <a:lnTo>
                  <a:pt x="2647" y="665"/>
                </a:lnTo>
                <a:lnTo>
                  <a:pt x="2425" y="551"/>
                </a:lnTo>
                <a:lnTo>
                  <a:pt x="2198" y="447"/>
                </a:lnTo>
                <a:lnTo>
                  <a:pt x="1977" y="342"/>
                </a:lnTo>
                <a:lnTo>
                  <a:pt x="1750" y="257"/>
                </a:lnTo>
                <a:lnTo>
                  <a:pt x="1523" y="172"/>
                </a:lnTo>
                <a:lnTo>
                  <a:pt x="1292" y="86"/>
                </a:lnTo>
                <a:lnTo>
                  <a:pt x="1061" y="20"/>
                </a:lnTo>
                <a:lnTo>
                  <a:pt x="9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2" name="Google Shape;202;p10"/>
          <p:cNvSpPr/>
          <p:nvPr/>
        </p:nvSpPr>
        <p:spPr>
          <a:xfrm>
            <a:off x="721144" y="3869849"/>
            <a:ext cx="192950" cy="51387"/>
          </a:xfrm>
          <a:custGeom>
            <a:rect b="b" l="l" r="r" t="t"/>
            <a:pathLst>
              <a:path extrusionOk="0" h="4816" w="11613">
                <a:moveTo>
                  <a:pt x="4228" y="1"/>
                </a:moveTo>
                <a:lnTo>
                  <a:pt x="3885" y="10"/>
                </a:lnTo>
                <a:lnTo>
                  <a:pt x="3543" y="39"/>
                </a:lnTo>
                <a:lnTo>
                  <a:pt x="3201" y="76"/>
                </a:lnTo>
                <a:lnTo>
                  <a:pt x="2859" y="143"/>
                </a:lnTo>
                <a:lnTo>
                  <a:pt x="2526" y="219"/>
                </a:lnTo>
                <a:lnTo>
                  <a:pt x="2189" y="304"/>
                </a:lnTo>
                <a:lnTo>
                  <a:pt x="1856" y="418"/>
                </a:lnTo>
                <a:lnTo>
                  <a:pt x="1528" y="551"/>
                </a:lnTo>
                <a:lnTo>
                  <a:pt x="1205" y="703"/>
                </a:lnTo>
                <a:lnTo>
                  <a:pt x="882" y="865"/>
                </a:lnTo>
                <a:lnTo>
                  <a:pt x="564" y="1055"/>
                </a:lnTo>
                <a:lnTo>
                  <a:pt x="492" y="1112"/>
                </a:lnTo>
                <a:lnTo>
                  <a:pt x="419" y="1178"/>
                </a:lnTo>
                <a:lnTo>
                  <a:pt x="352" y="1264"/>
                </a:lnTo>
                <a:lnTo>
                  <a:pt x="294" y="1349"/>
                </a:lnTo>
                <a:lnTo>
                  <a:pt x="241" y="1444"/>
                </a:lnTo>
                <a:lnTo>
                  <a:pt x="193" y="1558"/>
                </a:lnTo>
                <a:lnTo>
                  <a:pt x="149" y="1672"/>
                </a:lnTo>
                <a:lnTo>
                  <a:pt x="111" y="1795"/>
                </a:lnTo>
                <a:lnTo>
                  <a:pt x="77" y="1919"/>
                </a:lnTo>
                <a:lnTo>
                  <a:pt x="53" y="2052"/>
                </a:lnTo>
                <a:lnTo>
                  <a:pt x="29" y="2185"/>
                </a:lnTo>
                <a:lnTo>
                  <a:pt x="14" y="2318"/>
                </a:lnTo>
                <a:lnTo>
                  <a:pt x="5" y="2460"/>
                </a:lnTo>
                <a:lnTo>
                  <a:pt x="0" y="2602"/>
                </a:lnTo>
                <a:lnTo>
                  <a:pt x="0" y="2745"/>
                </a:lnTo>
                <a:lnTo>
                  <a:pt x="5" y="2878"/>
                </a:lnTo>
                <a:lnTo>
                  <a:pt x="14" y="3020"/>
                </a:lnTo>
                <a:lnTo>
                  <a:pt x="29" y="3153"/>
                </a:lnTo>
                <a:lnTo>
                  <a:pt x="48" y="3286"/>
                </a:lnTo>
                <a:lnTo>
                  <a:pt x="77" y="3410"/>
                </a:lnTo>
                <a:lnTo>
                  <a:pt x="106" y="3524"/>
                </a:lnTo>
                <a:lnTo>
                  <a:pt x="145" y="3638"/>
                </a:lnTo>
                <a:lnTo>
                  <a:pt x="183" y="3742"/>
                </a:lnTo>
                <a:lnTo>
                  <a:pt x="231" y="3846"/>
                </a:lnTo>
                <a:lnTo>
                  <a:pt x="280" y="3932"/>
                </a:lnTo>
                <a:lnTo>
                  <a:pt x="337" y="4008"/>
                </a:lnTo>
                <a:lnTo>
                  <a:pt x="400" y="4074"/>
                </a:lnTo>
                <a:lnTo>
                  <a:pt x="468" y="4131"/>
                </a:lnTo>
                <a:lnTo>
                  <a:pt x="540" y="4169"/>
                </a:lnTo>
                <a:lnTo>
                  <a:pt x="612" y="4198"/>
                </a:lnTo>
                <a:lnTo>
                  <a:pt x="694" y="4207"/>
                </a:lnTo>
                <a:lnTo>
                  <a:pt x="781" y="4207"/>
                </a:lnTo>
                <a:lnTo>
                  <a:pt x="2102" y="4008"/>
                </a:lnTo>
                <a:lnTo>
                  <a:pt x="2743" y="3922"/>
                </a:lnTo>
                <a:lnTo>
                  <a:pt x="3379" y="3837"/>
                </a:lnTo>
                <a:lnTo>
                  <a:pt x="4011" y="3770"/>
                </a:lnTo>
                <a:lnTo>
                  <a:pt x="4637" y="3713"/>
                </a:lnTo>
                <a:lnTo>
                  <a:pt x="5259" y="3676"/>
                </a:lnTo>
                <a:lnTo>
                  <a:pt x="5573" y="3666"/>
                </a:lnTo>
                <a:lnTo>
                  <a:pt x="6195" y="3666"/>
                </a:lnTo>
                <a:lnTo>
                  <a:pt x="6503" y="3676"/>
                </a:lnTo>
                <a:lnTo>
                  <a:pt x="6816" y="3694"/>
                </a:lnTo>
                <a:lnTo>
                  <a:pt x="7125" y="3713"/>
                </a:lnTo>
                <a:lnTo>
                  <a:pt x="7438" y="3751"/>
                </a:lnTo>
                <a:lnTo>
                  <a:pt x="7752" y="3789"/>
                </a:lnTo>
                <a:lnTo>
                  <a:pt x="8065" y="3837"/>
                </a:lnTo>
                <a:lnTo>
                  <a:pt x="8378" y="3903"/>
                </a:lnTo>
                <a:lnTo>
                  <a:pt x="8696" y="3970"/>
                </a:lnTo>
                <a:lnTo>
                  <a:pt x="9015" y="4055"/>
                </a:lnTo>
                <a:lnTo>
                  <a:pt x="9338" y="4141"/>
                </a:lnTo>
                <a:lnTo>
                  <a:pt x="9656" y="4245"/>
                </a:lnTo>
                <a:lnTo>
                  <a:pt x="9984" y="4359"/>
                </a:lnTo>
                <a:lnTo>
                  <a:pt x="10307" y="4483"/>
                </a:lnTo>
                <a:lnTo>
                  <a:pt x="10634" y="4625"/>
                </a:lnTo>
                <a:lnTo>
                  <a:pt x="10967" y="4777"/>
                </a:lnTo>
                <a:lnTo>
                  <a:pt x="11030" y="4806"/>
                </a:lnTo>
                <a:lnTo>
                  <a:pt x="11088" y="4815"/>
                </a:lnTo>
                <a:lnTo>
                  <a:pt x="11145" y="4815"/>
                </a:lnTo>
                <a:lnTo>
                  <a:pt x="11198" y="4806"/>
                </a:lnTo>
                <a:lnTo>
                  <a:pt x="11251" y="4787"/>
                </a:lnTo>
                <a:lnTo>
                  <a:pt x="11300" y="4749"/>
                </a:lnTo>
                <a:lnTo>
                  <a:pt x="11343" y="4711"/>
                </a:lnTo>
                <a:lnTo>
                  <a:pt x="11386" y="4663"/>
                </a:lnTo>
                <a:lnTo>
                  <a:pt x="11425" y="4616"/>
                </a:lnTo>
                <a:lnTo>
                  <a:pt x="11459" y="4549"/>
                </a:lnTo>
                <a:lnTo>
                  <a:pt x="11488" y="4483"/>
                </a:lnTo>
                <a:lnTo>
                  <a:pt x="11517" y="4407"/>
                </a:lnTo>
                <a:lnTo>
                  <a:pt x="11541" y="4331"/>
                </a:lnTo>
                <a:lnTo>
                  <a:pt x="11565" y="4245"/>
                </a:lnTo>
                <a:lnTo>
                  <a:pt x="11579" y="4160"/>
                </a:lnTo>
                <a:lnTo>
                  <a:pt x="11594" y="4074"/>
                </a:lnTo>
                <a:lnTo>
                  <a:pt x="11603" y="3979"/>
                </a:lnTo>
                <a:lnTo>
                  <a:pt x="11613" y="3894"/>
                </a:lnTo>
                <a:lnTo>
                  <a:pt x="11613" y="3799"/>
                </a:lnTo>
                <a:lnTo>
                  <a:pt x="11613" y="3704"/>
                </a:lnTo>
                <a:lnTo>
                  <a:pt x="11603" y="3609"/>
                </a:lnTo>
                <a:lnTo>
                  <a:pt x="11594" y="3514"/>
                </a:lnTo>
                <a:lnTo>
                  <a:pt x="11579" y="3419"/>
                </a:lnTo>
                <a:lnTo>
                  <a:pt x="11560" y="3334"/>
                </a:lnTo>
                <a:lnTo>
                  <a:pt x="11541" y="3248"/>
                </a:lnTo>
                <a:lnTo>
                  <a:pt x="11512" y="3163"/>
                </a:lnTo>
                <a:lnTo>
                  <a:pt x="11478" y="3077"/>
                </a:lnTo>
                <a:lnTo>
                  <a:pt x="11444" y="3011"/>
                </a:lnTo>
                <a:lnTo>
                  <a:pt x="11401" y="2935"/>
                </a:lnTo>
                <a:lnTo>
                  <a:pt x="11357" y="2878"/>
                </a:lnTo>
                <a:lnTo>
                  <a:pt x="11304" y="2821"/>
                </a:lnTo>
                <a:lnTo>
                  <a:pt x="11251" y="2773"/>
                </a:lnTo>
                <a:lnTo>
                  <a:pt x="10943" y="2536"/>
                </a:lnTo>
                <a:lnTo>
                  <a:pt x="10634" y="2318"/>
                </a:lnTo>
                <a:lnTo>
                  <a:pt x="10321" y="2099"/>
                </a:lnTo>
                <a:lnTo>
                  <a:pt x="10003" y="1890"/>
                </a:lnTo>
                <a:lnTo>
                  <a:pt x="9685" y="1691"/>
                </a:lnTo>
                <a:lnTo>
                  <a:pt x="9357" y="1501"/>
                </a:lnTo>
                <a:lnTo>
                  <a:pt x="9029" y="1320"/>
                </a:lnTo>
                <a:lnTo>
                  <a:pt x="8696" y="1150"/>
                </a:lnTo>
                <a:lnTo>
                  <a:pt x="8359" y="988"/>
                </a:lnTo>
                <a:lnTo>
                  <a:pt x="8022" y="846"/>
                </a:lnTo>
                <a:lnTo>
                  <a:pt x="7684" y="703"/>
                </a:lnTo>
                <a:lnTo>
                  <a:pt x="7342" y="570"/>
                </a:lnTo>
                <a:lnTo>
                  <a:pt x="7000" y="456"/>
                </a:lnTo>
                <a:lnTo>
                  <a:pt x="6653" y="352"/>
                </a:lnTo>
                <a:lnTo>
                  <a:pt x="6305" y="266"/>
                </a:lnTo>
                <a:lnTo>
                  <a:pt x="5963" y="181"/>
                </a:lnTo>
                <a:lnTo>
                  <a:pt x="5616" y="124"/>
                </a:lnTo>
                <a:lnTo>
                  <a:pt x="5269" y="67"/>
                </a:lnTo>
                <a:lnTo>
                  <a:pt x="4922" y="29"/>
                </a:lnTo>
                <a:lnTo>
                  <a:pt x="4575" y="10"/>
                </a:lnTo>
                <a:lnTo>
                  <a:pt x="42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3" name="Google Shape;203;p10"/>
          <p:cNvSpPr/>
          <p:nvPr/>
        </p:nvSpPr>
        <p:spPr>
          <a:xfrm>
            <a:off x="430309" y="3883229"/>
            <a:ext cx="148987" cy="71137"/>
          </a:xfrm>
          <a:custGeom>
            <a:rect b="b" l="l" r="r" t="t"/>
            <a:pathLst>
              <a:path extrusionOk="0" h="6667" w="8967">
                <a:moveTo>
                  <a:pt x="6865" y="0"/>
                </a:moveTo>
                <a:lnTo>
                  <a:pt x="6605" y="10"/>
                </a:lnTo>
                <a:lnTo>
                  <a:pt x="6349" y="19"/>
                </a:lnTo>
                <a:lnTo>
                  <a:pt x="6089" y="47"/>
                </a:lnTo>
                <a:lnTo>
                  <a:pt x="5828" y="76"/>
                </a:lnTo>
                <a:lnTo>
                  <a:pt x="5568" y="123"/>
                </a:lnTo>
                <a:lnTo>
                  <a:pt x="5313" y="171"/>
                </a:lnTo>
                <a:lnTo>
                  <a:pt x="5052" y="237"/>
                </a:lnTo>
                <a:lnTo>
                  <a:pt x="4792" y="304"/>
                </a:lnTo>
                <a:lnTo>
                  <a:pt x="4536" y="389"/>
                </a:lnTo>
                <a:lnTo>
                  <a:pt x="4276" y="484"/>
                </a:lnTo>
                <a:lnTo>
                  <a:pt x="4021" y="579"/>
                </a:lnTo>
                <a:lnTo>
                  <a:pt x="3765" y="693"/>
                </a:lnTo>
                <a:lnTo>
                  <a:pt x="3514" y="817"/>
                </a:lnTo>
                <a:lnTo>
                  <a:pt x="3264" y="950"/>
                </a:lnTo>
                <a:lnTo>
                  <a:pt x="3013" y="1092"/>
                </a:lnTo>
                <a:lnTo>
                  <a:pt x="2762" y="1244"/>
                </a:lnTo>
                <a:lnTo>
                  <a:pt x="2521" y="1405"/>
                </a:lnTo>
                <a:lnTo>
                  <a:pt x="2276" y="1586"/>
                </a:lnTo>
                <a:lnTo>
                  <a:pt x="2035" y="1766"/>
                </a:lnTo>
                <a:lnTo>
                  <a:pt x="1798" y="1966"/>
                </a:lnTo>
                <a:lnTo>
                  <a:pt x="1562" y="2165"/>
                </a:lnTo>
                <a:lnTo>
                  <a:pt x="1331" y="2384"/>
                </a:lnTo>
                <a:lnTo>
                  <a:pt x="1104" y="2611"/>
                </a:lnTo>
                <a:lnTo>
                  <a:pt x="878" y="2849"/>
                </a:lnTo>
                <a:lnTo>
                  <a:pt x="656" y="3096"/>
                </a:lnTo>
                <a:lnTo>
                  <a:pt x="439" y="3362"/>
                </a:lnTo>
                <a:lnTo>
                  <a:pt x="352" y="3476"/>
                </a:lnTo>
                <a:lnTo>
                  <a:pt x="275" y="3609"/>
                </a:lnTo>
                <a:lnTo>
                  <a:pt x="208" y="3741"/>
                </a:lnTo>
                <a:lnTo>
                  <a:pt x="150" y="3884"/>
                </a:lnTo>
                <a:lnTo>
                  <a:pt x="101" y="4036"/>
                </a:lnTo>
                <a:lnTo>
                  <a:pt x="63" y="4188"/>
                </a:lnTo>
                <a:lnTo>
                  <a:pt x="34" y="4349"/>
                </a:lnTo>
                <a:lnTo>
                  <a:pt x="15" y="4501"/>
                </a:lnTo>
                <a:lnTo>
                  <a:pt x="5" y="4663"/>
                </a:lnTo>
                <a:lnTo>
                  <a:pt x="0" y="4824"/>
                </a:lnTo>
                <a:lnTo>
                  <a:pt x="5" y="4985"/>
                </a:lnTo>
                <a:lnTo>
                  <a:pt x="15" y="5147"/>
                </a:lnTo>
                <a:lnTo>
                  <a:pt x="34" y="5299"/>
                </a:lnTo>
                <a:lnTo>
                  <a:pt x="63" y="5460"/>
                </a:lnTo>
                <a:lnTo>
                  <a:pt x="92" y="5603"/>
                </a:lnTo>
                <a:lnTo>
                  <a:pt x="135" y="5745"/>
                </a:lnTo>
                <a:lnTo>
                  <a:pt x="179" y="5888"/>
                </a:lnTo>
                <a:lnTo>
                  <a:pt x="227" y="6011"/>
                </a:lnTo>
                <a:lnTo>
                  <a:pt x="285" y="6134"/>
                </a:lnTo>
                <a:lnTo>
                  <a:pt x="347" y="6248"/>
                </a:lnTo>
                <a:lnTo>
                  <a:pt x="410" y="6343"/>
                </a:lnTo>
                <a:lnTo>
                  <a:pt x="482" y="6429"/>
                </a:lnTo>
                <a:lnTo>
                  <a:pt x="555" y="6505"/>
                </a:lnTo>
                <a:lnTo>
                  <a:pt x="632" y="6571"/>
                </a:lnTo>
                <a:lnTo>
                  <a:pt x="714" y="6619"/>
                </a:lnTo>
                <a:lnTo>
                  <a:pt x="800" y="6647"/>
                </a:lnTo>
                <a:lnTo>
                  <a:pt x="887" y="6666"/>
                </a:lnTo>
                <a:lnTo>
                  <a:pt x="979" y="6657"/>
                </a:lnTo>
                <a:lnTo>
                  <a:pt x="1070" y="6638"/>
                </a:lnTo>
                <a:lnTo>
                  <a:pt x="1162" y="6600"/>
                </a:lnTo>
                <a:lnTo>
                  <a:pt x="1258" y="6533"/>
                </a:lnTo>
                <a:lnTo>
                  <a:pt x="1355" y="6448"/>
                </a:lnTo>
                <a:lnTo>
                  <a:pt x="1789" y="6030"/>
                </a:lnTo>
                <a:lnTo>
                  <a:pt x="2218" y="5631"/>
                </a:lnTo>
                <a:lnTo>
                  <a:pt x="2642" y="5261"/>
                </a:lnTo>
                <a:lnTo>
                  <a:pt x="3066" y="4900"/>
                </a:lnTo>
                <a:lnTo>
                  <a:pt x="3486" y="4568"/>
                </a:lnTo>
                <a:lnTo>
                  <a:pt x="3910" y="4264"/>
                </a:lnTo>
                <a:lnTo>
                  <a:pt x="4122" y="4112"/>
                </a:lnTo>
                <a:lnTo>
                  <a:pt x="4334" y="3969"/>
                </a:lnTo>
                <a:lnTo>
                  <a:pt x="4546" y="3836"/>
                </a:lnTo>
                <a:lnTo>
                  <a:pt x="4758" y="3713"/>
                </a:lnTo>
                <a:lnTo>
                  <a:pt x="4975" y="3590"/>
                </a:lnTo>
                <a:lnTo>
                  <a:pt x="5192" y="3466"/>
                </a:lnTo>
                <a:lnTo>
                  <a:pt x="5409" y="3362"/>
                </a:lnTo>
                <a:lnTo>
                  <a:pt x="5626" y="3257"/>
                </a:lnTo>
                <a:lnTo>
                  <a:pt x="5843" y="3153"/>
                </a:lnTo>
                <a:lnTo>
                  <a:pt x="6065" y="3067"/>
                </a:lnTo>
                <a:lnTo>
                  <a:pt x="6286" y="2982"/>
                </a:lnTo>
                <a:lnTo>
                  <a:pt x="6513" y="2906"/>
                </a:lnTo>
                <a:lnTo>
                  <a:pt x="6740" y="2830"/>
                </a:lnTo>
                <a:lnTo>
                  <a:pt x="6966" y="2763"/>
                </a:lnTo>
                <a:lnTo>
                  <a:pt x="7197" y="2706"/>
                </a:lnTo>
                <a:lnTo>
                  <a:pt x="7434" y="2659"/>
                </a:lnTo>
                <a:lnTo>
                  <a:pt x="7665" y="2611"/>
                </a:lnTo>
                <a:lnTo>
                  <a:pt x="7906" y="2573"/>
                </a:lnTo>
                <a:lnTo>
                  <a:pt x="8147" y="2545"/>
                </a:lnTo>
                <a:lnTo>
                  <a:pt x="8393" y="2526"/>
                </a:lnTo>
                <a:lnTo>
                  <a:pt x="8460" y="2516"/>
                </a:lnTo>
                <a:lnTo>
                  <a:pt x="8528" y="2488"/>
                </a:lnTo>
                <a:lnTo>
                  <a:pt x="8591" y="2459"/>
                </a:lnTo>
                <a:lnTo>
                  <a:pt x="8648" y="2412"/>
                </a:lnTo>
                <a:lnTo>
                  <a:pt x="8697" y="2365"/>
                </a:lnTo>
                <a:lnTo>
                  <a:pt x="8745" y="2298"/>
                </a:lnTo>
                <a:lnTo>
                  <a:pt x="8788" y="2232"/>
                </a:lnTo>
                <a:lnTo>
                  <a:pt x="8827" y="2156"/>
                </a:lnTo>
                <a:lnTo>
                  <a:pt x="8861" y="2070"/>
                </a:lnTo>
                <a:lnTo>
                  <a:pt x="8890" y="1985"/>
                </a:lnTo>
                <a:lnTo>
                  <a:pt x="8914" y="1899"/>
                </a:lnTo>
                <a:lnTo>
                  <a:pt x="8933" y="1795"/>
                </a:lnTo>
                <a:lnTo>
                  <a:pt x="8947" y="1700"/>
                </a:lnTo>
                <a:lnTo>
                  <a:pt x="8957" y="1595"/>
                </a:lnTo>
                <a:lnTo>
                  <a:pt x="8962" y="1491"/>
                </a:lnTo>
                <a:lnTo>
                  <a:pt x="8967" y="1386"/>
                </a:lnTo>
                <a:lnTo>
                  <a:pt x="8962" y="1282"/>
                </a:lnTo>
                <a:lnTo>
                  <a:pt x="8952" y="1178"/>
                </a:lnTo>
                <a:lnTo>
                  <a:pt x="8943" y="1083"/>
                </a:lnTo>
                <a:lnTo>
                  <a:pt x="8928" y="978"/>
                </a:lnTo>
                <a:lnTo>
                  <a:pt x="8904" y="874"/>
                </a:lnTo>
                <a:lnTo>
                  <a:pt x="8880" y="779"/>
                </a:lnTo>
                <a:lnTo>
                  <a:pt x="8851" y="693"/>
                </a:lnTo>
                <a:lnTo>
                  <a:pt x="8817" y="608"/>
                </a:lnTo>
                <a:lnTo>
                  <a:pt x="8779" y="522"/>
                </a:lnTo>
                <a:lnTo>
                  <a:pt x="8735" y="446"/>
                </a:lnTo>
                <a:lnTo>
                  <a:pt x="8687" y="380"/>
                </a:lnTo>
                <a:lnTo>
                  <a:pt x="8639" y="323"/>
                </a:lnTo>
                <a:lnTo>
                  <a:pt x="8581" y="266"/>
                </a:lnTo>
                <a:lnTo>
                  <a:pt x="8523" y="228"/>
                </a:lnTo>
                <a:lnTo>
                  <a:pt x="8460" y="199"/>
                </a:lnTo>
                <a:lnTo>
                  <a:pt x="8393" y="171"/>
                </a:lnTo>
                <a:lnTo>
                  <a:pt x="8142" y="123"/>
                </a:lnTo>
                <a:lnTo>
                  <a:pt x="7887" y="76"/>
                </a:lnTo>
                <a:lnTo>
                  <a:pt x="7636" y="47"/>
                </a:lnTo>
                <a:lnTo>
                  <a:pt x="7381" y="19"/>
                </a:lnTo>
                <a:lnTo>
                  <a:pt x="7120" y="10"/>
                </a:lnTo>
                <a:lnTo>
                  <a:pt x="68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04" name="Google Shape;204;p10"/>
          <p:cNvSpPr/>
          <p:nvPr/>
        </p:nvSpPr>
        <p:spPr>
          <a:xfrm>
            <a:off x="824527" y="285838"/>
            <a:ext cx="304664" cy="325676"/>
          </a:xfrm>
          <a:custGeom>
            <a:rect b="b" l="l" r="r" t="t"/>
            <a:pathLst>
              <a:path extrusionOk="0" h="23523" w="14131">
                <a:moveTo>
                  <a:pt x="7916" y="1"/>
                </a:moveTo>
                <a:lnTo>
                  <a:pt x="7863" y="10"/>
                </a:lnTo>
                <a:lnTo>
                  <a:pt x="7810" y="20"/>
                </a:lnTo>
                <a:lnTo>
                  <a:pt x="7752" y="48"/>
                </a:lnTo>
                <a:lnTo>
                  <a:pt x="7699" y="77"/>
                </a:lnTo>
                <a:lnTo>
                  <a:pt x="7646" y="115"/>
                </a:lnTo>
                <a:lnTo>
                  <a:pt x="7598" y="162"/>
                </a:lnTo>
                <a:lnTo>
                  <a:pt x="7550" y="219"/>
                </a:lnTo>
                <a:lnTo>
                  <a:pt x="7502" y="285"/>
                </a:lnTo>
                <a:lnTo>
                  <a:pt x="7454" y="352"/>
                </a:lnTo>
                <a:lnTo>
                  <a:pt x="7415" y="428"/>
                </a:lnTo>
                <a:lnTo>
                  <a:pt x="7372" y="504"/>
                </a:lnTo>
                <a:lnTo>
                  <a:pt x="7338" y="589"/>
                </a:lnTo>
                <a:lnTo>
                  <a:pt x="7304" y="684"/>
                </a:lnTo>
                <a:lnTo>
                  <a:pt x="7280" y="789"/>
                </a:lnTo>
                <a:lnTo>
                  <a:pt x="7256" y="893"/>
                </a:lnTo>
                <a:lnTo>
                  <a:pt x="7237" y="1007"/>
                </a:lnTo>
                <a:lnTo>
                  <a:pt x="7222" y="1121"/>
                </a:lnTo>
                <a:lnTo>
                  <a:pt x="7217" y="1245"/>
                </a:lnTo>
                <a:lnTo>
                  <a:pt x="7188" y="2204"/>
                </a:lnTo>
                <a:lnTo>
                  <a:pt x="7164" y="3172"/>
                </a:lnTo>
                <a:lnTo>
                  <a:pt x="7155" y="4141"/>
                </a:lnTo>
                <a:lnTo>
                  <a:pt x="7150" y="5100"/>
                </a:lnTo>
                <a:lnTo>
                  <a:pt x="7155" y="6069"/>
                </a:lnTo>
                <a:lnTo>
                  <a:pt x="7160" y="7037"/>
                </a:lnTo>
                <a:lnTo>
                  <a:pt x="7184" y="8974"/>
                </a:lnTo>
                <a:lnTo>
                  <a:pt x="7184" y="8974"/>
                </a:lnTo>
                <a:lnTo>
                  <a:pt x="6412" y="8946"/>
                </a:lnTo>
                <a:lnTo>
                  <a:pt x="5641" y="8927"/>
                </a:lnTo>
                <a:lnTo>
                  <a:pt x="4870" y="8908"/>
                </a:lnTo>
                <a:lnTo>
                  <a:pt x="4094" y="8889"/>
                </a:lnTo>
                <a:lnTo>
                  <a:pt x="1785" y="8889"/>
                </a:lnTo>
                <a:lnTo>
                  <a:pt x="1013" y="8908"/>
                </a:lnTo>
                <a:lnTo>
                  <a:pt x="951" y="8908"/>
                </a:lnTo>
                <a:lnTo>
                  <a:pt x="893" y="8917"/>
                </a:lnTo>
                <a:lnTo>
                  <a:pt x="835" y="8936"/>
                </a:lnTo>
                <a:lnTo>
                  <a:pt x="777" y="8955"/>
                </a:lnTo>
                <a:lnTo>
                  <a:pt x="724" y="8984"/>
                </a:lnTo>
                <a:lnTo>
                  <a:pt x="671" y="9012"/>
                </a:lnTo>
                <a:lnTo>
                  <a:pt x="618" y="9050"/>
                </a:lnTo>
                <a:lnTo>
                  <a:pt x="570" y="9088"/>
                </a:lnTo>
                <a:lnTo>
                  <a:pt x="478" y="9183"/>
                </a:lnTo>
                <a:lnTo>
                  <a:pt x="396" y="9288"/>
                </a:lnTo>
                <a:lnTo>
                  <a:pt x="319" y="9421"/>
                </a:lnTo>
                <a:lnTo>
                  <a:pt x="256" y="9554"/>
                </a:lnTo>
                <a:lnTo>
                  <a:pt x="194" y="9706"/>
                </a:lnTo>
                <a:lnTo>
                  <a:pt x="146" y="9867"/>
                </a:lnTo>
                <a:lnTo>
                  <a:pt x="102" y="10038"/>
                </a:lnTo>
                <a:lnTo>
                  <a:pt x="64" y="10218"/>
                </a:lnTo>
                <a:lnTo>
                  <a:pt x="35" y="10399"/>
                </a:lnTo>
                <a:lnTo>
                  <a:pt x="15" y="10589"/>
                </a:lnTo>
                <a:lnTo>
                  <a:pt x="6" y="10779"/>
                </a:lnTo>
                <a:lnTo>
                  <a:pt x="1" y="10969"/>
                </a:lnTo>
                <a:lnTo>
                  <a:pt x="6" y="11158"/>
                </a:lnTo>
                <a:lnTo>
                  <a:pt x="15" y="11348"/>
                </a:lnTo>
                <a:lnTo>
                  <a:pt x="35" y="11538"/>
                </a:lnTo>
                <a:lnTo>
                  <a:pt x="64" y="11719"/>
                </a:lnTo>
                <a:lnTo>
                  <a:pt x="102" y="11899"/>
                </a:lnTo>
                <a:lnTo>
                  <a:pt x="146" y="12070"/>
                </a:lnTo>
                <a:lnTo>
                  <a:pt x="194" y="12232"/>
                </a:lnTo>
                <a:lnTo>
                  <a:pt x="256" y="12383"/>
                </a:lnTo>
                <a:lnTo>
                  <a:pt x="324" y="12516"/>
                </a:lnTo>
                <a:lnTo>
                  <a:pt x="396" y="12640"/>
                </a:lnTo>
                <a:lnTo>
                  <a:pt x="478" y="12754"/>
                </a:lnTo>
                <a:lnTo>
                  <a:pt x="570" y="12849"/>
                </a:lnTo>
                <a:lnTo>
                  <a:pt x="618" y="12887"/>
                </a:lnTo>
                <a:lnTo>
                  <a:pt x="671" y="12925"/>
                </a:lnTo>
                <a:lnTo>
                  <a:pt x="724" y="12953"/>
                </a:lnTo>
                <a:lnTo>
                  <a:pt x="777" y="12982"/>
                </a:lnTo>
                <a:lnTo>
                  <a:pt x="835" y="13001"/>
                </a:lnTo>
                <a:lnTo>
                  <a:pt x="893" y="13020"/>
                </a:lnTo>
                <a:lnTo>
                  <a:pt x="951" y="13029"/>
                </a:lnTo>
                <a:lnTo>
                  <a:pt x="1013" y="13029"/>
                </a:lnTo>
                <a:lnTo>
                  <a:pt x="1789" y="13048"/>
                </a:lnTo>
                <a:lnTo>
                  <a:pt x="3342" y="13048"/>
                </a:lnTo>
                <a:lnTo>
                  <a:pt x="4118" y="13039"/>
                </a:lnTo>
                <a:lnTo>
                  <a:pt x="4899" y="13029"/>
                </a:lnTo>
                <a:lnTo>
                  <a:pt x="5675" y="13010"/>
                </a:lnTo>
                <a:lnTo>
                  <a:pt x="6451" y="12991"/>
                </a:lnTo>
                <a:lnTo>
                  <a:pt x="7232" y="12953"/>
                </a:lnTo>
                <a:lnTo>
                  <a:pt x="7232" y="14112"/>
                </a:lnTo>
                <a:lnTo>
                  <a:pt x="7232" y="15270"/>
                </a:lnTo>
                <a:lnTo>
                  <a:pt x="7232" y="16438"/>
                </a:lnTo>
                <a:lnTo>
                  <a:pt x="7237" y="17018"/>
                </a:lnTo>
                <a:lnTo>
                  <a:pt x="7242" y="17597"/>
                </a:lnTo>
                <a:lnTo>
                  <a:pt x="7251" y="18186"/>
                </a:lnTo>
                <a:lnTo>
                  <a:pt x="7270" y="18765"/>
                </a:lnTo>
                <a:lnTo>
                  <a:pt x="7290" y="19335"/>
                </a:lnTo>
                <a:lnTo>
                  <a:pt x="7314" y="19914"/>
                </a:lnTo>
                <a:lnTo>
                  <a:pt x="7348" y="20484"/>
                </a:lnTo>
                <a:lnTo>
                  <a:pt x="7386" y="21053"/>
                </a:lnTo>
                <a:lnTo>
                  <a:pt x="7434" y="21614"/>
                </a:lnTo>
                <a:lnTo>
                  <a:pt x="7492" y="22174"/>
                </a:lnTo>
                <a:lnTo>
                  <a:pt x="7516" y="22373"/>
                </a:lnTo>
                <a:lnTo>
                  <a:pt x="7550" y="22563"/>
                </a:lnTo>
                <a:lnTo>
                  <a:pt x="7593" y="22725"/>
                </a:lnTo>
                <a:lnTo>
                  <a:pt x="7637" y="22877"/>
                </a:lnTo>
                <a:lnTo>
                  <a:pt x="7690" y="23010"/>
                </a:lnTo>
                <a:lnTo>
                  <a:pt x="7748" y="23124"/>
                </a:lnTo>
                <a:lnTo>
                  <a:pt x="7806" y="23228"/>
                </a:lnTo>
                <a:lnTo>
                  <a:pt x="7873" y="23313"/>
                </a:lnTo>
                <a:lnTo>
                  <a:pt x="7941" y="23380"/>
                </a:lnTo>
                <a:lnTo>
                  <a:pt x="8013" y="23437"/>
                </a:lnTo>
                <a:lnTo>
                  <a:pt x="8085" y="23484"/>
                </a:lnTo>
                <a:lnTo>
                  <a:pt x="8162" y="23513"/>
                </a:lnTo>
                <a:lnTo>
                  <a:pt x="8239" y="23522"/>
                </a:lnTo>
                <a:lnTo>
                  <a:pt x="8317" y="23522"/>
                </a:lnTo>
                <a:lnTo>
                  <a:pt x="8398" y="23513"/>
                </a:lnTo>
                <a:lnTo>
                  <a:pt x="8476" y="23494"/>
                </a:lnTo>
                <a:lnTo>
                  <a:pt x="8553" y="23456"/>
                </a:lnTo>
                <a:lnTo>
                  <a:pt x="8635" y="23408"/>
                </a:lnTo>
                <a:lnTo>
                  <a:pt x="8712" y="23342"/>
                </a:lnTo>
                <a:lnTo>
                  <a:pt x="8784" y="23275"/>
                </a:lnTo>
                <a:lnTo>
                  <a:pt x="8856" y="23190"/>
                </a:lnTo>
                <a:lnTo>
                  <a:pt x="8924" y="23105"/>
                </a:lnTo>
                <a:lnTo>
                  <a:pt x="8991" y="23000"/>
                </a:lnTo>
                <a:lnTo>
                  <a:pt x="9054" y="22886"/>
                </a:lnTo>
                <a:lnTo>
                  <a:pt x="9112" y="22763"/>
                </a:lnTo>
                <a:lnTo>
                  <a:pt x="9165" y="22639"/>
                </a:lnTo>
                <a:lnTo>
                  <a:pt x="9213" y="22497"/>
                </a:lnTo>
                <a:lnTo>
                  <a:pt x="9257" y="22345"/>
                </a:lnTo>
                <a:lnTo>
                  <a:pt x="9290" y="22193"/>
                </a:lnTo>
                <a:lnTo>
                  <a:pt x="9319" y="22032"/>
                </a:lnTo>
                <a:lnTo>
                  <a:pt x="9343" y="21861"/>
                </a:lnTo>
                <a:lnTo>
                  <a:pt x="9353" y="21680"/>
                </a:lnTo>
                <a:lnTo>
                  <a:pt x="9382" y="21139"/>
                </a:lnTo>
                <a:lnTo>
                  <a:pt x="9396" y="20598"/>
                </a:lnTo>
                <a:lnTo>
                  <a:pt x="9406" y="20056"/>
                </a:lnTo>
                <a:lnTo>
                  <a:pt x="9411" y="19506"/>
                </a:lnTo>
                <a:lnTo>
                  <a:pt x="9406" y="18955"/>
                </a:lnTo>
                <a:lnTo>
                  <a:pt x="9396" y="18395"/>
                </a:lnTo>
                <a:lnTo>
                  <a:pt x="9382" y="17844"/>
                </a:lnTo>
                <a:lnTo>
                  <a:pt x="9363" y="17283"/>
                </a:lnTo>
                <a:lnTo>
                  <a:pt x="9338" y="16723"/>
                </a:lnTo>
                <a:lnTo>
                  <a:pt x="9314" y="16163"/>
                </a:lnTo>
                <a:lnTo>
                  <a:pt x="9252" y="15052"/>
                </a:lnTo>
                <a:lnTo>
                  <a:pt x="9122" y="12820"/>
                </a:lnTo>
                <a:lnTo>
                  <a:pt x="10187" y="12754"/>
                </a:lnTo>
                <a:lnTo>
                  <a:pt x="11247" y="12687"/>
                </a:lnTo>
                <a:lnTo>
                  <a:pt x="12313" y="12611"/>
                </a:lnTo>
                <a:lnTo>
                  <a:pt x="13369" y="12516"/>
                </a:lnTo>
                <a:lnTo>
                  <a:pt x="13465" y="12497"/>
                </a:lnTo>
                <a:lnTo>
                  <a:pt x="13547" y="12469"/>
                </a:lnTo>
                <a:lnTo>
                  <a:pt x="13629" y="12421"/>
                </a:lnTo>
                <a:lnTo>
                  <a:pt x="13701" y="12355"/>
                </a:lnTo>
                <a:lnTo>
                  <a:pt x="13773" y="12289"/>
                </a:lnTo>
                <a:lnTo>
                  <a:pt x="13831" y="12203"/>
                </a:lnTo>
                <a:lnTo>
                  <a:pt x="13889" y="12108"/>
                </a:lnTo>
                <a:lnTo>
                  <a:pt x="13942" y="12004"/>
                </a:lnTo>
                <a:lnTo>
                  <a:pt x="13986" y="11890"/>
                </a:lnTo>
                <a:lnTo>
                  <a:pt x="14024" y="11776"/>
                </a:lnTo>
                <a:lnTo>
                  <a:pt x="14058" y="11652"/>
                </a:lnTo>
                <a:lnTo>
                  <a:pt x="14082" y="11519"/>
                </a:lnTo>
                <a:lnTo>
                  <a:pt x="14101" y="11386"/>
                </a:lnTo>
                <a:lnTo>
                  <a:pt x="14116" y="11244"/>
                </a:lnTo>
                <a:lnTo>
                  <a:pt x="14125" y="11111"/>
                </a:lnTo>
                <a:lnTo>
                  <a:pt x="14130" y="10969"/>
                </a:lnTo>
                <a:lnTo>
                  <a:pt x="14125" y="10826"/>
                </a:lnTo>
                <a:lnTo>
                  <a:pt x="14116" y="10693"/>
                </a:lnTo>
                <a:lnTo>
                  <a:pt x="14101" y="10551"/>
                </a:lnTo>
                <a:lnTo>
                  <a:pt x="14082" y="10418"/>
                </a:lnTo>
                <a:lnTo>
                  <a:pt x="14053" y="10285"/>
                </a:lnTo>
                <a:lnTo>
                  <a:pt x="14024" y="10161"/>
                </a:lnTo>
                <a:lnTo>
                  <a:pt x="13986" y="10047"/>
                </a:lnTo>
                <a:lnTo>
                  <a:pt x="13942" y="9933"/>
                </a:lnTo>
                <a:lnTo>
                  <a:pt x="13889" y="9829"/>
                </a:lnTo>
                <a:lnTo>
                  <a:pt x="13831" y="9734"/>
                </a:lnTo>
                <a:lnTo>
                  <a:pt x="13769" y="9649"/>
                </a:lnTo>
                <a:lnTo>
                  <a:pt x="13701" y="9582"/>
                </a:lnTo>
                <a:lnTo>
                  <a:pt x="13629" y="9516"/>
                </a:lnTo>
                <a:lnTo>
                  <a:pt x="13547" y="9468"/>
                </a:lnTo>
                <a:lnTo>
                  <a:pt x="13465" y="9440"/>
                </a:lnTo>
                <a:lnTo>
                  <a:pt x="13369" y="9421"/>
                </a:lnTo>
                <a:lnTo>
                  <a:pt x="12265" y="9316"/>
                </a:lnTo>
                <a:lnTo>
                  <a:pt x="11156" y="9240"/>
                </a:lnTo>
                <a:lnTo>
                  <a:pt x="10047" y="9164"/>
                </a:lnTo>
                <a:lnTo>
                  <a:pt x="8938" y="9098"/>
                </a:lnTo>
                <a:lnTo>
                  <a:pt x="8852" y="7047"/>
                </a:lnTo>
                <a:lnTo>
                  <a:pt x="8803" y="6021"/>
                </a:lnTo>
                <a:lnTo>
                  <a:pt x="8755" y="4996"/>
                </a:lnTo>
                <a:lnTo>
                  <a:pt x="8697" y="3970"/>
                </a:lnTo>
                <a:lnTo>
                  <a:pt x="8630" y="2944"/>
                </a:lnTo>
                <a:lnTo>
                  <a:pt x="8553" y="1919"/>
                </a:lnTo>
                <a:lnTo>
                  <a:pt x="8514" y="1416"/>
                </a:lnTo>
                <a:lnTo>
                  <a:pt x="8466" y="903"/>
                </a:lnTo>
                <a:lnTo>
                  <a:pt x="8451" y="770"/>
                </a:lnTo>
                <a:lnTo>
                  <a:pt x="8432" y="656"/>
                </a:lnTo>
                <a:lnTo>
                  <a:pt x="8408" y="542"/>
                </a:lnTo>
                <a:lnTo>
                  <a:pt x="8374" y="437"/>
                </a:lnTo>
                <a:lnTo>
                  <a:pt x="8341" y="352"/>
                </a:lnTo>
                <a:lnTo>
                  <a:pt x="8307" y="276"/>
                </a:lnTo>
                <a:lnTo>
                  <a:pt x="8263" y="210"/>
                </a:lnTo>
                <a:lnTo>
                  <a:pt x="8220" y="153"/>
                </a:lnTo>
                <a:lnTo>
                  <a:pt x="8177" y="96"/>
                </a:lnTo>
                <a:lnTo>
                  <a:pt x="8129" y="58"/>
                </a:lnTo>
                <a:lnTo>
                  <a:pt x="8075" y="29"/>
                </a:lnTo>
                <a:lnTo>
                  <a:pt x="8022" y="10"/>
                </a:lnTo>
                <a:lnTo>
                  <a:pt x="796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2"/>
        </a:solidFill>
      </p:bgPr>
    </p:bg>
    <p:spTree>
      <p:nvGrpSpPr>
        <p:cNvPr id="205" name="Shape 205"/>
        <p:cNvGrpSpPr/>
        <p:nvPr/>
      </p:nvGrpSpPr>
      <p:grpSpPr>
        <a:xfrm>
          <a:off x="0" y="0"/>
          <a:ext cx="0" cy="0"/>
          <a:chOff x="0" y="0"/>
          <a:chExt cx="0" cy="0"/>
        </a:xfrm>
      </p:grpSpPr>
      <p:sp>
        <p:nvSpPr>
          <p:cNvPr id="206" name="Google Shape;206;p11"/>
          <p:cNvSpPr txBox="1"/>
          <p:nvPr>
            <p:ph hasCustomPrompt="1" type="title"/>
          </p:nvPr>
        </p:nvSpPr>
        <p:spPr>
          <a:xfrm>
            <a:off x="720000" y="1538450"/>
            <a:ext cx="52692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87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07" name="Google Shape;207;p11"/>
          <p:cNvSpPr txBox="1"/>
          <p:nvPr>
            <p:ph idx="1" type="subTitle"/>
          </p:nvPr>
        </p:nvSpPr>
        <p:spPr>
          <a:xfrm>
            <a:off x="720000" y="3049600"/>
            <a:ext cx="52692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208" name="Google Shape;208;p11"/>
          <p:cNvSpPr/>
          <p:nvPr/>
        </p:nvSpPr>
        <p:spPr>
          <a:xfrm rot="3596023">
            <a:off x="2975352" y="949665"/>
            <a:ext cx="356624" cy="676456"/>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11"/>
          <p:cNvGrpSpPr/>
          <p:nvPr/>
        </p:nvGrpSpPr>
        <p:grpSpPr>
          <a:xfrm rot="-794769">
            <a:off x="487280" y="204085"/>
            <a:ext cx="1230953" cy="838421"/>
            <a:chOff x="3863003" y="76204"/>
            <a:chExt cx="881421" cy="520583"/>
          </a:xfrm>
        </p:grpSpPr>
        <p:sp>
          <p:nvSpPr>
            <p:cNvPr id="210" name="Google Shape;210;p11"/>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 name="Google Shape;215;p11"/>
          <p:cNvSpPr/>
          <p:nvPr/>
        </p:nvSpPr>
        <p:spPr>
          <a:xfrm rot="-2700000">
            <a:off x="338850" y="1885002"/>
            <a:ext cx="287751" cy="505102"/>
          </a:xfrm>
          <a:custGeom>
            <a:rect b="b" l="l" r="r" t="t"/>
            <a:pathLst>
              <a:path extrusionOk="0" h="40380" w="23004">
                <a:moveTo>
                  <a:pt x="14363" y="5125"/>
                </a:moveTo>
                <a:lnTo>
                  <a:pt x="14768" y="7114"/>
                </a:lnTo>
                <a:lnTo>
                  <a:pt x="15172" y="9104"/>
                </a:lnTo>
                <a:lnTo>
                  <a:pt x="15571" y="11101"/>
                </a:lnTo>
                <a:lnTo>
                  <a:pt x="15964" y="13090"/>
                </a:lnTo>
                <a:lnTo>
                  <a:pt x="16357" y="15087"/>
                </a:lnTo>
                <a:lnTo>
                  <a:pt x="16739" y="17084"/>
                </a:lnTo>
                <a:lnTo>
                  <a:pt x="17120" y="19081"/>
                </a:lnTo>
                <a:lnTo>
                  <a:pt x="17502" y="21077"/>
                </a:lnTo>
                <a:lnTo>
                  <a:pt x="17877" y="23081"/>
                </a:lnTo>
                <a:lnTo>
                  <a:pt x="18241" y="25078"/>
                </a:lnTo>
                <a:lnTo>
                  <a:pt x="18611" y="27082"/>
                </a:lnTo>
                <a:lnTo>
                  <a:pt x="18970" y="29086"/>
                </a:lnTo>
                <a:lnTo>
                  <a:pt x="19328" y="31090"/>
                </a:lnTo>
                <a:lnTo>
                  <a:pt x="19681" y="33101"/>
                </a:lnTo>
                <a:lnTo>
                  <a:pt x="20033" y="35105"/>
                </a:lnTo>
                <a:lnTo>
                  <a:pt x="20380" y="37116"/>
                </a:lnTo>
                <a:lnTo>
                  <a:pt x="19212" y="37058"/>
                </a:lnTo>
                <a:lnTo>
                  <a:pt x="18051" y="37008"/>
                </a:lnTo>
                <a:lnTo>
                  <a:pt x="16883" y="36972"/>
                </a:lnTo>
                <a:lnTo>
                  <a:pt x="15721" y="36937"/>
                </a:lnTo>
                <a:lnTo>
                  <a:pt x="14554" y="36915"/>
                </a:lnTo>
                <a:lnTo>
                  <a:pt x="13386" y="36901"/>
                </a:lnTo>
                <a:lnTo>
                  <a:pt x="12219" y="36901"/>
                </a:lnTo>
                <a:lnTo>
                  <a:pt x="11051" y="36908"/>
                </a:lnTo>
                <a:lnTo>
                  <a:pt x="9884" y="36930"/>
                </a:lnTo>
                <a:lnTo>
                  <a:pt x="8716" y="36958"/>
                </a:lnTo>
                <a:lnTo>
                  <a:pt x="7555" y="37001"/>
                </a:lnTo>
                <a:lnTo>
                  <a:pt x="6387" y="37058"/>
                </a:lnTo>
                <a:lnTo>
                  <a:pt x="5225" y="37123"/>
                </a:lnTo>
                <a:lnTo>
                  <a:pt x="4058" y="37201"/>
                </a:lnTo>
                <a:lnTo>
                  <a:pt x="2896" y="37302"/>
                </a:lnTo>
                <a:lnTo>
                  <a:pt x="1734" y="37409"/>
                </a:lnTo>
                <a:lnTo>
                  <a:pt x="2445" y="35334"/>
                </a:lnTo>
                <a:lnTo>
                  <a:pt x="3162" y="33272"/>
                </a:lnTo>
                <a:lnTo>
                  <a:pt x="3890" y="31211"/>
                </a:lnTo>
                <a:lnTo>
                  <a:pt x="4619" y="29157"/>
                </a:lnTo>
                <a:lnTo>
                  <a:pt x="5364" y="27110"/>
                </a:lnTo>
                <a:lnTo>
                  <a:pt x="6116" y="25071"/>
                </a:lnTo>
                <a:lnTo>
                  <a:pt x="6878" y="23045"/>
                </a:lnTo>
                <a:lnTo>
                  <a:pt x="7659" y="21020"/>
                </a:lnTo>
                <a:lnTo>
                  <a:pt x="8046" y="20011"/>
                </a:lnTo>
                <a:lnTo>
                  <a:pt x="8445" y="19002"/>
                </a:lnTo>
                <a:lnTo>
                  <a:pt x="8844" y="18000"/>
                </a:lnTo>
                <a:lnTo>
                  <a:pt x="9242" y="16998"/>
                </a:lnTo>
                <a:lnTo>
                  <a:pt x="9653" y="15996"/>
                </a:lnTo>
                <a:lnTo>
                  <a:pt x="10057" y="14994"/>
                </a:lnTo>
                <a:lnTo>
                  <a:pt x="10473" y="13999"/>
                </a:lnTo>
                <a:lnTo>
                  <a:pt x="10890" y="13004"/>
                </a:lnTo>
                <a:lnTo>
                  <a:pt x="11306" y="12010"/>
                </a:lnTo>
                <a:lnTo>
                  <a:pt x="11733" y="11022"/>
                </a:lnTo>
                <a:lnTo>
                  <a:pt x="12161" y="10034"/>
                </a:lnTo>
                <a:lnTo>
                  <a:pt x="12595" y="9047"/>
                </a:lnTo>
                <a:lnTo>
                  <a:pt x="13028" y="8059"/>
                </a:lnTo>
                <a:lnTo>
                  <a:pt x="13467" y="7079"/>
                </a:lnTo>
                <a:lnTo>
                  <a:pt x="13912" y="6098"/>
                </a:lnTo>
                <a:lnTo>
                  <a:pt x="14363" y="5125"/>
                </a:lnTo>
                <a:close/>
                <a:moveTo>
                  <a:pt x="14774" y="1"/>
                </a:moveTo>
                <a:lnTo>
                  <a:pt x="14693" y="8"/>
                </a:lnTo>
                <a:lnTo>
                  <a:pt x="14612" y="15"/>
                </a:lnTo>
                <a:lnTo>
                  <a:pt x="14531" y="36"/>
                </a:lnTo>
                <a:lnTo>
                  <a:pt x="14450" y="58"/>
                </a:lnTo>
                <a:lnTo>
                  <a:pt x="14375" y="86"/>
                </a:lnTo>
                <a:lnTo>
                  <a:pt x="14300" y="129"/>
                </a:lnTo>
                <a:lnTo>
                  <a:pt x="14224" y="172"/>
                </a:lnTo>
                <a:lnTo>
                  <a:pt x="14149" y="222"/>
                </a:lnTo>
                <a:lnTo>
                  <a:pt x="14086" y="280"/>
                </a:lnTo>
                <a:lnTo>
                  <a:pt x="14016" y="344"/>
                </a:lnTo>
                <a:lnTo>
                  <a:pt x="13959" y="416"/>
                </a:lnTo>
                <a:lnTo>
                  <a:pt x="13901" y="494"/>
                </a:lnTo>
                <a:lnTo>
                  <a:pt x="13843" y="587"/>
                </a:lnTo>
                <a:lnTo>
                  <a:pt x="13797" y="681"/>
                </a:lnTo>
                <a:lnTo>
                  <a:pt x="13277" y="1768"/>
                </a:lnTo>
                <a:lnTo>
                  <a:pt x="12756" y="2863"/>
                </a:lnTo>
                <a:lnTo>
                  <a:pt x="12242" y="3965"/>
                </a:lnTo>
                <a:lnTo>
                  <a:pt x="11733" y="5068"/>
                </a:lnTo>
                <a:lnTo>
                  <a:pt x="11231" y="6170"/>
                </a:lnTo>
                <a:lnTo>
                  <a:pt x="10733" y="7286"/>
                </a:lnTo>
                <a:lnTo>
                  <a:pt x="10242" y="8395"/>
                </a:lnTo>
                <a:lnTo>
                  <a:pt x="9757" y="9519"/>
                </a:lnTo>
                <a:lnTo>
                  <a:pt x="9271" y="10636"/>
                </a:lnTo>
                <a:lnTo>
                  <a:pt x="8797" y="11766"/>
                </a:lnTo>
                <a:lnTo>
                  <a:pt x="8323" y="12897"/>
                </a:lnTo>
                <a:lnTo>
                  <a:pt x="7861" y="14028"/>
                </a:lnTo>
                <a:lnTo>
                  <a:pt x="7404" y="15166"/>
                </a:lnTo>
                <a:lnTo>
                  <a:pt x="6948" y="16304"/>
                </a:lnTo>
                <a:lnTo>
                  <a:pt x="6503" y="17449"/>
                </a:lnTo>
                <a:lnTo>
                  <a:pt x="6063" y="18601"/>
                </a:lnTo>
                <a:lnTo>
                  <a:pt x="5630" y="19753"/>
                </a:lnTo>
                <a:lnTo>
                  <a:pt x="5208" y="20906"/>
                </a:lnTo>
                <a:lnTo>
                  <a:pt x="4786" y="22072"/>
                </a:lnTo>
                <a:lnTo>
                  <a:pt x="4376" y="23231"/>
                </a:lnTo>
                <a:lnTo>
                  <a:pt x="3971" y="24398"/>
                </a:lnTo>
                <a:lnTo>
                  <a:pt x="3572" y="25572"/>
                </a:lnTo>
                <a:lnTo>
                  <a:pt x="3185" y="26745"/>
                </a:lnTo>
                <a:lnTo>
                  <a:pt x="2804" y="27926"/>
                </a:lnTo>
                <a:lnTo>
                  <a:pt x="2428" y="29107"/>
                </a:lnTo>
                <a:lnTo>
                  <a:pt x="2058" y="30295"/>
                </a:lnTo>
                <a:lnTo>
                  <a:pt x="1706" y="31483"/>
                </a:lnTo>
                <a:lnTo>
                  <a:pt x="1353" y="32678"/>
                </a:lnTo>
                <a:lnTo>
                  <a:pt x="1012" y="33874"/>
                </a:lnTo>
                <a:lnTo>
                  <a:pt x="677" y="35076"/>
                </a:lnTo>
                <a:lnTo>
                  <a:pt x="353" y="36278"/>
                </a:lnTo>
                <a:lnTo>
                  <a:pt x="41" y="37488"/>
                </a:lnTo>
                <a:lnTo>
                  <a:pt x="18" y="37588"/>
                </a:lnTo>
                <a:lnTo>
                  <a:pt x="6" y="37688"/>
                </a:lnTo>
                <a:lnTo>
                  <a:pt x="1" y="37781"/>
                </a:lnTo>
                <a:lnTo>
                  <a:pt x="1" y="37867"/>
                </a:lnTo>
                <a:lnTo>
                  <a:pt x="12" y="37946"/>
                </a:lnTo>
                <a:lnTo>
                  <a:pt x="24" y="38032"/>
                </a:lnTo>
                <a:lnTo>
                  <a:pt x="47" y="38103"/>
                </a:lnTo>
                <a:lnTo>
                  <a:pt x="70" y="38175"/>
                </a:lnTo>
                <a:lnTo>
                  <a:pt x="53" y="38268"/>
                </a:lnTo>
                <a:lnTo>
                  <a:pt x="47" y="38361"/>
                </a:lnTo>
                <a:lnTo>
                  <a:pt x="47" y="38454"/>
                </a:lnTo>
                <a:lnTo>
                  <a:pt x="53" y="38547"/>
                </a:lnTo>
                <a:lnTo>
                  <a:pt x="64" y="38640"/>
                </a:lnTo>
                <a:lnTo>
                  <a:pt x="87" y="38733"/>
                </a:lnTo>
                <a:lnTo>
                  <a:pt x="116" y="38819"/>
                </a:lnTo>
                <a:lnTo>
                  <a:pt x="151" y="38898"/>
                </a:lnTo>
                <a:lnTo>
                  <a:pt x="197" y="38976"/>
                </a:lnTo>
                <a:lnTo>
                  <a:pt x="249" y="39048"/>
                </a:lnTo>
                <a:lnTo>
                  <a:pt x="307" y="39112"/>
                </a:lnTo>
                <a:lnTo>
                  <a:pt x="376" y="39170"/>
                </a:lnTo>
                <a:lnTo>
                  <a:pt x="451" y="39213"/>
                </a:lnTo>
                <a:lnTo>
                  <a:pt x="538" y="39248"/>
                </a:lnTo>
                <a:lnTo>
                  <a:pt x="631" y="39270"/>
                </a:lnTo>
                <a:lnTo>
                  <a:pt x="729" y="39284"/>
                </a:lnTo>
                <a:lnTo>
                  <a:pt x="1989" y="39363"/>
                </a:lnTo>
                <a:lnTo>
                  <a:pt x="3255" y="39427"/>
                </a:lnTo>
                <a:lnTo>
                  <a:pt x="4515" y="39484"/>
                </a:lnTo>
                <a:lnTo>
                  <a:pt x="5780" y="39535"/>
                </a:lnTo>
                <a:lnTo>
                  <a:pt x="7046" y="39585"/>
                </a:lnTo>
                <a:lnTo>
                  <a:pt x="8312" y="39628"/>
                </a:lnTo>
                <a:lnTo>
                  <a:pt x="10838" y="39699"/>
                </a:lnTo>
                <a:lnTo>
                  <a:pt x="13369" y="39756"/>
                </a:lnTo>
                <a:lnTo>
                  <a:pt x="15901" y="39807"/>
                </a:lnTo>
                <a:lnTo>
                  <a:pt x="18426" y="39849"/>
                </a:lnTo>
                <a:lnTo>
                  <a:pt x="20958" y="39900"/>
                </a:lnTo>
                <a:lnTo>
                  <a:pt x="21016" y="39993"/>
                </a:lnTo>
                <a:lnTo>
                  <a:pt x="21085" y="40078"/>
                </a:lnTo>
                <a:lnTo>
                  <a:pt x="21154" y="40150"/>
                </a:lnTo>
                <a:lnTo>
                  <a:pt x="21229" y="40207"/>
                </a:lnTo>
                <a:lnTo>
                  <a:pt x="21310" y="40257"/>
                </a:lnTo>
                <a:lnTo>
                  <a:pt x="21391" y="40300"/>
                </a:lnTo>
                <a:lnTo>
                  <a:pt x="21478" y="40336"/>
                </a:lnTo>
                <a:lnTo>
                  <a:pt x="21570" y="40358"/>
                </a:lnTo>
                <a:lnTo>
                  <a:pt x="21657" y="40372"/>
                </a:lnTo>
                <a:lnTo>
                  <a:pt x="21750" y="40379"/>
                </a:lnTo>
                <a:lnTo>
                  <a:pt x="21842" y="40372"/>
                </a:lnTo>
                <a:lnTo>
                  <a:pt x="21935" y="40358"/>
                </a:lnTo>
                <a:lnTo>
                  <a:pt x="22027" y="40336"/>
                </a:lnTo>
                <a:lnTo>
                  <a:pt x="22120" y="40307"/>
                </a:lnTo>
                <a:lnTo>
                  <a:pt x="22206" y="40272"/>
                </a:lnTo>
                <a:lnTo>
                  <a:pt x="22293" y="40229"/>
                </a:lnTo>
                <a:lnTo>
                  <a:pt x="22380" y="40179"/>
                </a:lnTo>
                <a:lnTo>
                  <a:pt x="22461" y="40114"/>
                </a:lnTo>
                <a:lnTo>
                  <a:pt x="22541" y="40050"/>
                </a:lnTo>
                <a:lnTo>
                  <a:pt x="22617" y="39971"/>
                </a:lnTo>
                <a:lnTo>
                  <a:pt x="22686" y="39892"/>
                </a:lnTo>
                <a:lnTo>
                  <a:pt x="22750" y="39807"/>
                </a:lnTo>
                <a:lnTo>
                  <a:pt x="22807" y="39713"/>
                </a:lnTo>
                <a:lnTo>
                  <a:pt x="22859" y="39613"/>
                </a:lnTo>
                <a:lnTo>
                  <a:pt x="22900" y="39506"/>
                </a:lnTo>
                <a:lnTo>
                  <a:pt x="22940" y="39391"/>
                </a:lnTo>
                <a:lnTo>
                  <a:pt x="22969" y="39270"/>
                </a:lnTo>
                <a:lnTo>
                  <a:pt x="22987" y="39148"/>
                </a:lnTo>
                <a:lnTo>
                  <a:pt x="22998" y="39019"/>
                </a:lnTo>
                <a:lnTo>
                  <a:pt x="23004" y="38883"/>
                </a:lnTo>
                <a:lnTo>
                  <a:pt x="22992" y="38747"/>
                </a:lnTo>
                <a:lnTo>
                  <a:pt x="22975" y="38604"/>
                </a:lnTo>
                <a:lnTo>
                  <a:pt x="22576" y="36242"/>
                </a:lnTo>
                <a:lnTo>
                  <a:pt x="22166" y="33881"/>
                </a:lnTo>
                <a:lnTo>
                  <a:pt x="21755" y="31526"/>
                </a:lnTo>
                <a:lnTo>
                  <a:pt x="21339" y="29164"/>
                </a:lnTo>
                <a:lnTo>
                  <a:pt x="20917" y="26810"/>
                </a:lnTo>
                <a:lnTo>
                  <a:pt x="20484" y="24455"/>
                </a:lnTo>
                <a:lnTo>
                  <a:pt x="20050" y="22108"/>
                </a:lnTo>
                <a:lnTo>
                  <a:pt x="19611" y="19760"/>
                </a:lnTo>
                <a:lnTo>
                  <a:pt x="19166" y="17406"/>
                </a:lnTo>
                <a:lnTo>
                  <a:pt x="18715" y="15058"/>
                </a:lnTo>
                <a:lnTo>
                  <a:pt x="18259" y="12718"/>
                </a:lnTo>
                <a:lnTo>
                  <a:pt x="17796" y="10371"/>
                </a:lnTo>
                <a:lnTo>
                  <a:pt x="17328" y="8031"/>
                </a:lnTo>
                <a:lnTo>
                  <a:pt x="16854" y="5690"/>
                </a:lnTo>
                <a:lnTo>
                  <a:pt x="16375" y="3350"/>
                </a:lnTo>
                <a:lnTo>
                  <a:pt x="15889" y="1017"/>
                </a:lnTo>
                <a:lnTo>
                  <a:pt x="15860" y="910"/>
                </a:lnTo>
                <a:lnTo>
                  <a:pt x="15831" y="802"/>
                </a:lnTo>
                <a:lnTo>
                  <a:pt x="15791" y="709"/>
                </a:lnTo>
                <a:lnTo>
                  <a:pt x="15750" y="616"/>
                </a:lnTo>
                <a:lnTo>
                  <a:pt x="15698" y="530"/>
                </a:lnTo>
                <a:lnTo>
                  <a:pt x="15646" y="451"/>
                </a:lnTo>
                <a:lnTo>
                  <a:pt x="15588" y="380"/>
                </a:lnTo>
                <a:lnTo>
                  <a:pt x="15525" y="316"/>
                </a:lnTo>
                <a:lnTo>
                  <a:pt x="15461" y="251"/>
                </a:lnTo>
                <a:lnTo>
                  <a:pt x="15392" y="201"/>
                </a:lnTo>
                <a:lnTo>
                  <a:pt x="15323" y="151"/>
                </a:lnTo>
                <a:lnTo>
                  <a:pt x="15247" y="108"/>
                </a:lnTo>
                <a:lnTo>
                  <a:pt x="15172" y="79"/>
                </a:lnTo>
                <a:lnTo>
                  <a:pt x="15091" y="51"/>
                </a:lnTo>
                <a:lnTo>
                  <a:pt x="15016" y="29"/>
                </a:lnTo>
                <a:lnTo>
                  <a:pt x="14935" y="8"/>
                </a:lnTo>
                <a:lnTo>
                  <a:pt x="148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3828779" y="-71752"/>
            <a:ext cx="1289220" cy="570377"/>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a:off x="-9" y="4733877"/>
            <a:ext cx="745333" cy="655134"/>
          </a:xfrm>
          <a:custGeom>
            <a:rect b="b" l="l" r="r" t="t"/>
            <a:pathLst>
              <a:path extrusionOk="0" h="40100" w="45621">
                <a:moveTo>
                  <a:pt x="21426" y="0"/>
                </a:moveTo>
                <a:lnTo>
                  <a:pt x="21074" y="8"/>
                </a:lnTo>
                <a:lnTo>
                  <a:pt x="20721" y="29"/>
                </a:lnTo>
                <a:lnTo>
                  <a:pt x="20369" y="51"/>
                </a:lnTo>
                <a:lnTo>
                  <a:pt x="20016" y="86"/>
                </a:lnTo>
                <a:lnTo>
                  <a:pt x="19669" y="122"/>
                </a:lnTo>
                <a:lnTo>
                  <a:pt x="19317" y="165"/>
                </a:lnTo>
                <a:lnTo>
                  <a:pt x="18970" y="215"/>
                </a:lnTo>
                <a:lnTo>
                  <a:pt x="18623" y="280"/>
                </a:lnTo>
                <a:lnTo>
                  <a:pt x="18276" y="344"/>
                </a:lnTo>
                <a:lnTo>
                  <a:pt x="17930" y="408"/>
                </a:lnTo>
                <a:lnTo>
                  <a:pt x="17583" y="487"/>
                </a:lnTo>
                <a:lnTo>
                  <a:pt x="17242" y="573"/>
                </a:lnTo>
                <a:lnTo>
                  <a:pt x="16901" y="666"/>
                </a:lnTo>
                <a:lnTo>
                  <a:pt x="16560" y="759"/>
                </a:lnTo>
                <a:lnTo>
                  <a:pt x="16219" y="859"/>
                </a:lnTo>
                <a:lnTo>
                  <a:pt x="15878" y="974"/>
                </a:lnTo>
                <a:lnTo>
                  <a:pt x="15543" y="1088"/>
                </a:lnTo>
                <a:lnTo>
                  <a:pt x="15207" y="1210"/>
                </a:lnTo>
                <a:lnTo>
                  <a:pt x="14872" y="1332"/>
                </a:lnTo>
                <a:lnTo>
                  <a:pt x="14537" y="1468"/>
                </a:lnTo>
                <a:lnTo>
                  <a:pt x="14207" y="1604"/>
                </a:lnTo>
                <a:lnTo>
                  <a:pt x="13878" y="1754"/>
                </a:lnTo>
                <a:lnTo>
                  <a:pt x="13554" y="1904"/>
                </a:lnTo>
                <a:lnTo>
                  <a:pt x="13231" y="2054"/>
                </a:lnTo>
                <a:lnTo>
                  <a:pt x="12907" y="2219"/>
                </a:lnTo>
                <a:lnTo>
                  <a:pt x="12583" y="2384"/>
                </a:lnTo>
                <a:lnTo>
                  <a:pt x="12265" y="2563"/>
                </a:lnTo>
                <a:lnTo>
                  <a:pt x="11948" y="2734"/>
                </a:lnTo>
                <a:lnTo>
                  <a:pt x="11635" y="2920"/>
                </a:lnTo>
                <a:lnTo>
                  <a:pt x="11323" y="3114"/>
                </a:lnTo>
                <a:lnTo>
                  <a:pt x="11017" y="3307"/>
                </a:lnTo>
                <a:lnTo>
                  <a:pt x="10711" y="3507"/>
                </a:lnTo>
                <a:lnTo>
                  <a:pt x="10410" y="3708"/>
                </a:lnTo>
                <a:lnTo>
                  <a:pt x="10110" y="3922"/>
                </a:lnTo>
                <a:lnTo>
                  <a:pt x="9809" y="4137"/>
                </a:lnTo>
                <a:lnTo>
                  <a:pt x="9514" y="4352"/>
                </a:lnTo>
                <a:lnTo>
                  <a:pt x="9220" y="4581"/>
                </a:lnTo>
                <a:lnTo>
                  <a:pt x="8936" y="4810"/>
                </a:lnTo>
                <a:lnTo>
                  <a:pt x="8647" y="5046"/>
                </a:lnTo>
                <a:lnTo>
                  <a:pt x="8364" y="5282"/>
                </a:lnTo>
                <a:lnTo>
                  <a:pt x="8087" y="5525"/>
                </a:lnTo>
                <a:lnTo>
                  <a:pt x="7809" y="5776"/>
                </a:lnTo>
                <a:lnTo>
                  <a:pt x="7538" y="6034"/>
                </a:lnTo>
                <a:lnTo>
                  <a:pt x="7272" y="6291"/>
                </a:lnTo>
                <a:lnTo>
                  <a:pt x="7006" y="6549"/>
                </a:lnTo>
                <a:lnTo>
                  <a:pt x="6746" y="6821"/>
                </a:lnTo>
                <a:lnTo>
                  <a:pt x="6486" y="7086"/>
                </a:lnTo>
                <a:lnTo>
                  <a:pt x="6231" y="7365"/>
                </a:lnTo>
                <a:lnTo>
                  <a:pt x="5983" y="7644"/>
                </a:lnTo>
                <a:lnTo>
                  <a:pt x="5734" y="7930"/>
                </a:lnTo>
                <a:lnTo>
                  <a:pt x="5492" y="8216"/>
                </a:lnTo>
                <a:lnTo>
                  <a:pt x="5255" y="8510"/>
                </a:lnTo>
                <a:lnTo>
                  <a:pt x="5023" y="8803"/>
                </a:lnTo>
                <a:lnTo>
                  <a:pt x="4792" y="9104"/>
                </a:lnTo>
                <a:lnTo>
                  <a:pt x="4567" y="9412"/>
                </a:lnTo>
                <a:lnTo>
                  <a:pt x="4347" y="9719"/>
                </a:lnTo>
                <a:lnTo>
                  <a:pt x="4133" y="10034"/>
                </a:lnTo>
                <a:lnTo>
                  <a:pt x="3920" y="10349"/>
                </a:lnTo>
                <a:lnTo>
                  <a:pt x="3711" y="10664"/>
                </a:lnTo>
                <a:lnTo>
                  <a:pt x="3509" y="10993"/>
                </a:lnTo>
                <a:lnTo>
                  <a:pt x="3313" y="11315"/>
                </a:lnTo>
                <a:lnTo>
                  <a:pt x="3122" y="11644"/>
                </a:lnTo>
                <a:lnTo>
                  <a:pt x="2937" y="11981"/>
                </a:lnTo>
                <a:lnTo>
                  <a:pt x="2752" y="12317"/>
                </a:lnTo>
                <a:lnTo>
                  <a:pt x="2573" y="12661"/>
                </a:lnTo>
                <a:lnTo>
                  <a:pt x="2405" y="13004"/>
                </a:lnTo>
                <a:lnTo>
                  <a:pt x="2238" y="13348"/>
                </a:lnTo>
                <a:lnTo>
                  <a:pt x="2076" y="13698"/>
                </a:lnTo>
                <a:lnTo>
                  <a:pt x="1920" y="14049"/>
                </a:lnTo>
                <a:lnTo>
                  <a:pt x="1769" y="14407"/>
                </a:lnTo>
                <a:lnTo>
                  <a:pt x="1625" y="14772"/>
                </a:lnTo>
                <a:lnTo>
                  <a:pt x="1486" y="15130"/>
                </a:lnTo>
                <a:lnTo>
                  <a:pt x="1353" y="15495"/>
                </a:lnTo>
                <a:lnTo>
                  <a:pt x="1226" y="15867"/>
                </a:lnTo>
                <a:lnTo>
                  <a:pt x="1105" y="16232"/>
                </a:lnTo>
                <a:lnTo>
                  <a:pt x="989" y="16611"/>
                </a:lnTo>
                <a:lnTo>
                  <a:pt x="879" y="16983"/>
                </a:lnTo>
                <a:lnTo>
                  <a:pt x="775" y="17363"/>
                </a:lnTo>
                <a:lnTo>
                  <a:pt x="677" y="17742"/>
                </a:lnTo>
                <a:lnTo>
                  <a:pt x="585" y="18129"/>
                </a:lnTo>
                <a:lnTo>
                  <a:pt x="498" y="18515"/>
                </a:lnTo>
                <a:lnTo>
                  <a:pt x="423" y="18901"/>
                </a:lnTo>
                <a:lnTo>
                  <a:pt x="348" y="19295"/>
                </a:lnTo>
                <a:lnTo>
                  <a:pt x="284" y="19689"/>
                </a:lnTo>
                <a:lnTo>
                  <a:pt x="226" y="20082"/>
                </a:lnTo>
                <a:lnTo>
                  <a:pt x="174" y="20483"/>
                </a:lnTo>
                <a:lnTo>
                  <a:pt x="128" y="20884"/>
                </a:lnTo>
                <a:lnTo>
                  <a:pt x="88" y="21285"/>
                </a:lnTo>
                <a:lnTo>
                  <a:pt x="59" y="21685"/>
                </a:lnTo>
                <a:lnTo>
                  <a:pt x="36" y="22093"/>
                </a:lnTo>
                <a:lnTo>
                  <a:pt x="18" y="22501"/>
                </a:lnTo>
                <a:lnTo>
                  <a:pt x="7" y="22909"/>
                </a:lnTo>
                <a:lnTo>
                  <a:pt x="1" y="23324"/>
                </a:lnTo>
                <a:lnTo>
                  <a:pt x="7" y="23732"/>
                </a:lnTo>
                <a:lnTo>
                  <a:pt x="18" y="24147"/>
                </a:lnTo>
                <a:lnTo>
                  <a:pt x="36" y="24562"/>
                </a:lnTo>
                <a:lnTo>
                  <a:pt x="64" y="24985"/>
                </a:lnTo>
                <a:lnTo>
                  <a:pt x="99" y="25400"/>
                </a:lnTo>
                <a:lnTo>
                  <a:pt x="140" y="25822"/>
                </a:lnTo>
                <a:lnTo>
                  <a:pt x="192" y="26244"/>
                </a:lnTo>
                <a:lnTo>
                  <a:pt x="249" y="26667"/>
                </a:lnTo>
                <a:lnTo>
                  <a:pt x="313" y="27089"/>
                </a:lnTo>
                <a:lnTo>
                  <a:pt x="388" y="27518"/>
                </a:lnTo>
                <a:lnTo>
                  <a:pt x="469" y="27940"/>
                </a:lnTo>
                <a:lnTo>
                  <a:pt x="562" y="28370"/>
                </a:lnTo>
                <a:lnTo>
                  <a:pt x="660" y="28799"/>
                </a:lnTo>
                <a:lnTo>
                  <a:pt x="764" y="29229"/>
                </a:lnTo>
                <a:lnTo>
                  <a:pt x="879" y="29658"/>
                </a:lnTo>
                <a:lnTo>
                  <a:pt x="1001" y="30087"/>
                </a:lnTo>
                <a:lnTo>
                  <a:pt x="1134" y="30524"/>
                </a:lnTo>
                <a:lnTo>
                  <a:pt x="1278" y="30953"/>
                </a:lnTo>
                <a:lnTo>
                  <a:pt x="1423" y="31390"/>
                </a:lnTo>
                <a:lnTo>
                  <a:pt x="1585" y="31819"/>
                </a:lnTo>
                <a:lnTo>
                  <a:pt x="1752" y="32256"/>
                </a:lnTo>
                <a:lnTo>
                  <a:pt x="1926" y="32693"/>
                </a:lnTo>
                <a:lnTo>
                  <a:pt x="2110" y="33129"/>
                </a:lnTo>
                <a:lnTo>
                  <a:pt x="2301" y="33566"/>
                </a:lnTo>
                <a:lnTo>
                  <a:pt x="2509" y="34002"/>
                </a:lnTo>
                <a:lnTo>
                  <a:pt x="2717" y="34439"/>
                </a:lnTo>
                <a:lnTo>
                  <a:pt x="2775" y="34539"/>
                </a:lnTo>
                <a:lnTo>
                  <a:pt x="2833" y="34632"/>
                </a:lnTo>
                <a:lnTo>
                  <a:pt x="2891" y="34718"/>
                </a:lnTo>
                <a:lnTo>
                  <a:pt x="2960" y="34797"/>
                </a:lnTo>
                <a:lnTo>
                  <a:pt x="3024" y="34861"/>
                </a:lnTo>
                <a:lnTo>
                  <a:pt x="3099" y="34925"/>
                </a:lnTo>
                <a:lnTo>
                  <a:pt x="3168" y="34983"/>
                </a:lnTo>
                <a:lnTo>
                  <a:pt x="3243" y="35026"/>
                </a:lnTo>
                <a:lnTo>
                  <a:pt x="3324" y="35069"/>
                </a:lnTo>
                <a:lnTo>
                  <a:pt x="3399" y="35104"/>
                </a:lnTo>
                <a:lnTo>
                  <a:pt x="3480" y="35133"/>
                </a:lnTo>
                <a:lnTo>
                  <a:pt x="3561" y="35154"/>
                </a:lnTo>
                <a:lnTo>
                  <a:pt x="3642" y="35169"/>
                </a:lnTo>
                <a:lnTo>
                  <a:pt x="3723" y="35176"/>
                </a:lnTo>
                <a:lnTo>
                  <a:pt x="3810" y="35176"/>
                </a:lnTo>
                <a:lnTo>
                  <a:pt x="3891" y="35169"/>
                </a:lnTo>
                <a:lnTo>
                  <a:pt x="3972" y="35162"/>
                </a:lnTo>
                <a:lnTo>
                  <a:pt x="4052" y="35140"/>
                </a:lnTo>
                <a:lnTo>
                  <a:pt x="4133" y="35119"/>
                </a:lnTo>
                <a:lnTo>
                  <a:pt x="4214" y="35090"/>
                </a:lnTo>
                <a:lnTo>
                  <a:pt x="4289" y="35061"/>
                </a:lnTo>
                <a:lnTo>
                  <a:pt x="4365" y="35018"/>
                </a:lnTo>
                <a:lnTo>
                  <a:pt x="4440" y="34976"/>
                </a:lnTo>
                <a:lnTo>
                  <a:pt x="4515" y="34925"/>
                </a:lnTo>
                <a:lnTo>
                  <a:pt x="4578" y="34875"/>
                </a:lnTo>
                <a:lnTo>
                  <a:pt x="4648" y="34818"/>
                </a:lnTo>
                <a:lnTo>
                  <a:pt x="4711" y="34754"/>
                </a:lnTo>
                <a:lnTo>
                  <a:pt x="4769" y="34682"/>
                </a:lnTo>
                <a:lnTo>
                  <a:pt x="4821" y="34611"/>
                </a:lnTo>
                <a:lnTo>
                  <a:pt x="4873" y="34532"/>
                </a:lnTo>
                <a:lnTo>
                  <a:pt x="4919" y="34453"/>
                </a:lnTo>
                <a:lnTo>
                  <a:pt x="4966" y="34367"/>
                </a:lnTo>
                <a:lnTo>
                  <a:pt x="5052" y="34417"/>
                </a:lnTo>
                <a:lnTo>
                  <a:pt x="5139" y="34453"/>
                </a:lnTo>
                <a:lnTo>
                  <a:pt x="5232" y="34489"/>
                </a:lnTo>
                <a:lnTo>
                  <a:pt x="5324" y="34517"/>
                </a:lnTo>
                <a:lnTo>
                  <a:pt x="5411" y="34539"/>
                </a:lnTo>
                <a:lnTo>
                  <a:pt x="5503" y="34553"/>
                </a:lnTo>
                <a:lnTo>
                  <a:pt x="5596" y="34560"/>
                </a:lnTo>
                <a:lnTo>
                  <a:pt x="5694" y="34568"/>
                </a:lnTo>
                <a:lnTo>
                  <a:pt x="5786" y="34560"/>
                </a:lnTo>
                <a:lnTo>
                  <a:pt x="5879" y="34553"/>
                </a:lnTo>
                <a:lnTo>
                  <a:pt x="5971" y="34532"/>
                </a:lnTo>
                <a:lnTo>
                  <a:pt x="6070" y="34510"/>
                </a:lnTo>
                <a:lnTo>
                  <a:pt x="6162" y="34475"/>
                </a:lnTo>
                <a:lnTo>
                  <a:pt x="6255" y="34439"/>
                </a:lnTo>
                <a:lnTo>
                  <a:pt x="6347" y="34389"/>
                </a:lnTo>
                <a:lnTo>
                  <a:pt x="6439" y="34339"/>
                </a:lnTo>
                <a:lnTo>
                  <a:pt x="6561" y="34424"/>
                </a:lnTo>
                <a:lnTo>
                  <a:pt x="6688" y="34503"/>
                </a:lnTo>
                <a:lnTo>
                  <a:pt x="6815" y="34568"/>
                </a:lnTo>
                <a:lnTo>
                  <a:pt x="6948" y="34625"/>
                </a:lnTo>
                <a:lnTo>
                  <a:pt x="7081" y="34668"/>
                </a:lnTo>
                <a:lnTo>
                  <a:pt x="7220" y="34704"/>
                </a:lnTo>
                <a:lnTo>
                  <a:pt x="7353" y="34725"/>
                </a:lnTo>
                <a:lnTo>
                  <a:pt x="7491" y="34739"/>
                </a:lnTo>
                <a:lnTo>
                  <a:pt x="7630" y="34739"/>
                </a:lnTo>
                <a:lnTo>
                  <a:pt x="7769" y="34718"/>
                </a:lnTo>
                <a:lnTo>
                  <a:pt x="7902" y="34689"/>
                </a:lnTo>
                <a:lnTo>
                  <a:pt x="8040" y="34646"/>
                </a:lnTo>
                <a:lnTo>
                  <a:pt x="8173" y="34589"/>
                </a:lnTo>
                <a:lnTo>
                  <a:pt x="8306" y="34517"/>
                </a:lnTo>
                <a:lnTo>
                  <a:pt x="8439" y="34424"/>
                </a:lnTo>
                <a:lnTo>
                  <a:pt x="8566" y="34317"/>
                </a:lnTo>
                <a:lnTo>
                  <a:pt x="8861" y="34045"/>
                </a:lnTo>
                <a:lnTo>
                  <a:pt x="9156" y="33773"/>
                </a:lnTo>
                <a:lnTo>
                  <a:pt x="9439" y="33494"/>
                </a:lnTo>
                <a:lnTo>
                  <a:pt x="9722" y="33208"/>
                </a:lnTo>
                <a:lnTo>
                  <a:pt x="10000" y="32922"/>
                </a:lnTo>
                <a:lnTo>
                  <a:pt x="10271" y="32628"/>
                </a:lnTo>
                <a:lnTo>
                  <a:pt x="10537" y="32328"/>
                </a:lnTo>
                <a:lnTo>
                  <a:pt x="10803" y="32020"/>
                </a:lnTo>
                <a:lnTo>
                  <a:pt x="11057" y="31712"/>
                </a:lnTo>
                <a:lnTo>
                  <a:pt x="11312" y="31397"/>
                </a:lnTo>
                <a:lnTo>
                  <a:pt x="11560" y="31082"/>
                </a:lnTo>
                <a:lnTo>
                  <a:pt x="11797" y="30753"/>
                </a:lnTo>
                <a:lnTo>
                  <a:pt x="12034" y="30424"/>
                </a:lnTo>
                <a:lnTo>
                  <a:pt x="12265" y="30095"/>
                </a:lnTo>
                <a:lnTo>
                  <a:pt x="12491" y="29751"/>
                </a:lnTo>
                <a:lnTo>
                  <a:pt x="12710" y="29408"/>
                </a:lnTo>
                <a:lnTo>
                  <a:pt x="12947" y="29415"/>
                </a:lnTo>
                <a:lnTo>
                  <a:pt x="13179" y="29400"/>
                </a:lnTo>
                <a:lnTo>
                  <a:pt x="13404" y="29379"/>
                </a:lnTo>
                <a:lnTo>
                  <a:pt x="13624" y="29343"/>
                </a:lnTo>
                <a:lnTo>
                  <a:pt x="13843" y="29293"/>
                </a:lnTo>
                <a:lnTo>
                  <a:pt x="14057" y="29229"/>
                </a:lnTo>
                <a:lnTo>
                  <a:pt x="14265" y="29157"/>
                </a:lnTo>
                <a:lnTo>
                  <a:pt x="14468" y="29071"/>
                </a:lnTo>
                <a:lnTo>
                  <a:pt x="14566" y="29171"/>
                </a:lnTo>
                <a:lnTo>
                  <a:pt x="14664" y="29279"/>
                </a:lnTo>
                <a:lnTo>
                  <a:pt x="14762" y="29379"/>
                </a:lnTo>
                <a:lnTo>
                  <a:pt x="14866" y="29479"/>
                </a:lnTo>
                <a:lnTo>
                  <a:pt x="14988" y="29565"/>
                </a:lnTo>
                <a:lnTo>
                  <a:pt x="15115" y="29644"/>
                </a:lnTo>
                <a:lnTo>
                  <a:pt x="15248" y="29715"/>
                </a:lnTo>
                <a:lnTo>
                  <a:pt x="15386" y="29765"/>
                </a:lnTo>
                <a:lnTo>
                  <a:pt x="15531" y="29808"/>
                </a:lnTo>
                <a:lnTo>
                  <a:pt x="15675" y="29837"/>
                </a:lnTo>
                <a:lnTo>
                  <a:pt x="15820" y="29851"/>
                </a:lnTo>
                <a:lnTo>
                  <a:pt x="15970" y="29851"/>
                </a:lnTo>
                <a:lnTo>
                  <a:pt x="16121" y="29844"/>
                </a:lnTo>
                <a:lnTo>
                  <a:pt x="16265" y="29830"/>
                </a:lnTo>
                <a:lnTo>
                  <a:pt x="16410" y="29794"/>
                </a:lnTo>
                <a:lnTo>
                  <a:pt x="16554" y="29751"/>
                </a:lnTo>
                <a:lnTo>
                  <a:pt x="16693" y="29701"/>
                </a:lnTo>
                <a:lnTo>
                  <a:pt x="16826" y="29637"/>
                </a:lnTo>
                <a:lnTo>
                  <a:pt x="16953" y="29565"/>
                </a:lnTo>
                <a:lnTo>
                  <a:pt x="17080" y="29479"/>
                </a:lnTo>
                <a:lnTo>
                  <a:pt x="17305" y="29300"/>
                </a:lnTo>
                <a:lnTo>
                  <a:pt x="17525" y="29107"/>
                </a:lnTo>
                <a:lnTo>
                  <a:pt x="17739" y="28914"/>
                </a:lnTo>
                <a:lnTo>
                  <a:pt x="17947" y="28713"/>
                </a:lnTo>
                <a:lnTo>
                  <a:pt x="18149" y="28506"/>
                </a:lnTo>
                <a:lnTo>
                  <a:pt x="18346" y="28291"/>
                </a:lnTo>
                <a:lnTo>
                  <a:pt x="18536" y="28069"/>
                </a:lnTo>
                <a:lnTo>
                  <a:pt x="18727" y="27847"/>
                </a:lnTo>
                <a:lnTo>
                  <a:pt x="19045" y="28513"/>
                </a:lnTo>
                <a:lnTo>
                  <a:pt x="19369" y="29164"/>
                </a:lnTo>
                <a:lnTo>
                  <a:pt x="19692" y="29801"/>
                </a:lnTo>
                <a:lnTo>
                  <a:pt x="20016" y="30417"/>
                </a:lnTo>
                <a:lnTo>
                  <a:pt x="20103" y="30560"/>
                </a:lnTo>
                <a:lnTo>
                  <a:pt x="20189" y="30696"/>
                </a:lnTo>
                <a:lnTo>
                  <a:pt x="20288" y="30825"/>
                </a:lnTo>
                <a:lnTo>
                  <a:pt x="20392" y="30946"/>
                </a:lnTo>
                <a:lnTo>
                  <a:pt x="20502" y="31061"/>
                </a:lnTo>
                <a:lnTo>
                  <a:pt x="20611" y="31168"/>
                </a:lnTo>
                <a:lnTo>
                  <a:pt x="20733" y="31261"/>
                </a:lnTo>
                <a:lnTo>
                  <a:pt x="20854" y="31354"/>
                </a:lnTo>
                <a:lnTo>
                  <a:pt x="20987" y="31433"/>
                </a:lnTo>
                <a:lnTo>
                  <a:pt x="21114" y="31505"/>
                </a:lnTo>
                <a:lnTo>
                  <a:pt x="21247" y="31569"/>
                </a:lnTo>
                <a:lnTo>
                  <a:pt x="21386" y="31626"/>
                </a:lnTo>
                <a:lnTo>
                  <a:pt x="21525" y="31669"/>
                </a:lnTo>
                <a:lnTo>
                  <a:pt x="21663" y="31705"/>
                </a:lnTo>
                <a:lnTo>
                  <a:pt x="21802" y="31726"/>
                </a:lnTo>
                <a:lnTo>
                  <a:pt x="21946" y="31741"/>
                </a:lnTo>
                <a:lnTo>
                  <a:pt x="22085" y="31748"/>
                </a:lnTo>
                <a:lnTo>
                  <a:pt x="22224" y="31741"/>
                </a:lnTo>
                <a:lnTo>
                  <a:pt x="22363" y="31726"/>
                </a:lnTo>
                <a:lnTo>
                  <a:pt x="22501" y="31698"/>
                </a:lnTo>
                <a:lnTo>
                  <a:pt x="22634" y="31655"/>
                </a:lnTo>
                <a:lnTo>
                  <a:pt x="22767" y="31605"/>
                </a:lnTo>
                <a:lnTo>
                  <a:pt x="22894" y="31540"/>
                </a:lnTo>
                <a:lnTo>
                  <a:pt x="23022" y="31469"/>
                </a:lnTo>
                <a:lnTo>
                  <a:pt x="23137" y="31383"/>
                </a:lnTo>
                <a:lnTo>
                  <a:pt x="23253" y="31283"/>
                </a:lnTo>
                <a:lnTo>
                  <a:pt x="23363" y="31175"/>
                </a:lnTo>
                <a:lnTo>
                  <a:pt x="23467" y="31046"/>
                </a:lnTo>
                <a:lnTo>
                  <a:pt x="23565" y="30910"/>
                </a:lnTo>
                <a:lnTo>
                  <a:pt x="23651" y="30760"/>
                </a:lnTo>
                <a:lnTo>
                  <a:pt x="23738" y="30596"/>
                </a:lnTo>
                <a:lnTo>
                  <a:pt x="23808" y="30417"/>
                </a:lnTo>
                <a:lnTo>
                  <a:pt x="24004" y="29894"/>
                </a:lnTo>
                <a:lnTo>
                  <a:pt x="24189" y="29365"/>
                </a:lnTo>
                <a:lnTo>
                  <a:pt x="24362" y="28835"/>
                </a:lnTo>
                <a:lnTo>
                  <a:pt x="24530" y="28305"/>
                </a:lnTo>
                <a:lnTo>
                  <a:pt x="24721" y="28477"/>
                </a:lnTo>
                <a:lnTo>
                  <a:pt x="24911" y="28642"/>
                </a:lnTo>
                <a:lnTo>
                  <a:pt x="25102" y="28792"/>
                </a:lnTo>
                <a:lnTo>
                  <a:pt x="25293" y="28942"/>
                </a:lnTo>
                <a:lnTo>
                  <a:pt x="25484" y="29078"/>
                </a:lnTo>
                <a:lnTo>
                  <a:pt x="25674" y="29214"/>
                </a:lnTo>
                <a:lnTo>
                  <a:pt x="25865" y="29336"/>
                </a:lnTo>
                <a:lnTo>
                  <a:pt x="26056" y="29451"/>
                </a:lnTo>
                <a:lnTo>
                  <a:pt x="26247" y="29551"/>
                </a:lnTo>
                <a:lnTo>
                  <a:pt x="26437" y="29651"/>
                </a:lnTo>
                <a:lnTo>
                  <a:pt x="26628" y="29730"/>
                </a:lnTo>
                <a:lnTo>
                  <a:pt x="26819" y="29808"/>
                </a:lnTo>
                <a:lnTo>
                  <a:pt x="27010" y="29873"/>
                </a:lnTo>
                <a:lnTo>
                  <a:pt x="27194" y="29923"/>
                </a:lnTo>
                <a:lnTo>
                  <a:pt x="27385" y="29966"/>
                </a:lnTo>
                <a:lnTo>
                  <a:pt x="27570" y="30002"/>
                </a:lnTo>
                <a:lnTo>
                  <a:pt x="27761" y="30016"/>
                </a:lnTo>
                <a:lnTo>
                  <a:pt x="27946" y="30023"/>
                </a:lnTo>
                <a:lnTo>
                  <a:pt x="28131" y="30023"/>
                </a:lnTo>
                <a:lnTo>
                  <a:pt x="28310" y="30002"/>
                </a:lnTo>
                <a:lnTo>
                  <a:pt x="28495" y="29973"/>
                </a:lnTo>
                <a:lnTo>
                  <a:pt x="28674" y="29930"/>
                </a:lnTo>
                <a:lnTo>
                  <a:pt x="28853" y="29873"/>
                </a:lnTo>
                <a:lnTo>
                  <a:pt x="29032" y="29801"/>
                </a:lnTo>
                <a:lnTo>
                  <a:pt x="29206" y="29715"/>
                </a:lnTo>
                <a:lnTo>
                  <a:pt x="29379" y="29608"/>
                </a:lnTo>
                <a:lnTo>
                  <a:pt x="29553" y="29493"/>
                </a:lnTo>
                <a:lnTo>
                  <a:pt x="29720" y="29365"/>
                </a:lnTo>
                <a:lnTo>
                  <a:pt x="29888" y="29221"/>
                </a:lnTo>
                <a:lnTo>
                  <a:pt x="30055" y="29057"/>
                </a:lnTo>
                <a:lnTo>
                  <a:pt x="30217" y="28878"/>
                </a:lnTo>
                <a:lnTo>
                  <a:pt x="30379" y="28685"/>
                </a:lnTo>
                <a:lnTo>
                  <a:pt x="30628" y="28985"/>
                </a:lnTo>
                <a:lnTo>
                  <a:pt x="30888" y="29279"/>
                </a:lnTo>
                <a:lnTo>
                  <a:pt x="31148" y="29558"/>
                </a:lnTo>
                <a:lnTo>
                  <a:pt x="31419" y="29830"/>
                </a:lnTo>
                <a:lnTo>
                  <a:pt x="31691" y="30087"/>
                </a:lnTo>
                <a:lnTo>
                  <a:pt x="31980" y="30331"/>
                </a:lnTo>
                <a:lnTo>
                  <a:pt x="32125" y="30445"/>
                </a:lnTo>
                <a:lnTo>
                  <a:pt x="32269" y="30560"/>
                </a:lnTo>
                <a:lnTo>
                  <a:pt x="32419" y="30667"/>
                </a:lnTo>
                <a:lnTo>
                  <a:pt x="32570" y="30775"/>
                </a:lnTo>
                <a:lnTo>
                  <a:pt x="32720" y="30875"/>
                </a:lnTo>
                <a:lnTo>
                  <a:pt x="32876" y="30975"/>
                </a:lnTo>
                <a:lnTo>
                  <a:pt x="33032" y="31068"/>
                </a:lnTo>
                <a:lnTo>
                  <a:pt x="33194" y="31154"/>
                </a:lnTo>
                <a:lnTo>
                  <a:pt x="33356" y="31240"/>
                </a:lnTo>
                <a:lnTo>
                  <a:pt x="33517" y="31326"/>
                </a:lnTo>
                <a:lnTo>
                  <a:pt x="33685" y="31397"/>
                </a:lnTo>
                <a:lnTo>
                  <a:pt x="33858" y="31469"/>
                </a:lnTo>
                <a:lnTo>
                  <a:pt x="34026" y="31540"/>
                </a:lnTo>
                <a:lnTo>
                  <a:pt x="34205" y="31605"/>
                </a:lnTo>
                <a:lnTo>
                  <a:pt x="34379" y="31662"/>
                </a:lnTo>
                <a:lnTo>
                  <a:pt x="34564" y="31712"/>
                </a:lnTo>
                <a:lnTo>
                  <a:pt x="34743" y="31762"/>
                </a:lnTo>
                <a:lnTo>
                  <a:pt x="34928" y="31805"/>
                </a:lnTo>
                <a:lnTo>
                  <a:pt x="35118" y="31848"/>
                </a:lnTo>
                <a:lnTo>
                  <a:pt x="35309" y="31877"/>
                </a:lnTo>
                <a:lnTo>
                  <a:pt x="35396" y="31891"/>
                </a:lnTo>
                <a:lnTo>
                  <a:pt x="35563" y="31891"/>
                </a:lnTo>
                <a:lnTo>
                  <a:pt x="35650" y="31884"/>
                </a:lnTo>
                <a:lnTo>
                  <a:pt x="35731" y="31869"/>
                </a:lnTo>
                <a:lnTo>
                  <a:pt x="35812" y="31848"/>
                </a:lnTo>
                <a:lnTo>
                  <a:pt x="35893" y="31819"/>
                </a:lnTo>
                <a:lnTo>
                  <a:pt x="35968" y="31791"/>
                </a:lnTo>
                <a:lnTo>
                  <a:pt x="36205" y="31805"/>
                </a:lnTo>
                <a:lnTo>
                  <a:pt x="36442" y="31805"/>
                </a:lnTo>
                <a:lnTo>
                  <a:pt x="36673" y="31791"/>
                </a:lnTo>
                <a:lnTo>
                  <a:pt x="36904" y="31762"/>
                </a:lnTo>
                <a:lnTo>
                  <a:pt x="37136" y="31719"/>
                </a:lnTo>
                <a:lnTo>
                  <a:pt x="37367" y="31669"/>
                </a:lnTo>
                <a:lnTo>
                  <a:pt x="37598" y="31598"/>
                </a:lnTo>
                <a:lnTo>
                  <a:pt x="37829" y="31519"/>
                </a:lnTo>
                <a:lnTo>
                  <a:pt x="38055" y="31419"/>
                </a:lnTo>
                <a:lnTo>
                  <a:pt x="38280" y="31311"/>
                </a:lnTo>
                <a:lnTo>
                  <a:pt x="38505" y="31182"/>
                </a:lnTo>
                <a:lnTo>
                  <a:pt x="38731" y="31039"/>
                </a:lnTo>
                <a:lnTo>
                  <a:pt x="38950" y="30882"/>
                </a:lnTo>
                <a:lnTo>
                  <a:pt x="39176" y="30710"/>
                </a:lnTo>
                <a:lnTo>
                  <a:pt x="39390" y="30517"/>
                </a:lnTo>
                <a:lnTo>
                  <a:pt x="39609" y="30309"/>
                </a:lnTo>
                <a:lnTo>
                  <a:pt x="39754" y="30166"/>
                </a:lnTo>
                <a:lnTo>
                  <a:pt x="39887" y="30009"/>
                </a:lnTo>
                <a:lnTo>
                  <a:pt x="40020" y="29858"/>
                </a:lnTo>
                <a:lnTo>
                  <a:pt x="40141" y="29701"/>
                </a:lnTo>
                <a:lnTo>
                  <a:pt x="40251" y="29544"/>
                </a:lnTo>
                <a:lnTo>
                  <a:pt x="40361" y="29379"/>
                </a:lnTo>
                <a:lnTo>
                  <a:pt x="40459" y="29214"/>
                </a:lnTo>
                <a:lnTo>
                  <a:pt x="40551" y="29050"/>
                </a:lnTo>
                <a:lnTo>
                  <a:pt x="40638" y="28878"/>
                </a:lnTo>
                <a:lnTo>
                  <a:pt x="40713" y="28706"/>
                </a:lnTo>
                <a:lnTo>
                  <a:pt x="40788" y="28534"/>
                </a:lnTo>
                <a:lnTo>
                  <a:pt x="40852" y="28356"/>
                </a:lnTo>
                <a:lnTo>
                  <a:pt x="40916" y="28177"/>
                </a:lnTo>
                <a:lnTo>
                  <a:pt x="40968" y="27998"/>
                </a:lnTo>
                <a:lnTo>
                  <a:pt x="41014" y="27812"/>
                </a:lnTo>
                <a:lnTo>
                  <a:pt x="41054" y="27626"/>
                </a:lnTo>
                <a:lnTo>
                  <a:pt x="41031" y="27890"/>
                </a:lnTo>
                <a:lnTo>
                  <a:pt x="41002" y="28162"/>
                </a:lnTo>
                <a:lnTo>
                  <a:pt x="40973" y="28427"/>
                </a:lnTo>
                <a:lnTo>
                  <a:pt x="40939" y="28692"/>
                </a:lnTo>
                <a:lnTo>
                  <a:pt x="40904" y="28957"/>
                </a:lnTo>
                <a:lnTo>
                  <a:pt x="40858" y="29229"/>
                </a:lnTo>
                <a:lnTo>
                  <a:pt x="40811" y="29493"/>
                </a:lnTo>
                <a:lnTo>
                  <a:pt x="40759" y="29765"/>
                </a:lnTo>
                <a:lnTo>
                  <a:pt x="40707" y="30030"/>
                </a:lnTo>
                <a:lnTo>
                  <a:pt x="40650" y="30295"/>
                </a:lnTo>
                <a:lnTo>
                  <a:pt x="40586" y="30567"/>
                </a:lnTo>
                <a:lnTo>
                  <a:pt x="40517" y="30832"/>
                </a:lnTo>
                <a:lnTo>
                  <a:pt x="40447" y="31104"/>
                </a:lnTo>
                <a:lnTo>
                  <a:pt x="40366" y="31376"/>
                </a:lnTo>
                <a:lnTo>
                  <a:pt x="40286" y="31640"/>
                </a:lnTo>
                <a:lnTo>
                  <a:pt x="40205" y="31912"/>
                </a:lnTo>
                <a:lnTo>
                  <a:pt x="40112" y="32177"/>
                </a:lnTo>
                <a:lnTo>
                  <a:pt x="40020" y="32449"/>
                </a:lnTo>
                <a:lnTo>
                  <a:pt x="39921" y="32714"/>
                </a:lnTo>
                <a:lnTo>
                  <a:pt x="39817" y="32986"/>
                </a:lnTo>
                <a:lnTo>
                  <a:pt x="39708" y="33251"/>
                </a:lnTo>
                <a:lnTo>
                  <a:pt x="39592" y="33523"/>
                </a:lnTo>
                <a:lnTo>
                  <a:pt x="39476" y="33788"/>
                </a:lnTo>
                <a:lnTo>
                  <a:pt x="39355" y="34059"/>
                </a:lnTo>
                <a:lnTo>
                  <a:pt x="39228" y="34324"/>
                </a:lnTo>
                <a:lnTo>
                  <a:pt x="39095" y="34596"/>
                </a:lnTo>
                <a:lnTo>
                  <a:pt x="38956" y="34861"/>
                </a:lnTo>
                <a:lnTo>
                  <a:pt x="38817" y="35133"/>
                </a:lnTo>
                <a:lnTo>
                  <a:pt x="38667" y="35398"/>
                </a:lnTo>
                <a:lnTo>
                  <a:pt x="38517" y="35663"/>
                </a:lnTo>
                <a:lnTo>
                  <a:pt x="38361" y="35935"/>
                </a:lnTo>
                <a:lnTo>
                  <a:pt x="38199" y="36199"/>
                </a:lnTo>
                <a:lnTo>
                  <a:pt x="38124" y="36328"/>
                </a:lnTo>
                <a:lnTo>
                  <a:pt x="38055" y="36457"/>
                </a:lnTo>
                <a:lnTo>
                  <a:pt x="37991" y="36586"/>
                </a:lnTo>
                <a:lnTo>
                  <a:pt x="37939" y="36722"/>
                </a:lnTo>
                <a:lnTo>
                  <a:pt x="37893" y="36851"/>
                </a:lnTo>
                <a:lnTo>
                  <a:pt x="37858" y="36979"/>
                </a:lnTo>
                <a:lnTo>
                  <a:pt x="37823" y="37101"/>
                </a:lnTo>
                <a:lnTo>
                  <a:pt x="37800" y="37230"/>
                </a:lnTo>
                <a:lnTo>
                  <a:pt x="37783" y="37359"/>
                </a:lnTo>
                <a:lnTo>
                  <a:pt x="37771" y="37480"/>
                </a:lnTo>
                <a:lnTo>
                  <a:pt x="37766" y="37602"/>
                </a:lnTo>
                <a:lnTo>
                  <a:pt x="37766" y="37724"/>
                </a:lnTo>
                <a:lnTo>
                  <a:pt x="37771" y="37845"/>
                </a:lnTo>
                <a:lnTo>
                  <a:pt x="37789" y="37960"/>
                </a:lnTo>
                <a:lnTo>
                  <a:pt x="37806" y="38074"/>
                </a:lnTo>
                <a:lnTo>
                  <a:pt x="37829" y="38189"/>
                </a:lnTo>
                <a:lnTo>
                  <a:pt x="37858" y="38303"/>
                </a:lnTo>
                <a:lnTo>
                  <a:pt x="37893" y="38411"/>
                </a:lnTo>
                <a:lnTo>
                  <a:pt x="37933" y="38518"/>
                </a:lnTo>
                <a:lnTo>
                  <a:pt x="37979" y="38625"/>
                </a:lnTo>
                <a:lnTo>
                  <a:pt x="38026" y="38733"/>
                </a:lnTo>
                <a:lnTo>
                  <a:pt x="38078" y="38826"/>
                </a:lnTo>
                <a:lnTo>
                  <a:pt x="38135" y="38926"/>
                </a:lnTo>
                <a:lnTo>
                  <a:pt x="38199" y="39019"/>
                </a:lnTo>
                <a:lnTo>
                  <a:pt x="38263" y="39112"/>
                </a:lnTo>
                <a:lnTo>
                  <a:pt x="38332" y="39198"/>
                </a:lnTo>
                <a:lnTo>
                  <a:pt x="38407" y="39284"/>
                </a:lnTo>
                <a:lnTo>
                  <a:pt x="38482" y="39363"/>
                </a:lnTo>
                <a:lnTo>
                  <a:pt x="38563" y="39441"/>
                </a:lnTo>
                <a:lnTo>
                  <a:pt x="38644" y="39513"/>
                </a:lnTo>
                <a:lnTo>
                  <a:pt x="38731" y="39584"/>
                </a:lnTo>
                <a:lnTo>
                  <a:pt x="38817" y="39649"/>
                </a:lnTo>
                <a:lnTo>
                  <a:pt x="38910" y="39713"/>
                </a:lnTo>
                <a:lnTo>
                  <a:pt x="39002" y="39771"/>
                </a:lnTo>
                <a:lnTo>
                  <a:pt x="39095" y="39828"/>
                </a:lnTo>
                <a:lnTo>
                  <a:pt x="39193" y="39878"/>
                </a:lnTo>
                <a:lnTo>
                  <a:pt x="39291" y="39921"/>
                </a:lnTo>
                <a:lnTo>
                  <a:pt x="39395" y="39957"/>
                </a:lnTo>
                <a:lnTo>
                  <a:pt x="39494" y="39992"/>
                </a:lnTo>
                <a:lnTo>
                  <a:pt x="39598" y="40021"/>
                </a:lnTo>
                <a:lnTo>
                  <a:pt x="39702" y="40050"/>
                </a:lnTo>
                <a:lnTo>
                  <a:pt x="39812" y="40071"/>
                </a:lnTo>
                <a:lnTo>
                  <a:pt x="39916" y="40085"/>
                </a:lnTo>
                <a:lnTo>
                  <a:pt x="40020" y="40093"/>
                </a:lnTo>
                <a:lnTo>
                  <a:pt x="40129" y="40100"/>
                </a:lnTo>
                <a:lnTo>
                  <a:pt x="40234" y="40093"/>
                </a:lnTo>
                <a:lnTo>
                  <a:pt x="40343" y="40085"/>
                </a:lnTo>
                <a:lnTo>
                  <a:pt x="40447" y="40071"/>
                </a:lnTo>
                <a:lnTo>
                  <a:pt x="40557" y="40057"/>
                </a:lnTo>
                <a:lnTo>
                  <a:pt x="40661" y="40028"/>
                </a:lnTo>
                <a:lnTo>
                  <a:pt x="40771" y="39992"/>
                </a:lnTo>
                <a:lnTo>
                  <a:pt x="40875" y="39957"/>
                </a:lnTo>
                <a:lnTo>
                  <a:pt x="40979" y="39914"/>
                </a:lnTo>
                <a:lnTo>
                  <a:pt x="41083" y="39864"/>
                </a:lnTo>
                <a:lnTo>
                  <a:pt x="41181" y="39799"/>
                </a:lnTo>
                <a:lnTo>
                  <a:pt x="41280" y="39735"/>
                </a:lnTo>
                <a:lnTo>
                  <a:pt x="41378" y="39663"/>
                </a:lnTo>
                <a:lnTo>
                  <a:pt x="41476" y="39584"/>
                </a:lnTo>
                <a:lnTo>
                  <a:pt x="41569" y="39499"/>
                </a:lnTo>
                <a:lnTo>
                  <a:pt x="41661" y="39406"/>
                </a:lnTo>
                <a:lnTo>
                  <a:pt x="41754" y="39298"/>
                </a:lnTo>
                <a:lnTo>
                  <a:pt x="41840" y="39191"/>
                </a:lnTo>
                <a:lnTo>
                  <a:pt x="41921" y="39076"/>
                </a:lnTo>
                <a:lnTo>
                  <a:pt x="42002" y="38948"/>
                </a:lnTo>
                <a:lnTo>
                  <a:pt x="42239" y="38561"/>
                </a:lnTo>
                <a:lnTo>
                  <a:pt x="42470" y="38167"/>
                </a:lnTo>
                <a:lnTo>
                  <a:pt x="42690" y="37774"/>
                </a:lnTo>
                <a:lnTo>
                  <a:pt x="42898" y="37380"/>
                </a:lnTo>
                <a:lnTo>
                  <a:pt x="43106" y="36979"/>
                </a:lnTo>
                <a:lnTo>
                  <a:pt x="43297" y="36586"/>
                </a:lnTo>
                <a:lnTo>
                  <a:pt x="43482" y="36185"/>
                </a:lnTo>
                <a:lnTo>
                  <a:pt x="43661" y="35791"/>
                </a:lnTo>
                <a:lnTo>
                  <a:pt x="43834" y="35391"/>
                </a:lnTo>
                <a:lnTo>
                  <a:pt x="43996" y="34990"/>
                </a:lnTo>
                <a:lnTo>
                  <a:pt x="44146" y="34596"/>
                </a:lnTo>
                <a:lnTo>
                  <a:pt x="44291" y="34195"/>
                </a:lnTo>
                <a:lnTo>
                  <a:pt x="44430" y="33795"/>
                </a:lnTo>
                <a:lnTo>
                  <a:pt x="44557" y="33394"/>
                </a:lnTo>
                <a:lnTo>
                  <a:pt x="44684" y="32993"/>
                </a:lnTo>
                <a:lnTo>
                  <a:pt x="44794" y="32592"/>
                </a:lnTo>
                <a:lnTo>
                  <a:pt x="44904" y="32184"/>
                </a:lnTo>
                <a:lnTo>
                  <a:pt x="45002" y="31784"/>
                </a:lnTo>
                <a:lnTo>
                  <a:pt x="45094" y="31383"/>
                </a:lnTo>
                <a:lnTo>
                  <a:pt x="45175" y="30982"/>
                </a:lnTo>
                <a:lnTo>
                  <a:pt x="45250" y="30581"/>
                </a:lnTo>
                <a:lnTo>
                  <a:pt x="45320" y="30181"/>
                </a:lnTo>
                <a:lnTo>
                  <a:pt x="45383" y="29780"/>
                </a:lnTo>
                <a:lnTo>
                  <a:pt x="45435" y="29379"/>
                </a:lnTo>
                <a:lnTo>
                  <a:pt x="45487" y="28978"/>
                </a:lnTo>
                <a:lnTo>
                  <a:pt x="45522" y="28577"/>
                </a:lnTo>
                <a:lnTo>
                  <a:pt x="45557" y="28177"/>
                </a:lnTo>
                <a:lnTo>
                  <a:pt x="45586" y="27776"/>
                </a:lnTo>
                <a:lnTo>
                  <a:pt x="45603" y="27382"/>
                </a:lnTo>
                <a:lnTo>
                  <a:pt x="45614" y="26981"/>
                </a:lnTo>
                <a:lnTo>
                  <a:pt x="45620" y="26581"/>
                </a:lnTo>
                <a:lnTo>
                  <a:pt x="45620" y="26187"/>
                </a:lnTo>
                <a:lnTo>
                  <a:pt x="45614" y="25793"/>
                </a:lnTo>
                <a:lnTo>
                  <a:pt x="45603" y="25393"/>
                </a:lnTo>
                <a:lnTo>
                  <a:pt x="45580" y="24999"/>
                </a:lnTo>
                <a:lnTo>
                  <a:pt x="45551" y="24605"/>
                </a:lnTo>
                <a:lnTo>
                  <a:pt x="45522" y="24219"/>
                </a:lnTo>
                <a:lnTo>
                  <a:pt x="45481" y="23825"/>
                </a:lnTo>
                <a:lnTo>
                  <a:pt x="45435" y="23432"/>
                </a:lnTo>
                <a:lnTo>
                  <a:pt x="45383" y="23045"/>
                </a:lnTo>
                <a:lnTo>
                  <a:pt x="45325" y="22659"/>
                </a:lnTo>
                <a:lnTo>
                  <a:pt x="45262" y="22272"/>
                </a:lnTo>
                <a:lnTo>
                  <a:pt x="45192" y="21886"/>
                </a:lnTo>
                <a:lnTo>
                  <a:pt x="45117" y="21499"/>
                </a:lnTo>
                <a:lnTo>
                  <a:pt x="45031" y="21120"/>
                </a:lnTo>
                <a:lnTo>
                  <a:pt x="44944" y="20741"/>
                </a:lnTo>
                <a:lnTo>
                  <a:pt x="44851" y="20361"/>
                </a:lnTo>
                <a:lnTo>
                  <a:pt x="44753" y="19982"/>
                </a:lnTo>
                <a:lnTo>
                  <a:pt x="44649" y="19603"/>
                </a:lnTo>
                <a:lnTo>
                  <a:pt x="44539" y="19231"/>
                </a:lnTo>
                <a:lnTo>
                  <a:pt x="44424" y="18859"/>
                </a:lnTo>
                <a:lnTo>
                  <a:pt x="44302" y="18486"/>
                </a:lnTo>
                <a:lnTo>
                  <a:pt x="44181" y="18121"/>
                </a:lnTo>
                <a:lnTo>
                  <a:pt x="44048" y="17756"/>
                </a:lnTo>
                <a:lnTo>
                  <a:pt x="43915" y="17391"/>
                </a:lnTo>
                <a:lnTo>
                  <a:pt x="43771" y="17026"/>
                </a:lnTo>
                <a:lnTo>
                  <a:pt x="43626" y="16669"/>
                </a:lnTo>
                <a:lnTo>
                  <a:pt x="43476" y="16311"/>
                </a:lnTo>
                <a:lnTo>
                  <a:pt x="43320" y="15953"/>
                </a:lnTo>
                <a:lnTo>
                  <a:pt x="43158" y="15602"/>
                </a:lnTo>
                <a:lnTo>
                  <a:pt x="42990" y="15251"/>
                </a:lnTo>
                <a:lnTo>
                  <a:pt x="42823" y="14901"/>
                </a:lnTo>
                <a:lnTo>
                  <a:pt x="42649" y="14557"/>
                </a:lnTo>
                <a:lnTo>
                  <a:pt x="42470" y="14214"/>
                </a:lnTo>
                <a:lnTo>
                  <a:pt x="42285" y="13870"/>
                </a:lnTo>
                <a:lnTo>
                  <a:pt x="42095" y="13534"/>
                </a:lnTo>
                <a:lnTo>
                  <a:pt x="41904" y="13198"/>
                </a:lnTo>
                <a:lnTo>
                  <a:pt x="41707" y="12861"/>
                </a:lnTo>
                <a:lnTo>
                  <a:pt x="41505" y="12532"/>
                </a:lnTo>
                <a:lnTo>
                  <a:pt x="41303" y="12210"/>
                </a:lnTo>
                <a:lnTo>
                  <a:pt x="41089" y="11881"/>
                </a:lnTo>
                <a:lnTo>
                  <a:pt x="40875" y="11566"/>
                </a:lnTo>
                <a:lnTo>
                  <a:pt x="40661" y="11244"/>
                </a:lnTo>
                <a:lnTo>
                  <a:pt x="40442" y="10929"/>
                </a:lnTo>
                <a:lnTo>
                  <a:pt x="40216" y="10621"/>
                </a:lnTo>
                <a:lnTo>
                  <a:pt x="39985" y="10313"/>
                </a:lnTo>
                <a:lnTo>
                  <a:pt x="39754" y="10006"/>
                </a:lnTo>
                <a:lnTo>
                  <a:pt x="39517" y="9705"/>
                </a:lnTo>
                <a:lnTo>
                  <a:pt x="39280" y="9404"/>
                </a:lnTo>
                <a:lnTo>
                  <a:pt x="39037" y="9111"/>
                </a:lnTo>
                <a:lnTo>
                  <a:pt x="38789" y="8825"/>
                </a:lnTo>
                <a:lnTo>
                  <a:pt x="38540" y="8531"/>
                </a:lnTo>
                <a:lnTo>
                  <a:pt x="38286" y="8252"/>
                </a:lnTo>
                <a:lnTo>
                  <a:pt x="38031" y="7973"/>
                </a:lnTo>
                <a:lnTo>
                  <a:pt x="37771" y="7694"/>
                </a:lnTo>
                <a:lnTo>
                  <a:pt x="37505" y="7422"/>
                </a:lnTo>
                <a:lnTo>
                  <a:pt x="37240" y="7157"/>
                </a:lnTo>
                <a:lnTo>
                  <a:pt x="36974" y="6892"/>
                </a:lnTo>
                <a:lnTo>
                  <a:pt x="36702" y="6628"/>
                </a:lnTo>
                <a:lnTo>
                  <a:pt x="36430" y="6370"/>
                </a:lnTo>
                <a:lnTo>
                  <a:pt x="36153" y="6119"/>
                </a:lnTo>
                <a:lnTo>
                  <a:pt x="35870" y="5876"/>
                </a:lnTo>
                <a:lnTo>
                  <a:pt x="35592" y="5626"/>
                </a:lnTo>
                <a:lnTo>
                  <a:pt x="35303" y="5389"/>
                </a:lnTo>
                <a:lnTo>
                  <a:pt x="35020" y="5153"/>
                </a:lnTo>
                <a:lnTo>
                  <a:pt x="34731" y="4924"/>
                </a:lnTo>
                <a:lnTo>
                  <a:pt x="34436" y="4695"/>
                </a:lnTo>
                <a:lnTo>
                  <a:pt x="34142" y="4473"/>
                </a:lnTo>
                <a:lnTo>
                  <a:pt x="33847" y="4259"/>
                </a:lnTo>
                <a:lnTo>
                  <a:pt x="33546" y="4044"/>
                </a:lnTo>
                <a:lnTo>
                  <a:pt x="33246" y="3836"/>
                </a:lnTo>
                <a:lnTo>
                  <a:pt x="32945" y="3636"/>
                </a:lnTo>
                <a:lnTo>
                  <a:pt x="32639" y="3436"/>
                </a:lnTo>
                <a:lnTo>
                  <a:pt x="32333" y="3242"/>
                </a:lnTo>
                <a:lnTo>
                  <a:pt x="32026" y="3056"/>
                </a:lnTo>
                <a:lnTo>
                  <a:pt x="31714" y="2877"/>
                </a:lnTo>
                <a:lnTo>
                  <a:pt x="31402" y="2699"/>
                </a:lnTo>
                <a:lnTo>
                  <a:pt x="31090" y="2520"/>
                </a:lnTo>
                <a:lnTo>
                  <a:pt x="30778" y="2355"/>
                </a:lnTo>
                <a:lnTo>
                  <a:pt x="30460" y="2190"/>
                </a:lnTo>
                <a:lnTo>
                  <a:pt x="30142" y="2033"/>
                </a:lnTo>
                <a:lnTo>
                  <a:pt x="29824" y="1883"/>
                </a:lnTo>
                <a:lnTo>
                  <a:pt x="29501" y="1740"/>
                </a:lnTo>
                <a:lnTo>
                  <a:pt x="29183" y="1596"/>
                </a:lnTo>
                <a:lnTo>
                  <a:pt x="28859" y="1460"/>
                </a:lnTo>
                <a:lnTo>
                  <a:pt x="28535" y="1332"/>
                </a:lnTo>
                <a:lnTo>
                  <a:pt x="28212" y="1203"/>
                </a:lnTo>
                <a:lnTo>
                  <a:pt x="27888" y="1088"/>
                </a:lnTo>
                <a:lnTo>
                  <a:pt x="27559" y="974"/>
                </a:lnTo>
                <a:lnTo>
                  <a:pt x="27229" y="866"/>
                </a:lnTo>
                <a:lnTo>
                  <a:pt x="26905" y="766"/>
                </a:lnTo>
                <a:lnTo>
                  <a:pt x="26576" y="673"/>
                </a:lnTo>
                <a:lnTo>
                  <a:pt x="26247" y="580"/>
                </a:lnTo>
                <a:lnTo>
                  <a:pt x="25917" y="501"/>
                </a:lnTo>
                <a:lnTo>
                  <a:pt x="25588" y="423"/>
                </a:lnTo>
                <a:lnTo>
                  <a:pt x="25252" y="351"/>
                </a:lnTo>
                <a:lnTo>
                  <a:pt x="24923" y="287"/>
                </a:lnTo>
                <a:lnTo>
                  <a:pt x="24594" y="229"/>
                </a:lnTo>
                <a:lnTo>
                  <a:pt x="24241" y="172"/>
                </a:lnTo>
                <a:lnTo>
                  <a:pt x="23888" y="129"/>
                </a:lnTo>
                <a:lnTo>
                  <a:pt x="23536" y="86"/>
                </a:lnTo>
                <a:lnTo>
                  <a:pt x="23183" y="58"/>
                </a:lnTo>
                <a:lnTo>
                  <a:pt x="22831" y="29"/>
                </a:lnTo>
                <a:lnTo>
                  <a:pt x="22478" y="15"/>
                </a:lnTo>
                <a:lnTo>
                  <a:pt x="221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a:off x="8116301" y="4367083"/>
            <a:ext cx="560627" cy="428200"/>
          </a:xfrm>
          <a:custGeom>
            <a:rect b="b" l="l" r="r" t="t"/>
            <a:pathLst>
              <a:path extrusionOk="0" h="49275" w="64514">
                <a:moveTo>
                  <a:pt x="5774" y="4767"/>
                </a:moveTo>
                <a:lnTo>
                  <a:pt x="12513" y="5497"/>
                </a:lnTo>
                <a:lnTo>
                  <a:pt x="19247" y="6234"/>
                </a:lnTo>
                <a:lnTo>
                  <a:pt x="25986" y="6978"/>
                </a:lnTo>
                <a:lnTo>
                  <a:pt x="32719" y="7730"/>
                </a:lnTo>
                <a:lnTo>
                  <a:pt x="46192" y="9240"/>
                </a:lnTo>
                <a:lnTo>
                  <a:pt x="52925" y="9984"/>
                </a:lnTo>
                <a:lnTo>
                  <a:pt x="59664" y="10729"/>
                </a:lnTo>
                <a:lnTo>
                  <a:pt x="57572" y="15631"/>
                </a:lnTo>
                <a:lnTo>
                  <a:pt x="55480" y="20526"/>
                </a:lnTo>
                <a:lnTo>
                  <a:pt x="51295" y="30317"/>
                </a:lnTo>
                <a:lnTo>
                  <a:pt x="50908" y="31211"/>
                </a:lnTo>
                <a:lnTo>
                  <a:pt x="50509" y="32120"/>
                </a:lnTo>
                <a:lnTo>
                  <a:pt x="49700" y="33945"/>
                </a:lnTo>
                <a:lnTo>
                  <a:pt x="49290" y="34868"/>
                </a:lnTo>
                <a:lnTo>
                  <a:pt x="48885" y="35799"/>
                </a:lnTo>
                <a:lnTo>
                  <a:pt x="48486" y="36736"/>
                </a:lnTo>
                <a:lnTo>
                  <a:pt x="48099" y="37681"/>
                </a:lnTo>
                <a:lnTo>
                  <a:pt x="47908" y="38153"/>
                </a:lnTo>
                <a:lnTo>
                  <a:pt x="47723" y="38633"/>
                </a:lnTo>
                <a:lnTo>
                  <a:pt x="47538" y="39112"/>
                </a:lnTo>
                <a:lnTo>
                  <a:pt x="47365" y="39592"/>
                </a:lnTo>
                <a:lnTo>
                  <a:pt x="47192" y="40071"/>
                </a:lnTo>
                <a:lnTo>
                  <a:pt x="47024" y="40558"/>
                </a:lnTo>
                <a:lnTo>
                  <a:pt x="46862" y="41045"/>
                </a:lnTo>
                <a:lnTo>
                  <a:pt x="46706" y="41531"/>
                </a:lnTo>
                <a:lnTo>
                  <a:pt x="46556" y="42018"/>
                </a:lnTo>
                <a:lnTo>
                  <a:pt x="46411" y="42512"/>
                </a:lnTo>
                <a:lnTo>
                  <a:pt x="46278" y="43006"/>
                </a:lnTo>
                <a:lnTo>
                  <a:pt x="46151" y="43499"/>
                </a:lnTo>
                <a:lnTo>
                  <a:pt x="46030" y="44000"/>
                </a:lnTo>
                <a:lnTo>
                  <a:pt x="45920" y="44501"/>
                </a:lnTo>
                <a:lnTo>
                  <a:pt x="45816" y="45002"/>
                </a:lnTo>
                <a:lnTo>
                  <a:pt x="45724" y="45503"/>
                </a:lnTo>
                <a:lnTo>
                  <a:pt x="45082" y="44766"/>
                </a:lnTo>
                <a:lnTo>
                  <a:pt x="44440" y="44036"/>
                </a:lnTo>
                <a:lnTo>
                  <a:pt x="43793" y="43313"/>
                </a:lnTo>
                <a:lnTo>
                  <a:pt x="43140" y="42590"/>
                </a:lnTo>
                <a:lnTo>
                  <a:pt x="42487" y="41868"/>
                </a:lnTo>
                <a:lnTo>
                  <a:pt x="41828" y="41159"/>
                </a:lnTo>
                <a:lnTo>
                  <a:pt x="41169" y="40443"/>
                </a:lnTo>
                <a:lnTo>
                  <a:pt x="40504" y="39742"/>
                </a:lnTo>
                <a:lnTo>
                  <a:pt x="39840" y="39041"/>
                </a:lnTo>
                <a:lnTo>
                  <a:pt x="39169" y="38339"/>
                </a:lnTo>
                <a:lnTo>
                  <a:pt x="37823" y="36951"/>
                </a:lnTo>
                <a:lnTo>
                  <a:pt x="36470" y="35570"/>
                </a:lnTo>
                <a:lnTo>
                  <a:pt x="35106" y="34203"/>
                </a:lnTo>
                <a:lnTo>
                  <a:pt x="33742" y="32843"/>
                </a:lnTo>
                <a:lnTo>
                  <a:pt x="32372" y="31490"/>
                </a:lnTo>
                <a:lnTo>
                  <a:pt x="31003" y="30138"/>
                </a:lnTo>
                <a:lnTo>
                  <a:pt x="29627" y="28792"/>
                </a:lnTo>
                <a:lnTo>
                  <a:pt x="26876" y="26108"/>
                </a:lnTo>
                <a:lnTo>
                  <a:pt x="25506" y="24763"/>
                </a:lnTo>
                <a:lnTo>
                  <a:pt x="24136" y="23417"/>
                </a:lnTo>
                <a:lnTo>
                  <a:pt x="23576" y="22866"/>
                </a:lnTo>
                <a:lnTo>
                  <a:pt x="23003" y="22315"/>
                </a:lnTo>
                <a:lnTo>
                  <a:pt x="22431" y="21771"/>
                </a:lnTo>
                <a:lnTo>
                  <a:pt x="21853" y="21220"/>
                </a:lnTo>
                <a:lnTo>
                  <a:pt x="20680" y="20118"/>
                </a:lnTo>
                <a:lnTo>
                  <a:pt x="19489" y="19016"/>
                </a:lnTo>
                <a:lnTo>
                  <a:pt x="17097" y="16805"/>
                </a:lnTo>
                <a:lnTo>
                  <a:pt x="15894" y="15681"/>
                </a:lnTo>
                <a:lnTo>
                  <a:pt x="14698" y="14550"/>
                </a:lnTo>
                <a:lnTo>
                  <a:pt x="14103" y="13978"/>
                </a:lnTo>
                <a:lnTo>
                  <a:pt x="13507" y="13405"/>
                </a:lnTo>
                <a:lnTo>
                  <a:pt x="12918" y="12825"/>
                </a:lnTo>
                <a:lnTo>
                  <a:pt x="12334" y="12239"/>
                </a:lnTo>
                <a:lnTo>
                  <a:pt x="11750" y="11652"/>
                </a:lnTo>
                <a:lnTo>
                  <a:pt x="11172" y="11058"/>
                </a:lnTo>
                <a:lnTo>
                  <a:pt x="10600" y="10457"/>
                </a:lnTo>
                <a:lnTo>
                  <a:pt x="10034" y="9855"/>
                </a:lnTo>
                <a:lnTo>
                  <a:pt x="9473" y="9240"/>
                </a:lnTo>
                <a:lnTo>
                  <a:pt x="8918" y="8624"/>
                </a:lnTo>
                <a:lnTo>
                  <a:pt x="8375" y="8002"/>
                </a:lnTo>
                <a:lnTo>
                  <a:pt x="7837" y="7365"/>
                </a:lnTo>
                <a:lnTo>
                  <a:pt x="7306" y="6728"/>
                </a:lnTo>
                <a:lnTo>
                  <a:pt x="6786" y="6084"/>
                </a:lnTo>
                <a:lnTo>
                  <a:pt x="6277" y="5425"/>
                </a:lnTo>
                <a:lnTo>
                  <a:pt x="5774" y="4767"/>
                </a:lnTo>
                <a:close/>
                <a:moveTo>
                  <a:pt x="1659" y="1"/>
                </a:moveTo>
                <a:lnTo>
                  <a:pt x="1543" y="8"/>
                </a:lnTo>
                <a:lnTo>
                  <a:pt x="1434" y="29"/>
                </a:lnTo>
                <a:lnTo>
                  <a:pt x="1324" y="58"/>
                </a:lnTo>
                <a:lnTo>
                  <a:pt x="1214" y="101"/>
                </a:lnTo>
                <a:lnTo>
                  <a:pt x="1110" y="151"/>
                </a:lnTo>
                <a:lnTo>
                  <a:pt x="1006" y="208"/>
                </a:lnTo>
                <a:lnTo>
                  <a:pt x="908" y="280"/>
                </a:lnTo>
                <a:lnTo>
                  <a:pt x="809" y="358"/>
                </a:lnTo>
                <a:lnTo>
                  <a:pt x="717" y="444"/>
                </a:lnTo>
                <a:lnTo>
                  <a:pt x="630" y="544"/>
                </a:lnTo>
                <a:lnTo>
                  <a:pt x="549" y="645"/>
                </a:lnTo>
                <a:lnTo>
                  <a:pt x="468" y="752"/>
                </a:lnTo>
                <a:lnTo>
                  <a:pt x="393" y="866"/>
                </a:lnTo>
                <a:lnTo>
                  <a:pt x="324" y="981"/>
                </a:lnTo>
                <a:lnTo>
                  <a:pt x="260" y="1103"/>
                </a:lnTo>
                <a:lnTo>
                  <a:pt x="208" y="1231"/>
                </a:lnTo>
                <a:lnTo>
                  <a:pt x="156" y="1367"/>
                </a:lnTo>
                <a:lnTo>
                  <a:pt x="110" y="1496"/>
                </a:lnTo>
                <a:lnTo>
                  <a:pt x="75" y="1632"/>
                </a:lnTo>
                <a:lnTo>
                  <a:pt x="46" y="1775"/>
                </a:lnTo>
                <a:lnTo>
                  <a:pt x="23" y="1911"/>
                </a:lnTo>
                <a:lnTo>
                  <a:pt x="6" y="2055"/>
                </a:lnTo>
                <a:lnTo>
                  <a:pt x="0" y="2198"/>
                </a:lnTo>
                <a:lnTo>
                  <a:pt x="0" y="2334"/>
                </a:lnTo>
                <a:lnTo>
                  <a:pt x="12" y="2477"/>
                </a:lnTo>
                <a:lnTo>
                  <a:pt x="29" y="2613"/>
                </a:lnTo>
                <a:lnTo>
                  <a:pt x="58" y="2749"/>
                </a:lnTo>
                <a:lnTo>
                  <a:pt x="93" y="2885"/>
                </a:lnTo>
                <a:lnTo>
                  <a:pt x="139" y="3014"/>
                </a:lnTo>
                <a:lnTo>
                  <a:pt x="197" y="3142"/>
                </a:lnTo>
                <a:lnTo>
                  <a:pt x="266" y="3264"/>
                </a:lnTo>
                <a:lnTo>
                  <a:pt x="526" y="3686"/>
                </a:lnTo>
                <a:lnTo>
                  <a:pt x="786" y="4101"/>
                </a:lnTo>
                <a:lnTo>
                  <a:pt x="1052" y="4516"/>
                </a:lnTo>
                <a:lnTo>
                  <a:pt x="1324" y="4924"/>
                </a:lnTo>
                <a:lnTo>
                  <a:pt x="1595" y="5332"/>
                </a:lnTo>
                <a:lnTo>
                  <a:pt x="1873" y="5733"/>
                </a:lnTo>
                <a:lnTo>
                  <a:pt x="2150" y="6134"/>
                </a:lnTo>
                <a:lnTo>
                  <a:pt x="2433" y="6527"/>
                </a:lnTo>
                <a:lnTo>
                  <a:pt x="2722" y="6921"/>
                </a:lnTo>
                <a:lnTo>
                  <a:pt x="3011" y="7308"/>
                </a:lnTo>
                <a:lnTo>
                  <a:pt x="3306" y="7701"/>
                </a:lnTo>
                <a:lnTo>
                  <a:pt x="3601" y="8081"/>
                </a:lnTo>
                <a:lnTo>
                  <a:pt x="3901" y="8460"/>
                </a:lnTo>
                <a:lnTo>
                  <a:pt x="4202" y="8839"/>
                </a:lnTo>
                <a:lnTo>
                  <a:pt x="4503" y="9218"/>
                </a:lnTo>
                <a:lnTo>
                  <a:pt x="4815" y="9591"/>
                </a:lnTo>
                <a:lnTo>
                  <a:pt x="5433" y="10328"/>
                </a:lnTo>
                <a:lnTo>
                  <a:pt x="6069" y="11051"/>
                </a:lnTo>
                <a:lnTo>
                  <a:pt x="6705" y="11766"/>
                </a:lnTo>
                <a:lnTo>
                  <a:pt x="7358" y="12475"/>
                </a:lnTo>
                <a:lnTo>
                  <a:pt x="8011" y="13176"/>
                </a:lnTo>
                <a:lnTo>
                  <a:pt x="8676" y="13870"/>
                </a:lnTo>
                <a:lnTo>
                  <a:pt x="9346" y="14557"/>
                </a:lnTo>
                <a:lnTo>
                  <a:pt x="10022" y="15237"/>
                </a:lnTo>
                <a:lnTo>
                  <a:pt x="10698" y="15903"/>
                </a:lnTo>
                <a:lnTo>
                  <a:pt x="11380" y="16576"/>
                </a:lnTo>
                <a:lnTo>
                  <a:pt x="12068" y="17234"/>
                </a:lnTo>
                <a:lnTo>
                  <a:pt x="12762" y="17892"/>
                </a:lnTo>
                <a:lnTo>
                  <a:pt x="14143" y="19195"/>
                </a:lnTo>
                <a:lnTo>
                  <a:pt x="15530" y="20490"/>
                </a:lnTo>
                <a:lnTo>
                  <a:pt x="16912" y="21771"/>
                </a:lnTo>
                <a:lnTo>
                  <a:pt x="18287" y="23060"/>
                </a:lnTo>
                <a:lnTo>
                  <a:pt x="18969" y="23697"/>
                </a:lnTo>
                <a:lnTo>
                  <a:pt x="19645" y="24341"/>
                </a:lnTo>
                <a:lnTo>
                  <a:pt x="20316" y="24992"/>
                </a:lnTo>
                <a:lnTo>
                  <a:pt x="20981" y="25636"/>
                </a:lnTo>
                <a:lnTo>
                  <a:pt x="22472" y="27096"/>
                </a:lnTo>
                <a:lnTo>
                  <a:pt x="23957" y="28563"/>
                </a:lnTo>
                <a:lnTo>
                  <a:pt x="26934" y="31512"/>
                </a:lnTo>
                <a:lnTo>
                  <a:pt x="28419" y="32986"/>
                </a:lnTo>
                <a:lnTo>
                  <a:pt x="29910" y="34460"/>
                </a:lnTo>
                <a:lnTo>
                  <a:pt x="31407" y="35920"/>
                </a:lnTo>
                <a:lnTo>
                  <a:pt x="32910" y="37380"/>
                </a:lnTo>
                <a:lnTo>
                  <a:pt x="34418" y="38826"/>
                </a:lnTo>
                <a:lnTo>
                  <a:pt x="35176" y="39542"/>
                </a:lnTo>
                <a:lnTo>
                  <a:pt x="35933" y="40257"/>
                </a:lnTo>
                <a:lnTo>
                  <a:pt x="36690" y="40973"/>
                </a:lnTo>
                <a:lnTo>
                  <a:pt x="37453" y="41682"/>
                </a:lnTo>
                <a:lnTo>
                  <a:pt x="38216" y="42383"/>
                </a:lnTo>
                <a:lnTo>
                  <a:pt x="38984" y="43077"/>
                </a:lnTo>
                <a:lnTo>
                  <a:pt x="39753" y="43771"/>
                </a:lnTo>
                <a:lnTo>
                  <a:pt x="40528" y="44458"/>
                </a:lnTo>
                <a:lnTo>
                  <a:pt x="41302" y="45145"/>
                </a:lnTo>
                <a:lnTo>
                  <a:pt x="42082" y="45818"/>
                </a:lnTo>
                <a:lnTo>
                  <a:pt x="42863" y="46491"/>
                </a:lnTo>
                <a:lnTo>
                  <a:pt x="43649" y="47156"/>
                </a:lnTo>
                <a:lnTo>
                  <a:pt x="44435" y="47815"/>
                </a:lnTo>
                <a:lnTo>
                  <a:pt x="45226" y="48459"/>
                </a:lnTo>
                <a:lnTo>
                  <a:pt x="45278" y="48495"/>
                </a:lnTo>
                <a:lnTo>
                  <a:pt x="45330" y="48523"/>
                </a:lnTo>
                <a:lnTo>
                  <a:pt x="45429" y="48559"/>
                </a:lnTo>
                <a:lnTo>
                  <a:pt x="45446" y="48638"/>
                </a:lnTo>
                <a:lnTo>
                  <a:pt x="45475" y="48702"/>
                </a:lnTo>
                <a:lnTo>
                  <a:pt x="45504" y="48774"/>
                </a:lnTo>
                <a:lnTo>
                  <a:pt x="45533" y="48831"/>
                </a:lnTo>
                <a:lnTo>
                  <a:pt x="45573" y="48896"/>
                </a:lnTo>
                <a:lnTo>
                  <a:pt x="45614" y="48946"/>
                </a:lnTo>
                <a:lnTo>
                  <a:pt x="45654" y="48996"/>
                </a:lnTo>
                <a:lnTo>
                  <a:pt x="45700" y="49046"/>
                </a:lnTo>
                <a:lnTo>
                  <a:pt x="45752" y="49089"/>
                </a:lnTo>
                <a:lnTo>
                  <a:pt x="45804" y="49125"/>
                </a:lnTo>
                <a:lnTo>
                  <a:pt x="45856" y="49160"/>
                </a:lnTo>
                <a:lnTo>
                  <a:pt x="45914" y="49189"/>
                </a:lnTo>
                <a:lnTo>
                  <a:pt x="45972" y="49218"/>
                </a:lnTo>
                <a:lnTo>
                  <a:pt x="46030" y="49239"/>
                </a:lnTo>
                <a:lnTo>
                  <a:pt x="46088" y="49253"/>
                </a:lnTo>
                <a:lnTo>
                  <a:pt x="46151" y="49268"/>
                </a:lnTo>
                <a:lnTo>
                  <a:pt x="46209" y="49275"/>
                </a:lnTo>
                <a:lnTo>
                  <a:pt x="46336" y="49275"/>
                </a:lnTo>
                <a:lnTo>
                  <a:pt x="46394" y="49268"/>
                </a:lnTo>
                <a:lnTo>
                  <a:pt x="46458" y="49253"/>
                </a:lnTo>
                <a:lnTo>
                  <a:pt x="46515" y="49239"/>
                </a:lnTo>
                <a:lnTo>
                  <a:pt x="46573" y="49218"/>
                </a:lnTo>
                <a:lnTo>
                  <a:pt x="46631" y="49189"/>
                </a:lnTo>
                <a:lnTo>
                  <a:pt x="46683" y="49153"/>
                </a:lnTo>
                <a:lnTo>
                  <a:pt x="46741" y="49117"/>
                </a:lnTo>
                <a:lnTo>
                  <a:pt x="46787" y="49074"/>
                </a:lnTo>
                <a:lnTo>
                  <a:pt x="46839" y="49024"/>
                </a:lnTo>
                <a:lnTo>
                  <a:pt x="46879" y="48974"/>
                </a:lnTo>
                <a:lnTo>
                  <a:pt x="46926" y="48910"/>
                </a:lnTo>
                <a:lnTo>
                  <a:pt x="46960" y="48845"/>
                </a:lnTo>
                <a:lnTo>
                  <a:pt x="46995" y="48774"/>
                </a:lnTo>
                <a:lnTo>
                  <a:pt x="48047" y="46412"/>
                </a:lnTo>
                <a:lnTo>
                  <a:pt x="49105" y="44058"/>
                </a:lnTo>
                <a:lnTo>
                  <a:pt x="50168" y="41710"/>
                </a:lnTo>
                <a:lnTo>
                  <a:pt x="51243" y="39363"/>
                </a:lnTo>
                <a:lnTo>
                  <a:pt x="52330" y="37022"/>
                </a:lnTo>
                <a:lnTo>
                  <a:pt x="53416" y="34682"/>
                </a:lnTo>
                <a:lnTo>
                  <a:pt x="55595" y="30002"/>
                </a:lnTo>
                <a:lnTo>
                  <a:pt x="57786" y="25321"/>
                </a:lnTo>
                <a:lnTo>
                  <a:pt x="58872" y="22981"/>
                </a:lnTo>
                <a:lnTo>
                  <a:pt x="59959" y="20633"/>
                </a:lnTo>
                <a:lnTo>
                  <a:pt x="61040" y="18286"/>
                </a:lnTo>
                <a:lnTo>
                  <a:pt x="62115" y="15939"/>
                </a:lnTo>
                <a:lnTo>
                  <a:pt x="63178" y="13584"/>
                </a:lnTo>
                <a:lnTo>
                  <a:pt x="64236" y="11222"/>
                </a:lnTo>
                <a:lnTo>
                  <a:pt x="64317" y="11029"/>
                </a:lnTo>
                <a:lnTo>
                  <a:pt x="64380" y="10836"/>
                </a:lnTo>
                <a:lnTo>
                  <a:pt x="64432" y="10650"/>
                </a:lnTo>
                <a:lnTo>
                  <a:pt x="64473" y="10464"/>
                </a:lnTo>
                <a:lnTo>
                  <a:pt x="64496" y="10278"/>
                </a:lnTo>
                <a:lnTo>
                  <a:pt x="64513" y="10092"/>
                </a:lnTo>
                <a:lnTo>
                  <a:pt x="64513" y="9913"/>
                </a:lnTo>
                <a:lnTo>
                  <a:pt x="64508" y="9741"/>
                </a:lnTo>
                <a:lnTo>
                  <a:pt x="64484" y="9569"/>
                </a:lnTo>
                <a:lnTo>
                  <a:pt x="64456" y="9397"/>
                </a:lnTo>
                <a:lnTo>
                  <a:pt x="64421" y="9233"/>
                </a:lnTo>
                <a:lnTo>
                  <a:pt x="64375" y="9068"/>
                </a:lnTo>
                <a:lnTo>
                  <a:pt x="64317" y="8918"/>
                </a:lnTo>
                <a:lnTo>
                  <a:pt x="64253" y="8768"/>
                </a:lnTo>
                <a:lnTo>
                  <a:pt x="64184" y="8617"/>
                </a:lnTo>
                <a:lnTo>
                  <a:pt x="64103" y="8481"/>
                </a:lnTo>
                <a:lnTo>
                  <a:pt x="64074" y="8274"/>
                </a:lnTo>
                <a:lnTo>
                  <a:pt x="64039" y="8066"/>
                </a:lnTo>
                <a:lnTo>
                  <a:pt x="63987" y="7866"/>
                </a:lnTo>
                <a:lnTo>
                  <a:pt x="63930" y="7665"/>
                </a:lnTo>
                <a:lnTo>
                  <a:pt x="63854" y="7479"/>
                </a:lnTo>
                <a:lnTo>
                  <a:pt x="63768" y="7293"/>
                </a:lnTo>
                <a:lnTo>
                  <a:pt x="63722" y="7207"/>
                </a:lnTo>
                <a:lnTo>
                  <a:pt x="63670" y="7114"/>
                </a:lnTo>
                <a:lnTo>
                  <a:pt x="63618" y="7036"/>
                </a:lnTo>
                <a:lnTo>
                  <a:pt x="63560" y="6950"/>
                </a:lnTo>
                <a:lnTo>
                  <a:pt x="63502" y="6878"/>
                </a:lnTo>
                <a:lnTo>
                  <a:pt x="63438" y="6799"/>
                </a:lnTo>
                <a:lnTo>
                  <a:pt x="63375" y="6728"/>
                </a:lnTo>
                <a:lnTo>
                  <a:pt x="63305" y="6663"/>
                </a:lnTo>
                <a:lnTo>
                  <a:pt x="63236" y="6592"/>
                </a:lnTo>
                <a:lnTo>
                  <a:pt x="63161" y="6535"/>
                </a:lnTo>
                <a:lnTo>
                  <a:pt x="63080" y="6477"/>
                </a:lnTo>
                <a:lnTo>
                  <a:pt x="62999" y="6420"/>
                </a:lnTo>
                <a:lnTo>
                  <a:pt x="62918" y="6377"/>
                </a:lnTo>
                <a:lnTo>
                  <a:pt x="62831" y="6327"/>
                </a:lnTo>
                <a:lnTo>
                  <a:pt x="62739" y="6291"/>
                </a:lnTo>
                <a:lnTo>
                  <a:pt x="62647" y="6256"/>
                </a:lnTo>
                <a:lnTo>
                  <a:pt x="62554" y="6227"/>
                </a:lnTo>
                <a:lnTo>
                  <a:pt x="62450" y="6198"/>
                </a:lnTo>
                <a:lnTo>
                  <a:pt x="62352" y="6177"/>
                </a:lnTo>
                <a:lnTo>
                  <a:pt x="62248" y="6163"/>
                </a:lnTo>
                <a:lnTo>
                  <a:pt x="58468" y="5747"/>
                </a:lnTo>
                <a:lnTo>
                  <a:pt x="54688" y="5339"/>
                </a:lnTo>
                <a:lnTo>
                  <a:pt x="50914" y="4932"/>
                </a:lnTo>
                <a:lnTo>
                  <a:pt x="47134" y="4531"/>
                </a:lnTo>
                <a:lnTo>
                  <a:pt x="43354" y="4137"/>
                </a:lnTo>
                <a:lnTo>
                  <a:pt x="39574" y="3751"/>
                </a:lnTo>
                <a:lnTo>
                  <a:pt x="32020" y="2985"/>
                </a:lnTo>
                <a:lnTo>
                  <a:pt x="24460" y="2233"/>
                </a:lnTo>
                <a:lnTo>
                  <a:pt x="16894" y="1489"/>
                </a:lnTo>
                <a:lnTo>
                  <a:pt x="1775" y="8"/>
                </a:lnTo>
                <a:lnTo>
                  <a:pt x="165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7393396" y="498625"/>
            <a:ext cx="793686" cy="492380"/>
          </a:xfrm>
          <a:custGeom>
            <a:rect b="b" l="l" r="r" t="t"/>
            <a:pathLst>
              <a:path extrusionOk="0" h="34010" w="54822">
                <a:moveTo>
                  <a:pt x="42534" y="1"/>
                </a:moveTo>
                <a:lnTo>
                  <a:pt x="42435" y="15"/>
                </a:lnTo>
                <a:lnTo>
                  <a:pt x="42331" y="29"/>
                </a:lnTo>
                <a:lnTo>
                  <a:pt x="42233" y="51"/>
                </a:lnTo>
                <a:lnTo>
                  <a:pt x="42141" y="79"/>
                </a:lnTo>
                <a:lnTo>
                  <a:pt x="42048" y="115"/>
                </a:lnTo>
                <a:lnTo>
                  <a:pt x="41956" y="158"/>
                </a:lnTo>
                <a:lnTo>
                  <a:pt x="41863" y="215"/>
                </a:lnTo>
                <a:lnTo>
                  <a:pt x="41777" y="273"/>
                </a:lnTo>
                <a:lnTo>
                  <a:pt x="41696" y="337"/>
                </a:lnTo>
                <a:lnTo>
                  <a:pt x="41620" y="409"/>
                </a:lnTo>
                <a:lnTo>
                  <a:pt x="41545" y="487"/>
                </a:lnTo>
                <a:lnTo>
                  <a:pt x="41476" y="566"/>
                </a:lnTo>
                <a:lnTo>
                  <a:pt x="41412" y="659"/>
                </a:lnTo>
                <a:lnTo>
                  <a:pt x="41355" y="759"/>
                </a:lnTo>
                <a:lnTo>
                  <a:pt x="41303" y="867"/>
                </a:lnTo>
                <a:lnTo>
                  <a:pt x="41262" y="981"/>
                </a:lnTo>
                <a:lnTo>
                  <a:pt x="41222" y="1096"/>
                </a:lnTo>
                <a:lnTo>
                  <a:pt x="41193" y="1225"/>
                </a:lnTo>
                <a:lnTo>
                  <a:pt x="41170" y="1360"/>
                </a:lnTo>
                <a:lnTo>
                  <a:pt x="41031" y="2319"/>
                </a:lnTo>
                <a:lnTo>
                  <a:pt x="40886" y="3286"/>
                </a:lnTo>
                <a:lnTo>
                  <a:pt x="40736" y="4252"/>
                </a:lnTo>
                <a:lnTo>
                  <a:pt x="40586" y="5211"/>
                </a:lnTo>
                <a:lnTo>
                  <a:pt x="40430" y="6170"/>
                </a:lnTo>
                <a:lnTo>
                  <a:pt x="40268" y="7129"/>
                </a:lnTo>
                <a:lnTo>
                  <a:pt x="40106" y="8081"/>
                </a:lnTo>
                <a:lnTo>
                  <a:pt x="39933" y="9040"/>
                </a:lnTo>
                <a:lnTo>
                  <a:pt x="39759" y="9992"/>
                </a:lnTo>
                <a:lnTo>
                  <a:pt x="39580" y="10943"/>
                </a:lnTo>
                <a:lnTo>
                  <a:pt x="39401" y="11895"/>
                </a:lnTo>
                <a:lnTo>
                  <a:pt x="39210" y="12847"/>
                </a:lnTo>
                <a:lnTo>
                  <a:pt x="39020" y="13792"/>
                </a:lnTo>
                <a:lnTo>
                  <a:pt x="38823" y="14744"/>
                </a:lnTo>
                <a:lnTo>
                  <a:pt x="38627" y="15688"/>
                </a:lnTo>
                <a:lnTo>
                  <a:pt x="38424" y="16633"/>
                </a:lnTo>
                <a:lnTo>
                  <a:pt x="33211" y="11316"/>
                </a:lnTo>
                <a:lnTo>
                  <a:pt x="28003" y="5991"/>
                </a:lnTo>
                <a:lnTo>
                  <a:pt x="27905" y="5898"/>
                </a:lnTo>
                <a:lnTo>
                  <a:pt x="27801" y="5812"/>
                </a:lnTo>
                <a:lnTo>
                  <a:pt x="27697" y="5740"/>
                </a:lnTo>
                <a:lnTo>
                  <a:pt x="27593" y="5669"/>
                </a:lnTo>
                <a:lnTo>
                  <a:pt x="27483" y="5619"/>
                </a:lnTo>
                <a:lnTo>
                  <a:pt x="27373" y="5569"/>
                </a:lnTo>
                <a:lnTo>
                  <a:pt x="27264" y="5533"/>
                </a:lnTo>
                <a:lnTo>
                  <a:pt x="27154" y="5504"/>
                </a:lnTo>
                <a:lnTo>
                  <a:pt x="27044" y="5490"/>
                </a:lnTo>
                <a:lnTo>
                  <a:pt x="26934" y="5483"/>
                </a:lnTo>
                <a:lnTo>
                  <a:pt x="26824" y="5483"/>
                </a:lnTo>
                <a:lnTo>
                  <a:pt x="26720" y="5490"/>
                </a:lnTo>
                <a:lnTo>
                  <a:pt x="26611" y="5511"/>
                </a:lnTo>
                <a:lnTo>
                  <a:pt x="26507" y="5533"/>
                </a:lnTo>
                <a:lnTo>
                  <a:pt x="26402" y="5569"/>
                </a:lnTo>
                <a:lnTo>
                  <a:pt x="26304" y="5612"/>
                </a:lnTo>
                <a:lnTo>
                  <a:pt x="26206" y="5669"/>
                </a:lnTo>
                <a:lnTo>
                  <a:pt x="26108" y="5726"/>
                </a:lnTo>
                <a:lnTo>
                  <a:pt x="26021" y="5791"/>
                </a:lnTo>
                <a:lnTo>
                  <a:pt x="25934" y="5869"/>
                </a:lnTo>
                <a:lnTo>
                  <a:pt x="25848" y="5955"/>
                </a:lnTo>
                <a:lnTo>
                  <a:pt x="25772" y="6048"/>
                </a:lnTo>
                <a:lnTo>
                  <a:pt x="25697" y="6141"/>
                </a:lnTo>
                <a:lnTo>
                  <a:pt x="25634" y="6249"/>
                </a:lnTo>
                <a:lnTo>
                  <a:pt x="25570" y="6363"/>
                </a:lnTo>
                <a:lnTo>
                  <a:pt x="25512" y="6485"/>
                </a:lnTo>
                <a:lnTo>
                  <a:pt x="25466" y="6614"/>
                </a:lnTo>
                <a:lnTo>
                  <a:pt x="25426" y="6750"/>
                </a:lnTo>
                <a:lnTo>
                  <a:pt x="25391" y="6893"/>
                </a:lnTo>
                <a:lnTo>
                  <a:pt x="25362" y="7043"/>
                </a:lnTo>
                <a:lnTo>
                  <a:pt x="25345" y="7200"/>
                </a:lnTo>
                <a:lnTo>
                  <a:pt x="25333" y="7358"/>
                </a:lnTo>
                <a:lnTo>
                  <a:pt x="25067" y="14708"/>
                </a:lnTo>
                <a:lnTo>
                  <a:pt x="24807" y="22051"/>
                </a:lnTo>
                <a:lnTo>
                  <a:pt x="14317" y="12554"/>
                </a:lnTo>
                <a:lnTo>
                  <a:pt x="14236" y="12482"/>
                </a:lnTo>
                <a:lnTo>
                  <a:pt x="14155" y="12432"/>
                </a:lnTo>
                <a:lnTo>
                  <a:pt x="14074" y="12382"/>
                </a:lnTo>
                <a:lnTo>
                  <a:pt x="13988" y="12339"/>
                </a:lnTo>
                <a:lnTo>
                  <a:pt x="13901" y="12310"/>
                </a:lnTo>
                <a:lnTo>
                  <a:pt x="13808" y="12282"/>
                </a:lnTo>
                <a:lnTo>
                  <a:pt x="13716" y="12267"/>
                </a:lnTo>
                <a:lnTo>
                  <a:pt x="13629" y="12260"/>
                </a:lnTo>
                <a:lnTo>
                  <a:pt x="13537" y="12253"/>
                </a:lnTo>
                <a:lnTo>
                  <a:pt x="13439" y="12260"/>
                </a:lnTo>
                <a:lnTo>
                  <a:pt x="13346" y="12275"/>
                </a:lnTo>
                <a:lnTo>
                  <a:pt x="13254" y="12289"/>
                </a:lnTo>
                <a:lnTo>
                  <a:pt x="13161" y="12317"/>
                </a:lnTo>
                <a:lnTo>
                  <a:pt x="13074" y="12346"/>
                </a:lnTo>
                <a:lnTo>
                  <a:pt x="12982" y="12382"/>
                </a:lnTo>
                <a:lnTo>
                  <a:pt x="12895" y="12425"/>
                </a:lnTo>
                <a:lnTo>
                  <a:pt x="12809" y="12475"/>
                </a:lnTo>
                <a:lnTo>
                  <a:pt x="12722" y="12532"/>
                </a:lnTo>
                <a:lnTo>
                  <a:pt x="12641" y="12589"/>
                </a:lnTo>
                <a:lnTo>
                  <a:pt x="12560" y="12654"/>
                </a:lnTo>
                <a:lnTo>
                  <a:pt x="12485" y="12725"/>
                </a:lnTo>
                <a:lnTo>
                  <a:pt x="12410" y="12797"/>
                </a:lnTo>
                <a:lnTo>
                  <a:pt x="12340" y="12876"/>
                </a:lnTo>
                <a:lnTo>
                  <a:pt x="12277" y="12962"/>
                </a:lnTo>
                <a:lnTo>
                  <a:pt x="12219" y="13047"/>
                </a:lnTo>
                <a:lnTo>
                  <a:pt x="12161" y="13133"/>
                </a:lnTo>
                <a:lnTo>
                  <a:pt x="12109" y="13226"/>
                </a:lnTo>
                <a:lnTo>
                  <a:pt x="12063" y="13327"/>
                </a:lnTo>
                <a:lnTo>
                  <a:pt x="12023" y="13427"/>
                </a:lnTo>
                <a:lnTo>
                  <a:pt x="11988" y="13534"/>
                </a:lnTo>
                <a:lnTo>
                  <a:pt x="11959" y="13641"/>
                </a:lnTo>
                <a:lnTo>
                  <a:pt x="11936" y="13749"/>
                </a:lnTo>
                <a:lnTo>
                  <a:pt x="11641" y="15567"/>
                </a:lnTo>
                <a:lnTo>
                  <a:pt x="11352" y="17384"/>
                </a:lnTo>
                <a:lnTo>
                  <a:pt x="11080" y="19202"/>
                </a:lnTo>
                <a:lnTo>
                  <a:pt x="10820" y="21027"/>
                </a:lnTo>
                <a:lnTo>
                  <a:pt x="10572" y="22852"/>
                </a:lnTo>
                <a:lnTo>
                  <a:pt x="10329" y="24677"/>
                </a:lnTo>
                <a:lnTo>
                  <a:pt x="10098" y="26502"/>
                </a:lnTo>
                <a:lnTo>
                  <a:pt x="9878" y="28334"/>
                </a:lnTo>
                <a:lnTo>
                  <a:pt x="8844" y="27218"/>
                </a:lnTo>
                <a:lnTo>
                  <a:pt x="7821" y="26087"/>
                </a:lnTo>
                <a:lnTo>
                  <a:pt x="6798" y="24956"/>
                </a:lnTo>
                <a:lnTo>
                  <a:pt x="5769" y="23826"/>
                </a:lnTo>
                <a:lnTo>
                  <a:pt x="4740" y="22702"/>
                </a:lnTo>
                <a:lnTo>
                  <a:pt x="4220" y="22151"/>
                </a:lnTo>
                <a:lnTo>
                  <a:pt x="3700" y="21593"/>
                </a:lnTo>
                <a:lnTo>
                  <a:pt x="3174" y="21049"/>
                </a:lnTo>
                <a:lnTo>
                  <a:pt x="2648" y="20505"/>
                </a:lnTo>
                <a:lnTo>
                  <a:pt x="2116" y="19961"/>
                </a:lnTo>
                <a:lnTo>
                  <a:pt x="1579" y="19431"/>
                </a:lnTo>
                <a:lnTo>
                  <a:pt x="1492" y="19353"/>
                </a:lnTo>
                <a:lnTo>
                  <a:pt x="1405" y="19288"/>
                </a:lnTo>
                <a:lnTo>
                  <a:pt x="1319" y="19238"/>
                </a:lnTo>
                <a:lnTo>
                  <a:pt x="1226" y="19195"/>
                </a:lnTo>
                <a:lnTo>
                  <a:pt x="1139" y="19167"/>
                </a:lnTo>
                <a:lnTo>
                  <a:pt x="1047" y="19145"/>
                </a:lnTo>
                <a:lnTo>
                  <a:pt x="960" y="19138"/>
                </a:lnTo>
                <a:lnTo>
                  <a:pt x="873" y="19145"/>
                </a:lnTo>
                <a:lnTo>
                  <a:pt x="787" y="19159"/>
                </a:lnTo>
                <a:lnTo>
                  <a:pt x="706" y="19181"/>
                </a:lnTo>
                <a:lnTo>
                  <a:pt x="625" y="19209"/>
                </a:lnTo>
                <a:lnTo>
                  <a:pt x="550" y="19252"/>
                </a:lnTo>
                <a:lnTo>
                  <a:pt x="475" y="19295"/>
                </a:lnTo>
                <a:lnTo>
                  <a:pt x="405" y="19353"/>
                </a:lnTo>
                <a:lnTo>
                  <a:pt x="336" y="19410"/>
                </a:lnTo>
                <a:lnTo>
                  <a:pt x="278" y="19481"/>
                </a:lnTo>
                <a:lnTo>
                  <a:pt x="220" y="19553"/>
                </a:lnTo>
                <a:lnTo>
                  <a:pt x="168" y="19632"/>
                </a:lnTo>
                <a:lnTo>
                  <a:pt x="122" y="19718"/>
                </a:lnTo>
                <a:lnTo>
                  <a:pt x="87" y="19803"/>
                </a:lnTo>
                <a:lnTo>
                  <a:pt x="53" y="19896"/>
                </a:lnTo>
                <a:lnTo>
                  <a:pt x="30" y="19997"/>
                </a:lnTo>
                <a:lnTo>
                  <a:pt x="12" y="20097"/>
                </a:lnTo>
                <a:lnTo>
                  <a:pt x="1" y="20197"/>
                </a:lnTo>
                <a:lnTo>
                  <a:pt x="1" y="20304"/>
                </a:lnTo>
                <a:lnTo>
                  <a:pt x="12" y="20412"/>
                </a:lnTo>
                <a:lnTo>
                  <a:pt x="30" y="20519"/>
                </a:lnTo>
                <a:lnTo>
                  <a:pt x="53" y="20626"/>
                </a:lnTo>
                <a:lnTo>
                  <a:pt x="93" y="20734"/>
                </a:lnTo>
                <a:lnTo>
                  <a:pt x="139" y="20841"/>
                </a:lnTo>
                <a:lnTo>
                  <a:pt x="197" y="20949"/>
                </a:lnTo>
                <a:lnTo>
                  <a:pt x="267" y="21056"/>
                </a:lnTo>
                <a:lnTo>
                  <a:pt x="850" y="21857"/>
                </a:lnTo>
                <a:lnTo>
                  <a:pt x="1440" y="22652"/>
                </a:lnTo>
                <a:lnTo>
                  <a:pt x="2035" y="23432"/>
                </a:lnTo>
                <a:lnTo>
                  <a:pt x="2631" y="24212"/>
                </a:lnTo>
                <a:lnTo>
                  <a:pt x="3237" y="24985"/>
                </a:lnTo>
                <a:lnTo>
                  <a:pt x="3844" y="25751"/>
                </a:lnTo>
                <a:lnTo>
                  <a:pt x="5070" y="27282"/>
                </a:lnTo>
                <a:lnTo>
                  <a:pt x="6295" y="28807"/>
                </a:lnTo>
                <a:lnTo>
                  <a:pt x="6907" y="29572"/>
                </a:lnTo>
                <a:lnTo>
                  <a:pt x="7514" y="30338"/>
                </a:lnTo>
                <a:lnTo>
                  <a:pt x="8121" y="31111"/>
                </a:lnTo>
                <a:lnTo>
                  <a:pt x="8722" y="31884"/>
                </a:lnTo>
                <a:lnTo>
                  <a:pt x="9318" y="32671"/>
                </a:lnTo>
                <a:lnTo>
                  <a:pt x="9907" y="33459"/>
                </a:lnTo>
                <a:lnTo>
                  <a:pt x="9982" y="33552"/>
                </a:lnTo>
                <a:lnTo>
                  <a:pt x="10057" y="33630"/>
                </a:lnTo>
                <a:lnTo>
                  <a:pt x="10138" y="33702"/>
                </a:lnTo>
                <a:lnTo>
                  <a:pt x="10225" y="33766"/>
                </a:lnTo>
                <a:lnTo>
                  <a:pt x="10318" y="33824"/>
                </a:lnTo>
                <a:lnTo>
                  <a:pt x="10410" y="33874"/>
                </a:lnTo>
                <a:lnTo>
                  <a:pt x="10502" y="33917"/>
                </a:lnTo>
                <a:lnTo>
                  <a:pt x="10607" y="33952"/>
                </a:lnTo>
                <a:lnTo>
                  <a:pt x="10705" y="33974"/>
                </a:lnTo>
                <a:lnTo>
                  <a:pt x="10809" y="33995"/>
                </a:lnTo>
                <a:lnTo>
                  <a:pt x="10913" y="34002"/>
                </a:lnTo>
                <a:lnTo>
                  <a:pt x="11017" y="34010"/>
                </a:lnTo>
                <a:lnTo>
                  <a:pt x="11121" y="34002"/>
                </a:lnTo>
                <a:lnTo>
                  <a:pt x="11225" y="33995"/>
                </a:lnTo>
                <a:lnTo>
                  <a:pt x="11329" y="33974"/>
                </a:lnTo>
                <a:lnTo>
                  <a:pt x="11433" y="33952"/>
                </a:lnTo>
                <a:lnTo>
                  <a:pt x="11531" y="33917"/>
                </a:lnTo>
                <a:lnTo>
                  <a:pt x="11635" y="33874"/>
                </a:lnTo>
                <a:lnTo>
                  <a:pt x="11728" y="33831"/>
                </a:lnTo>
                <a:lnTo>
                  <a:pt x="11820" y="33773"/>
                </a:lnTo>
                <a:lnTo>
                  <a:pt x="11913" y="33716"/>
                </a:lnTo>
                <a:lnTo>
                  <a:pt x="11999" y="33645"/>
                </a:lnTo>
                <a:lnTo>
                  <a:pt x="12080" y="33573"/>
                </a:lnTo>
                <a:lnTo>
                  <a:pt x="12155" y="33487"/>
                </a:lnTo>
                <a:lnTo>
                  <a:pt x="12225" y="33401"/>
                </a:lnTo>
                <a:lnTo>
                  <a:pt x="12294" y="33308"/>
                </a:lnTo>
                <a:lnTo>
                  <a:pt x="12352" y="33208"/>
                </a:lnTo>
                <a:lnTo>
                  <a:pt x="12404" y="33101"/>
                </a:lnTo>
                <a:lnTo>
                  <a:pt x="12450" y="32986"/>
                </a:lnTo>
                <a:lnTo>
                  <a:pt x="12485" y="32865"/>
                </a:lnTo>
                <a:lnTo>
                  <a:pt x="12514" y="32736"/>
                </a:lnTo>
                <a:lnTo>
                  <a:pt x="12531" y="32600"/>
                </a:lnTo>
                <a:lnTo>
                  <a:pt x="12751" y="30732"/>
                </a:lnTo>
                <a:lnTo>
                  <a:pt x="12982" y="28871"/>
                </a:lnTo>
                <a:lnTo>
                  <a:pt x="13225" y="27003"/>
                </a:lnTo>
                <a:lnTo>
                  <a:pt x="13479" y="25142"/>
                </a:lnTo>
                <a:lnTo>
                  <a:pt x="13739" y="23289"/>
                </a:lnTo>
                <a:lnTo>
                  <a:pt x="14017" y="21435"/>
                </a:lnTo>
                <a:lnTo>
                  <a:pt x="14300" y="19582"/>
                </a:lnTo>
                <a:lnTo>
                  <a:pt x="14589" y="17728"/>
                </a:lnTo>
                <a:lnTo>
                  <a:pt x="25466" y="27511"/>
                </a:lnTo>
                <a:lnTo>
                  <a:pt x="25564" y="27590"/>
                </a:lnTo>
                <a:lnTo>
                  <a:pt x="25663" y="27662"/>
                </a:lnTo>
                <a:lnTo>
                  <a:pt x="25761" y="27712"/>
                </a:lnTo>
                <a:lnTo>
                  <a:pt x="25865" y="27762"/>
                </a:lnTo>
                <a:lnTo>
                  <a:pt x="25963" y="27790"/>
                </a:lnTo>
                <a:lnTo>
                  <a:pt x="26067" y="27812"/>
                </a:lnTo>
                <a:lnTo>
                  <a:pt x="26171" y="27826"/>
                </a:lnTo>
                <a:lnTo>
                  <a:pt x="26270" y="27826"/>
                </a:lnTo>
                <a:lnTo>
                  <a:pt x="26374" y="27819"/>
                </a:lnTo>
                <a:lnTo>
                  <a:pt x="26472" y="27798"/>
                </a:lnTo>
                <a:lnTo>
                  <a:pt x="26570" y="27776"/>
                </a:lnTo>
                <a:lnTo>
                  <a:pt x="26668" y="27740"/>
                </a:lnTo>
                <a:lnTo>
                  <a:pt x="26761" y="27697"/>
                </a:lnTo>
                <a:lnTo>
                  <a:pt x="26853" y="27640"/>
                </a:lnTo>
                <a:lnTo>
                  <a:pt x="26946" y="27583"/>
                </a:lnTo>
                <a:lnTo>
                  <a:pt x="27038" y="27518"/>
                </a:lnTo>
                <a:lnTo>
                  <a:pt x="27119" y="27447"/>
                </a:lnTo>
                <a:lnTo>
                  <a:pt x="27206" y="27361"/>
                </a:lnTo>
                <a:lnTo>
                  <a:pt x="27281" y="27282"/>
                </a:lnTo>
                <a:lnTo>
                  <a:pt x="27356" y="27189"/>
                </a:lnTo>
                <a:lnTo>
                  <a:pt x="27431" y="27089"/>
                </a:lnTo>
                <a:lnTo>
                  <a:pt x="27495" y="26989"/>
                </a:lnTo>
                <a:lnTo>
                  <a:pt x="27558" y="26889"/>
                </a:lnTo>
                <a:lnTo>
                  <a:pt x="27616" y="26774"/>
                </a:lnTo>
                <a:lnTo>
                  <a:pt x="27668" y="26660"/>
                </a:lnTo>
                <a:lnTo>
                  <a:pt x="27714" y="26545"/>
                </a:lnTo>
                <a:lnTo>
                  <a:pt x="27755" y="26431"/>
                </a:lnTo>
                <a:lnTo>
                  <a:pt x="27790" y="26309"/>
                </a:lnTo>
                <a:lnTo>
                  <a:pt x="27819" y="26180"/>
                </a:lnTo>
                <a:lnTo>
                  <a:pt x="27842" y="26058"/>
                </a:lnTo>
                <a:lnTo>
                  <a:pt x="27853" y="25930"/>
                </a:lnTo>
                <a:lnTo>
                  <a:pt x="27865" y="25801"/>
                </a:lnTo>
                <a:lnTo>
                  <a:pt x="28333" y="11301"/>
                </a:lnTo>
                <a:lnTo>
                  <a:pt x="33269" y="16297"/>
                </a:lnTo>
                <a:lnTo>
                  <a:pt x="38193" y="21299"/>
                </a:lnTo>
                <a:lnTo>
                  <a:pt x="38280" y="21378"/>
                </a:lnTo>
                <a:lnTo>
                  <a:pt x="38366" y="21450"/>
                </a:lnTo>
                <a:lnTo>
                  <a:pt x="38453" y="21514"/>
                </a:lnTo>
                <a:lnTo>
                  <a:pt x="38540" y="21578"/>
                </a:lnTo>
                <a:lnTo>
                  <a:pt x="38632" y="21628"/>
                </a:lnTo>
                <a:lnTo>
                  <a:pt x="38725" y="21679"/>
                </a:lnTo>
                <a:lnTo>
                  <a:pt x="38823" y="21714"/>
                </a:lnTo>
                <a:lnTo>
                  <a:pt x="38916" y="21750"/>
                </a:lnTo>
                <a:lnTo>
                  <a:pt x="39014" y="21772"/>
                </a:lnTo>
                <a:lnTo>
                  <a:pt x="39106" y="21793"/>
                </a:lnTo>
                <a:lnTo>
                  <a:pt x="39205" y="21807"/>
                </a:lnTo>
                <a:lnTo>
                  <a:pt x="39395" y="21807"/>
                </a:lnTo>
                <a:lnTo>
                  <a:pt x="39488" y="21800"/>
                </a:lnTo>
                <a:lnTo>
                  <a:pt x="39586" y="21786"/>
                </a:lnTo>
                <a:lnTo>
                  <a:pt x="39673" y="21764"/>
                </a:lnTo>
                <a:lnTo>
                  <a:pt x="39765" y="21736"/>
                </a:lnTo>
                <a:lnTo>
                  <a:pt x="39858" y="21700"/>
                </a:lnTo>
                <a:lnTo>
                  <a:pt x="39944" y="21657"/>
                </a:lnTo>
                <a:lnTo>
                  <a:pt x="40025" y="21607"/>
                </a:lnTo>
                <a:lnTo>
                  <a:pt x="40106" y="21550"/>
                </a:lnTo>
                <a:lnTo>
                  <a:pt x="40187" y="21485"/>
                </a:lnTo>
                <a:lnTo>
                  <a:pt x="40262" y="21414"/>
                </a:lnTo>
                <a:lnTo>
                  <a:pt x="40337" y="21335"/>
                </a:lnTo>
                <a:lnTo>
                  <a:pt x="40401" y="21249"/>
                </a:lnTo>
                <a:lnTo>
                  <a:pt x="40470" y="21163"/>
                </a:lnTo>
                <a:lnTo>
                  <a:pt x="40528" y="21063"/>
                </a:lnTo>
                <a:lnTo>
                  <a:pt x="40586" y="20956"/>
                </a:lnTo>
                <a:lnTo>
                  <a:pt x="40632" y="20841"/>
                </a:lnTo>
                <a:lnTo>
                  <a:pt x="40678" y="20720"/>
                </a:lnTo>
                <a:lnTo>
                  <a:pt x="40719" y="20598"/>
                </a:lnTo>
                <a:lnTo>
                  <a:pt x="40754" y="20462"/>
                </a:lnTo>
                <a:lnTo>
                  <a:pt x="40967" y="19546"/>
                </a:lnTo>
                <a:lnTo>
                  <a:pt x="41170" y="18630"/>
                </a:lnTo>
                <a:lnTo>
                  <a:pt x="41372" y="17707"/>
                </a:lnTo>
                <a:lnTo>
                  <a:pt x="41568" y="16790"/>
                </a:lnTo>
                <a:lnTo>
                  <a:pt x="41759" y="15867"/>
                </a:lnTo>
                <a:lnTo>
                  <a:pt x="41950" y="14951"/>
                </a:lnTo>
                <a:lnTo>
                  <a:pt x="42129" y="14028"/>
                </a:lnTo>
                <a:lnTo>
                  <a:pt x="42308" y="13105"/>
                </a:lnTo>
                <a:lnTo>
                  <a:pt x="42487" y="12182"/>
                </a:lnTo>
                <a:lnTo>
                  <a:pt x="42661" y="11258"/>
                </a:lnTo>
                <a:lnTo>
                  <a:pt x="42828" y="10328"/>
                </a:lnTo>
                <a:lnTo>
                  <a:pt x="42990" y="9405"/>
                </a:lnTo>
                <a:lnTo>
                  <a:pt x="43152" y="8474"/>
                </a:lnTo>
                <a:lnTo>
                  <a:pt x="43308" y="7544"/>
                </a:lnTo>
                <a:lnTo>
                  <a:pt x="43458" y="6614"/>
                </a:lnTo>
                <a:lnTo>
                  <a:pt x="43609" y="5683"/>
                </a:lnTo>
                <a:lnTo>
                  <a:pt x="52163" y="16053"/>
                </a:lnTo>
                <a:lnTo>
                  <a:pt x="52232" y="16132"/>
                </a:lnTo>
                <a:lnTo>
                  <a:pt x="52301" y="16204"/>
                </a:lnTo>
                <a:lnTo>
                  <a:pt x="52371" y="16268"/>
                </a:lnTo>
                <a:lnTo>
                  <a:pt x="52440" y="16325"/>
                </a:lnTo>
                <a:lnTo>
                  <a:pt x="52509" y="16383"/>
                </a:lnTo>
                <a:lnTo>
                  <a:pt x="52579" y="16425"/>
                </a:lnTo>
                <a:lnTo>
                  <a:pt x="52654" y="16468"/>
                </a:lnTo>
                <a:lnTo>
                  <a:pt x="52729" y="16504"/>
                </a:lnTo>
                <a:lnTo>
                  <a:pt x="52798" y="16533"/>
                </a:lnTo>
                <a:lnTo>
                  <a:pt x="52874" y="16561"/>
                </a:lnTo>
                <a:lnTo>
                  <a:pt x="52943" y="16576"/>
                </a:lnTo>
                <a:lnTo>
                  <a:pt x="53018" y="16590"/>
                </a:lnTo>
                <a:lnTo>
                  <a:pt x="53093" y="16604"/>
                </a:lnTo>
                <a:lnTo>
                  <a:pt x="53313" y="16604"/>
                </a:lnTo>
                <a:lnTo>
                  <a:pt x="53382" y="16590"/>
                </a:lnTo>
                <a:lnTo>
                  <a:pt x="53452" y="16576"/>
                </a:lnTo>
                <a:lnTo>
                  <a:pt x="53527" y="16561"/>
                </a:lnTo>
                <a:lnTo>
                  <a:pt x="53596" y="16540"/>
                </a:lnTo>
                <a:lnTo>
                  <a:pt x="53729" y="16483"/>
                </a:lnTo>
                <a:lnTo>
                  <a:pt x="53862" y="16411"/>
                </a:lnTo>
                <a:lnTo>
                  <a:pt x="53989" y="16325"/>
                </a:lnTo>
                <a:lnTo>
                  <a:pt x="54110" y="16225"/>
                </a:lnTo>
                <a:lnTo>
                  <a:pt x="54226" y="16111"/>
                </a:lnTo>
                <a:lnTo>
                  <a:pt x="54336" y="15989"/>
                </a:lnTo>
                <a:lnTo>
                  <a:pt x="54434" y="15860"/>
                </a:lnTo>
                <a:lnTo>
                  <a:pt x="54521" y="15717"/>
                </a:lnTo>
                <a:lnTo>
                  <a:pt x="54602" y="15567"/>
                </a:lnTo>
                <a:lnTo>
                  <a:pt x="54671" y="15409"/>
                </a:lnTo>
                <a:lnTo>
                  <a:pt x="54729" y="15245"/>
                </a:lnTo>
                <a:lnTo>
                  <a:pt x="54769" y="15080"/>
                </a:lnTo>
                <a:lnTo>
                  <a:pt x="54792" y="14994"/>
                </a:lnTo>
                <a:lnTo>
                  <a:pt x="54804" y="14908"/>
                </a:lnTo>
                <a:lnTo>
                  <a:pt x="54816" y="14822"/>
                </a:lnTo>
                <a:lnTo>
                  <a:pt x="54821" y="14729"/>
                </a:lnTo>
                <a:lnTo>
                  <a:pt x="54821" y="14643"/>
                </a:lnTo>
                <a:lnTo>
                  <a:pt x="54821" y="14558"/>
                </a:lnTo>
                <a:lnTo>
                  <a:pt x="54821" y="14465"/>
                </a:lnTo>
                <a:lnTo>
                  <a:pt x="54810" y="14379"/>
                </a:lnTo>
                <a:lnTo>
                  <a:pt x="54798" y="14286"/>
                </a:lnTo>
                <a:lnTo>
                  <a:pt x="54781" y="14200"/>
                </a:lnTo>
                <a:lnTo>
                  <a:pt x="54758" y="14107"/>
                </a:lnTo>
                <a:lnTo>
                  <a:pt x="54735" y="14021"/>
                </a:lnTo>
                <a:lnTo>
                  <a:pt x="54706" y="13928"/>
                </a:lnTo>
                <a:lnTo>
                  <a:pt x="54671" y="13842"/>
                </a:lnTo>
                <a:lnTo>
                  <a:pt x="54631" y="13756"/>
                </a:lnTo>
                <a:lnTo>
                  <a:pt x="54584" y="13670"/>
                </a:lnTo>
                <a:lnTo>
                  <a:pt x="54538" y="13584"/>
                </a:lnTo>
                <a:lnTo>
                  <a:pt x="54480" y="13498"/>
                </a:lnTo>
                <a:lnTo>
                  <a:pt x="54423" y="13420"/>
                </a:lnTo>
                <a:lnTo>
                  <a:pt x="54359" y="13334"/>
                </a:lnTo>
                <a:lnTo>
                  <a:pt x="43719" y="523"/>
                </a:lnTo>
                <a:lnTo>
                  <a:pt x="43649" y="437"/>
                </a:lnTo>
                <a:lnTo>
                  <a:pt x="43568" y="366"/>
                </a:lnTo>
                <a:lnTo>
                  <a:pt x="43487" y="294"/>
                </a:lnTo>
                <a:lnTo>
                  <a:pt x="43401" y="237"/>
                </a:lnTo>
                <a:lnTo>
                  <a:pt x="43314" y="180"/>
                </a:lnTo>
                <a:lnTo>
                  <a:pt x="43221" y="137"/>
                </a:lnTo>
                <a:lnTo>
                  <a:pt x="43129" y="94"/>
                </a:lnTo>
                <a:lnTo>
                  <a:pt x="43031" y="65"/>
                </a:lnTo>
                <a:lnTo>
                  <a:pt x="42932" y="36"/>
                </a:lnTo>
                <a:lnTo>
                  <a:pt x="42834" y="15"/>
                </a:lnTo>
                <a:lnTo>
                  <a:pt x="42736" y="8"/>
                </a:lnTo>
                <a:lnTo>
                  <a:pt x="4263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a:off x="8800774" y="4373083"/>
            <a:ext cx="201049" cy="213760"/>
          </a:xfrm>
          <a:custGeom>
            <a:rect b="b" l="l" r="r" t="t"/>
            <a:pathLst>
              <a:path extrusionOk="0" h="13084" w="12306">
                <a:moveTo>
                  <a:pt x="5451" y="1"/>
                </a:moveTo>
                <a:lnTo>
                  <a:pt x="5370" y="15"/>
                </a:lnTo>
                <a:lnTo>
                  <a:pt x="5289" y="29"/>
                </a:lnTo>
                <a:lnTo>
                  <a:pt x="5214" y="58"/>
                </a:lnTo>
                <a:lnTo>
                  <a:pt x="5139" y="87"/>
                </a:lnTo>
                <a:lnTo>
                  <a:pt x="5064" y="122"/>
                </a:lnTo>
                <a:lnTo>
                  <a:pt x="4994" y="165"/>
                </a:lnTo>
                <a:lnTo>
                  <a:pt x="4925" y="215"/>
                </a:lnTo>
                <a:lnTo>
                  <a:pt x="4867" y="280"/>
                </a:lnTo>
                <a:lnTo>
                  <a:pt x="4809" y="344"/>
                </a:lnTo>
                <a:lnTo>
                  <a:pt x="4751" y="416"/>
                </a:lnTo>
                <a:lnTo>
                  <a:pt x="4705" y="487"/>
                </a:lnTo>
                <a:lnTo>
                  <a:pt x="4665" y="573"/>
                </a:lnTo>
                <a:lnTo>
                  <a:pt x="4630" y="666"/>
                </a:lnTo>
                <a:lnTo>
                  <a:pt x="4601" y="767"/>
                </a:lnTo>
                <a:lnTo>
                  <a:pt x="4578" y="874"/>
                </a:lnTo>
                <a:lnTo>
                  <a:pt x="4538" y="1160"/>
                </a:lnTo>
                <a:lnTo>
                  <a:pt x="4503" y="1454"/>
                </a:lnTo>
                <a:lnTo>
                  <a:pt x="4480" y="1747"/>
                </a:lnTo>
                <a:lnTo>
                  <a:pt x="4457" y="2040"/>
                </a:lnTo>
                <a:lnTo>
                  <a:pt x="4439" y="2341"/>
                </a:lnTo>
                <a:lnTo>
                  <a:pt x="4428" y="2634"/>
                </a:lnTo>
                <a:lnTo>
                  <a:pt x="4422" y="2928"/>
                </a:lnTo>
                <a:lnTo>
                  <a:pt x="4416" y="3228"/>
                </a:lnTo>
                <a:lnTo>
                  <a:pt x="4416" y="3822"/>
                </a:lnTo>
                <a:lnTo>
                  <a:pt x="4434" y="4417"/>
                </a:lnTo>
                <a:lnTo>
                  <a:pt x="4451" y="5011"/>
                </a:lnTo>
                <a:lnTo>
                  <a:pt x="4474" y="5605"/>
                </a:lnTo>
                <a:lnTo>
                  <a:pt x="3503" y="5540"/>
                </a:lnTo>
                <a:lnTo>
                  <a:pt x="2532" y="5469"/>
                </a:lnTo>
                <a:lnTo>
                  <a:pt x="1561" y="5397"/>
                </a:lnTo>
                <a:lnTo>
                  <a:pt x="596" y="5325"/>
                </a:lnTo>
                <a:lnTo>
                  <a:pt x="532" y="5325"/>
                </a:lnTo>
                <a:lnTo>
                  <a:pt x="474" y="5333"/>
                </a:lnTo>
                <a:lnTo>
                  <a:pt x="417" y="5347"/>
                </a:lnTo>
                <a:lnTo>
                  <a:pt x="365" y="5368"/>
                </a:lnTo>
                <a:lnTo>
                  <a:pt x="313" y="5397"/>
                </a:lnTo>
                <a:lnTo>
                  <a:pt x="266" y="5433"/>
                </a:lnTo>
                <a:lnTo>
                  <a:pt x="226" y="5469"/>
                </a:lnTo>
                <a:lnTo>
                  <a:pt x="185" y="5519"/>
                </a:lnTo>
                <a:lnTo>
                  <a:pt x="151" y="5562"/>
                </a:lnTo>
                <a:lnTo>
                  <a:pt x="122" y="5619"/>
                </a:lnTo>
                <a:lnTo>
                  <a:pt x="93" y="5669"/>
                </a:lnTo>
                <a:lnTo>
                  <a:pt x="64" y="5733"/>
                </a:lnTo>
                <a:lnTo>
                  <a:pt x="47" y="5791"/>
                </a:lnTo>
                <a:lnTo>
                  <a:pt x="29" y="5855"/>
                </a:lnTo>
                <a:lnTo>
                  <a:pt x="18" y="5919"/>
                </a:lnTo>
                <a:lnTo>
                  <a:pt x="6" y="5984"/>
                </a:lnTo>
                <a:lnTo>
                  <a:pt x="1" y="6055"/>
                </a:lnTo>
                <a:lnTo>
                  <a:pt x="1" y="6120"/>
                </a:lnTo>
                <a:lnTo>
                  <a:pt x="6" y="6184"/>
                </a:lnTo>
                <a:lnTo>
                  <a:pt x="12" y="6249"/>
                </a:lnTo>
                <a:lnTo>
                  <a:pt x="24" y="6313"/>
                </a:lnTo>
                <a:lnTo>
                  <a:pt x="35" y="6377"/>
                </a:lnTo>
                <a:lnTo>
                  <a:pt x="58" y="6442"/>
                </a:lnTo>
                <a:lnTo>
                  <a:pt x="81" y="6499"/>
                </a:lnTo>
                <a:lnTo>
                  <a:pt x="110" y="6549"/>
                </a:lnTo>
                <a:lnTo>
                  <a:pt x="145" y="6599"/>
                </a:lnTo>
                <a:lnTo>
                  <a:pt x="180" y="6649"/>
                </a:lnTo>
                <a:lnTo>
                  <a:pt x="220" y="6692"/>
                </a:lnTo>
                <a:lnTo>
                  <a:pt x="266" y="6728"/>
                </a:lnTo>
                <a:lnTo>
                  <a:pt x="318" y="6764"/>
                </a:lnTo>
                <a:lnTo>
                  <a:pt x="376" y="6785"/>
                </a:lnTo>
                <a:lnTo>
                  <a:pt x="434" y="6807"/>
                </a:lnTo>
                <a:lnTo>
                  <a:pt x="937" y="6936"/>
                </a:lnTo>
                <a:lnTo>
                  <a:pt x="1445" y="7050"/>
                </a:lnTo>
                <a:lnTo>
                  <a:pt x="1954" y="7150"/>
                </a:lnTo>
                <a:lnTo>
                  <a:pt x="2463" y="7243"/>
                </a:lnTo>
                <a:lnTo>
                  <a:pt x="2977" y="7322"/>
                </a:lnTo>
                <a:lnTo>
                  <a:pt x="3491" y="7394"/>
                </a:lnTo>
                <a:lnTo>
                  <a:pt x="4006" y="7458"/>
                </a:lnTo>
                <a:lnTo>
                  <a:pt x="4520" y="7515"/>
                </a:lnTo>
                <a:lnTo>
                  <a:pt x="4532" y="8754"/>
                </a:lnTo>
                <a:lnTo>
                  <a:pt x="4543" y="9376"/>
                </a:lnTo>
                <a:lnTo>
                  <a:pt x="4567" y="9992"/>
                </a:lnTo>
                <a:lnTo>
                  <a:pt x="4578" y="10299"/>
                </a:lnTo>
                <a:lnTo>
                  <a:pt x="4601" y="10607"/>
                </a:lnTo>
                <a:lnTo>
                  <a:pt x="4624" y="10915"/>
                </a:lnTo>
                <a:lnTo>
                  <a:pt x="4653" y="11223"/>
                </a:lnTo>
                <a:lnTo>
                  <a:pt x="4682" y="11523"/>
                </a:lnTo>
                <a:lnTo>
                  <a:pt x="4723" y="11831"/>
                </a:lnTo>
                <a:lnTo>
                  <a:pt x="4769" y="12131"/>
                </a:lnTo>
                <a:lnTo>
                  <a:pt x="4821" y="12432"/>
                </a:lnTo>
                <a:lnTo>
                  <a:pt x="4838" y="12511"/>
                </a:lnTo>
                <a:lnTo>
                  <a:pt x="4861" y="12582"/>
                </a:lnTo>
                <a:lnTo>
                  <a:pt x="4890" y="12654"/>
                </a:lnTo>
                <a:lnTo>
                  <a:pt x="4919" y="12718"/>
                </a:lnTo>
                <a:lnTo>
                  <a:pt x="4954" y="12776"/>
                </a:lnTo>
                <a:lnTo>
                  <a:pt x="4994" y="12826"/>
                </a:lnTo>
                <a:lnTo>
                  <a:pt x="5040" y="12876"/>
                </a:lnTo>
                <a:lnTo>
                  <a:pt x="5087" y="12919"/>
                </a:lnTo>
                <a:lnTo>
                  <a:pt x="5133" y="12955"/>
                </a:lnTo>
                <a:lnTo>
                  <a:pt x="5185" y="12990"/>
                </a:lnTo>
                <a:lnTo>
                  <a:pt x="5243" y="13019"/>
                </a:lnTo>
                <a:lnTo>
                  <a:pt x="5295" y="13040"/>
                </a:lnTo>
                <a:lnTo>
                  <a:pt x="5353" y="13062"/>
                </a:lnTo>
                <a:lnTo>
                  <a:pt x="5410" y="13069"/>
                </a:lnTo>
                <a:lnTo>
                  <a:pt x="5468" y="13083"/>
                </a:lnTo>
                <a:lnTo>
                  <a:pt x="5526" y="13083"/>
                </a:lnTo>
                <a:lnTo>
                  <a:pt x="5590" y="13076"/>
                </a:lnTo>
                <a:lnTo>
                  <a:pt x="5647" y="13069"/>
                </a:lnTo>
                <a:lnTo>
                  <a:pt x="5705" y="13062"/>
                </a:lnTo>
                <a:lnTo>
                  <a:pt x="5763" y="13040"/>
                </a:lnTo>
                <a:lnTo>
                  <a:pt x="5815" y="13019"/>
                </a:lnTo>
                <a:lnTo>
                  <a:pt x="5873" y="12990"/>
                </a:lnTo>
                <a:lnTo>
                  <a:pt x="5919" y="12955"/>
                </a:lnTo>
                <a:lnTo>
                  <a:pt x="5971" y="12919"/>
                </a:lnTo>
                <a:lnTo>
                  <a:pt x="6017" y="12876"/>
                </a:lnTo>
                <a:lnTo>
                  <a:pt x="6063" y="12826"/>
                </a:lnTo>
                <a:lnTo>
                  <a:pt x="6098" y="12776"/>
                </a:lnTo>
                <a:lnTo>
                  <a:pt x="6139" y="12718"/>
                </a:lnTo>
                <a:lnTo>
                  <a:pt x="6167" y="12654"/>
                </a:lnTo>
                <a:lnTo>
                  <a:pt x="6196" y="12582"/>
                </a:lnTo>
                <a:lnTo>
                  <a:pt x="6220" y="12511"/>
                </a:lnTo>
                <a:lnTo>
                  <a:pt x="6237" y="12432"/>
                </a:lnTo>
                <a:lnTo>
                  <a:pt x="6289" y="12139"/>
                </a:lnTo>
                <a:lnTo>
                  <a:pt x="6329" y="11845"/>
                </a:lnTo>
                <a:lnTo>
                  <a:pt x="6370" y="11552"/>
                </a:lnTo>
                <a:lnTo>
                  <a:pt x="6404" y="11258"/>
                </a:lnTo>
                <a:lnTo>
                  <a:pt x="6428" y="10958"/>
                </a:lnTo>
                <a:lnTo>
                  <a:pt x="6451" y="10664"/>
                </a:lnTo>
                <a:lnTo>
                  <a:pt x="6474" y="10364"/>
                </a:lnTo>
                <a:lnTo>
                  <a:pt x="6485" y="10070"/>
                </a:lnTo>
                <a:lnTo>
                  <a:pt x="6508" y="9469"/>
                </a:lnTo>
                <a:lnTo>
                  <a:pt x="6526" y="8868"/>
                </a:lnTo>
                <a:lnTo>
                  <a:pt x="6537" y="7673"/>
                </a:lnTo>
                <a:lnTo>
                  <a:pt x="7422" y="7716"/>
                </a:lnTo>
                <a:lnTo>
                  <a:pt x="8300" y="7752"/>
                </a:lnTo>
                <a:lnTo>
                  <a:pt x="10063" y="7809"/>
                </a:lnTo>
                <a:lnTo>
                  <a:pt x="10155" y="7852"/>
                </a:lnTo>
                <a:lnTo>
                  <a:pt x="10248" y="7888"/>
                </a:lnTo>
                <a:lnTo>
                  <a:pt x="10352" y="7909"/>
                </a:lnTo>
                <a:lnTo>
                  <a:pt x="10462" y="7909"/>
                </a:lnTo>
                <a:lnTo>
                  <a:pt x="10872" y="7888"/>
                </a:lnTo>
                <a:lnTo>
                  <a:pt x="11080" y="7873"/>
                </a:lnTo>
                <a:lnTo>
                  <a:pt x="11294" y="7845"/>
                </a:lnTo>
                <a:lnTo>
                  <a:pt x="11433" y="7830"/>
                </a:lnTo>
                <a:lnTo>
                  <a:pt x="11502" y="7816"/>
                </a:lnTo>
                <a:lnTo>
                  <a:pt x="11572" y="7802"/>
                </a:lnTo>
                <a:lnTo>
                  <a:pt x="11652" y="7766"/>
                </a:lnTo>
                <a:lnTo>
                  <a:pt x="11733" y="7723"/>
                </a:lnTo>
                <a:lnTo>
                  <a:pt x="11808" y="7673"/>
                </a:lnTo>
                <a:lnTo>
                  <a:pt x="11878" y="7616"/>
                </a:lnTo>
                <a:lnTo>
                  <a:pt x="11941" y="7551"/>
                </a:lnTo>
                <a:lnTo>
                  <a:pt x="11999" y="7480"/>
                </a:lnTo>
                <a:lnTo>
                  <a:pt x="12057" y="7401"/>
                </a:lnTo>
                <a:lnTo>
                  <a:pt x="12103" y="7315"/>
                </a:lnTo>
                <a:lnTo>
                  <a:pt x="12150" y="7222"/>
                </a:lnTo>
                <a:lnTo>
                  <a:pt x="12190" y="7136"/>
                </a:lnTo>
                <a:lnTo>
                  <a:pt x="12219" y="7036"/>
                </a:lnTo>
                <a:lnTo>
                  <a:pt x="12248" y="6936"/>
                </a:lnTo>
                <a:lnTo>
                  <a:pt x="12271" y="6835"/>
                </a:lnTo>
                <a:lnTo>
                  <a:pt x="12288" y="6735"/>
                </a:lnTo>
                <a:lnTo>
                  <a:pt x="12300" y="6628"/>
                </a:lnTo>
                <a:lnTo>
                  <a:pt x="12306" y="6528"/>
                </a:lnTo>
                <a:lnTo>
                  <a:pt x="12306" y="6420"/>
                </a:lnTo>
                <a:lnTo>
                  <a:pt x="12300" y="6320"/>
                </a:lnTo>
                <a:lnTo>
                  <a:pt x="12288" y="6220"/>
                </a:lnTo>
                <a:lnTo>
                  <a:pt x="12271" y="6120"/>
                </a:lnTo>
                <a:lnTo>
                  <a:pt x="12248" y="6020"/>
                </a:lnTo>
                <a:lnTo>
                  <a:pt x="12219" y="5927"/>
                </a:lnTo>
                <a:lnTo>
                  <a:pt x="12184" y="5841"/>
                </a:lnTo>
                <a:lnTo>
                  <a:pt x="12144" y="5755"/>
                </a:lnTo>
                <a:lnTo>
                  <a:pt x="12092" y="5676"/>
                </a:lnTo>
                <a:lnTo>
                  <a:pt x="12040" y="5605"/>
                </a:lnTo>
                <a:lnTo>
                  <a:pt x="11976" y="5540"/>
                </a:lnTo>
                <a:lnTo>
                  <a:pt x="11907" y="5483"/>
                </a:lnTo>
                <a:lnTo>
                  <a:pt x="11832" y="5433"/>
                </a:lnTo>
                <a:lnTo>
                  <a:pt x="11751" y="5390"/>
                </a:lnTo>
                <a:lnTo>
                  <a:pt x="11664" y="5361"/>
                </a:lnTo>
                <a:lnTo>
                  <a:pt x="11572" y="5333"/>
                </a:lnTo>
                <a:lnTo>
                  <a:pt x="11375" y="5311"/>
                </a:lnTo>
                <a:lnTo>
                  <a:pt x="11184" y="5290"/>
                </a:lnTo>
                <a:lnTo>
                  <a:pt x="10982" y="5290"/>
                </a:lnTo>
                <a:lnTo>
                  <a:pt x="10785" y="5297"/>
                </a:lnTo>
                <a:lnTo>
                  <a:pt x="10589" y="5311"/>
                </a:lnTo>
                <a:lnTo>
                  <a:pt x="10387" y="5333"/>
                </a:lnTo>
                <a:lnTo>
                  <a:pt x="10184" y="5361"/>
                </a:lnTo>
                <a:lnTo>
                  <a:pt x="9982" y="5397"/>
                </a:lnTo>
                <a:lnTo>
                  <a:pt x="9179" y="5540"/>
                </a:lnTo>
                <a:lnTo>
                  <a:pt x="8976" y="5576"/>
                </a:lnTo>
                <a:lnTo>
                  <a:pt x="8780" y="5605"/>
                </a:lnTo>
                <a:lnTo>
                  <a:pt x="8583" y="5626"/>
                </a:lnTo>
                <a:lnTo>
                  <a:pt x="8393" y="5640"/>
                </a:lnTo>
                <a:lnTo>
                  <a:pt x="7936" y="5662"/>
                </a:lnTo>
                <a:lnTo>
                  <a:pt x="7485" y="5676"/>
                </a:lnTo>
                <a:lnTo>
                  <a:pt x="7034" y="5683"/>
                </a:lnTo>
                <a:lnTo>
                  <a:pt x="6584" y="5676"/>
                </a:lnTo>
                <a:lnTo>
                  <a:pt x="6624" y="4474"/>
                </a:lnTo>
                <a:lnTo>
                  <a:pt x="6636" y="3865"/>
                </a:lnTo>
                <a:lnTo>
                  <a:pt x="6641" y="3264"/>
                </a:lnTo>
                <a:lnTo>
                  <a:pt x="6636" y="2964"/>
                </a:lnTo>
                <a:lnTo>
                  <a:pt x="6630" y="2663"/>
                </a:lnTo>
                <a:lnTo>
                  <a:pt x="6618" y="2363"/>
                </a:lnTo>
                <a:lnTo>
                  <a:pt x="6601" y="2062"/>
                </a:lnTo>
                <a:lnTo>
                  <a:pt x="6584" y="1761"/>
                </a:lnTo>
                <a:lnTo>
                  <a:pt x="6555" y="1468"/>
                </a:lnTo>
                <a:lnTo>
                  <a:pt x="6520" y="1167"/>
                </a:lnTo>
                <a:lnTo>
                  <a:pt x="6474" y="874"/>
                </a:lnTo>
                <a:lnTo>
                  <a:pt x="6456" y="767"/>
                </a:lnTo>
                <a:lnTo>
                  <a:pt x="6428" y="666"/>
                </a:lnTo>
                <a:lnTo>
                  <a:pt x="6393" y="573"/>
                </a:lnTo>
                <a:lnTo>
                  <a:pt x="6352" y="487"/>
                </a:lnTo>
                <a:lnTo>
                  <a:pt x="6300" y="409"/>
                </a:lnTo>
                <a:lnTo>
                  <a:pt x="6248" y="344"/>
                </a:lnTo>
                <a:lnTo>
                  <a:pt x="6191" y="273"/>
                </a:lnTo>
                <a:lnTo>
                  <a:pt x="6127" y="215"/>
                </a:lnTo>
                <a:lnTo>
                  <a:pt x="6063" y="165"/>
                </a:lnTo>
                <a:lnTo>
                  <a:pt x="5994" y="122"/>
                </a:lnTo>
                <a:lnTo>
                  <a:pt x="5919" y="87"/>
                </a:lnTo>
                <a:lnTo>
                  <a:pt x="5844" y="58"/>
                </a:lnTo>
                <a:lnTo>
                  <a:pt x="5769" y="29"/>
                </a:lnTo>
                <a:lnTo>
                  <a:pt x="5688" y="15"/>
                </a:lnTo>
                <a:lnTo>
                  <a:pt x="560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a:off x="8257250" y="4119309"/>
            <a:ext cx="36563" cy="94839"/>
          </a:xfrm>
          <a:custGeom>
            <a:rect b="b" l="l" r="r" t="t"/>
            <a:pathLst>
              <a:path extrusionOk="0" h="5805" w="2238">
                <a:moveTo>
                  <a:pt x="515" y="1"/>
                </a:moveTo>
                <a:lnTo>
                  <a:pt x="463" y="8"/>
                </a:lnTo>
                <a:lnTo>
                  <a:pt x="411" y="22"/>
                </a:lnTo>
                <a:lnTo>
                  <a:pt x="365" y="44"/>
                </a:lnTo>
                <a:lnTo>
                  <a:pt x="313" y="72"/>
                </a:lnTo>
                <a:lnTo>
                  <a:pt x="267" y="101"/>
                </a:lnTo>
                <a:lnTo>
                  <a:pt x="226" y="130"/>
                </a:lnTo>
                <a:lnTo>
                  <a:pt x="186" y="173"/>
                </a:lnTo>
                <a:lnTo>
                  <a:pt x="145" y="216"/>
                </a:lnTo>
                <a:lnTo>
                  <a:pt x="110" y="258"/>
                </a:lnTo>
                <a:lnTo>
                  <a:pt x="82" y="309"/>
                </a:lnTo>
                <a:lnTo>
                  <a:pt x="53" y="366"/>
                </a:lnTo>
                <a:lnTo>
                  <a:pt x="35" y="423"/>
                </a:lnTo>
                <a:lnTo>
                  <a:pt x="18" y="487"/>
                </a:lnTo>
                <a:lnTo>
                  <a:pt x="6" y="552"/>
                </a:lnTo>
                <a:lnTo>
                  <a:pt x="1" y="623"/>
                </a:lnTo>
                <a:lnTo>
                  <a:pt x="1" y="695"/>
                </a:lnTo>
                <a:lnTo>
                  <a:pt x="6" y="774"/>
                </a:lnTo>
                <a:lnTo>
                  <a:pt x="18" y="852"/>
                </a:lnTo>
                <a:lnTo>
                  <a:pt x="128" y="1396"/>
                </a:lnTo>
                <a:lnTo>
                  <a:pt x="232" y="1933"/>
                </a:lnTo>
                <a:lnTo>
                  <a:pt x="428" y="3021"/>
                </a:lnTo>
                <a:lnTo>
                  <a:pt x="625" y="4109"/>
                </a:lnTo>
                <a:lnTo>
                  <a:pt x="729" y="4646"/>
                </a:lnTo>
                <a:lnTo>
                  <a:pt x="845" y="5182"/>
                </a:lnTo>
                <a:lnTo>
                  <a:pt x="868" y="5283"/>
                </a:lnTo>
                <a:lnTo>
                  <a:pt x="897" y="5368"/>
                </a:lnTo>
                <a:lnTo>
                  <a:pt x="937" y="5454"/>
                </a:lnTo>
                <a:lnTo>
                  <a:pt x="977" y="5526"/>
                </a:lnTo>
                <a:lnTo>
                  <a:pt x="1024" y="5583"/>
                </a:lnTo>
                <a:lnTo>
                  <a:pt x="1076" y="5640"/>
                </a:lnTo>
                <a:lnTo>
                  <a:pt x="1133" y="5683"/>
                </a:lnTo>
                <a:lnTo>
                  <a:pt x="1191" y="5726"/>
                </a:lnTo>
                <a:lnTo>
                  <a:pt x="1249" y="5755"/>
                </a:lnTo>
                <a:lnTo>
                  <a:pt x="1313" y="5776"/>
                </a:lnTo>
                <a:lnTo>
                  <a:pt x="1376" y="5798"/>
                </a:lnTo>
                <a:lnTo>
                  <a:pt x="1446" y="5805"/>
                </a:lnTo>
                <a:lnTo>
                  <a:pt x="1509" y="5805"/>
                </a:lnTo>
                <a:lnTo>
                  <a:pt x="1579" y="5798"/>
                </a:lnTo>
                <a:lnTo>
                  <a:pt x="1642" y="5783"/>
                </a:lnTo>
                <a:lnTo>
                  <a:pt x="1711" y="5769"/>
                </a:lnTo>
                <a:lnTo>
                  <a:pt x="1775" y="5741"/>
                </a:lnTo>
                <a:lnTo>
                  <a:pt x="1833" y="5712"/>
                </a:lnTo>
                <a:lnTo>
                  <a:pt x="1896" y="5676"/>
                </a:lnTo>
                <a:lnTo>
                  <a:pt x="1948" y="5633"/>
                </a:lnTo>
                <a:lnTo>
                  <a:pt x="2000" y="5583"/>
                </a:lnTo>
                <a:lnTo>
                  <a:pt x="2052" y="5526"/>
                </a:lnTo>
                <a:lnTo>
                  <a:pt x="2099" y="5469"/>
                </a:lnTo>
                <a:lnTo>
                  <a:pt x="2133" y="5404"/>
                </a:lnTo>
                <a:lnTo>
                  <a:pt x="2168" y="5333"/>
                </a:lnTo>
                <a:lnTo>
                  <a:pt x="2197" y="5261"/>
                </a:lnTo>
                <a:lnTo>
                  <a:pt x="2220" y="5175"/>
                </a:lnTo>
                <a:lnTo>
                  <a:pt x="2232" y="5096"/>
                </a:lnTo>
                <a:lnTo>
                  <a:pt x="2237" y="5003"/>
                </a:lnTo>
                <a:lnTo>
                  <a:pt x="2237" y="4918"/>
                </a:lnTo>
                <a:lnTo>
                  <a:pt x="2226" y="4817"/>
                </a:lnTo>
                <a:lnTo>
                  <a:pt x="2209" y="4717"/>
                </a:lnTo>
                <a:lnTo>
                  <a:pt x="2076" y="4188"/>
                </a:lnTo>
                <a:lnTo>
                  <a:pt x="1943" y="3658"/>
                </a:lnTo>
                <a:lnTo>
                  <a:pt x="1654" y="2606"/>
                </a:lnTo>
                <a:lnTo>
                  <a:pt x="1370" y="1547"/>
                </a:lnTo>
                <a:lnTo>
                  <a:pt x="1232" y="1017"/>
                </a:lnTo>
                <a:lnTo>
                  <a:pt x="1099" y="487"/>
                </a:lnTo>
                <a:lnTo>
                  <a:pt x="1076" y="409"/>
                </a:lnTo>
                <a:lnTo>
                  <a:pt x="1047" y="337"/>
                </a:lnTo>
                <a:lnTo>
                  <a:pt x="1018" y="280"/>
                </a:lnTo>
                <a:lnTo>
                  <a:pt x="983" y="223"/>
                </a:lnTo>
                <a:lnTo>
                  <a:pt x="949" y="173"/>
                </a:lnTo>
                <a:lnTo>
                  <a:pt x="902" y="130"/>
                </a:lnTo>
                <a:lnTo>
                  <a:pt x="862" y="94"/>
                </a:lnTo>
                <a:lnTo>
                  <a:pt x="816" y="58"/>
                </a:lnTo>
                <a:lnTo>
                  <a:pt x="769" y="37"/>
                </a:lnTo>
                <a:lnTo>
                  <a:pt x="717" y="15"/>
                </a:lnTo>
                <a:lnTo>
                  <a:pt x="671" y="8"/>
                </a:lnTo>
                <a:lnTo>
                  <a:pt x="61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a:off x="8575946" y="4806938"/>
            <a:ext cx="90657" cy="137055"/>
          </a:xfrm>
          <a:custGeom>
            <a:rect b="b" l="l" r="r" t="t"/>
            <a:pathLst>
              <a:path extrusionOk="0" h="8389" w="5549">
                <a:moveTo>
                  <a:pt x="526" y="1"/>
                </a:moveTo>
                <a:lnTo>
                  <a:pt x="474" y="15"/>
                </a:lnTo>
                <a:lnTo>
                  <a:pt x="422" y="29"/>
                </a:lnTo>
                <a:lnTo>
                  <a:pt x="370" y="44"/>
                </a:lnTo>
                <a:lnTo>
                  <a:pt x="318" y="72"/>
                </a:lnTo>
                <a:lnTo>
                  <a:pt x="272" y="101"/>
                </a:lnTo>
                <a:lnTo>
                  <a:pt x="226" y="137"/>
                </a:lnTo>
                <a:lnTo>
                  <a:pt x="185" y="172"/>
                </a:lnTo>
                <a:lnTo>
                  <a:pt x="150" y="215"/>
                </a:lnTo>
                <a:lnTo>
                  <a:pt x="116" y="266"/>
                </a:lnTo>
                <a:lnTo>
                  <a:pt x="81" y="323"/>
                </a:lnTo>
                <a:lnTo>
                  <a:pt x="58" y="380"/>
                </a:lnTo>
                <a:lnTo>
                  <a:pt x="35" y="452"/>
                </a:lnTo>
                <a:lnTo>
                  <a:pt x="18" y="516"/>
                </a:lnTo>
                <a:lnTo>
                  <a:pt x="6" y="595"/>
                </a:lnTo>
                <a:lnTo>
                  <a:pt x="0" y="673"/>
                </a:lnTo>
                <a:lnTo>
                  <a:pt x="6" y="759"/>
                </a:lnTo>
                <a:lnTo>
                  <a:pt x="23" y="1067"/>
                </a:lnTo>
                <a:lnTo>
                  <a:pt x="52" y="1368"/>
                </a:lnTo>
                <a:lnTo>
                  <a:pt x="93" y="1668"/>
                </a:lnTo>
                <a:lnTo>
                  <a:pt x="145" y="1969"/>
                </a:lnTo>
                <a:lnTo>
                  <a:pt x="203" y="2262"/>
                </a:lnTo>
                <a:lnTo>
                  <a:pt x="272" y="2563"/>
                </a:lnTo>
                <a:lnTo>
                  <a:pt x="347" y="2856"/>
                </a:lnTo>
                <a:lnTo>
                  <a:pt x="434" y="3143"/>
                </a:lnTo>
                <a:lnTo>
                  <a:pt x="526" y="3429"/>
                </a:lnTo>
                <a:lnTo>
                  <a:pt x="630" y="3715"/>
                </a:lnTo>
                <a:lnTo>
                  <a:pt x="740" y="3994"/>
                </a:lnTo>
                <a:lnTo>
                  <a:pt x="861" y="4266"/>
                </a:lnTo>
                <a:lnTo>
                  <a:pt x="983" y="4538"/>
                </a:lnTo>
                <a:lnTo>
                  <a:pt x="1121" y="4803"/>
                </a:lnTo>
                <a:lnTo>
                  <a:pt x="1260" y="5061"/>
                </a:lnTo>
                <a:lnTo>
                  <a:pt x="1405" y="5311"/>
                </a:lnTo>
                <a:lnTo>
                  <a:pt x="1561" y="5562"/>
                </a:lnTo>
                <a:lnTo>
                  <a:pt x="1723" y="5805"/>
                </a:lnTo>
                <a:lnTo>
                  <a:pt x="1890" y="6041"/>
                </a:lnTo>
                <a:lnTo>
                  <a:pt x="2064" y="6263"/>
                </a:lnTo>
                <a:lnTo>
                  <a:pt x="2237" y="6485"/>
                </a:lnTo>
                <a:lnTo>
                  <a:pt x="2422" y="6699"/>
                </a:lnTo>
                <a:lnTo>
                  <a:pt x="2613" y="6900"/>
                </a:lnTo>
                <a:lnTo>
                  <a:pt x="2809" y="7100"/>
                </a:lnTo>
                <a:lnTo>
                  <a:pt x="3006" y="7286"/>
                </a:lnTo>
                <a:lnTo>
                  <a:pt x="3208" y="7465"/>
                </a:lnTo>
                <a:lnTo>
                  <a:pt x="3422" y="7630"/>
                </a:lnTo>
                <a:lnTo>
                  <a:pt x="3630" y="7794"/>
                </a:lnTo>
                <a:lnTo>
                  <a:pt x="3850" y="7938"/>
                </a:lnTo>
                <a:lnTo>
                  <a:pt x="4069" y="8081"/>
                </a:lnTo>
                <a:lnTo>
                  <a:pt x="4295" y="8202"/>
                </a:lnTo>
                <a:lnTo>
                  <a:pt x="4520" y="8324"/>
                </a:lnTo>
                <a:lnTo>
                  <a:pt x="4601" y="8353"/>
                </a:lnTo>
                <a:lnTo>
                  <a:pt x="4688" y="8381"/>
                </a:lnTo>
                <a:lnTo>
                  <a:pt x="4763" y="8388"/>
                </a:lnTo>
                <a:lnTo>
                  <a:pt x="4844" y="8388"/>
                </a:lnTo>
                <a:lnTo>
                  <a:pt x="4913" y="8381"/>
                </a:lnTo>
                <a:lnTo>
                  <a:pt x="4988" y="8360"/>
                </a:lnTo>
                <a:lnTo>
                  <a:pt x="5052" y="8331"/>
                </a:lnTo>
                <a:lnTo>
                  <a:pt x="5115" y="8295"/>
                </a:lnTo>
                <a:lnTo>
                  <a:pt x="5179" y="8245"/>
                </a:lnTo>
                <a:lnTo>
                  <a:pt x="5231" y="8195"/>
                </a:lnTo>
                <a:lnTo>
                  <a:pt x="5283" y="8138"/>
                </a:lnTo>
                <a:lnTo>
                  <a:pt x="5329" y="8066"/>
                </a:lnTo>
                <a:lnTo>
                  <a:pt x="5375" y="7995"/>
                </a:lnTo>
                <a:lnTo>
                  <a:pt x="5416" y="7923"/>
                </a:lnTo>
                <a:lnTo>
                  <a:pt x="5450" y="7837"/>
                </a:lnTo>
                <a:lnTo>
                  <a:pt x="5479" y="7759"/>
                </a:lnTo>
                <a:lnTo>
                  <a:pt x="5503" y="7673"/>
                </a:lnTo>
                <a:lnTo>
                  <a:pt x="5520" y="7580"/>
                </a:lnTo>
                <a:lnTo>
                  <a:pt x="5537" y="7487"/>
                </a:lnTo>
                <a:lnTo>
                  <a:pt x="5543" y="7394"/>
                </a:lnTo>
                <a:lnTo>
                  <a:pt x="5549" y="7301"/>
                </a:lnTo>
                <a:lnTo>
                  <a:pt x="5543" y="7208"/>
                </a:lnTo>
                <a:lnTo>
                  <a:pt x="5537" y="7122"/>
                </a:lnTo>
                <a:lnTo>
                  <a:pt x="5520" y="7029"/>
                </a:lnTo>
                <a:lnTo>
                  <a:pt x="5503" y="6943"/>
                </a:lnTo>
                <a:lnTo>
                  <a:pt x="5474" y="6850"/>
                </a:lnTo>
                <a:lnTo>
                  <a:pt x="5439" y="6771"/>
                </a:lnTo>
                <a:lnTo>
                  <a:pt x="5398" y="6692"/>
                </a:lnTo>
                <a:lnTo>
                  <a:pt x="5352" y="6614"/>
                </a:lnTo>
                <a:lnTo>
                  <a:pt x="5294" y="6542"/>
                </a:lnTo>
                <a:lnTo>
                  <a:pt x="5237" y="6478"/>
                </a:lnTo>
                <a:lnTo>
                  <a:pt x="5167" y="6420"/>
                </a:lnTo>
                <a:lnTo>
                  <a:pt x="4982" y="6284"/>
                </a:lnTo>
                <a:lnTo>
                  <a:pt x="4809" y="6141"/>
                </a:lnTo>
                <a:lnTo>
                  <a:pt x="4636" y="6005"/>
                </a:lnTo>
                <a:lnTo>
                  <a:pt x="4468" y="5855"/>
                </a:lnTo>
                <a:lnTo>
                  <a:pt x="4300" y="5712"/>
                </a:lnTo>
                <a:lnTo>
                  <a:pt x="4144" y="5562"/>
                </a:lnTo>
                <a:lnTo>
                  <a:pt x="3988" y="5411"/>
                </a:lnTo>
                <a:lnTo>
                  <a:pt x="3838" y="5261"/>
                </a:lnTo>
                <a:lnTo>
                  <a:pt x="3688" y="5104"/>
                </a:lnTo>
                <a:lnTo>
                  <a:pt x="3549" y="4946"/>
                </a:lnTo>
                <a:lnTo>
                  <a:pt x="3410" y="4789"/>
                </a:lnTo>
                <a:lnTo>
                  <a:pt x="3272" y="4624"/>
                </a:lnTo>
                <a:lnTo>
                  <a:pt x="3144" y="4459"/>
                </a:lnTo>
                <a:lnTo>
                  <a:pt x="3017" y="4288"/>
                </a:lnTo>
                <a:lnTo>
                  <a:pt x="2890" y="4116"/>
                </a:lnTo>
                <a:lnTo>
                  <a:pt x="2769" y="3944"/>
                </a:lnTo>
                <a:lnTo>
                  <a:pt x="2653" y="3758"/>
                </a:lnTo>
                <a:lnTo>
                  <a:pt x="2538" y="3579"/>
                </a:lnTo>
                <a:lnTo>
                  <a:pt x="2428" y="3393"/>
                </a:lnTo>
                <a:lnTo>
                  <a:pt x="2324" y="3200"/>
                </a:lnTo>
                <a:lnTo>
                  <a:pt x="2220" y="3007"/>
                </a:lnTo>
                <a:lnTo>
                  <a:pt x="2116" y="2806"/>
                </a:lnTo>
                <a:lnTo>
                  <a:pt x="2017" y="2599"/>
                </a:lnTo>
                <a:lnTo>
                  <a:pt x="1925" y="2391"/>
                </a:lnTo>
                <a:lnTo>
                  <a:pt x="1832" y="2184"/>
                </a:lnTo>
                <a:lnTo>
                  <a:pt x="1746" y="1962"/>
                </a:lnTo>
                <a:lnTo>
                  <a:pt x="1659" y="1740"/>
                </a:lnTo>
                <a:lnTo>
                  <a:pt x="1572" y="1511"/>
                </a:lnTo>
                <a:lnTo>
                  <a:pt x="1491" y="1282"/>
                </a:lnTo>
                <a:lnTo>
                  <a:pt x="1410" y="1046"/>
                </a:lnTo>
                <a:lnTo>
                  <a:pt x="1335" y="802"/>
                </a:lnTo>
                <a:lnTo>
                  <a:pt x="1260" y="552"/>
                </a:lnTo>
                <a:lnTo>
                  <a:pt x="1237" y="480"/>
                </a:lnTo>
                <a:lnTo>
                  <a:pt x="1208" y="409"/>
                </a:lnTo>
                <a:lnTo>
                  <a:pt x="1173" y="351"/>
                </a:lnTo>
                <a:lnTo>
                  <a:pt x="1139" y="294"/>
                </a:lnTo>
                <a:lnTo>
                  <a:pt x="1098" y="244"/>
                </a:lnTo>
                <a:lnTo>
                  <a:pt x="1052" y="194"/>
                </a:lnTo>
                <a:lnTo>
                  <a:pt x="1006" y="151"/>
                </a:lnTo>
                <a:lnTo>
                  <a:pt x="960" y="115"/>
                </a:lnTo>
                <a:lnTo>
                  <a:pt x="908" y="87"/>
                </a:lnTo>
                <a:lnTo>
                  <a:pt x="856" y="58"/>
                </a:lnTo>
                <a:lnTo>
                  <a:pt x="804" y="37"/>
                </a:lnTo>
                <a:lnTo>
                  <a:pt x="752" y="22"/>
                </a:lnTo>
                <a:lnTo>
                  <a:pt x="694" y="8"/>
                </a:lnTo>
                <a:lnTo>
                  <a:pt x="63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8729387" y="4993545"/>
            <a:ext cx="113611" cy="82929"/>
          </a:xfrm>
          <a:custGeom>
            <a:rect b="b" l="l" r="r" t="t"/>
            <a:pathLst>
              <a:path extrusionOk="0" h="5076" w="6954">
                <a:moveTo>
                  <a:pt x="717" y="1"/>
                </a:moveTo>
                <a:lnTo>
                  <a:pt x="648" y="15"/>
                </a:lnTo>
                <a:lnTo>
                  <a:pt x="578" y="30"/>
                </a:lnTo>
                <a:lnTo>
                  <a:pt x="515" y="58"/>
                </a:lnTo>
                <a:lnTo>
                  <a:pt x="451" y="94"/>
                </a:lnTo>
                <a:lnTo>
                  <a:pt x="393" y="130"/>
                </a:lnTo>
                <a:lnTo>
                  <a:pt x="335" y="180"/>
                </a:lnTo>
                <a:lnTo>
                  <a:pt x="283" y="230"/>
                </a:lnTo>
                <a:lnTo>
                  <a:pt x="231" y="287"/>
                </a:lnTo>
                <a:lnTo>
                  <a:pt x="185" y="352"/>
                </a:lnTo>
                <a:lnTo>
                  <a:pt x="145" y="416"/>
                </a:lnTo>
                <a:lnTo>
                  <a:pt x="104" y="488"/>
                </a:lnTo>
                <a:lnTo>
                  <a:pt x="75" y="559"/>
                </a:lnTo>
                <a:lnTo>
                  <a:pt x="46" y="638"/>
                </a:lnTo>
                <a:lnTo>
                  <a:pt x="23" y="717"/>
                </a:lnTo>
                <a:lnTo>
                  <a:pt x="12" y="795"/>
                </a:lnTo>
                <a:lnTo>
                  <a:pt x="0" y="881"/>
                </a:lnTo>
                <a:lnTo>
                  <a:pt x="0" y="967"/>
                </a:lnTo>
                <a:lnTo>
                  <a:pt x="6" y="1046"/>
                </a:lnTo>
                <a:lnTo>
                  <a:pt x="23" y="1132"/>
                </a:lnTo>
                <a:lnTo>
                  <a:pt x="46" y="1218"/>
                </a:lnTo>
                <a:lnTo>
                  <a:pt x="75" y="1303"/>
                </a:lnTo>
                <a:lnTo>
                  <a:pt x="116" y="1382"/>
                </a:lnTo>
                <a:lnTo>
                  <a:pt x="162" y="1468"/>
                </a:lnTo>
                <a:lnTo>
                  <a:pt x="220" y="1547"/>
                </a:lnTo>
                <a:lnTo>
                  <a:pt x="370" y="1726"/>
                </a:lnTo>
                <a:lnTo>
                  <a:pt x="526" y="1905"/>
                </a:lnTo>
                <a:lnTo>
                  <a:pt x="682" y="2076"/>
                </a:lnTo>
                <a:lnTo>
                  <a:pt x="838" y="2248"/>
                </a:lnTo>
                <a:lnTo>
                  <a:pt x="1000" y="2413"/>
                </a:lnTo>
                <a:lnTo>
                  <a:pt x="1168" y="2577"/>
                </a:lnTo>
                <a:lnTo>
                  <a:pt x="1330" y="2735"/>
                </a:lnTo>
                <a:lnTo>
                  <a:pt x="1503" y="2885"/>
                </a:lnTo>
                <a:lnTo>
                  <a:pt x="1671" y="3035"/>
                </a:lnTo>
                <a:lnTo>
                  <a:pt x="1844" y="3186"/>
                </a:lnTo>
                <a:lnTo>
                  <a:pt x="2023" y="3329"/>
                </a:lnTo>
                <a:lnTo>
                  <a:pt x="2202" y="3465"/>
                </a:lnTo>
                <a:lnTo>
                  <a:pt x="2381" y="3594"/>
                </a:lnTo>
                <a:lnTo>
                  <a:pt x="2566" y="3722"/>
                </a:lnTo>
                <a:lnTo>
                  <a:pt x="2746" y="3844"/>
                </a:lnTo>
                <a:lnTo>
                  <a:pt x="2936" y="3966"/>
                </a:lnTo>
                <a:lnTo>
                  <a:pt x="3121" y="4080"/>
                </a:lnTo>
                <a:lnTo>
                  <a:pt x="3312" y="4188"/>
                </a:lnTo>
                <a:lnTo>
                  <a:pt x="3509" y="4288"/>
                </a:lnTo>
                <a:lnTo>
                  <a:pt x="3699" y="4388"/>
                </a:lnTo>
                <a:lnTo>
                  <a:pt x="3896" y="4474"/>
                </a:lnTo>
                <a:lnTo>
                  <a:pt x="4092" y="4560"/>
                </a:lnTo>
                <a:lnTo>
                  <a:pt x="4295" y="4639"/>
                </a:lnTo>
                <a:lnTo>
                  <a:pt x="4491" y="4717"/>
                </a:lnTo>
                <a:lnTo>
                  <a:pt x="4693" y="4782"/>
                </a:lnTo>
                <a:lnTo>
                  <a:pt x="4896" y="4839"/>
                </a:lnTo>
                <a:lnTo>
                  <a:pt x="5104" y="4896"/>
                </a:lnTo>
                <a:lnTo>
                  <a:pt x="5312" y="4946"/>
                </a:lnTo>
                <a:lnTo>
                  <a:pt x="5514" y="4989"/>
                </a:lnTo>
                <a:lnTo>
                  <a:pt x="5722" y="5025"/>
                </a:lnTo>
                <a:lnTo>
                  <a:pt x="5936" y="5046"/>
                </a:lnTo>
                <a:lnTo>
                  <a:pt x="6144" y="5068"/>
                </a:lnTo>
                <a:lnTo>
                  <a:pt x="6231" y="5075"/>
                </a:lnTo>
                <a:lnTo>
                  <a:pt x="6312" y="5061"/>
                </a:lnTo>
                <a:lnTo>
                  <a:pt x="6387" y="5039"/>
                </a:lnTo>
                <a:lnTo>
                  <a:pt x="6456" y="5011"/>
                </a:lnTo>
                <a:lnTo>
                  <a:pt x="6526" y="4975"/>
                </a:lnTo>
                <a:lnTo>
                  <a:pt x="6589" y="4932"/>
                </a:lnTo>
                <a:lnTo>
                  <a:pt x="6647" y="4875"/>
                </a:lnTo>
                <a:lnTo>
                  <a:pt x="6699" y="4817"/>
                </a:lnTo>
                <a:lnTo>
                  <a:pt x="6745" y="4746"/>
                </a:lnTo>
                <a:lnTo>
                  <a:pt x="6791" y="4674"/>
                </a:lnTo>
                <a:lnTo>
                  <a:pt x="6826" y="4596"/>
                </a:lnTo>
                <a:lnTo>
                  <a:pt x="6861" y="4517"/>
                </a:lnTo>
                <a:lnTo>
                  <a:pt x="6890" y="4431"/>
                </a:lnTo>
                <a:lnTo>
                  <a:pt x="6913" y="4345"/>
                </a:lnTo>
                <a:lnTo>
                  <a:pt x="6930" y="4252"/>
                </a:lnTo>
                <a:lnTo>
                  <a:pt x="6942" y="4159"/>
                </a:lnTo>
                <a:lnTo>
                  <a:pt x="6953" y="4073"/>
                </a:lnTo>
                <a:lnTo>
                  <a:pt x="6953" y="3980"/>
                </a:lnTo>
                <a:lnTo>
                  <a:pt x="6947" y="3887"/>
                </a:lnTo>
                <a:lnTo>
                  <a:pt x="6942" y="3794"/>
                </a:lnTo>
                <a:lnTo>
                  <a:pt x="6924" y="3708"/>
                </a:lnTo>
                <a:lnTo>
                  <a:pt x="6907" y="3622"/>
                </a:lnTo>
                <a:lnTo>
                  <a:pt x="6878" y="3544"/>
                </a:lnTo>
                <a:lnTo>
                  <a:pt x="6843" y="3465"/>
                </a:lnTo>
                <a:lnTo>
                  <a:pt x="6809" y="3386"/>
                </a:lnTo>
                <a:lnTo>
                  <a:pt x="6763" y="3322"/>
                </a:lnTo>
                <a:lnTo>
                  <a:pt x="6711" y="3257"/>
                </a:lnTo>
                <a:lnTo>
                  <a:pt x="6653" y="3200"/>
                </a:lnTo>
                <a:lnTo>
                  <a:pt x="6595" y="3157"/>
                </a:lnTo>
                <a:lnTo>
                  <a:pt x="6526" y="3114"/>
                </a:lnTo>
                <a:lnTo>
                  <a:pt x="6445" y="3085"/>
                </a:lnTo>
                <a:lnTo>
                  <a:pt x="6364" y="3064"/>
                </a:lnTo>
                <a:lnTo>
                  <a:pt x="6000" y="2985"/>
                </a:lnTo>
                <a:lnTo>
                  <a:pt x="5647" y="2907"/>
                </a:lnTo>
                <a:lnTo>
                  <a:pt x="5294" y="2814"/>
                </a:lnTo>
                <a:lnTo>
                  <a:pt x="4948" y="2706"/>
                </a:lnTo>
                <a:lnTo>
                  <a:pt x="4612" y="2592"/>
                </a:lnTo>
                <a:lnTo>
                  <a:pt x="4277" y="2463"/>
                </a:lnTo>
                <a:lnTo>
                  <a:pt x="3948" y="2320"/>
                </a:lnTo>
                <a:lnTo>
                  <a:pt x="3630" y="2162"/>
                </a:lnTo>
                <a:lnTo>
                  <a:pt x="3468" y="2076"/>
                </a:lnTo>
                <a:lnTo>
                  <a:pt x="3312" y="1983"/>
                </a:lnTo>
                <a:lnTo>
                  <a:pt x="3156" y="1897"/>
                </a:lnTo>
                <a:lnTo>
                  <a:pt x="3000" y="1797"/>
                </a:lnTo>
                <a:lnTo>
                  <a:pt x="2850" y="1697"/>
                </a:lnTo>
                <a:lnTo>
                  <a:pt x="2699" y="1590"/>
                </a:lnTo>
                <a:lnTo>
                  <a:pt x="2549" y="1482"/>
                </a:lnTo>
                <a:lnTo>
                  <a:pt x="2399" y="1361"/>
                </a:lnTo>
                <a:lnTo>
                  <a:pt x="2254" y="1246"/>
                </a:lnTo>
                <a:lnTo>
                  <a:pt x="2104" y="1117"/>
                </a:lnTo>
                <a:lnTo>
                  <a:pt x="1960" y="989"/>
                </a:lnTo>
                <a:lnTo>
                  <a:pt x="1821" y="853"/>
                </a:lnTo>
                <a:lnTo>
                  <a:pt x="1676" y="709"/>
                </a:lnTo>
                <a:lnTo>
                  <a:pt x="1538" y="566"/>
                </a:lnTo>
                <a:lnTo>
                  <a:pt x="1399" y="416"/>
                </a:lnTo>
                <a:lnTo>
                  <a:pt x="1260" y="259"/>
                </a:lnTo>
                <a:lnTo>
                  <a:pt x="1197" y="187"/>
                </a:lnTo>
                <a:lnTo>
                  <a:pt x="1127" y="130"/>
                </a:lnTo>
                <a:lnTo>
                  <a:pt x="1064" y="80"/>
                </a:lnTo>
                <a:lnTo>
                  <a:pt x="994" y="44"/>
                </a:lnTo>
                <a:lnTo>
                  <a:pt x="925" y="22"/>
                </a:lnTo>
                <a:lnTo>
                  <a:pt x="850" y="8"/>
                </a:lnTo>
                <a:lnTo>
                  <a:pt x="78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8907760" y="5049207"/>
            <a:ext cx="101619" cy="38491"/>
          </a:xfrm>
          <a:custGeom>
            <a:rect b="b" l="l" r="r" t="t"/>
            <a:pathLst>
              <a:path extrusionOk="0" h="2356" w="6220">
                <a:moveTo>
                  <a:pt x="5306" y="1"/>
                </a:moveTo>
                <a:lnTo>
                  <a:pt x="3618" y="51"/>
                </a:lnTo>
                <a:lnTo>
                  <a:pt x="3532" y="58"/>
                </a:lnTo>
                <a:lnTo>
                  <a:pt x="3456" y="79"/>
                </a:lnTo>
                <a:lnTo>
                  <a:pt x="3381" y="108"/>
                </a:lnTo>
                <a:lnTo>
                  <a:pt x="3312" y="137"/>
                </a:lnTo>
                <a:lnTo>
                  <a:pt x="2647" y="172"/>
                </a:lnTo>
                <a:lnTo>
                  <a:pt x="1983" y="215"/>
                </a:lnTo>
                <a:lnTo>
                  <a:pt x="1324" y="272"/>
                </a:lnTo>
                <a:lnTo>
                  <a:pt x="659" y="337"/>
                </a:lnTo>
                <a:lnTo>
                  <a:pt x="578" y="351"/>
                </a:lnTo>
                <a:lnTo>
                  <a:pt x="503" y="373"/>
                </a:lnTo>
                <a:lnTo>
                  <a:pt x="434" y="401"/>
                </a:lnTo>
                <a:lnTo>
                  <a:pt x="370" y="430"/>
                </a:lnTo>
                <a:lnTo>
                  <a:pt x="312" y="473"/>
                </a:lnTo>
                <a:lnTo>
                  <a:pt x="260" y="523"/>
                </a:lnTo>
                <a:lnTo>
                  <a:pt x="208" y="573"/>
                </a:lnTo>
                <a:lnTo>
                  <a:pt x="168" y="630"/>
                </a:lnTo>
                <a:lnTo>
                  <a:pt x="127" y="688"/>
                </a:lnTo>
                <a:lnTo>
                  <a:pt x="93" y="752"/>
                </a:lnTo>
                <a:lnTo>
                  <a:pt x="64" y="816"/>
                </a:lnTo>
                <a:lnTo>
                  <a:pt x="41" y="888"/>
                </a:lnTo>
                <a:lnTo>
                  <a:pt x="23" y="960"/>
                </a:lnTo>
                <a:lnTo>
                  <a:pt x="12" y="1031"/>
                </a:lnTo>
                <a:lnTo>
                  <a:pt x="6" y="1103"/>
                </a:lnTo>
                <a:lnTo>
                  <a:pt x="0" y="1181"/>
                </a:lnTo>
                <a:lnTo>
                  <a:pt x="6" y="1253"/>
                </a:lnTo>
                <a:lnTo>
                  <a:pt x="12" y="1325"/>
                </a:lnTo>
                <a:lnTo>
                  <a:pt x="23" y="1403"/>
                </a:lnTo>
                <a:lnTo>
                  <a:pt x="41" y="1475"/>
                </a:lnTo>
                <a:lnTo>
                  <a:pt x="64" y="1539"/>
                </a:lnTo>
                <a:lnTo>
                  <a:pt x="93" y="1611"/>
                </a:lnTo>
                <a:lnTo>
                  <a:pt x="127" y="1668"/>
                </a:lnTo>
                <a:lnTo>
                  <a:pt x="168" y="1732"/>
                </a:lnTo>
                <a:lnTo>
                  <a:pt x="208" y="1790"/>
                </a:lnTo>
                <a:lnTo>
                  <a:pt x="260" y="1840"/>
                </a:lnTo>
                <a:lnTo>
                  <a:pt x="312" y="1883"/>
                </a:lnTo>
                <a:lnTo>
                  <a:pt x="370" y="1926"/>
                </a:lnTo>
                <a:lnTo>
                  <a:pt x="434" y="1961"/>
                </a:lnTo>
                <a:lnTo>
                  <a:pt x="503" y="1990"/>
                </a:lnTo>
                <a:lnTo>
                  <a:pt x="578" y="2012"/>
                </a:lnTo>
                <a:lnTo>
                  <a:pt x="659" y="2019"/>
                </a:lnTo>
                <a:lnTo>
                  <a:pt x="1324" y="2090"/>
                </a:lnTo>
                <a:lnTo>
                  <a:pt x="1983" y="2140"/>
                </a:lnTo>
                <a:lnTo>
                  <a:pt x="2647" y="2183"/>
                </a:lnTo>
                <a:lnTo>
                  <a:pt x="3312" y="2226"/>
                </a:lnTo>
                <a:lnTo>
                  <a:pt x="3381" y="2255"/>
                </a:lnTo>
                <a:lnTo>
                  <a:pt x="3456" y="2276"/>
                </a:lnTo>
                <a:lnTo>
                  <a:pt x="3537" y="2298"/>
                </a:lnTo>
                <a:lnTo>
                  <a:pt x="3618" y="2305"/>
                </a:lnTo>
                <a:lnTo>
                  <a:pt x="5306" y="2355"/>
                </a:lnTo>
                <a:lnTo>
                  <a:pt x="5422" y="2355"/>
                </a:lnTo>
                <a:lnTo>
                  <a:pt x="5526" y="2348"/>
                </a:lnTo>
                <a:lnTo>
                  <a:pt x="5624" y="2319"/>
                </a:lnTo>
                <a:lnTo>
                  <a:pt x="5710" y="2284"/>
                </a:lnTo>
                <a:lnTo>
                  <a:pt x="5791" y="2233"/>
                </a:lnTo>
                <a:lnTo>
                  <a:pt x="5867" y="2169"/>
                </a:lnTo>
                <a:lnTo>
                  <a:pt x="5936" y="2097"/>
                </a:lnTo>
                <a:lnTo>
                  <a:pt x="5999" y="2019"/>
                </a:lnTo>
                <a:lnTo>
                  <a:pt x="6052" y="1933"/>
                </a:lnTo>
                <a:lnTo>
                  <a:pt x="6098" y="1840"/>
                </a:lnTo>
                <a:lnTo>
                  <a:pt x="6138" y="1732"/>
                </a:lnTo>
                <a:lnTo>
                  <a:pt x="6167" y="1632"/>
                </a:lnTo>
                <a:lnTo>
                  <a:pt x="6190" y="1518"/>
                </a:lnTo>
                <a:lnTo>
                  <a:pt x="6208" y="1410"/>
                </a:lnTo>
                <a:lnTo>
                  <a:pt x="6219" y="1296"/>
                </a:lnTo>
                <a:lnTo>
                  <a:pt x="6219" y="1181"/>
                </a:lnTo>
                <a:lnTo>
                  <a:pt x="6219" y="1067"/>
                </a:lnTo>
                <a:lnTo>
                  <a:pt x="6208" y="952"/>
                </a:lnTo>
                <a:lnTo>
                  <a:pt x="6190" y="838"/>
                </a:lnTo>
                <a:lnTo>
                  <a:pt x="6167" y="731"/>
                </a:lnTo>
                <a:lnTo>
                  <a:pt x="6138" y="623"/>
                </a:lnTo>
                <a:lnTo>
                  <a:pt x="6098" y="523"/>
                </a:lnTo>
                <a:lnTo>
                  <a:pt x="6052" y="430"/>
                </a:lnTo>
                <a:lnTo>
                  <a:pt x="5999" y="337"/>
                </a:lnTo>
                <a:lnTo>
                  <a:pt x="5936" y="258"/>
                </a:lnTo>
                <a:lnTo>
                  <a:pt x="5867" y="187"/>
                </a:lnTo>
                <a:lnTo>
                  <a:pt x="5791" y="129"/>
                </a:lnTo>
                <a:lnTo>
                  <a:pt x="5710" y="79"/>
                </a:lnTo>
                <a:lnTo>
                  <a:pt x="5618" y="36"/>
                </a:lnTo>
                <a:lnTo>
                  <a:pt x="5526" y="15"/>
                </a:lnTo>
                <a:lnTo>
                  <a:pt x="542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2771610" y="4254860"/>
            <a:ext cx="528856" cy="634500"/>
          </a:xfrm>
          <a:custGeom>
            <a:rect b="b" l="l" r="r" t="t"/>
            <a:pathLst>
              <a:path extrusionOk="0" h="101277" w="54200">
                <a:moveTo>
                  <a:pt x="26760" y="10124"/>
                </a:moveTo>
                <a:lnTo>
                  <a:pt x="28293" y="12384"/>
                </a:lnTo>
                <a:lnTo>
                  <a:pt x="29821" y="14653"/>
                </a:lnTo>
                <a:lnTo>
                  <a:pt x="32878" y="19211"/>
                </a:lnTo>
                <a:lnTo>
                  <a:pt x="34406" y="21490"/>
                </a:lnTo>
                <a:lnTo>
                  <a:pt x="35939" y="23760"/>
                </a:lnTo>
                <a:lnTo>
                  <a:pt x="37472" y="26030"/>
                </a:lnTo>
                <a:lnTo>
                  <a:pt x="39010" y="28290"/>
                </a:lnTo>
                <a:lnTo>
                  <a:pt x="40552" y="30531"/>
                </a:lnTo>
                <a:lnTo>
                  <a:pt x="42095" y="32772"/>
                </a:lnTo>
                <a:lnTo>
                  <a:pt x="43647" y="34984"/>
                </a:lnTo>
                <a:lnTo>
                  <a:pt x="44423" y="36086"/>
                </a:lnTo>
                <a:lnTo>
                  <a:pt x="45204" y="37187"/>
                </a:lnTo>
                <a:lnTo>
                  <a:pt x="45985" y="38279"/>
                </a:lnTo>
                <a:lnTo>
                  <a:pt x="46766" y="39362"/>
                </a:lnTo>
                <a:lnTo>
                  <a:pt x="47552" y="40445"/>
                </a:lnTo>
                <a:lnTo>
                  <a:pt x="48338" y="41518"/>
                </a:lnTo>
                <a:lnTo>
                  <a:pt x="49128" y="42581"/>
                </a:lnTo>
                <a:lnTo>
                  <a:pt x="49919" y="43645"/>
                </a:lnTo>
                <a:lnTo>
                  <a:pt x="50714" y="44699"/>
                </a:lnTo>
                <a:lnTo>
                  <a:pt x="51510" y="45743"/>
                </a:lnTo>
                <a:lnTo>
                  <a:pt x="51326" y="45914"/>
                </a:lnTo>
                <a:lnTo>
                  <a:pt x="51148" y="46085"/>
                </a:lnTo>
                <a:lnTo>
                  <a:pt x="50974" y="46266"/>
                </a:lnTo>
                <a:lnTo>
                  <a:pt x="50796" y="46456"/>
                </a:lnTo>
                <a:lnTo>
                  <a:pt x="50623" y="46646"/>
                </a:lnTo>
                <a:lnTo>
                  <a:pt x="50449" y="46845"/>
                </a:lnTo>
                <a:lnTo>
                  <a:pt x="50102" y="47263"/>
                </a:lnTo>
                <a:lnTo>
                  <a:pt x="49760" y="47700"/>
                </a:lnTo>
                <a:lnTo>
                  <a:pt x="49422" y="48155"/>
                </a:lnTo>
                <a:lnTo>
                  <a:pt x="49085" y="48621"/>
                </a:lnTo>
                <a:lnTo>
                  <a:pt x="48757" y="49114"/>
                </a:lnTo>
                <a:lnTo>
                  <a:pt x="48429" y="49627"/>
                </a:lnTo>
                <a:lnTo>
                  <a:pt x="48106" y="50140"/>
                </a:lnTo>
                <a:lnTo>
                  <a:pt x="47783" y="50681"/>
                </a:lnTo>
                <a:lnTo>
                  <a:pt x="47465" y="51232"/>
                </a:lnTo>
                <a:lnTo>
                  <a:pt x="47152" y="51783"/>
                </a:lnTo>
                <a:lnTo>
                  <a:pt x="46838" y="52353"/>
                </a:lnTo>
                <a:lnTo>
                  <a:pt x="46530" y="52932"/>
                </a:lnTo>
                <a:lnTo>
                  <a:pt x="46221" y="53521"/>
                </a:lnTo>
                <a:lnTo>
                  <a:pt x="45918" y="54109"/>
                </a:lnTo>
                <a:lnTo>
                  <a:pt x="45619" y="54708"/>
                </a:lnTo>
                <a:lnTo>
                  <a:pt x="45026" y="55904"/>
                </a:lnTo>
                <a:lnTo>
                  <a:pt x="44438" y="57110"/>
                </a:lnTo>
                <a:lnTo>
                  <a:pt x="43864" y="58316"/>
                </a:lnTo>
                <a:lnTo>
                  <a:pt x="43290" y="59503"/>
                </a:lnTo>
                <a:lnTo>
                  <a:pt x="42731" y="60662"/>
                </a:lnTo>
                <a:lnTo>
                  <a:pt x="42172" y="61792"/>
                </a:lnTo>
                <a:lnTo>
                  <a:pt x="41897" y="62333"/>
                </a:lnTo>
                <a:lnTo>
                  <a:pt x="41622" y="62865"/>
                </a:lnTo>
                <a:lnTo>
                  <a:pt x="35895" y="73890"/>
                </a:lnTo>
                <a:lnTo>
                  <a:pt x="33037" y="79407"/>
                </a:lnTo>
                <a:lnTo>
                  <a:pt x="30178" y="84934"/>
                </a:lnTo>
                <a:lnTo>
                  <a:pt x="30053" y="85190"/>
                </a:lnTo>
                <a:lnTo>
                  <a:pt x="29903" y="85513"/>
                </a:lnTo>
                <a:lnTo>
                  <a:pt x="29542" y="86320"/>
                </a:lnTo>
                <a:lnTo>
                  <a:pt x="29122" y="87260"/>
                </a:lnTo>
                <a:lnTo>
                  <a:pt x="28896" y="87764"/>
                </a:lnTo>
                <a:lnTo>
                  <a:pt x="28664" y="88267"/>
                </a:lnTo>
                <a:lnTo>
                  <a:pt x="28428" y="88761"/>
                </a:lnTo>
                <a:lnTo>
                  <a:pt x="28187" y="89245"/>
                </a:lnTo>
                <a:lnTo>
                  <a:pt x="27951" y="89691"/>
                </a:lnTo>
                <a:lnTo>
                  <a:pt x="27835" y="89910"/>
                </a:lnTo>
                <a:lnTo>
                  <a:pt x="27720" y="90109"/>
                </a:lnTo>
                <a:lnTo>
                  <a:pt x="27604" y="90289"/>
                </a:lnTo>
                <a:lnTo>
                  <a:pt x="27493" y="90470"/>
                </a:lnTo>
                <a:lnTo>
                  <a:pt x="27387" y="90622"/>
                </a:lnTo>
                <a:lnTo>
                  <a:pt x="27281" y="90764"/>
                </a:lnTo>
                <a:lnTo>
                  <a:pt x="27175" y="90897"/>
                </a:lnTo>
                <a:lnTo>
                  <a:pt x="27078" y="91002"/>
                </a:lnTo>
                <a:lnTo>
                  <a:pt x="26982" y="91087"/>
                </a:lnTo>
                <a:lnTo>
                  <a:pt x="26890" y="91154"/>
                </a:lnTo>
                <a:lnTo>
                  <a:pt x="26775" y="91211"/>
                </a:lnTo>
                <a:lnTo>
                  <a:pt x="26664" y="91268"/>
                </a:lnTo>
                <a:lnTo>
                  <a:pt x="26563" y="91306"/>
                </a:lnTo>
                <a:lnTo>
                  <a:pt x="26461" y="91344"/>
                </a:lnTo>
                <a:lnTo>
                  <a:pt x="26365" y="91363"/>
                </a:lnTo>
                <a:lnTo>
                  <a:pt x="26269" y="91372"/>
                </a:lnTo>
                <a:lnTo>
                  <a:pt x="26182" y="91382"/>
                </a:lnTo>
                <a:lnTo>
                  <a:pt x="26095" y="91372"/>
                </a:lnTo>
                <a:lnTo>
                  <a:pt x="26013" y="91353"/>
                </a:lnTo>
                <a:lnTo>
                  <a:pt x="25931" y="91325"/>
                </a:lnTo>
                <a:lnTo>
                  <a:pt x="25854" y="91296"/>
                </a:lnTo>
                <a:lnTo>
                  <a:pt x="25772" y="91249"/>
                </a:lnTo>
                <a:lnTo>
                  <a:pt x="25700" y="91201"/>
                </a:lnTo>
                <a:lnTo>
                  <a:pt x="25623" y="91135"/>
                </a:lnTo>
                <a:lnTo>
                  <a:pt x="25550" y="91068"/>
                </a:lnTo>
                <a:lnTo>
                  <a:pt x="25478" y="90992"/>
                </a:lnTo>
                <a:lnTo>
                  <a:pt x="25401" y="90907"/>
                </a:lnTo>
                <a:lnTo>
                  <a:pt x="25329" y="90812"/>
                </a:lnTo>
                <a:lnTo>
                  <a:pt x="25179" y="90612"/>
                </a:lnTo>
                <a:lnTo>
                  <a:pt x="25025" y="90384"/>
                </a:lnTo>
                <a:lnTo>
                  <a:pt x="24861" y="90119"/>
                </a:lnTo>
                <a:lnTo>
                  <a:pt x="24499" y="89539"/>
                </a:lnTo>
                <a:lnTo>
                  <a:pt x="24292" y="89216"/>
                </a:lnTo>
                <a:lnTo>
                  <a:pt x="24070" y="88875"/>
                </a:lnTo>
                <a:lnTo>
                  <a:pt x="23116" y="87441"/>
                </a:lnTo>
                <a:lnTo>
                  <a:pt x="22161" y="85997"/>
                </a:lnTo>
                <a:lnTo>
                  <a:pt x="21212" y="84544"/>
                </a:lnTo>
                <a:lnTo>
                  <a:pt x="20267" y="83082"/>
                </a:lnTo>
                <a:lnTo>
                  <a:pt x="19327" y="81610"/>
                </a:lnTo>
                <a:lnTo>
                  <a:pt x="18387" y="80129"/>
                </a:lnTo>
                <a:lnTo>
                  <a:pt x="17447" y="78647"/>
                </a:lnTo>
                <a:lnTo>
                  <a:pt x="16516" y="77156"/>
                </a:lnTo>
                <a:lnTo>
                  <a:pt x="15784" y="75969"/>
                </a:lnTo>
                <a:lnTo>
                  <a:pt x="15056" y="74773"/>
                </a:lnTo>
                <a:lnTo>
                  <a:pt x="14328" y="73567"/>
                </a:lnTo>
                <a:lnTo>
                  <a:pt x="13605" y="72361"/>
                </a:lnTo>
                <a:lnTo>
                  <a:pt x="12886" y="71145"/>
                </a:lnTo>
                <a:lnTo>
                  <a:pt x="12168" y="69920"/>
                </a:lnTo>
                <a:lnTo>
                  <a:pt x="10736" y="67470"/>
                </a:lnTo>
                <a:lnTo>
                  <a:pt x="9305" y="65020"/>
                </a:lnTo>
                <a:lnTo>
                  <a:pt x="7873" y="62570"/>
                </a:lnTo>
                <a:lnTo>
                  <a:pt x="7155" y="61355"/>
                </a:lnTo>
                <a:lnTo>
                  <a:pt x="6432" y="60149"/>
                </a:lnTo>
                <a:lnTo>
                  <a:pt x="5709" y="58943"/>
                </a:lnTo>
                <a:lnTo>
                  <a:pt x="4981" y="57746"/>
                </a:lnTo>
                <a:lnTo>
                  <a:pt x="5699" y="56322"/>
                </a:lnTo>
                <a:lnTo>
                  <a:pt x="6417" y="54898"/>
                </a:lnTo>
                <a:lnTo>
                  <a:pt x="7131" y="53473"/>
                </a:lnTo>
                <a:lnTo>
                  <a:pt x="7844" y="52039"/>
                </a:lnTo>
                <a:lnTo>
                  <a:pt x="8553" y="50605"/>
                </a:lnTo>
                <a:lnTo>
                  <a:pt x="9257" y="49162"/>
                </a:lnTo>
                <a:lnTo>
                  <a:pt x="9965" y="47719"/>
                </a:lnTo>
                <a:lnTo>
                  <a:pt x="10669" y="46275"/>
                </a:lnTo>
                <a:lnTo>
                  <a:pt x="11368" y="44822"/>
                </a:lnTo>
                <a:lnTo>
                  <a:pt x="12067" y="43360"/>
                </a:lnTo>
                <a:lnTo>
                  <a:pt x="12761" y="41897"/>
                </a:lnTo>
                <a:lnTo>
                  <a:pt x="13455" y="40435"/>
                </a:lnTo>
                <a:lnTo>
                  <a:pt x="14149" y="38963"/>
                </a:lnTo>
                <a:lnTo>
                  <a:pt x="14834" y="37491"/>
                </a:lnTo>
                <a:lnTo>
                  <a:pt x="15523" y="36010"/>
                </a:lnTo>
                <a:lnTo>
                  <a:pt x="16208" y="34519"/>
                </a:lnTo>
                <a:lnTo>
                  <a:pt x="16888" y="33038"/>
                </a:lnTo>
                <a:lnTo>
                  <a:pt x="17567" y="31537"/>
                </a:lnTo>
                <a:lnTo>
                  <a:pt x="18242" y="30037"/>
                </a:lnTo>
                <a:lnTo>
                  <a:pt x="18912" y="28536"/>
                </a:lnTo>
                <a:lnTo>
                  <a:pt x="19582" y="27027"/>
                </a:lnTo>
                <a:lnTo>
                  <a:pt x="20252" y="25517"/>
                </a:lnTo>
                <a:lnTo>
                  <a:pt x="20918" y="23997"/>
                </a:lnTo>
                <a:lnTo>
                  <a:pt x="21578" y="22478"/>
                </a:lnTo>
                <a:lnTo>
                  <a:pt x="22239" y="20949"/>
                </a:lnTo>
                <a:lnTo>
                  <a:pt x="22894" y="19420"/>
                </a:lnTo>
                <a:lnTo>
                  <a:pt x="23545" y="17882"/>
                </a:lnTo>
                <a:lnTo>
                  <a:pt x="24196" y="16344"/>
                </a:lnTo>
                <a:lnTo>
                  <a:pt x="24842" y="14796"/>
                </a:lnTo>
                <a:lnTo>
                  <a:pt x="25483" y="13238"/>
                </a:lnTo>
                <a:lnTo>
                  <a:pt x="26124" y="11681"/>
                </a:lnTo>
                <a:lnTo>
                  <a:pt x="26760" y="10124"/>
                </a:lnTo>
                <a:close/>
                <a:moveTo>
                  <a:pt x="26158" y="1"/>
                </a:moveTo>
                <a:lnTo>
                  <a:pt x="26056" y="10"/>
                </a:lnTo>
                <a:lnTo>
                  <a:pt x="25950" y="39"/>
                </a:lnTo>
                <a:lnTo>
                  <a:pt x="25849" y="67"/>
                </a:lnTo>
                <a:lnTo>
                  <a:pt x="25748" y="105"/>
                </a:lnTo>
                <a:lnTo>
                  <a:pt x="25647" y="162"/>
                </a:lnTo>
                <a:lnTo>
                  <a:pt x="25550" y="229"/>
                </a:lnTo>
                <a:lnTo>
                  <a:pt x="25454" y="305"/>
                </a:lnTo>
                <a:lnTo>
                  <a:pt x="25362" y="400"/>
                </a:lnTo>
                <a:lnTo>
                  <a:pt x="25266" y="504"/>
                </a:lnTo>
                <a:lnTo>
                  <a:pt x="25179" y="618"/>
                </a:lnTo>
                <a:lnTo>
                  <a:pt x="25092" y="751"/>
                </a:lnTo>
                <a:lnTo>
                  <a:pt x="25010" y="893"/>
                </a:lnTo>
                <a:lnTo>
                  <a:pt x="24928" y="1055"/>
                </a:lnTo>
                <a:lnTo>
                  <a:pt x="24851" y="1226"/>
                </a:lnTo>
                <a:lnTo>
                  <a:pt x="23410" y="4663"/>
                </a:lnTo>
                <a:lnTo>
                  <a:pt x="22692" y="6373"/>
                </a:lnTo>
                <a:lnTo>
                  <a:pt x="21964" y="8072"/>
                </a:lnTo>
                <a:lnTo>
                  <a:pt x="21241" y="9772"/>
                </a:lnTo>
                <a:lnTo>
                  <a:pt x="20513" y="11472"/>
                </a:lnTo>
                <a:lnTo>
                  <a:pt x="19780" y="13162"/>
                </a:lnTo>
                <a:lnTo>
                  <a:pt x="19047" y="14853"/>
                </a:lnTo>
                <a:lnTo>
                  <a:pt x="18315" y="16533"/>
                </a:lnTo>
                <a:lnTo>
                  <a:pt x="17577" y="18214"/>
                </a:lnTo>
                <a:lnTo>
                  <a:pt x="16835" y="19886"/>
                </a:lnTo>
                <a:lnTo>
                  <a:pt x="16092" y="21557"/>
                </a:lnTo>
                <a:lnTo>
                  <a:pt x="15350" y="23228"/>
                </a:lnTo>
                <a:lnTo>
                  <a:pt x="14603" y="24890"/>
                </a:lnTo>
                <a:lnTo>
                  <a:pt x="13851" y="26542"/>
                </a:lnTo>
                <a:lnTo>
                  <a:pt x="13099" y="28195"/>
                </a:lnTo>
                <a:lnTo>
                  <a:pt x="12347" y="29837"/>
                </a:lnTo>
                <a:lnTo>
                  <a:pt x="11590" y="31480"/>
                </a:lnTo>
                <a:lnTo>
                  <a:pt x="10828" y="33123"/>
                </a:lnTo>
                <a:lnTo>
                  <a:pt x="10062" y="34747"/>
                </a:lnTo>
                <a:lnTo>
                  <a:pt x="9295" y="36380"/>
                </a:lnTo>
                <a:lnTo>
                  <a:pt x="8529" y="37995"/>
                </a:lnTo>
                <a:lnTo>
                  <a:pt x="7757" y="39618"/>
                </a:lnTo>
                <a:lnTo>
                  <a:pt x="6981" y="41223"/>
                </a:lnTo>
                <a:lnTo>
                  <a:pt x="6200" y="42828"/>
                </a:lnTo>
                <a:lnTo>
                  <a:pt x="5419" y="44433"/>
                </a:lnTo>
                <a:lnTo>
                  <a:pt x="4634" y="46028"/>
                </a:lnTo>
                <a:lnTo>
                  <a:pt x="3848" y="47624"/>
                </a:lnTo>
                <a:lnTo>
                  <a:pt x="3052" y="49200"/>
                </a:lnTo>
                <a:lnTo>
                  <a:pt x="2257" y="50786"/>
                </a:lnTo>
                <a:lnTo>
                  <a:pt x="1462" y="52353"/>
                </a:lnTo>
                <a:lnTo>
                  <a:pt x="656" y="53929"/>
                </a:lnTo>
                <a:lnTo>
                  <a:pt x="589" y="54062"/>
                </a:lnTo>
                <a:lnTo>
                  <a:pt x="526" y="54204"/>
                </a:lnTo>
                <a:lnTo>
                  <a:pt x="464" y="54347"/>
                </a:lnTo>
                <a:lnTo>
                  <a:pt x="411" y="54489"/>
                </a:lnTo>
                <a:lnTo>
                  <a:pt x="358" y="54632"/>
                </a:lnTo>
                <a:lnTo>
                  <a:pt x="309" y="54774"/>
                </a:lnTo>
                <a:lnTo>
                  <a:pt x="266" y="54917"/>
                </a:lnTo>
                <a:lnTo>
                  <a:pt x="223" y="55069"/>
                </a:lnTo>
                <a:lnTo>
                  <a:pt x="184" y="55211"/>
                </a:lnTo>
                <a:lnTo>
                  <a:pt x="150" y="55363"/>
                </a:lnTo>
                <a:lnTo>
                  <a:pt x="121" y="55515"/>
                </a:lnTo>
                <a:lnTo>
                  <a:pt x="97" y="55667"/>
                </a:lnTo>
                <a:lnTo>
                  <a:pt x="73" y="55809"/>
                </a:lnTo>
                <a:lnTo>
                  <a:pt x="54" y="55961"/>
                </a:lnTo>
                <a:lnTo>
                  <a:pt x="35" y="56113"/>
                </a:lnTo>
                <a:lnTo>
                  <a:pt x="25" y="56265"/>
                </a:lnTo>
                <a:lnTo>
                  <a:pt x="15" y="56417"/>
                </a:lnTo>
                <a:lnTo>
                  <a:pt x="6" y="56569"/>
                </a:lnTo>
                <a:lnTo>
                  <a:pt x="1" y="56711"/>
                </a:lnTo>
                <a:lnTo>
                  <a:pt x="1" y="56863"/>
                </a:lnTo>
                <a:lnTo>
                  <a:pt x="6" y="57015"/>
                </a:lnTo>
                <a:lnTo>
                  <a:pt x="11" y="57167"/>
                </a:lnTo>
                <a:lnTo>
                  <a:pt x="30" y="57462"/>
                </a:lnTo>
                <a:lnTo>
                  <a:pt x="59" y="57746"/>
                </a:lnTo>
                <a:lnTo>
                  <a:pt x="97" y="58041"/>
                </a:lnTo>
                <a:lnTo>
                  <a:pt x="150" y="58316"/>
                </a:lnTo>
                <a:lnTo>
                  <a:pt x="208" y="58592"/>
                </a:lnTo>
                <a:lnTo>
                  <a:pt x="203" y="58781"/>
                </a:lnTo>
                <a:lnTo>
                  <a:pt x="203" y="58981"/>
                </a:lnTo>
                <a:lnTo>
                  <a:pt x="208" y="59171"/>
                </a:lnTo>
                <a:lnTo>
                  <a:pt x="218" y="59370"/>
                </a:lnTo>
                <a:lnTo>
                  <a:pt x="237" y="59570"/>
                </a:lnTo>
                <a:lnTo>
                  <a:pt x="256" y="59769"/>
                </a:lnTo>
                <a:lnTo>
                  <a:pt x="285" y="59969"/>
                </a:lnTo>
                <a:lnTo>
                  <a:pt x="324" y="60168"/>
                </a:lnTo>
                <a:lnTo>
                  <a:pt x="362" y="60367"/>
                </a:lnTo>
                <a:lnTo>
                  <a:pt x="411" y="60567"/>
                </a:lnTo>
                <a:lnTo>
                  <a:pt x="464" y="60757"/>
                </a:lnTo>
                <a:lnTo>
                  <a:pt x="526" y="60956"/>
                </a:lnTo>
                <a:lnTo>
                  <a:pt x="594" y="61156"/>
                </a:lnTo>
                <a:lnTo>
                  <a:pt x="671" y="61345"/>
                </a:lnTo>
                <a:lnTo>
                  <a:pt x="758" y="61535"/>
                </a:lnTo>
                <a:lnTo>
                  <a:pt x="844" y="61735"/>
                </a:lnTo>
                <a:lnTo>
                  <a:pt x="1331" y="62694"/>
                </a:lnTo>
                <a:lnTo>
                  <a:pt x="1823" y="63653"/>
                </a:lnTo>
                <a:lnTo>
                  <a:pt x="2320" y="64612"/>
                </a:lnTo>
                <a:lnTo>
                  <a:pt x="2816" y="65552"/>
                </a:lnTo>
                <a:lnTo>
                  <a:pt x="3317" y="66492"/>
                </a:lnTo>
                <a:lnTo>
                  <a:pt x="3824" y="67423"/>
                </a:lnTo>
                <a:lnTo>
                  <a:pt x="4335" y="68354"/>
                </a:lnTo>
                <a:lnTo>
                  <a:pt x="4846" y="69275"/>
                </a:lnTo>
                <a:lnTo>
                  <a:pt x="5361" y="70196"/>
                </a:lnTo>
                <a:lnTo>
                  <a:pt x="5882" y="71107"/>
                </a:lnTo>
                <a:lnTo>
                  <a:pt x="6403" y="72010"/>
                </a:lnTo>
                <a:lnTo>
                  <a:pt x="6928" y="72912"/>
                </a:lnTo>
                <a:lnTo>
                  <a:pt x="7454" y="73804"/>
                </a:lnTo>
                <a:lnTo>
                  <a:pt x="7984" y="74697"/>
                </a:lnTo>
                <a:lnTo>
                  <a:pt x="8514" y="75590"/>
                </a:lnTo>
                <a:lnTo>
                  <a:pt x="9049" y="76473"/>
                </a:lnTo>
                <a:lnTo>
                  <a:pt x="10119" y="78220"/>
                </a:lnTo>
                <a:lnTo>
                  <a:pt x="11199" y="79958"/>
                </a:lnTo>
                <a:lnTo>
                  <a:pt x="12284" y="81686"/>
                </a:lnTo>
                <a:lnTo>
                  <a:pt x="13369" y="83395"/>
                </a:lnTo>
                <a:lnTo>
                  <a:pt x="14458" y="85105"/>
                </a:lnTo>
                <a:lnTo>
                  <a:pt x="15547" y="86795"/>
                </a:lnTo>
                <a:lnTo>
                  <a:pt x="17722" y="90166"/>
                </a:lnTo>
                <a:lnTo>
                  <a:pt x="17967" y="90555"/>
                </a:lnTo>
                <a:lnTo>
                  <a:pt x="18223" y="90973"/>
                </a:lnTo>
                <a:lnTo>
                  <a:pt x="18488" y="91420"/>
                </a:lnTo>
                <a:lnTo>
                  <a:pt x="18753" y="91885"/>
                </a:lnTo>
                <a:lnTo>
                  <a:pt x="19312" y="92863"/>
                </a:lnTo>
                <a:lnTo>
                  <a:pt x="19886" y="93879"/>
                </a:lnTo>
                <a:lnTo>
                  <a:pt x="20484" y="94924"/>
                </a:lnTo>
                <a:lnTo>
                  <a:pt x="20792" y="95446"/>
                </a:lnTo>
                <a:lnTo>
                  <a:pt x="21101" y="95968"/>
                </a:lnTo>
                <a:lnTo>
                  <a:pt x="21414" y="96481"/>
                </a:lnTo>
                <a:lnTo>
                  <a:pt x="21732" y="96984"/>
                </a:lnTo>
                <a:lnTo>
                  <a:pt x="22055" y="97469"/>
                </a:lnTo>
                <a:lnTo>
                  <a:pt x="22383" y="97943"/>
                </a:lnTo>
                <a:lnTo>
                  <a:pt x="22711" y="98399"/>
                </a:lnTo>
                <a:lnTo>
                  <a:pt x="22875" y="98618"/>
                </a:lnTo>
                <a:lnTo>
                  <a:pt x="23039" y="98826"/>
                </a:lnTo>
                <a:lnTo>
                  <a:pt x="23207" y="99035"/>
                </a:lnTo>
                <a:lnTo>
                  <a:pt x="23376" y="99235"/>
                </a:lnTo>
                <a:lnTo>
                  <a:pt x="23545" y="99425"/>
                </a:lnTo>
                <a:lnTo>
                  <a:pt x="23714" y="99615"/>
                </a:lnTo>
                <a:lnTo>
                  <a:pt x="23882" y="99795"/>
                </a:lnTo>
                <a:lnTo>
                  <a:pt x="24051" y="99966"/>
                </a:lnTo>
                <a:lnTo>
                  <a:pt x="24220" y="100127"/>
                </a:lnTo>
                <a:lnTo>
                  <a:pt x="24393" y="100279"/>
                </a:lnTo>
                <a:lnTo>
                  <a:pt x="24562" y="100422"/>
                </a:lnTo>
                <a:lnTo>
                  <a:pt x="24736" y="100555"/>
                </a:lnTo>
                <a:lnTo>
                  <a:pt x="24904" y="100678"/>
                </a:lnTo>
                <a:lnTo>
                  <a:pt x="25078" y="100792"/>
                </a:lnTo>
                <a:lnTo>
                  <a:pt x="25251" y="100887"/>
                </a:lnTo>
                <a:lnTo>
                  <a:pt x="25420" y="100982"/>
                </a:lnTo>
                <a:lnTo>
                  <a:pt x="25594" y="101058"/>
                </a:lnTo>
                <a:lnTo>
                  <a:pt x="25767" y="101125"/>
                </a:lnTo>
                <a:lnTo>
                  <a:pt x="25941" y="101181"/>
                </a:lnTo>
                <a:lnTo>
                  <a:pt x="26114" y="101229"/>
                </a:lnTo>
                <a:lnTo>
                  <a:pt x="26288" y="101257"/>
                </a:lnTo>
                <a:lnTo>
                  <a:pt x="26461" y="101267"/>
                </a:lnTo>
                <a:lnTo>
                  <a:pt x="26635" y="101276"/>
                </a:lnTo>
                <a:lnTo>
                  <a:pt x="26809" y="101257"/>
                </a:lnTo>
                <a:lnTo>
                  <a:pt x="26982" y="101238"/>
                </a:lnTo>
                <a:lnTo>
                  <a:pt x="27156" y="101191"/>
                </a:lnTo>
                <a:lnTo>
                  <a:pt x="27329" y="101134"/>
                </a:lnTo>
                <a:lnTo>
                  <a:pt x="27503" y="101058"/>
                </a:lnTo>
                <a:lnTo>
                  <a:pt x="27676" y="100973"/>
                </a:lnTo>
                <a:lnTo>
                  <a:pt x="27850" y="100868"/>
                </a:lnTo>
                <a:lnTo>
                  <a:pt x="27970" y="100783"/>
                </a:lnTo>
                <a:lnTo>
                  <a:pt x="28091" y="100697"/>
                </a:lnTo>
                <a:lnTo>
                  <a:pt x="28211" y="100593"/>
                </a:lnTo>
                <a:lnTo>
                  <a:pt x="28332" y="100488"/>
                </a:lnTo>
                <a:lnTo>
                  <a:pt x="28452" y="100374"/>
                </a:lnTo>
                <a:lnTo>
                  <a:pt x="28573" y="100260"/>
                </a:lnTo>
                <a:lnTo>
                  <a:pt x="28689" y="100127"/>
                </a:lnTo>
                <a:lnTo>
                  <a:pt x="28809" y="99994"/>
                </a:lnTo>
                <a:lnTo>
                  <a:pt x="29045" y="99719"/>
                </a:lnTo>
                <a:lnTo>
                  <a:pt x="29277" y="99406"/>
                </a:lnTo>
                <a:lnTo>
                  <a:pt x="29508" y="99083"/>
                </a:lnTo>
                <a:lnTo>
                  <a:pt x="29739" y="98732"/>
                </a:lnTo>
                <a:lnTo>
                  <a:pt x="29966" y="98371"/>
                </a:lnTo>
                <a:lnTo>
                  <a:pt x="30193" y="97991"/>
                </a:lnTo>
                <a:lnTo>
                  <a:pt x="30419" y="97592"/>
                </a:lnTo>
                <a:lnTo>
                  <a:pt x="30641" y="97174"/>
                </a:lnTo>
                <a:lnTo>
                  <a:pt x="30858" y="96756"/>
                </a:lnTo>
                <a:lnTo>
                  <a:pt x="31080" y="96319"/>
                </a:lnTo>
                <a:lnTo>
                  <a:pt x="31297" y="95883"/>
                </a:lnTo>
                <a:lnTo>
                  <a:pt x="31509" y="95427"/>
                </a:lnTo>
                <a:lnTo>
                  <a:pt x="31726" y="94971"/>
                </a:lnTo>
                <a:lnTo>
                  <a:pt x="31933" y="94515"/>
                </a:lnTo>
                <a:lnTo>
                  <a:pt x="32347" y="93585"/>
                </a:lnTo>
                <a:lnTo>
                  <a:pt x="32757" y="92664"/>
                </a:lnTo>
                <a:lnTo>
                  <a:pt x="33152" y="91752"/>
                </a:lnTo>
                <a:lnTo>
                  <a:pt x="33543" y="90869"/>
                </a:lnTo>
                <a:lnTo>
                  <a:pt x="33924" y="90024"/>
                </a:lnTo>
                <a:lnTo>
                  <a:pt x="34112" y="89615"/>
                </a:lnTo>
                <a:lnTo>
                  <a:pt x="34295" y="89226"/>
                </a:lnTo>
                <a:lnTo>
                  <a:pt x="34478" y="88856"/>
                </a:lnTo>
                <a:lnTo>
                  <a:pt x="34657" y="88504"/>
                </a:lnTo>
                <a:lnTo>
                  <a:pt x="36503" y="84924"/>
                </a:lnTo>
                <a:lnTo>
                  <a:pt x="38344" y="81344"/>
                </a:lnTo>
                <a:lnTo>
                  <a:pt x="42032" y="74165"/>
                </a:lnTo>
                <a:lnTo>
                  <a:pt x="42413" y="73443"/>
                </a:lnTo>
                <a:lnTo>
                  <a:pt x="42803" y="72703"/>
                </a:lnTo>
                <a:lnTo>
                  <a:pt x="43208" y="71962"/>
                </a:lnTo>
                <a:lnTo>
                  <a:pt x="43623" y="71221"/>
                </a:lnTo>
                <a:lnTo>
                  <a:pt x="44047" y="70462"/>
                </a:lnTo>
                <a:lnTo>
                  <a:pt x="44481" y="69702"/>
                </a:lnTo>
                <a:lnTo>
                  <a:pt x="45363" y="68164"/>
                </a:lnTo>
                <a:lnTo>
                  <a:pt x="46260" y="66587"/>
                </a:lnTo>
                <a:lnTo>
                  <a:pt x="46713" y="65790"/>
                </a:lnTo>
                <a:lnTo>
                  <a:pt x="47166" y="64982"/>
                </a:lnTo>
                <a:lnTo>
                  <a:pt x="47614" y="64175"/>
                </a:lnTo>
                <a:lnTo>
                  <a:pt x="48063" y="63349"/>
                </a:lnTo>
                <a:lnTo>
                  <a:pt x="48506" y="62513"/>
                </a:lnTo>
                <a:lnTo>
                  <a:pt x="48945" y="61678"/>
                </a:lnTo>
                <a:lnTo>
                  <a:pt x="49379" y="60823"/>
                </a:lnTo>
                <a:lnTo>
                  <a:pt x="49803" y="59969"/>
                </a:lnTo>
                <a:lnTo>
                  <a:pt x="50218" y="59104"/>
                </a:lnTo>
                <a:lnTo>
                  <a:pt x="50420" y="58668"/>
                </a:lnTo>
                <a:lnTo>
                  <a:pt x="50618" y="58221"/>
                </a:lnTo>
                <a:lnTo>
                  <a:pt x="50815" y="57784"/>
                </a:lnTo>
                <a:lnTo>
                  <a:pt x="51013" y="57338"/>
                </a:lnTo>
                <a:lnTo>
                  <a:pt x="51201" y="56892"/>
                </a:lnTo>
                <a:lnTo>
                  <a:pt x="51389" y="56445"/>
                </a:lnTo>
                <a:lnTo>
                  <a:pt x="51572" y="55990"/>
                </a:lnTo>
                <a:lnTo>
                  <a:pt x="51755" y="55534"/>
                </a:lnTo>
                <a:lnTo>
                  <a:pt x="51929" y="55078"/>
                </a:lnTo>
                <a:lnTo>
                  <a:pt x="52102" y="54622"/>
                </a:lnTo>
                <a:lnTo>
                  <a:pt x="52271" y="54157"/>
                </a:lnTo>
                <a:lnTo>
                  <a:pt x="52430" y="53692"/>
                </a:lnTo>
                <a:lnTo>
                  <a:pt x="52589" y="53226"/>
                </a:lnTo>
                <a:lnTo>
                  <a:pt x="52744" y="52751"/>
                </a:lnTo>
                <a:lnTo>
                  <a:pt x="52893" y="52277"/>
                </a:lnTo>
                <a:lnTo>
                  <a:pt x="53038" y="51802"/>
                </a:lnTo>
                <a:lnTo>
                  <a:pt x="53173" y="51327"/>
                </a:lnTo>
                <a:lnTo>
                  <a:pt x="53308" y="50843"/>
                </a:lnTo>
                <a:lnTo>
                  <a:pt x="53433" y="50358"/>
                </a:lnTo>
                <a:lnTo>
                  <a:pt x="53553" y="49874"/>
                </a:lnTo>
                <a:lnTo>
                  <a:pt x="53669" y="49380"/>
                </a:lnTo>
                <a:lnTo>
                  <a:pt x="53780" y="48896"/>
                </a:lnTo>
                <a:lnTo>
                  <a:pt x="53881" y="48393"/>
                </a:lnTo>
                <a:lnTo>
                  <a:pt x="53978" y="47899"/>
                </a:lnTo>
                <a:lnTo>
                  <a:pt x="54069" y="47396"/>
                </a:lnTo>
                <a:lnTo>
                  <a:pt x="54151" y="46892"/>
                </a:lnTo>
                <a:lnTo>
                  <a:pt x="54166" y="46788"/>
                </a:lnTo>
                <a:lnTo>
                  <a:pt x="54175" y="46683"/>
                </a:lnTo>
                <a:lnTo>
                  <a:pt x="54185" y="46579"/>
                </a:lnTo>
                <a:lnTo>
                  <a:pt x="54185" y="46475"/>
                </a:lnTo>
                <a:lnTo>
                  <a:pt x="54185" y="46370"/>
                </a:lnTo>
                <a:lnTo>
                  <a:pt x="54185" y="46266"/>
                </a:lnTo>
                <a:lnTo>
                  <a:pt x="54175" y="46161"/>
                </a:lnTo>
                <a:lnTo>
                  <a:pt x="54166" y="46057"/>
                </a:lnTo>
                <a:lnTo>
                  <a:pt x="54156" y="45962"/>
                </a:lnTo>
                <a:lnTo>
                  <a:pt x="54142" y="45867"/>
                </a:lnTo>
                <a:lnTo>
                  <a:pt x="54103" y="45677"/>
                </a:lnTo>
                <a:lnTo>
                  <a:pt x="54055" y="45496"/>
                </a:lnTo>
                <a:lnTo>
                  <a:pt x="53997" y="45335"/>
                </a:lnTo>
                <a:lnTo>
                  <a:pt x="54045" y="45136"/>
                </a:lnTo>
                <a:lnTo>
                  <a:pt x="54093" y="44936"/>
                </a:lnTo>
                <a:lnTo>
                  <a:pt x="54127" y="44737"/>
                </a:lnTo>
                <a:lnTo>
                  <a:pt x="54161" y="44528"/>
                </a:lnTo>
                <a:lnTo>
                  <a:pt x="54180" y="44319"/>
                </a:lnTo>
                <a:lnTo>
                  <a:pt x="54195" y="44101"/>
                </a:lnTo>
                <a:lnTo>
                  <a:pt x="54199" y="43892"/>
                </a:lnTo>
                <a:lnTo>
                  <a:pt x="54195" y="43673"/>
                </a:lnTo>
                <a:lnTo>
                  <a:pt x="54175" y="43464"/>
                </a:lnTo>
                <a:lnTo>
                  <a:pt x="54151" y="43255"/>
                </a:lnTo>
                <a:lnTo>
                  <a:pt x="54118" y="43046"/>
                </a:lnTo>
                <a:lnTo>
                  <a:pt x="54074" y="42838"/>
                </a:lnTo>
                <a:lnTo>
                  <a:pt x="54016" y="42638"/>
                </a:lnTo>
                <a:lnTo>
                  <a:pt x="53983" y="42543"/>
                </a:lnTo>
                <a:lnTo>
                  <a:pt x="53944" y="42448"/>
                </a:lnTo>
                <a:lnTo>
                  <a:pt x="53905" y="42353"/>
                </a:lnTo>
                <a:lnTo>
                  <a:pt x="53867" y="42268"/>
                </a:lnTo>
                <a:lnTo>
                  <a:pt x="53819" y="42173"/>
                </a:lnTo>
                <a:lnTo>
                  <a:pt x="53770" y="42087"/>
                </a:lnTo>
                <a:lnTo>
                  <a:pt x="52994" y="40739"/>
                </a:lnTo>
                <a:lnTo>
                  <a:pt x="52218" y="39400"/>
                </a:lnTo>
                <a:lnTo>
                  <a:pt x="51432" y="38071"/>
                </a:lnTo>
                <a:lnTo>
                  <a:pt x="50647" y="36751"/>
                </a:lnTo>
                <a:lnTo>
                  <a:pt x="49856" y="35431"/>
                </a:lnTo>
                <a:lnTo>
                  <a:pt x="49061" y="34120"/>
                </a:lnTo>
                <a:lnTo>
                  <a:pt x="48265" y="32819"/>
                </a:lnTo>
                <a:lnTo>
                  <a:pt x="47465" y="31518"/>
                </a:lnTo>
                <a:lnTo>
                  <a:pt x="46665" y="30227"/>
                </a:lnTo>
                <a:lnTo>
                  <a:pt x="45860" y="28935"/>
                </a:lnTo>
                <a:lnTo>
                  <a:pt x="45055" y="27653"/>
                </a:lnTo>
                <a:lnTo>
                  <a:pt x="44250" y="26371"/>
                </a:lnTo>
                <a:lnTo>
                  <a:pt x="42625" y="23826"/>
                </a:lnTo>
                <a:lnTo>
                  <a:pt x="41001" y="21291"/>
                </a:lnTo>
                <a:lnTo>
                  <a:pt x="39366" y="18775"/>
                </a:lnTo>
                <a:lnTo>
                  <a:pt x="37732" y="16258"/>
                </a:lnTo>
                <a:lnTo>
                  <a:pt x="34454" y="11254"/>
                </a:lnTo>
                <a:lnTo>
                  <a:pt x="31181" y="6249"/>
                </a:lnTo>
                <a:lnTo>
                  <a:pt x="29547" y="3742"/>
                </a:lnTo>
                <a:lnTo>
                  <a:pt x="27922" y="1226"/>
                </a:lnTo>
                <a:lnTo>
                  <a:pt x="27840" y="1112"/>
                </a:lnTo>
                <a:lnTo>
                  <a:pt x="27753" y="988"/>
                </a:lnTo>
                <a:lnTo>
                  <a:pt x="27667" y="884"/>
                </a:lnTo>
                <a:lnTo>
                  <a:pt x="27580" y="770"/>
                </a:lnTo>
                <a:lnTo>
                  <a:pt x="27488" y="675"/>
                </a:lnTo>
                <a:lnTo>
                  <a:pt x="27392" y="580"/>
                </a:lnTo>
                <a:lnTo>
                  <a:pt x="27295" y="485"/>
                </a:lnTo>
                <a:lnTo>
                  <a:pt x="27199" y="400"/>
                </a:lnTo>
                <a:lnTo>
                  <a:pt x="27098" y="324"/>
                </a:lnTo>
                <a:lnTo>
                  <a:pt x="26997" y="257"/>
                </a:lnTo>
                <a:lnTo>
                  <a:pt x="26895" y="200"/>
                </a:lnTo>
                <a:lnTo>
                  <a:pt x="26789" y="143"/>
                </a:lnTo>
                <a:lnTo>
                  <a:pt x="26683" y="96"/>
                </a:lnTo>
                <a:lnTo>
                  <a:pt x="26582" y="58"/>
                </a:lnTo>
                <a:lnTo>
                  <a:pt x="26476" y="29"/>
                </a:lnTo>
                <a:lnTo>
                  <a:pt x="26370" y="10"/>
                </a:lnTo>
                <a:lnTo>
                  <a:pt x="2626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rot="10800000">
            <a:off x="4022400" y="4089386"/>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a:off x="5746425" y="1293575"/>
            <a:ext cx="273375" cy="24488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28" name="Shape 228"/>
        <p:cNvGrpSpPr/>
        <p:nvPr/>
      </p:nvGrpSpPr>
      <p:grpSpPr>
        <a:xfrm>
          <a:off x="0" y="0"/>
          <a:ext cx="0" cy="0"/>
          <a:chOff x="0" y="0"/>
          <a:chExt cx="0" cy="0"/>
        </a:xfrm>
      </p:grpSpPr>
      <p:sp>
        <p:nvSpPr>
          <p:cNvPr id="229" name="Google Shape;229;p12"/>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6">
    <p:spTree>
      <p:nvGrpSpPr>
        <p:cNvPr id="230" name="Shape 230"/>
        <p:cNvGrpSpPr/>
        <p:nvPr/>
      </p:nvGrpSpPr>
      <p:grpSpPr>
        <a:xfrm>
          <a:off x="0" y="0"/>
          <a:ext cx="0" cy="0"/>
          <a:chOff x="0" y="0"/>
          <a:chExt cx="0" cy="0"/>
        </a:xfrm>
      </p:grpSpPr>
      <p:sp>
        <p:nvSpPr>
          <p:cNvPr id="231" name="Google Shape;231;p13"/>
          <p:cNvSpPr txBox="1"/>
          <p:nvPr>
            <p:ph type="title"/>
          </p:nvPr>
        </p:nvSpPr>
        <p:spPr>
          <a:xfrm>
            <a:off x="720000" y="540000"/>
            <a:ext cx="3852000" cy="1468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9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2" name="Google Shape;232;p13"/>
          <p:cNvSpPr/>
          <p:nvPr/>
        </p:nvSpPr>
        <p:spPr>
          <a:xfrm rot="2522481">
            <a:off x="7899723" y="185602"/>
            <a:ext cx="204385" cy="820688"/>
          </a:xfrm>
          <a:custGeom>
            <a:rect b="b" l="l" r="r" t="t"/>
            <a:pathLst>
              <a:path extrusionOk="0" h="90289" w="16763">
                <a:moveTo>
                  <a:pt x="11416" y="0"/>
                </a:moveTo>
                <a:lnTo>
                  <a:pt x="11312" y="17"/>
                </a:lnTo>
                <a:lnTo>
                  <a:pt x="11203" y="42"/>
                </a:lnTo>
                <a:lnTo>
                  <a:pt x="11094" y="92"/>
                </a:lnTo>
                <a:lnTo>
                  <a:pt x="10985" y="158"/>
                </a:lnTo>
                <a:lnTo>
                  <a:pt x="10653" y="391"/>
                </a:lnTo>
                <a:lnTo>
                  <a:pt x="10320" y="633"/>
                </a:lnTo>
                <a:lnTo>
                  <a:pt x="9993" y="874"/>
                </a:lnTo>
                <a:lnTo>
                  <a:pt x="9661" y="1124"/>
                </a:lnTo>
                <a:lnTo>
                  <a:pt x="9012" y="1632"/>
                </a:lnTo>
                <a:lnTo>
                  <a:pt x="8363" y="2156"/>
                </a:lnTo>
                <a:lnTo>
                  <a:pt x="7720" y="2698"/>
                </a:lnTo>
                <a:lnTo>
                  <a:pt x="7081" y="3255"/>
                </a:lnTo>
                <a:lnTo>
                  <a:pt x="6443" y="3822"/>
                </a:lnTo>
                <a:lnTo>
                  <a:pt x="5814" y="4404"/>
                </a:lnTo>
                <a:lnTo>
                  <a:pt x="5186" y="4995"/>
                </a:lnTo>
                <a:lnTo>
                  <a:pt x="4563" y="5595"/>
                </a:lnTo>
                <a:lnTo>
                  <a:pt x="3946" y="6211"/>
                </a:lnTo>
                <a:lnTo>
                  <a:pt x="3328" y="6827"/>
                </a:lnTo>
                <a:lnTo>
                  <a:pt x="2710" y="7451"/>
                </a:lnTo>
                <a:lnTo>
                  <a:pt x="2103" y="8084"/>
                </a:lnTo>
                <a:lnTo>
                  <a:pt x="883" y="9350"/>
                </a:lnTo>
                <a:lnTo>
                  <a:pt x="826" y="9416"/>
                </a:lnTo>
                <a:lnTo>
                  <a:pt x="769" y="9491"/>
                </a:lnTo>
                <a:lnTo>
                  <a:pt x="717" y="9566"/>
                </a:lnTo>
                <a:lnTo>
                  <a:pt x="665" y="9649"/>
                </a:lnTo>
                <a:lnTo>
                  <a:pt x="618" y="9741"/>
                </a:lnTo>
                <a:lnTo>
                  <a:pt x="577" y="9841"/>
                </a:lnTo>
                <a:lnTo>
                  <a:pt x="535" y="9932"/>
                </a:lnTo>
                <a:lnTo>
                  <a:pt x="499" y="10041"/>
                </a:lnTo>
                <a:lnTo>
                  <a:pt x="468" y="10141"/>
                </a:lnTo>
                <a:lnTo>
                  <a:pt x="436" y="10257"/>
                </a:lnTo>
                <a:lnTo>
                  <a:pt x="410" y="10365"/>
                </a:lnTo>
                <a:lnTo>
                  <a:pt x="384" y="10482"/>
                </a:lnTo>
                <a:lnTo>
                  <a:pt x="369" y="10590"/>
                </a:lnTo>
                <a:lnTo>
                  <a:pt x="353" y="10707"/>
                </a:lnTo>
                <a:lnTo>
                  <a:pt x="343" y="10823"/>
                </a:lnTo>
                <a:lnTo>
                  <a:pt x="333" y="10940"/>
                </a:lnTo>
                <a:lnTo>
                  <a:pt x="333" y="11056"/>
                </a:lnTo>
                <a:lnTo>
                  <a:pt x="333" y="11173"/>
                </a:lnTo>
                <a:lnTo>
                  <a:pt x="343" y="11289"/>
                </a:lnTo>
                <a:lnTo>
                  <a:pt x="353" y="11406"/>
                </a:lnTo>
                <a:lnTo>
                  <a:pt x="369" y="11514"/>
                </a:lnTo>
                <a:lnTo>
                  <a:pt x="390" y="11622"/>
                </a:lnTo>
                <a:lnTo>
                  <a:pt x="416" y="11731"/>
                </a:lnTo>
                <a:lnTo>
                  <a:pt x="447" y="11831"/>
                </a:lnTo>
                <a:lnTo>
                  <a:pt x="483" y="11930"/>
                </a:lnTo>
                <a:lnTo>
                  <a:pt x="525" y="12022"/>
                </a:lnTo>
                <a:lnTo>
                  <a:pt x="566" y="12114"/>
                </a:lnTo>
                <a:lnTo>
                  <a:pt x="618" y="12197"/>
                </a:lnTo>
                <a:lnTo>
                  <a:pt x="675" y="12280"/>
                </a:lnTo>
                <a:lnTo>
                  <a:pt x="743" y="12347"/>
                </a:lnTo>
                <a:lnTo>
                  <a:pt x="810" y="12413"/>
                </a:lnTo>
                <a:lnTo>
                  <a:pt x="883" y="12472"/>
                </a:lnTo>
                <a:lnTo>
                  <a:pt x="1516" y="12921"/>
                </a:lnTo>
                <a:lnTo>
                  <a:pt x="2144" y="13354"/>
                </a:lnTo>
                <a:lnTo>
                  <a:pt x="2778" y="13779"/>
                </a:lnTo>
                <a:lnTo>
                  <a:pt x="3416" y="14203"/>
                </a:lnTo>
                <a:lnTo>
                  <a:pt x="4049" y="14611"/>
                </a:lnTo>
                <a:lnTo>
                  <a:pt x="4688" y="15011"/>
                </a:lnTo>
                <a:lnTo>
                  <a:pt x="5332" y="15402"/>
                </a:lnTo>
                <a:lnTo>
                  <a:pt x="5970" y="15793"/>
                </a:lnTo>
                <a:lnTo>
                  <a:pt x="6614" y="16168"/>
                </a:lnTo>
                <a:lnTo>
                  <a:pt x="7258" y="16534"/>
                </a:lnTo>
                <a:lnTo>
                  <a:pt x="7907" y="16892"/>
                </a:lnTo>
                <a:lnTo>
                  <a:pt x="8555" y="17242"/>
                </a:lnTo>
                <a:lnTo>
                  <a:pt x="9204" y="17583"/>
                </a:lnTo>
                <a:lnTo>
                  <a:pt x="9858" y="17925"/>
                </a:lnTo>
                <a:lnTo>
                  <a:pt x="10513" y="18249"/>
                </a:lnTo>
                <a:lnTo>
                  <a:pt x="11172" y="18566"/>
                </a:lnTo>
                <a:lnTo>
                  <a:pt x="540" y="28923"/>
                </a:lnTo>
                <a:lnTo>
                  <a:pt x="462" y="29006"/>
                </a:lnTo>
                <a:lnTo>
                  <a:pt x="390" y="29089"/>
                </a:lnTo>
                <a:lnTo>
                  <a:pt x="322" y="29189"/>
                </a:lnTo>
                <a:lnTo>
                  <a:pt x="260" y="29289"/>
                </a:lnTo>
                <a:lnTo>
                  <a:pt x="208" y="29389"/>
                </a:lnTo>
                <a:lnTo>
                  <a:pt x="161" y="29497"/>
                </a:lnTo>
                <a:lnTo>
                  <a:pt x="120" y="29605"/>
                </a:lnTo>
                <a:lnTo>
                  <a:pt x="83" y="29722"/>
                </a:lnTo>
                <a:lnTo>
                  <a:pt x="57" y="29838"/>
                </a:lnTo>
                <a:lnTo>
                  <a:pt x="31" y="29955"/>
                </a:lnTo>
                <a:lnTo>
                  <a:pt x="16" y="30080"/>
                </a:lnTo>
                <a:lnTo>
                  <a:pt x="5" y="30196"/>
                </a:lnTo>
                <a:lnTo>
                  <a:pt x="0" y="30321"/>
                </a:lnTo>
                <a:lnTo>
                  <a:pt x="0" y="30446"/>
                </a:lnTo>
                <a:lnTo>
                  <a:pt x="5" y="30563"/>
                </a:lnTo>
                <a:lnTo>
                  <a:pt x="16" y="30688"/>
                </a:lnTo>
                <a:lnTo>
                  <a:pt x="31" y="30812"/>
                </a:lnTo>
                <a:lnTo>
                  <a:pt x="52" y="30929"/>
                </a:lnTo>
                <a:lnTo>
                  <a:pt x="73" y="31046"/>
                </a:lnTo>
                <a:lnTo>
                  <a:pt x="104" y="31162"/>
                </a:lnTo>
                <a:lnTo>
                  <a:pt x="140" y="31279"/>
                </a:lnTo>
                <a:lnTo>
                  <a:pt x="182" y="31387"/>
                </a:lnTo>
                <a:lnTo>
                  <a:pt x="224" y="31495"/>
                </a:lnTo>
                <a:lnTo>
                  <a:pt x="275" y="31595"/>
                </a:lnTo>
                <a:lnTo>
                  <a:pt x="327" y="31695"/>
                </a:lnTo>
                <a:lnTo>
                  <a:pt x="384" y="31787"/>
                </a:lnTo>
                <a:lnTo>
                  <a:pt x="447" y="31878"/>
                </a:lnTo>
                <a:lnTo>
                  <a:pt x="509" y="31961"/>
                </a:lnTo>
                <a:lnTo>
                  <a:pt x="582" y="32036"/>
                </a:lnTo>
                <a:lnTo>
                  <a:pt x="654" y="32103"/>
                </a:lnTo>
                <a:lnTo>
                  <a:pt x="727" y="32169"/>
                </a:lnTo>
                <a:lnTo>
                  <a:pt x="810" y="32228"/>
                </a:lnTo>
                <a:lnTo>
                  <a:pt x="9796" y="37939"/>
                </a:lnTo>
                <a:lnTo>
                  <a:pt x="1179" y="46647"/>
                </a:lnTo>
                <a:lnTo>
                  <a:pt x="1116" y="46714"/>
                </a:lnTo>
                <a:lnTo>
                  <a:pt x="1059" y="46789"/>
                </a:lnTo>
                <a:lnTo>
                  <a:pt x="1002" y="46864"/>
                </a:lnTo>
                <a:lnTo>
                  <a:pt x="950" y="46947"/>
                </a:lnTo>
                <a:lnTo>
                  <a:pt x="904" y="47039"/>
                </a:lnTo>
                <a:lnTo>
                  <a:pt x="862" y="47130"/>
                </a:lnTo>
                <a:lnTo>
                  <a:pt x="821" y="47230"/>
                </a:lnTo>
                <a:lnTo>
                  <a:pt x="784" y="47330"/>
                </a:lnTo>
                <a:lnTo>
                  <a:pt x="748" y="47438"/>
                </a:lnTo>
                <a:lnTo>
                  <a:pt x="722" y="47546"/>
                </a:lnTo>
                <a:lnTo>
                  <a:pt x="696" y="47655"/>
                </a:lnTo>
                <a:lnTo>
                  <a:pt x="675" y="47763"/>
                </a:lnTo>
                <a:lnTo>
                  <a:pt x="660" y="47879"/>
                </a:lnTo>
                <a:lnTo>
                  <a:pt x="644" y="47988"/>
                </a:lnTo>
                <a:lnTo>
                  <a:pt x="634" y="48104"/>
                </a:lnTo>
                <a:lnTo>
                  <a:pt x="634" y="48221"/>
                </a:lnTo>
                <a:lnTo>
                  <a:pt x="634" y="48337"/>
                </a:lnTo>
                <a:lnTo>
                  <a:pt x="634" y="48454"/>
                </a:lnTo>
                <a:lnTo>
                  <a:pt x="644" y="48562"/>
                </a:lnTo>
                <a:lnTo>
                  <a:pt x="654" y="48679"/>
                </a:lnTo>
                <a:lnTo>
                  <a:pt x="675" y="48787"/>
                </a:lnTo>
                <a:lnTo>
                  <a:pt x="696" y="48895"/>
                </a:lnTo>
                <a:lnTo>
                  <a:pt x="722" y="49003"/>
                </a:lnTo>
                <a:lnTo>
                  <a:pt x="753" y="49103"/>
                </a:lnTo>
                <a:lnTo>
                  <a:pt x="789" y="49203"/>
                </a:lnTo>
                <a:lnTo>
                  <a:pt x="831" y="49295"/>
                </a:lnTo>
                <a:lnTo>
                  <a:pt x="878" y="49386"/>
                </a:lnTo>
                <a:lnTo>
                  <a:pt x="930" y="49478"/>
                </a:lnTo>
                <a:lnTo>
                  <a:pt x="981" y="49561"/>
                </a:lnTo>
                <a:lnTo>
                  <a:pt x="1044" y="49636"/>
                </a:lnTo>
                <a:lnTo>
                  <a:pt x="1111" y="49703"/>
                </a:lnTo>
                <a:lnTo>
                  <a:pt x="1179" y="49769"/>
                </a:lnTo>
                <a:lnTo>
                  <a:pt x="1843" y="50310"/>
                </a:lnTo>
                <a:lnTo>
                  <a:pt x="2508" y="50852"/>
                </a:lnTo>
                <a:lnTo>
                  <a:pt x="3172" y="51376"/>
                </a:lnTo>
                <a:lnTo>
                  <a:pt x="3842" y="51901"/>
                </a:lnTo>
                <a:lnTo>
                  <a:pt x="4511" y="52408"/>
                </a:lnTo>
                <a:lnTo>
                  <a:pt x="5181" y="52916"/>
                </a:lnTo>
                <a:lnTo>
                  <a:pt x="5851" y="53416"/>
                </a:lnTo>
                <a:lnTo>
                  <a:pt x="6531" y="53907"/>
                </a:lnTo>
                <a:lnTo>
                  <a:pt x="7206" y="54390"/>
                </a:lnTo>
                <a:lnTo>
                  <a:pt x="7886" y="54864"/>
                </a:lnTo>
                <a:lnTo>
                  <a:pt x="8566" y="55331"/>
                </a:lnTo>
                <a:lnTo>
                  <a:pt x="9246" y="55797"/>
                </a:lnTo>
                <a:lnTo>
                  <a:pt x="9931" y="56246"/>
                </a:lnTo>
                <a:lnTo>
                  <a:pt x="10616" y="56696"/>
                </a:lnTo>
                <a:lnTo>
                  <a:pt x="11307" y="57137"/>
                </a:lnTo>
                <a:lnTo>
                  <a:pt x="11997" y="57579"/>
                </a:lnTo>
                <a:lnTo>
                  <a:pt x="11353" y="58211"/>
                </a:lnTo>
                <a:lnTo>
                  <a:pt x="10710" y="58844"/>
                </a:lnTo>
                <a:lnTo>
                  <a:pt x="10071" y="59493"/>
                </a:lnTo>
                <a:lnTo>
                  <a:pt x="9438" y="60151"/>
                </a:lnTo>
                <a:lnTo>
                  <a:pt x="8805" y="60809"/>
                </a:lnTo>
                <a:lnTo>
                  <a:pt x="8176" y="61475"/>
                </a:lnTo>
                <a:lnTo>
                  <a:pt x="7548" y="62158"/>
                </a:lnTo>
                <a:lnTo>
                  <a:pt x="6925" y="62840"/>
                </a:lnTo>
                <a:lnTo>
                  <a:pt x="6302" y="63531"/>
                </a:lnTo>
                <a:lnTo>
                  <a:pt x="5685" y="64222"/>
                </a:lnTo>
                <a:lnTo>
                  <a:pt x="5072" y="64930"/>
                </a:lnTo>
                <a:lnTo>
                  <a:pt x="4460" y="65646"/>
                </a:lnTo>
                <a:lnTo>
                  <a:pt x="3852" y="66362"/>
                </a:lnTo>
                <a:lnTo>
                  <a:pt x="3245" y="67094"/>
                </a:lnTo>
                <a:lnTo>
                  <a:pt x="2643" y="67827"/>
                </a:lnTo>
                <a:lnTo>
                  <a:pt x="2040" y="68576"/>
                </a:lnTo>
                <a:lnTo>
                  <a:pt x="1978" y="68660"/>
                </a:lnTo>
                <a:lnTo>
                  <a:pt x="1916" y="68751"/>
                </a:lnTo>
                <a:lnTo>
                  <a:pt x="1864" y="68851"/>
                </a:lnTo>
                <a:lnTo>
                  <a:pt x="1822" y="68951"/>
                </a:lnTo>
                <a:lnTo>
                  <a:pt x="1786" y="69051"/>
                </a:lnTo>
                <a:lnTo>
                  <a:pt x="1755" y="69159"/>
                </a:lnTo>
                <a:lnTo>
                  <a:pt x="1729" y="69267"/>
                </a:lnTo>
                <a:lnTo>
                  <a:pt x="1708" y="69376"/>
                </a:lnTo>
                <a:lnTo>
                  <a:pt x="1698" y="69484"/>
                </a:lnTo>
                <a:lnTo>
                  <a:pt x="1693" y="69592"/>
                </a:lnTo>
                <a:lnTo>
                  <a:pt x="1687" y="69700"/>
                </a:lnTo>
                <a:lnTo>
                  <a:pt x="1693" y="69817"/>
                </a:lnTo>
                <a:lnTo>
                  <a:pt x="1703" y="69925"/>
                </a:lnTo>
                <a:lnTo>
                  <a:pt x="1713" y="70042"/>
                </a:lnTo>
                <a:lnTo>
                  <a:pt x="1734" y="70150"/>
                </a:lnTo>
                <a:lnTo>
                  <a:pt x="1755" y="70258"/>
                </a:lnTo>
                <a:lnTo>
                  <a:pt x="1786" y="70366"/>
                </a:lnTo>
                <a:lnTo>
                  <a:pt x="1812" y="70475"/>
                </a:lnTo>
                <a:lnTo>
                  <a:pt x="1848" y="70574"/>
                </a:lnTo>
                <a:lnTo>
                  <a:pt x="1885" y="70674"/>
                </a:lnTo>
                <a:lnTo>
                  <a:pt x="1926" y="70774"/>
                </a:lnTo>
                <a:lnTo>
                  <a:pt x="1973" y="70874"/>
                </a:lnTo>
                <a:lnTo>
                  <a:pt x="2020" y="70966"/>
                </a:lnTo>
                <a:lnTo>
                  <a:pt x="2072" y="71049"/>
                </a:lnTo>
                <a:lnTo>
                  <a:pt x="2123" y="71132"/>
                </a:lnTo>
                <a:lnTo>
                  <a:pt x="2175" y="71216"/>
                </a:lnTo>
                <a:lnTo>
                  <a:pt x="2233" y="71290"/>
                </a:lnTo>
                <a:lnTo>
                  <a:pt x="2290" y="71357"/>
                </a:lnTo>
                <a:lnTo>
                  <a:pt x="2352" y="71424"/>
                </a:lnTo>
                <a:lnTo>
                  <a:pt x="2409" y="71482"/>
                </a:lnTo>
                <a:lnTo>
                  <a:pt x="2471" y="71532"/>
                </a:lnTo>
                <a:lnTo>
                  <a:pt x="2539" y="71574"/>
                </a:lnTo>
                <a:lnTo>
                  <a:pt x="13337" y="78584"/>
                </a:lnTo>
                <a:lnTo>
                  <a:pt x="12252" y="79732"/>
                </a:lnTo>
                <a:lnTo>
                  <a:pt x="11172" y="80890"/>
                </a:lnTo>
                <a:lnTo>
                  <a:pt x="10092" y="82047"/>
                </a:lnTo>
                <a:lnTo>
                  <a:pt x="9012" y="83212"/>
                </a:lnTo>
                <a:lnTo>
                  <a:pt x="7938" y="84386"/>
                </a:lnTo>
                <a:lnTo>
                  <a:pt x="6873" y="85577"/>
                </a:lnTo>
                <a:lnTo>
                  <a:pt x="5809" y="86776"/>
                </a:lnTo>
                <a:lnTo>
                  <a:pt x="4750" y="87983"/>
                </a:lnTo>
                <a:lnTo>
                  <a:pt x="4683" y="88074"/>
                </a:lnTo>
                <a:lnTo>
                  <a:pt x="4620" y="88166"/>
                </a:lnTo>
                <a:lnTo>
                  <a:pt x="4569" y="88266"/>
                </a:lnTo>
                <a:lnTo>
                  <a:pt x="4522" y="88366"/>
                </a:lnTo>
                <a:lnTo>
                  <a:pt x="4486" y="88474"/>
                </a:lnTo>
                <a:lnTo>
                  <a:pt x="4454" y="88582"/>
                </a:lnTo>
                <a:lnTo>
                  <a:pt x="4434" y="88699"/>
                </a:lnTo>
                <a:lnTo>
                  <a:pt x="4418" y="88807"/>
                </a:lnTo>
                <a:lnTo>
                  <a:pt x="4408" y="88924"/>
                </a:lnTo>
                <a:lnTo>
                  <a:pt x="4408" y="89040"/>
                </a:lnTo>
                <a:lnTo>
                  <a:pt x="4408" y="89148"/>
                </a:lnTo>
                <a:lnTo>
                  <a:pt x="4418" y="89265"/>
                </a:lnTo>
                <a:lnTo>
                  <a:pt x="4434" y="89373"/>
                </a:lnTo>
                <a:lnTo>
                  <a:pt x="4454" y="89481"/>
                </a:lnTo>
                <a:lnTo>
                  <a:pt x="4486" y="89581"/>
                </a:lnTo>
                <a:lnTo>
                  <a:pt x="4517" y="89681"/>
                </a:lnTo>
                <a:lnTo>
                  <a:pt x="4553" y="89773"/>
                </a:lnTo>
                <a:lnTo>
                  <a:pt x="4595" y="89864"/>
                </a:lnTo>
                <a:lnTo>
                  <a:pt x="4636" y="89948"/>
                </a:lnTo>
                <a:lnTo>
                  <a:pt x="4688" y="90023"/>
                </a:lnTo>
                <a:lnTo>
                  <a:pt x="4740" y="90089"/>
                </a:lnTo>
                <a:lnTo>
                  <a:pt x="4797" y="90147"/>
                </a:lnTo>
                <a:lnTo>
                  <a:pt x="4859" y="90197"/>
                </a:lnTo>
                <a:lnTo>
                  <a:pt x="4922" y="90239"/>
                </a:lnTo>
                <a:lnTo>
                  <a:pt x="4989" y="90264"/>
                </a:lnTo>
                <a:lnTo>
                  <a:pt x="5062" y="90281"/>
                </a:lnTo>
                <a:lnTo>
                  <a:pt x="5134" y="90289"/>
                </a:lnTo>
                <a:lnTo>
                  <a:pt x="5207" y="90281"/>
                </a:lnTo>
                <a:lnTo>
                  <a:pt x="5285" y="90256"/>
                </a:lnTo>
                <a:lnTo>
                  <a:pt x="5363" y="90222"/>
                </a:lnTo>
                <a:lnTo>
                  <a:pt x="5441" y="90172"/>
                </a:lnTo>
                <a:lnTo>
                  <a:pt x="5524" y="90106"/>
                </a:lnTo>
                <a:lnTo>
                  <a:pt x="6204" y="89481"/>
                </a:lnTo>
                <a:lnTo>
                  <a:pt x="6884" y="88857"/>
                </a:lnTo>
                <a:lnTo>
                  <a:pt x="7559" y="88233"/>
                </a:lnTo>
                <a:lnTo>
                  <a:pt x="8234" y="87592"/>
                </a:lnTo>
                <a:lnTo>
                  <a:pt x="9578" y="86318"/>
                </a:lnTo>
                <a:lnTo>
                  <a:pt x="10917" y="85019"/>
                </a:lnTo>
                <a:lnTo>
                  <a:pt x="12252" y="83712"/>
                </a:lnTo>
                <a:lnTo>
                  <a:pt x="13581" y="82388"/>
                </a:lnTo>
                <a:lnTo>
                  <a:pt x="14909" y="81064"/>
                </a:lnTo>
                <a:lnTo>
                  <a:pt x="16238" y="79741"/>
                </a:lnTo>
                <a:lnTo>
                  <a:pt x="16316" y="79657"/>
                </a:lnTo>
                <a:lnTo>
                  <a:pt x="16384" y="79566"/>
                </a:lnTo>
                <a:lnTo>
                  <a:pt x="16451" y="79474"/>
                </a:lnTo>
                <a:lnTo>
                  <a:pt x="16508" y="79374"/>
                </a:lnTo>
                <a:lnTo>
                  <a:pt x="16560" y="79275"/>
                </a:lnTo>
                <a:lnTo>
                  <a:pt x="16607" y="79166"/>
                </a:lnTo>
                <a:lnTo>
                  <a:pt x="16649" y="79058"/>
                </a:lnTo>
                <a:lnTo>
                  <a:pt x="16680" y="78950"/>
                </a:lnTo>
                <a:lnTo>
                  <a:pt x="16711" y="78833"/>
                </a:lnTo>
                <a:lnTo>
                  <a:pt x="16732" y="78717"/>
                </a:lnTo>
                <a:lnTo>
                  <a:pt x="16747" y="78600"/>
                </a:lnTo>
                <a:lnTo>
                  <a:pt x="16758" y="78484"/>
                </a:lnTo>
                <a:lnTo>
                  <a:pt x="16763" y="78367"/>
                </a:lnTo>
                <a:lnTo>
                  <a:pt x="16763" y="78242"/>
                </a:lnTo>
                <a:lnTo>
                  <a:pt x="16758" y="78126"/>
                </a:lnTo>
                <a:lnTo>
                  <a:pt x="16752" y="78009"/>
                </a:lnTo>
                <a:lnTo>
                  <a:pt x="16737" y="77892"/>
                </a:lnTo>
                <a:lnTo>
                  <a:pt x="16716" y="77776"/>
                </a:lnTo>
                <a:lnTo>
                  <a:pt x="16690" y="77659"/>
                </a:lnTo>
                <a:lnTo>
                  <a:pt x="16659" y="77551"/>
                </a:lnTo>
                <a:lnTo>
                  <a:pt x="16628" y="77435"/>
                </a:lnTo>
                <a:lnTo>
                  <a:pt x="16586" y="77326"/>
                </a:lnTo>
                <a:lnTo>
                  <a:pt x="16545" y="77226"/>
                </a:lnTo>
                <a:lnTo>
                  <a:pt x="16498" y="77127"/>
                </a:lnTo>
                <a:lnTo>
                  <a:pt x="16446" y="77027"/>
                </a:lnTo>
                <a:lnTo>
                  <a:pt x="16389" y="76935"/>
                </a:lnTo>
                <a:lnTo>
                  <a:pt x="16332" y="76852"/>
                </a:lnTo>
                <a:lnTo>
                  <a:pt x="16264" y="76769"/>
                </a:lnTo>
                <a:lnTo>
                  <a:pt x="16197" y="76694"/>
                </a:lnTo>
                <a:lnTo>
                  <a:pt x="16129" y="76627"/>
                </a:lnTo>
                <a:lnTo>
                  <a:pt x="16052" y="76560"/>
                </a:lnTo>
                <a:lnTo>
                  <a:pt x="15974" y="76510"/>
                </a:lnTo>
                <a:lnTo>
                  <a:pt x="5072" y="69384"/>
                </a:lnTo>
                <a:lnTo>
                  <a:pt x="5679" y="68660"/>
                </a:lnTo>
                <a:lnTo>
                  <a:pt x="6287" y="67952"/>
                </a:lnTo>
                <a:lnTo>
                  <a:pt x="6899" y="67244"/>
                </a:lnTo>
                <a:lnTo>
                  <a:pt x="7512" y="66553"/>
                </a:lnTo>
                <a:lnTo>
                  <a:pt x="8130" y="65862"/>
                </a:lnTo>
                <a:lnTo>
                  <a:pt x="8753" y="65180"/>
                </a:lnTo>
                <a:lnTo>
                  <a:pt x="9376" y="64514"/>
                </a:lnTo>
                <a:lnTo>
                  <a:pt x="9999" y="63848"/>
                </a:lnTo>
                <a:lnTo>
                  <a:pt x="10632" y="63190"/>
                </a:lnTo>
                <a:lnTo>
                  <a:pt x="11260" y="62532"/>
                </a:lnTo>
                <a:lnTo>
                  <a:pt x="11899" y="61891"/>
                </a:lnTo>
                <a:lnTo>
                  <a:pt x="12537" y="61258"/>
                </a:lnTo>
                <a:lnTo>
                  <a:pt x="13181" y="60626"/>
                </a:lnTo>
                <a:lnTo>
                  <a:pt x="13825" y="60001"/>
                </a:lnTo>
                <a:lnTo>
                  <a:pt x="14479" y="59393"/>
                </a:lnTo>
                <a:lnTo>
                  <a:pt x="15128" y="58777"/>
                </a:lnTo>
                <a:lnTo>
                  <a:pt x="15211" y="58702"/>
                </a:lnTo>
                <a:lnTo>
                  <a:pt x="15283" y="58611"/>
                </a:lnTo>
                <a:lnTo>
                  <a:pt x="15351" y="58519"/>
                </a:lnTo>
                <a:lnTo>
                  <a:pt x="15408" y="58428"/>
                </a:lnTo>
                <a:lnTo>
                  <a:pt x="15465" y="58320"/>
                </a:lnTo>
                <a:lnTo>
                  <a:pt x="15512" y="58211"/>
                </a:lnTo>
                <a:lnTo>
                  <a:pt x="15553" y="58103"/>
                </a:lnTo>
                <a:lnTo>
                  <a:pt x="15590" y="57986"/>
                </a:lnTo>
                <a:lnTo>
                  <a:pt x="15615" y="57870"/>
                </a:lnTo>
                <a:lnTo>
                  <a:pt x="15641" y="57753"/>
                </a:lnTo>
                <a:lnTo>
                  <a:pt x="15657" y="57629"/>
                </a:lnTo>
                <a:lnTo>
                  <a:pt x="15667" y="57512"/>
                </a:lnTo>
                <a:lnTo>
                  <a:pt x="15673" y="57387"/>
                </a:lnTo>
                <a:lnTo>
                  <a:pt x="15673" y="57262"/>
                </a:lnTo>
                <a:lnTo>
                  <a:pt x="15667" y="57137"/>
                </a:lnTo>
                <a:lnTo>
                  <a:pt x="15657" y="57012"/>
                </a:lnTo>
                <a:lnTo>
                  <a:pt x="15641" y="56888"/>
                </a:lnTo>
                <a:lnTo>
                  <a:pt x="15621" y="56771"/>
                </a:lnTo>
                <a:lnTo>
                  <a:pt x="15595" y="56646"/>
                </a:lnTo>
                <a:lnTo>
                  <a:pt x="15569" y="56530"/>
                </a:lnTo>
                <a:lnTo>
                  <a:pt x="15532" y="56413"/>
                </a:lnTo>
                <a:lnTo>
                  <a:pt x="15491" y="56305"/>
                </a:lnTo>
                <a:lnTo>
                  <a:pt x="15444" y="56197"/>
                </a:lnTo>
                <a:lnTo>
                  <a:pt x="15397" y="56097"/>
                </a:lnTo>
                <a:lnTo>
                  <a:pt x="15346" y="55997"/>
                </a:lnTo>
                <a:lnTo>
                  <a:pt x="15288" y="55897"/>
                </a:lnTo>
                <a:lnTo>
                  <a:pt x="15226" y="55814"/>
                </a:lnTo>
                <a:lnTo>
                  <a:pt x="15159" y="55730"/>
                </a:lnTo>
                <a:lnTo>
                  <a:pt x="15091" y="55655"/>
                </a:lnTo>
                <a:lnTo>
                  <a:pt x="15018" y="55589"/>
                </a:lnTo>
                <a:lnTo>
                  <a:pt x="14941" y="55531"/>
                </a:lnTo>
                <a:lnTo>
                  <a:pt x="14863" y="55472"/>
                </a:lnTo>
                <a:lnTo>
                  <a:pt x="14167" y="55064"/>
                </a:lnTo>
                <a:lnTo>
                  <a:pt x="13477" y="54648"/>
                </a:lnTo>
                <a:lnTo>
                  <a:pt x="12786" y="54223"/>
                </a:lnTo>
                <a:lnTo>
                  <a:pt x="12101" y="53791"/>
                </a:lnTo>
                <a:lnTo>
                  <a:pt x="11421" y="53349"/>
                </a:lnTo>
                <a:lnTo>
                  <a:pt x="10741" y="52900"/>
                </a:lnTo>
                <a:lnTo>
                  <a:pt x="10061" y="52450"/>
                </a:lnTo>
                <a:lnTo>
                  <a:pt x="9386" y="51984"/>
                </a:lnTo>
                <a:lnTo>
                  <a:pt x="8711" y="51518"/>
                </a:lnTo>
                <a:lnTo>
                  <a:pt x="8041" y="51035"/>
                </a:lnTo>
                <a:lnTo>
                  <a:pt x="7372" y="50552"/>
                </a:lnTo>
                <a:lnTo>
                  <a:pt x="6702" y="50061"/>
                </a:lnTo>
                <a:lnTo>
                  <a:pt x="6038" y="49561"/>
                </a:lnTo>
                <a:lnTo>
                  <a:pt x="5373" y="49053"/>
                </a:lnTo>
                <a:lnTo>
                  <a:pt x="4709" y="48546"/>
                </a:lnTo>
                <a:lnTo>
                  <a:pt x="4044" y="48021"/>
                </a:lnTo>
                <a:lnTo>
                  <a:pt x="12838" y="39138"/>
                </a:lnTo>
                <a:lnTo>
                  <a:pt x="12916" y="39055"/>
                </a:lnTo>
                <a:lnTo>
                  <a:pt x="12989" y="38963"/>
                </a:lnTo>
                <a:lnTo>
                  <a:pt x="13056" y="38871"/>
                </a:lnTo>
                <a:lnTo>
                  <a:pt x="13113" y="38772"/>
                </a:lnTo>
                <a:lnTo>
                  <a:pt x="13165" y="38663"/>
                </a:lnTo>
                <a:lnTo>
                  <a:pt x="13217" y="38555"/>
                </a:lnTo>
                <a:lnTo>
                  <a:pt x="13253" y="38447"/>
                </a:lnTo>
                <a:lnTo>
                  <a:pt x="13290" y="38330"/>
                </a:lnTo>
                <a:lnTo>
                  <a:pt x="13321" y="38214"/>
                </a:lnTo>
                <a:lnTo>
                  <a:pt x="13342" y="38097"/>
                </a:lnTo>
                <a:lnTo>
                  <a:pt x="13362" y="37972"/>
                </a:lnTo>
                <a:lnTo>
                  <a:pt x="13373" y="37856"/>
                </a:lnTo>
                <a:lnTo>
                  <a:pt x="13378" y="37731"/>
                </a:lnTo>
                <a:lnTo>
                  <a:pt x="13378" y="37614"/>
                </a:lnTo>
                <a:lnTo>
                  <a:pt x="13373" y="37489"/>
                </a:lnTo>
                <a:lnTo>
                  <a:pt x="13362" y="37365"/>
                </a:lnTo>
                <a:lnTo>
                  <a:pt x="13352" y="37248"/>
                </a:lnTo>
                <a:lnTo>
                  <a:pt x="13331" y="37131"/>
                </a:lnTo>
                <a:lnTo>
                  <a:pt x="13305" y="37007"/>
                </a:lnTo>
                <a:lnTo>
                  <a:pt x="13274" y="36898"/>
                </a:lnTo>
                <a:lnTo>
                  <a:pt x="13238" y="36782"/>
                </a:lnTo>
                <a:lnTo>
                  <a:pt x="13202" y="36674"/>
                </a:lnTo>
                <a:lnTo>
                  <a:pt x="13155" y="36565"/>
                </a:lnTo>
                <a:lnTo>
                  <a:pt x="13108" y="36465"/>
                </a:lnTo>
                <a:lnTo>
                  <a:pt x="13056" y="36365"/>
                </a:lnTo>
                <a:lnTo>
                  <a:pt x="12999" y="36274"/>
                </a:lnTo>
                <a:lnTo>
                  <a:pt x="12937" y="36182"/>
                </a:lnTo>
                <a:lnTo>
                  <a:pt x="12869" y="36099"/>
                </a:lnTo>
                <a:lnTo>
                  <a:pt x="12802" y="36024"/>
                </a:lnTo>
                <a:lnTo>
                  <a:pt x="12729" y="35958"/>
                </a:lnTo>
                <a:lnTo>
                  <a:pt x="12651" y="35891"/>
                </a:lnTo>
                <a:lnTo>
                  <a:pt x="12568" y="35833"/>
                </a:lnTo>
                <a:lnTo>
                  <a:pt x="3624" y="30146"/>
                </a:lnTo>
                <a:lnTo>
                  <a:pt x="14531" y="19523"/>
                </a:lnTo>
                <a:lnTo>
                  <a:pt x="14608" y="19448"/>
                </a:lnTo>
                <a:lnTo>
                  <a:pt x="14676" y="19365"/>
                </a:lnTo>
                <a:lnTo>
                  <a:pt x="14738" y="19273"/>
                </a:lnTo>
                <a:lnTo>
                  <a:pt x="14795" y="19174"/>
                </a:lnTo>
                <a:lnTo>
                  <a:pt x="14847" y="19065"/>
                </a:lnTo>
                <a:lnTo>
                  <a:pt x="14894" y="18957"/>
                </a:lnTo>
                <a:lnTo>
                  <a:pt x="14935" y="18849"/>
                </a:lnTo>
                <a:lnTo>
                  <a:pt x="14967" y="18732"/>
                </a:lnTo>
                <a:lnTo>
                  <a:pt x="14998" y="18607"/>
                </a:lnTo>
                <a:lnTo>
                  <a:pt x="15024" y="18491"/>
                </a:lnTo>
                <a:lnTo>
                  <a:pt x="15044" y="18366"/>
                </a:lnTo>
                <a:lnTo>
                  <a:pt x="15055" y="18233"/>
                </a:lnTo>
                <a:lnTo>
                  <a:pt x="15065" y="18108"/>
                </a:lnTo>
                <a:lnTo>
                  <a:pt x="15070" y="17983"/>
                </a:lnTo>
                <a:lnTo>
                  <a:pt x="15070" y="17850"/>
                </a:lnTo>
                <a:lnTo>
                  <a:pt x="15060" y="17725"/>
                </a:lnTo>
                <a:lnTo>
                  <a:pt x="15050" y="17600"/>
                </a:lnTo>
                <a:lnTo>
                  <a:pt x="15034" y="17475"/>
                </a:lnTo>
                <a:lnTo>
                  <a:pt x="15008" y="17350"/>
                </a:lnTo>
                <a:lnTo>
                  <a:pt x="14982" y="17234"/>
                </a:lnTo>
                <a:lnTo>
                  <a:pt x="14951" y="17117"/>
                </a:lnTo>
                <a:lnTo>
                  <a:pt x="14915" y="17001"/>
                </a:lnTo>
                <a:lnTo>
                  <a:pt x="14868" y="16901"/>
                </a:lnTo>
                <a:lnTo>
                  <a:pt x="14821" y="16792"/>
                </a:lnTo>
                <a:lnTo>
                  <a:pt x="14769" y="16701"/>
                </a:lnTo>
                <a:lnTo>
                  <a:pt x="14712" y="16609"/>
                </a:lnTo>
                <a:lnTo>
                  <a:pt x="14650" y="16518"/>
                </a:lnTo>
                <a:lnTo>
                  <a:pt x="14582" y="16443"/>
                </a:lnTo>
                <a:lnTo>
                  <a:pt x="14510" y="16376"/>
                </a:lnTo>
                <a:lnTo>
                  <a:pt x="14432" y="16318"/>
                </a:lnTo>
                <a:lnTo>
                  <a:pt x="14349" y="16260"/>
                </a:lnTo>
                <a:lnTo>
                  <a:pt x="14261" y="16218"/>
                </a:lnTo>
                <a:lnTo>
                  <a:pt x="13596" y="15935"/>
                </a:lnTo>
                <a:lnTo>
                  <a:pt x="12932" y="15635"/>
                </a:lnTo>
                <a:lnTo>
                  <a:pt x="12272" y="15336"/>
                </a:lnTo>
                <a:lnTo>
                  <a:pt x="11613" y="15028"/>
                </a:lnTo>
                <a:lnTo>
                  <a:pt x="10959" y="14703"/>
                </a:lnTo>
                <a:lnTo>
                  <a:pt x="10305" y="14378"/>
                </a:lnTo>
                <a:lnTo>
                  <a:pt x="9656" y="14037"/>
                </a:lnTo>
                <a:lnTo>
                  <a:pt x="9007" y="13687"/>
                </a:lnTo>
                <a:lnTo>
                  <a:pt x="8358" y="13337"/>
                </a:lnTo>
                <a:lnTo>
                  <a:pt x="7714" y="12971"/>
                </a:lnTo>
                <a:lnTo>
                  <a:pt x="7071" y="12596"/>
                </a:lnTo>
                <a:lnTo>
                  <a:pt x="6432" y="12222"/>
                </a:lnTo>
                <a:lnTo>
                  <a:pt x="5794" y="11831"/>
                </a:lnTo>
                <a:lnTo>
                  <a:pt x="5155" y="11431"/>
                </a:lnTo>
                <a:lnTo>
                  <a:pt x="4517" y="11023"/>
                </a:lnTo>
                <a:lnTo>
                  <a:pt x="3883" y="10607"/>
                </a:lnTo>
                <a:lnTo>
                  <a:pt x="4387" y="10116"/>
                </a:lnTo>
                <a:lnTo>
                  <a:pt x="4890" y="9624"/>
                </a:lnTo>
                <a:lnTo>
                  <a:pt x="5903" y="8667"/>
                </a:lnTo>
                <a:lnTo>
                  <a:pt x="6920" y="7718"/>
                </a:lnTo>
                <a:lnTo>
                  <a:pt x="7938" y="6777"/>
                </a:lnTo>
                <a:lnTo>
                  <a:pt x="9978" y="4896"/>
                </a:lnTo>
                <a:lnTo>
                  <a:pt x="11000" y="3946"/>
                </a:lnTo>
                <a:lnTo>
                  <a:pt x="12018" y="2989"/>
                </a:lnTo>
                <a:lnTo>
                  <a:pt x="12122" y="2881"/>
                </a:lnTo>
                <a:lnTo>
                  <a:pt x="12210" y="2764"/>
                </a:lnTo>
                <a:lnTo>
                  <a:pt x="12288" y="2639"/>
                </a:lnTo>
                <a:lnTo>
                  <a:pt x="12355" y="2514"/>
                </a:lnTo>
                <a:lnTo>
                  <a:pt x="12412" y="2381"/>
                </a:lnTo>
                <a:lnTo>
                  <a:pt x="12454" y="2248"/>
                </a:lnTo>
                <a:lnTo>
                  <a:pt x="12490" y="2107"/>
                </a:lnTo>
                <a:lnTo>
                  <a:pt x="12511" y="1965"/>
                </a:lnTo>
                <a:lnTo>
                  <a:pt x="12527" y="1823"/>
                </a:lnTo>
                <a:lnTo>
                  <a:pt x="12532" y="1674"/>
                </a:lnTo>
                <a:lnTo>
                  <a:pt x="12527" y="1532"/>
                </a:lnTo>
                <a:lnTo>
                  <a:pt x="12511" y="1391"/>
                </a:lnTo>
                <a:lnTo>
                  <a:pt x="12490" y="1249"/>
                </a:lnTo>
                <a:lnTo>
                  <a:pt x="12459" y="1116"/>
                </a:lnTo>
                <a:lnTo>
                  <a:pt x="12423" y="983"/>
                </a:lnTo>
                <a:lnTo>
                  <a:pt x="12376" y="849"/>
                </a:lnTo>
                <a:lnTo>
                  <a:pt x="12324" y="733"/>
                </a:lnTo>
                <a:lnTo>
                  <a:pt x="12267" y="616"/>
                </a:lnTo>
                <a:lnTo>
                  <a:pt x="12205" y="508"/>
                </a:lnTo>
                <a:lnTo>
                  <a:pt x="12137" y="408"/>
                </a:lnTo>
                <a:lnTo>
                  <a:pt x="12059" y="317"/>
                </a:lnTo>
                <a:lnTo>
                  <a:pt x="11982" y="233"/>
                </a:lnTo>
                <a:lnTo>
                  <a:pt x="11893" y="158"/>
                </a:lnTo>
                <a:lnTo>
                  <a:pt x="11805" y="100"/>
                </a:lnTo>
                <a:lnTo>
                  <a:pt x="11712" y="58"/>
                </a:lnTo>
                <a:lnTo>
                  <a:pt x="11618" y="25"/>
                </a:lnTo>
                <a:lnTo>
                  <a:pt x="115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6251882" y="255357"/>
            <a:ext cx="332689" cy="361572"/>
          </a:xfrm>
          <a:custGeom>
            <a:rect b="b" l="l" r="r" t="t"/>
            <a:pathLst>
              <a:path extrusionOk="0" h="33111" w="22713">
                <a:moveTo>
                  <a:pt x="10289" y="3622"/>
                </a:moveTo>
                <a:lnTo>
                  <a:pt x="10471" y="3631"/>
                </a:lnTo>
                <a:lnTo>
                  <a:pt x="10653" y="3639"/>
                </a:lnTo>
                <a:lnTo>
                  <a:pt x="10840" y="3664"/>
                </a:lnTo>
                <a:lnTo>
                  <a:pt x="11021" y="3689"/>
                </a:lnTo>
                <a:lnTo>
                  <a:pt x="11203" y="3714"/>
                </a:lnTo>
                <a:lnTo>
                  <a:pt x="11385" y="3756"/>
                </a:lnTo>
                <a:lnTo>
                  <a:pt x="11567" y="3797"/>
                </a:lnTo>
                <a:lnTo>
                  <a:pt x="11748" y="3847"/>
                </a:lnTo>
                <a:lnTo>
                  <a:pt x="11930" y="3897"/>
                </a:lnTo>
                <a:lnTo>
                  <a:pt x="12112" y="3955"/>
                </a:lnTo>
                <a:lnTo>
                  <a:pt x="12293" y="4022"/>
                </a:lnTo>
                <a:lnTo>
                  <a:pt x="12470" y="4089"/>
                </a:lnTo>
                <a:lnTo>
                  <a:pt x="12651" y="4172"/>
                </a:lnTo>
                <a:lnTo>
                  <a:pt x="12828" y="4247"/>
                </a:lnTo>
                <a:lnTo>
                  <a:pt x="13004" y="4338"/>
                </a:lnTo>
                <a:lnTo>
                  <a:pt x="13181" y="4430"/>
                </a:lnTo>
                <a:lnTo>
                  <a:pt x="13357" y="4530"/>
                </a:lnTo>
                <a:lnTo>
                  <a:pt x="13534" y="4630"/>
                </a:lnTo>
                <a:lnTo>
                  <a:pt x="13705" y="4738"/>
                </a:lnTo>
                <a:lnTo>
                  <a:pt x="13882" y="4855"/>
                </a:lnTo>
                <a:lnTo>
                  <a:pt x="14053" y="4971"/>
                </a:lnTo>
                <a:lnTo>
                  <a:pt x="14224" y="5096"/>
                </a:lnTo>
                <a:lnTo>
                  <a:pt x="14391" y="5229"/>
                </a:lnTo>
                <a:lnTo>
                  <a:pt x="14562" y="5362"/>
                </a:lnTo>
                <a:lnTo>
                  <a:pt x="14728" y="5504"/>
                </a:lnTo>
                <a:lnTo>
                  <a:pt x="14889" y="5645"/>
                </a:lnTo>
                <a:lnTo>
                  <a:pt x="15055" y="5795"/>
                </a:lnTo>
                <a:lnTo>
                  <a:pt x="15216" y="5953"/>
                </a:lnTo>
                <a:lnTo>
                  <a:pt x="15377" y="6112"/>
                </a:lnTo>
                <a:lnTo>
                  <a:pt x="15450" y="6187"/>
                </a:lnTo>
                <a:lnTo>
                  <a:pt x="15522" y="6245"/>
                </a:lnTo>
                <a:lnTo>
                  <a:pt x="15595" y="6295"/>
                </a:lnTo>
                <a:lnTo>
                  <a:pt x="15668" y="6336"/>
                </a:lnTo>
                <a:lnTo>
                  <a:pt x="15735" y="6370"/>
                </a:lnTo>
                <a:lnTo>
                  <a:pt x="15808" y="6386"/>
                </a:lnTo>
                <a:lnTo>
                  <a:pt x="15875" y="6403"/>
                </a:lnTo>
                <a:lnTo>
                  <a:pt x="16005" y="6403"/>
                </a:lnTo>
                <a:lnTo>
                  <a:pt x="16072" y="6386"/>
                </a:lnTo>
                <a:lnTo>
                  <a:pt x="16130" y="6370"/>
                </a:lnTo>
                <a:lnTo>
                  <a:pt x="16192" y="6345"/>
                </a:lnTo>
                <a:lnTo>
                  <a:pt x="16249" y="6311"/>
                </a:lnTo>
                <a:lnTo>
                  <a:pt x="16306" y="6270"/>
                </a:lnTo>
                <a:lnTo>
                  <a:pt x="16363" y="6228"/>
                </a:lnTo>
                <a:lnTo>
                  <a:pt x="16415" y="6170"/>
                </a:lnTo>
                <a:lnTo>
                  <a:pt x="16597" y="6395"/>
                </a:lnTo>
                <a:lnTo>
                  <a:pt x="16773" y="6620"/>
                </a:lnTo>
                <a:lnTo>
                  <a:pt x="16950" y="6844"/>
                </a:lnTo>
                <a:lnTo>
                  <a:pt x="17121" y="7077"/>
                </a:lnTo>
                <a:lnTo>
                  <a:pt x="17292" y="7319"/>
                </a:lnTo>
                <a:lnTo>
                  <a:pt x="17459" y="7560"/>
                </a:lnTo>
                <a:lnTo>
                  <a:pt x="17625" y="7810"/>
                </a:lnTo>
                <a:lnTo>
                  <a:pt x="17786" y="8068"/>
                </a:lnTo>
                <a:lnTo>
                  <a:pt x="17941" y="8326"/>
                </a:lnTo>
                <a:lnTo>
                  <a:pt x="18097" y="8584"/>
                </a:lnTo>
                <a:lnTo>
                  <a:pt x="18253" y="8859"/>
                </a:lnTo>
                <a:lnTo>
                  <a:pt x="18398" y="9125"/>
                </a:lnTo>
                <a:lnTo>
                  <a:pt x="18544" y="9400"/>
                </a:lnTo>
                <a:lnTo>
                  <a:pt x="18689" y="9683"/>
                </a:lnTo>
                <a:lnTo>
                  <a:pt x="18824" y="9966"/>
                </a:lnTo>
                <a:lnTo>
                  <a:pt x="18959" y="10249"/>
                </a:lnTo>
                <a:lnTo>
                  <a:pt x="19089" y="10541"/>
                </a:lnTo>
                <a:lnTo>
                  <a:pt x="19213" y="10832"/>
                </a:lnTo>
                <a:lnTo>
                  <a:pt x="19338" y="11124"/>
                </a:lnTo>
                <a:lnTo>
                  <a:pt x="19452" y="11423"/>
                </a:lnTo>
                <a:lnTo>
                  <a:pt x="19566" y="11731"/>
                </a:lnTo>
                <a:lnTo>
                  <a:pt x="19675" y="12031"/>
                </a:lnTo>
                <a:lnTo>
                  <a:pt x="19779" y="12339"/>
                </a:lnTo>
                <a:lnTo>
                  <a:pt x="19878" y="12647"/>
                </a:lnTo>
                <a:lnTo>
                  <a:pt x="19971" y="12963"/>
                </a:lnTo>
                <a:lnTo>
                  <a:pt x="20059" y="13280"/>
                </a:lnTo>
                <a:lnTo>
                  <a:pt x="20142" y="13596"/>
                </a:lnTo>
                <a:lnTo>
                  <a:pt x="20220" y="13913"/>
                </a:lnTo>
                <a:lnTo>
                  <a:pt x="20293" y="14229"/>
                </a:lnTo>
                <a:lnTo>
                  <a:pt x="20360" y="14554"/>
                </a:lnTo>
                <a:lnTo>
                  <a:pt x="20423" y="14878"/>
                </a:lnTo>
                <a:lnTo>
                  <a:pt x="20480" y="15203"/>
                </a:lnTo>
                <a:lnTo>
                  <a:pt x="20532" y="15528"/>
                </a:lnTo>
                <a:lnTo>
                  <a:pt x="20573" y="15852"/>
                </a:lnTo>
                <a:lnTo>
                  <a:pt x="20610" y="16185"/>
                </a:lnTo>
                <a:lnTo>
                  <a:pt x="20646" y="16510"/>
                </a:lnTo>
                <a:lnTo>
                  <a:pt x="20667" y="16843"/>
                </a:lnTo>
                <a:lnTo>
                  <a:pt x="20687" y="17176"/>
                </a:lnTo>
                <a:lnTo>
                  <a:pt x="20698" y="17501"/>
                </a:lnTo>
                <a:lnTo>
                  <a:pt x="20708" y="17834"/>
                </a:lnTo>
                <a:lnTo>
                  <a:pt x="20703" y="18167"/>
                </a:lnTo>
                <a:lnTo>
                  <a:pt x="20698" y="18500"/>
                </a:lnTo>
                <a:lnTo>
                  <a:pt x="20682" y="18833"/>
                </a:lnTo>
                <a:lnTo>
                  <a:pt x="20662" y="19166"/>
                </a:lnTo>
                <a:lnTo>
                  <a:pt x="20630" y="19491"/>
                </a:lnTo>
                <a:lnTo>
                  <a:pt x="20594" y="19824"/>
                </a:lnTo>
                <a:lnTo>
                  <a:pt x="20547" y="20157"/>
                </a:lnTo>
                <a:lnTo>
                  <a:pt x="20495" y="20481"/>
                </a:lnTo>
                <a:lnTo>
                  <a:pt x="20438" y="20814"/>
                </a:lnTo>
                <a:lnTo>
                  <a:pt x="20366" y="21139"/>
                </a:lnTo>
                <a:lnTo>
                  <a:pt x="20293" y="21464"/>
                </a:lnTo>
                <a:lnTo>
                  <a:pt x="20210" y="21788"/>
                </a:lnTo>
                <a:lnTo>
                  <a:pt x="20116" y="22113"/>
                </a:lnTo>
                <a:lnTo>
                  <a:pt x="20018" y="22438"/>
                </a:lnTo>
                <a:lnTo>
                  <a:pt x="19909" y="22754"/>
                </a:lnTo>
                <a:lnTo>
                  <a:pt x="19789" y="23079"/>
                </a:lnTo>
                <a:lnTo>
                  <a:pt x="19665" y="23395"/>
                </a:lnTo>
                <a:lnTo>
                  <a:pt x="19530" y="23703"/>
                </a:lnTo>
                <a:lnTo>
                  <a:pt x="19384" y="24020"/>
                </a:lnTo>
                <a:lnTo>
                  <a:pt x="19229" y="24328"/>
                </a:lnTo>
                <a:lnTo>
                  <a:pt x="19068" y="24636"/>
                </a:lnTo>
                <a:lnTo>
                  <a:pt x="18897" y="24944"/>
                </a:lnTo>
                <a:lnTo>
                  <a:pt x="18715" y="25243"/>
                </a:lnTo>
                <a:lnTo>
                  <a:pt x="18528" y="25543"/>
                </a:lnTo>
                <a:lnTo>
                  <a:pt x="18367" y="25785"/>
                </a:lnTo>
                <a:lnTo>
                  <a:pt x="18201" y="26009"/>
                </a:lnTo>
                <a:lnTo>
                  <a:pt x="18030" y="26234"/>
                </a:lnTo>
                <a:lnTo>
                  <a:pt x="17853" y="26451"/>
                </a:lnTo>
                <a:lnTo>
                  <a:pt x="17671" y="26659"/>
                </a:lnTo>
                <a:lnTo>
                  <a:pt x="17485" y="26859"/>
                </a:lnTo>
                <a:lnTo>
                  <a:pt x="17292" y="27050"/>
                </a:lnTo>
                <a:lnTo>
                  <a:pt x="17100" y="27241"/>
                </a:lnTo>
                <a:lnTo>
                  <a:pt x="16898" y="27416"/>
                </a:lnTo>
                <a:lnTo>
                  <a:pt x="16695" y="27591"/>
                </a:lnTo>
                <a:lnTo>
                  <a:pt x="16488" y="27758"/>
                </a:lnTo>
                <a:lnTo>
                  <a:pt x="16280" y="27916"/>
                </a:lnTo>
                <a:lnTo>
                  <a:pt x="16062" y="28066"/>
                </a:lnTo>
                <a:lnTo>
                  <a:pt x="15844" y="28207"/>
                </a:lnTo>
                <a:lnTo>
                  <a:pt x="15626" y="28340"/>
                </a:lnTo>
                <a:lnTo>
                  <a:pt x="15403" y="28465"/>
                </a:lnTo>
                <a:lnTo>
                  <a:pt x="15174" y="28590"/>
                </a:lnTo>
                <a:lnTo>
                  <a:pt x="14946" y="28698"/>
                </a:lnTo>
                <a:lnTo>
                  <a:pt x="14712" y="28807"/>
                </a:lnTo>
                <a:lnTo>
                  <a:pt x="14479" y="28907"/>
                </a:lnTo>
                <a:lnTo>
                  <a:pt x="14245" y="28998"/>
                </a:lnTo>
                <a:lnTo>
                  <a:pt x="14006" y="29081"/>
                </a:lnTo>
                <a:lnTo>
                  <a:pt x="13768" y="29156"/>
                </a:lnTo>
                <a:lnTo>
                  <a:pt x="13524" y="29223"/>
                </a:lnTo>
                <a:lnTo>
                  <a:pt x="13285" y="29281"/>
                </a:lnTo>
                <a:lnTo>
                  <a:pt x="13041" y="29339"/>
                </a:lnTo>
                <a:lnTo>
                  <a:pt x="12797" y="29381"/>
                </a:lnTo>
                <a:lnTo>
                  <a:pt x="12548" y="29423"/>
                </a:lnTo>
                <a:lnTo>
                  <a:pt x="12304" y="29448"/>
                </a:lnTo>
                <a:lnTo>
                  <a:pt x="12054" y="29473"/>
                </a:lnTo>
                <a:lnTo>
                  <a:pt x="11811" y="29489"/>
                </a:lnTo>
                <a:lnTo>
                  <a:pt x="11561" y="29498"/>
                </a:lnTo>
                <a:lnTo>
                  <a:pt x="11317" y="29498"/>
                </a:lnTo>
                <a:lnTo>
                  <a:pt x="11068" y="29489"/>
                </a:lnTo>
                <a:lnTo>
                  <a:pt x="10824" y="29473"/>
                </a:lnTo>
                <a:lnTo>
                  <a:pt x="10580" y="29448"/>
                </a:lnTo>
                <a:lnTo>
                  <a:pt x="10331" y="29414"/>
                </a:lnTo>
                <a:lnTo>
                  <a:pt x="10092" y="29373"/>
                </a:lnTo>
                <a:lnTo>
                  <a:pt x="9848" y="29331"/>
                </a:lnTo>
                <a:lnTo>
                  <a:pt x="9604" y="29273"/>
                </a:lnTo>
                <a:lnTo>
                  <a:pt x="9365" y="29206"/>
                </a:lnTo>
                <a:lnTo>
                  <a:pt x="9127" y="29140"/>
                </a:lnTo>
                <a:lnTo>
                  <a:pt x="8893" y="29056"/>
                </a:lnTo>
                <a:lnTo>
                  <a:pt x="8659" y="28973"/>
                </a:lnTo>
                <a:lnTo>
                  <a:pt x="8426" y="28873"/>
                </a:lnTo>
                <a:lnTo>
                  <a:pt x="8197" y="28773"/>
                </a:lnTo>
                <a:lnTo>
                  <a:pt x="7969" y="28665"/>
                </a:lnTo>
                <a:lnTo>
                  <a:pt x="7746" y="28549"/>
                </a:lnTo>
                <a:lnTo>
                  <a:pt x="7523" y="28415"/>
                </a:lnTo>
                <a:lnTo>
                  <a:pt x="7305" y="28282"/>
                </a:lnTo>
                <a:lnTo>
                  <a:pt x="7092" y="28141"/>
                </a:lnTo>
                <a:lnTo>
                  <a:pt x="6879" y="27991"/>
                </a:lnTo>
                <a:lnTo>
                  <a:pt x="6671" y="27833"/>
                </a:lnTo>
                <a:lnTo>
                  <a:pt x="6469" y="27666"/>
                </a:lnTo>
                <a:lnTo>
                  <a:pt x="6271" y="27483"/>
                </a:lnTo>
                <a:lnTo>
                  <a:pt x="6074" y="27300"/>
                </a:lnTo>
                <a:lnTo>
                  <a:pt x="5882" y="27108"/>
                </a:lnTo>
                <a:lnTo>
                  <a:pt x="5695" y="26908"/>
                </a:lnTo>
                <a:lnTo>
                  <a:pt x="5514" y="26700"/>
                </a:lnTo>
                <a:lnTo>
                  <a:pt x="5337" y="26484"/>
                </a:lnTo>
                <a:lnTo>
                  <a:pt x="5166" y="26259"/>
                </a:lnTo>
                <a:lnTo>
                  <a:pt x="5000" y="26026"/>
                </a:lnTo>
                <a:lnTo>
                  <a:pt x="4839" y="25785"/>
                </a:lnTo>
                <a:lnTo>
                  <a:pt x="4683" y="25535"/>
                </a:lnTo>
                <a:lnTo>
                  <a:pt x="4548" y="25310"/>
                </a:lnTo>
                <a:lnTo>
                  <a:pt x="4418" y="25069"/>
                </a:lnTo>
                <a:lnTo>
                  <a:pt x="4294" y="24827"/>
                </a:lnTo>
                <a:lnTo>
                  <a:pt x="4169" y="24586"/>
                </a:lnTo>
                <a:lnTo>
                  <a:pt x="4044" y="24336"/>
                </a:lnTo>
                <a:lnTo>
                  <a:pt x="3930" y="24078"/>
                </a:lnTo>
                <a:lnTo>
                  <a:pt x="3816" y="23820"/>
                </a:lnTo>
                <a:lnTo>
                  <a:pt x="3707" y="23562"/>
                </a:lnTo>
                <a:lnTo>
                  <a:pt x="3603" y="23295"/>
                </a:lnTo>
                <a:lnTo>
                  <a:pt x="3499" y="23021"/>
                </a:lnTo>
                <a:lnTo>
                  <a:pt x="3401" y="22754"/>
                </a:lnTo>
                <a:lnTo>
                  <a:pt x="3307" y="22471"/>
                </a:lnTo>
                <a:lnTo>
                  <a:pt x="3219" y="22188"/>
                </a:lnTo>
                <a:lnTo>
                  <a:pt x="3131" y="21905"/>
                </a:lnTo>
                <a:lnTo>
                  <a:pt x="3048" y="21622"/>
                </a:lnTo>
                <a:lnTo>
                  <a:pt x="2970" y="21330"/>
                </a:lnTo>
                <a:lnTo>
                  <a:pt x="2897" y="21039"/>
                </a:lnTo>
                <a:lnTo>
                  <a:pt x="2825" y="20748"/>
                </a:lnTo>
                <a:lnTo>
                  <a:pt x="2757" y="20448"/>
                </a:lnTo>
                <a:lnTo>
                  <a:pt x="2695" y="20148"/>
                </a:lnTo>
                <a:lnTo>
                  <a:pt x="2638" y="19849"/>
                </a:lnTo>
                <a:lnTo>
                  <a:pt x="2586" y="19541"/>
                </a:lnTo>
                <a:lnTo>
                  <a:pt x="2534" y="19241"/>
                </a:lnTo>
                <a:lnTo>
                  <a:pt x="2487" y="18933"/>
                </a:lnTo>
                <a:lnTo>
                  <a:pt x="2446" y="18625"/>
                </a:lnTo>
                <a:lnTo>
                  <a:pt x="2409" y="18317"/>
                </a:lnTo>
                <a:lnTo>
                  <a:pt x="2378" y="18009"/>
                </a:lnTo>
                <a:lnTo>
                  <a:pt x="2347" y="17701"/>
                </a:lnTo>
                <a:lnTo>
                  <a:pt x="2321" y="17384"/>
                </a:lnTo>
                <a:lnTo>
                  <a:pt x="2300" y="17076"/>
                </a:lnTo>
                <a:lnTo>
                  <a:pt x="2285" y="16760"/>
                </a:lnTo>
                <a:lnTo>
                  <a:pt x="2274" y="16452"/>
                </a:lnTo>
                <a:lnTo>
                  <a:pt x="2269" y="16135"/>
                </a:lnTo>
                <a:lnTo>
                  <a:pt x="2264" y="15827"/>
                </a:lnTo>
                <a:lnTo>
                  <a:pt x="2269" y="15511"/>
                </a:lnTo>
                <a:lnTo>
                  <a:pt x="2274" y="15203"/>
                </a:lnTo>
                <a:lnTo>
                  <a:pt x="2285" y="14887"/>
                </a:lnTo>
                <a:lnTo>
                  <a:pt x="2300" y="14579"/>
                </a:lnTo>
                <a:lnTo>
                  <a:pt x="2321" y="14271"/>
                </a:lnTo>
                <a:lnTo>
                  <a:pt x="2342" y="13963"/>
                </a:lnTo>
                <a:lnTo>
                  <a:pt x="2373" y="13654"/>
                </a:lnTo>
                <a:lnTo>
                  <a:pt x="2409" y="13355"/>
                </a:lnTo>
                <a:lnTo>
                  <a:pt x="2446" y="13047"/>
                </a:lnTo>
                <a:lnTo>
                  <a:pt x="2487" y="12747"/>
                </a:lnTo>
                <a:lnTo>
                  <a:pt x="2539" y="12447"/>
                </a:lnTo>
                <a:lnTo>
                  <a:pt x="2591" y="12148"/>
                </a:lnTo>
                <a:lnTo>
                  <a:pt x="2648" y="11848"/>
                </a:lnTo>
                <a:lnTo>
                  <a:pt x="2710" y="11556"/>
                </a:lnTo>
                <a:lnTo>
                  <a:pt x="2778" y="11265"/>
                </a:lnTo>
                <a:lnTo>
                  <a:pt x="2850" y="10982"/>
                </a:lnTo>
                <a:lnTo>
                  <a:pt x="2928" y="10691"/>
                </a:lnTo>
                <a:lnTo>
                  <a:pt x="3011" y="10416"/>
                </a:lnTo>
                <a:lnTo>
                  <a:pt x="3100" y="10133"/>
                </a:lnTo>
                <a:lnTo>
                  <a:pt x="3188" y="9858"/>
                </a:lnTo>
                <a:lnTo>
                  <a:pt x="3287" y="9583"/>
                </a:lnTo>
                <a:lnTo>
                  <a:pt x="3390" y="9317"/>
                </a:lnTo>
                <a:lnTo>
                  <a:pt x="3499" y="9051"/>
                </a:lnTo>
                <a:lnTo>
                  <a:pt x="3608" y="8792"/>
                </a:lnTo>
                <a:lnTo>
                  <a:pt x="3728" y="8534"/>
                </a:lnTo>
                <a:lnTo>
                  <a:pt x="3852" y="8285"/>
                </a:lnTo>
                <a:lnTo>
                  <a:pt x="3977" y="8043"/>
                </a:lnTo>
                <a:lnTo>
                  <a:pt x="4112" y="7793"/>
                </a:lnTo>
                <a:lnTo>
                  <a:pt x="4252" y="7560"/>
                </a:lnTo>
                <a:lnTo>
                  <a:pt x="4392" y="7327"/>
                </a:lnTo>
                <a:lnTo>
                  <a:pt x="4538" y="7111"/>
                </a:lnTo>
                <a:lnTo>
                  <a:pt x="4683" y="6894"/>
                </a:lnTo>
                <a:lnTo>
                  <a:pt x="4828" y="6694"/>
                </a:lnTo>
                <a:lnTo>
                  <a:pt x="4979" y="6495"/>
                </a:lnTo>
                <a:lnTo>
                  <a:pt x="5129" y="6303"/>
                </a:lnTo>
                <a:lnTo>
                  <a:pt x="5280" y="6120"/>
                </a:lnTo>
                <a:lnTo>
                  <a:pt x="5436" y="5945"/>
                </a:lnTo>
                <a:lnTo>
                  <a:pt x="5591" y="5770"/>
                </a:lnTo>
                <a:lnTo>
                  <a:pt x="5752" y="5604"/>
                </a:lnTo>
                <a:lnTo>
                  <a:pt x="5913" y="5446"/>
                </a:lnTo>
                <a:lnTo>
                  <a:pt x="6074" y="5296"/>
                </a:lnTo>
                <a:lnTo>
                  <a:pt x="6235" y="5154"/>
                </a:lnTo>
                <a:lnTo>
                  <a:pt x="6401" y="5021"/>
                </a:lnTo>
                <a:lnTo>
                  <a:pt x="6567" y="4888"/>
                </a:lnTo>
                <a:lnTo>
                  <a:pt x="6739" y="4763"/>
                </a:lnTo>
                <a:lnTo>
                  <a:pt x="6905" y="4646"/>
                </a:lnTo>
                <a:lnTo>
                  <a:pt x="7076" y="4538"/>
                </a:lnTo>
                <a:lnTo>
                  <a:pt x="7247" y="4430"/>
                </a:lnTo>
                <a:lnTo>
                  <a:pt x="7419" y="4338"/>
                </a:lnTo>
                <a:lnTo>
                  <a:pt x="7595" y="4247"/>
                </a:lnTo>
                <a:lnTo>
                  <a:pt x="7772" y="4155"/>
                </a:lnTo>
                <a:lnTo>
                  <a:pt x="7943" y="4080"/>
                </a:lnTo>
                <a:lnTo>
                  <a:pt x="8120" y="4005"/>
                </a:lnTo>
                <a:lnTo>
                  <a:pt x="8301" y="3939"/>
                </a:lnTo>
                <a:lnTo>
                  <a:pt x="8478" y="3880"/>
                </a:lnTo>
                <a:lnTo>
                  <a:pt x="8654" y="3831"/>
                </a:lnTo>
                <a:lnTo>
                  <a:pt x="8836" y="3781"/>
                </a:lnTo>
                <a:lnTo>
                  <a:pt x="9018" y="3739"/>
                </a:lnTo>
                <a:lnTo>
                  <a:pt x="9199" y="3706"/>
                </a:lnTo>
                <a:lnTo>
                  <a:pt x="9381" y="3672"/>
                </a:lnTo>
                <a:lnTo>
                  <a:pt x="9563" y="3656"/>
                </a:lnTo>
                <a:lnTo>
                  <a:pt x="9744" y="3639"/>
                </a:lnTo>
                <a:lnTo>
                  <a:pt x="9926" y="3622"/>
                </a:lnTo>
                <a:close/>
                <a:moveTo>
                  <a:pt x="10227" y="1"/>
                </a:moveTo>
                <a:lnTo>
                  <a:pt x="9983" y="9"/>
                </a:lnTo>
                <a:lnTo>
                  <a:pt x="9739" y="26"/>
                </a:lnTo>
                <a:lnTo>
                  <a:pt x="9490" y="51"/>
                </a:lnTo>
                <a:lnTo>
                  <a:pt x="9246" y="84"/>
                </a:lnTo>
                <a:lnTo>
                  <a:pt x="9002" y="126"/>
                </a:lnTo>
                <a:lnTo>
                  <a:pt x="8758" y="176"/>
                </a:lnTo>
                <a:lnTo>
                  <a:pt x="8514" y="234"/>
                </a:lnTo>
                <a:lnTo>
                  <a:pt x="8270" y="309"/>
                </a:lnTo>
                <a:lnTo>
                  <a:pt x="8031" y="384"/>
                </a:lnTo>
                <a:lnTo>
                  <a:pt x="7787" y="467"/>
                </a:lnTo>
                <a:lnTo>
                  <a:pt x="7549" y="559"/>
                </a:lnTo>
                <a:lnTo>
                  <a:pt x="7315" y="667"/>
                </a:lnTo>
                <a:lnTo>
                  <a:pt x="7076" y="775"/>
                </a:lnTo>
                <a:lnTo>
                  <a:pt x="6843" y="892"/>
                </a:lnTo>
                <a:lnTo>
                  <a:pt x="6609" y="1017"/>
                </a:lnTo>
                <a:lnTo>
                  <a:pt x="6375" y="1158"/>
                </a:lnTo>
                <a:lnTo>
                  <a:pt x="6147" y="1300"/>
                </a:lnTo>
                <a:lnTo>
                  <a:pt x="5918" y="1449"/>
                </a:lnTo>
                <a:lnTo>
                  <a:pt x="5695" y="1608"/>
                </a:lnTo>
                <a:lnTo>
                  <a:pt x="5472" y="1774"/>
                </a:lnTo>
                <a:lnTo>
                  <a:pt x="5254" y="1957"/>
                </a:lnTo>
                <a:lnTo>
                  <a:pt x="5036" y="2140"/>
                </a:lnTo>
                <a:lnTo>
                  <a:pt x="4823" y="2332"/>
                </a:lnTo>
                <a:lnTo>
                  <a:pt x="4610" y="2532"/>
                </a:lnTo>
                <a:lnTo>
                  <a:pt x="4403" y="2740"/>
                </a:lnTo>
                <a:lnTo>
                  <a:pt x="4195" y="2956"/>
                </a:lnTo>
                <a:lnTo>
                  <a:pt x="3993" y="3181"/>
                </a:lnTo>
                <a:lnTo>
                  <a:pt x="3795" y="3414"/>
                </a:lnTo>
                <a:lnTo>
                  <a:pt x="3598" y="3647"/>
                </a:lnTo>
                <a:lnTo>
                  <a:pt x="3406" y="3897"/>
                </a:lnTo>
                <a:lnTo>
                  <a:pt x="3219" y="4155"/>
                </a:lnTo>
                <a:lnTo>
                  <a:pt x="3032" y="4413"/>
                </a:lnTo>
                <a:lnTo>
                  <a:pt x="2856" y="4688"/>
                </a:lnTo>
                <a:lnTo>
                  <a:pt x="2679" y="4963"/>
                </a:lnTo>
                <a:lnTo>
                  <a:pt x="2508" y="5254"/>
                </a:lnTo>
                <a:lnTo>
                  <a:pt x="2337" y="5546"/>
                </a:lnTo>
                <a:lnTo>
                  <a:pt x="2176" y="5845"/>
                </a:lnTo>
                <a:lnTo>
                  <a:pt x="2015" y="6153"/>
                </a:lnTo>
                <a:lnTo>
                  <a:pt x="1864" y="6470"/>
                </a:lnTo>
                <a:lnTo>
                  <a:pt x="1714" y="6794"/>
                </a:lnTo>
                <a:lnTo>
                  <a:pt x="1563" y="7144"/>
                </a:lnTo>
                <a:lnTo>
                  <a:pt x="1423" y="7502"/>
                </a:lnTo>
                <a:lnTo>
                  <a:pt x="1283" y="7860"/>
                </a:lnTo>
                <a:lnTo>
                  <a:pt x="1158" y="8218"/>
                </a:lnTo>
                <a:lnTo>
                  <a:pt x="1034" y="8593"/>
                </a:lnTo>
                <a:lnTo>
                  <a:pt x="919" y="8959"/>
                </a:lnTo>
                <a:lnTo>
                  <a:pt x="810" y="9342"/>
                </a:lnTo>
                <a:lnTo>
                  <a:pt x="712" y="9717"/>
                </a:lnTo>
                <a:lnTo>
                  <a:pt x="618" y="10108"/>
                </a:lnTo>
                <a:lnTo>
                  <a:pt x="530" y="10491"/>
                </a:lnTo>
                <a:lnTo>
                  <a:pt x="447" y="10882"/>
                </a:lnTo>
                <a:lnTo>
                  <a:pt x="374" y="11282"/>
                </a:lnTo>
                <a:lnTo>
                  <a:pt x="307" y="11673"/>
                </a:lnTo>
                <a:lnTo>
                  <a:pt x="250" y="12081"/>
                </a:lnTo>
                <a:lnTo>
                  <a:pt x="198" y="12481"/>
                </a:lnTo>
                <a:lnTo>
                  <a:pt x="151" y="12880"/>
                </a:lnTo>
                <a:lnTo>
                  <a:pt x="109" y="13288"/>
                </a:lnTo>
                <a:lnTo>
                  <a:pt x="73" y="13696"/>
                </a:lnTo>
                <a:lnTo>
                  <a:pt x="47" y="14104"/>
                </a:lnTo>
                <a:lnTo>
                  <a:pt x="26" y="14520"/>
                </a:lnTo>
                <a:lnTo>
                  <a:pt x="11" y="14928"/>
                </a:lnTo>
                <a:lnTo>
                  <a:pt x="0" y="15345"/>
                </a:lnTo>
                <a:lnTo>
                  <a:pt x="0" y="15752"/>
                </a:lnTo>
                <a:lnTo>
                  <a:pt x="6" y="16169"/>
                </a:lnTo>
                <a:lnTo>
                  <a:pt x="16" y="16585"/>
                </a:lnTo>
                <a:lnTo>
                  <a:pt x="32" y="16993"/>
                </a:lnTo>
                <a:lnTo>
                  <a:pt x="52" y="17409"/>
                </a:lnTo>
                <a:lnTo>
                  <a:pt x="84" y="17817"/>
                </a:lnTo>
                <a:lnTo>
                  <a:pt x="115" y="18233"/>
                </a:lnTo>
                <a:lnTo>
                  <a:pt x="156" y="18641"/>
                </a:lnTo>
                <a:lnTo>
                  <a:pt x="203" y="19049"/>
                </a:lnTo>
                <a:lnTo>
                  <a:pt x="255" y="19457"/>
                </a:lnTo>
                <a:lnTo>
                  <a:pt x="312" y="19865"/>
                </a:lnTo>
                <a:lnTo>
                  <a:pt x="379" y="20265"/>
                </a:lnTo>
                <a:lnTo>
                  <a:pt x="447" y="20664"/>
                </a:lnTo>
                <a:lnTo>
                  <a:pt x="520" y="21064"/>
                </a:lnTo>
                <a:lnTo>
                  <a:pt x="603" y="21464"/>
                </a:lnTo>
                <a:lnTo>
                  <a:pt x="691" y="21855"/>
                </a:lnTo>
                <a:lnTo>
                  <a:pt x="779" y="22238"/>
                </a:lnTo>
                <a:lnTo>
                  <a:pt x="878" y="22629"/>
                </a:lnTo>
                <a:lnTo>
                  <a:pt x="982" y="23012"/>
                </a:lnTo>
                <a:lnTo>
                  <a:pt x="1091" y="23387"/>
                </a:lnTo>
                <a:lnTo>
                  <a:pt x="1200" y="23761"/>
                </a:lnTo>
                <a:lnTo>
                  <a:pt x="1319" y="24136"/>
                </a:lnTo>
                <a:lnTo>
                  <a:pt x="1444" y="24494"/>
                </a:lnTo>
                <a:lnTo>
                  <a:pt x="1573" y="24860"/>
                </a:lnTo>
                <a:lnTo>
                  <a:pt x="1708" y="25210"/>
                </a:lnTo>
                <a:lnTo>
                  <a:pt x="1849" y="25568"/>
                </a:lnTo>
                <a:lnTo>
                  <a:pt x="1989" y="25909"/>
                </a:lnTo>
                <a:lnTo>
                  <a:pt x="2139" y="26251"/>
                </a:lnTo>
                <a:lnTo>
                  <a:pt x="2295" y="26584"/>
                </a:lnTo>
                <a:lnTo>
                  <a:pt x="2456" y="26908"/>
                </a:lnTo>
                <a:lnTo>
                  <a:pt x="2617" y="27225"/>
                </a:lnTo>
                <a:lnTo>
                  <a:pt x="2788" y="27541"/>
                </a:lnTo>
                <a:lnTo>
                  <a:pt x="2959" y="27849"/>
                </a:lnTo>
                <a:lnTo>
                  <a:pt x="3141" y="28149"/>
                </a:lnTo>
                <a:lnTo>
                  <a:pt x="3323" y="28440"/>
                </a:lnTo>
                <a:lnTo>
                  <a:pt x="3510" y="28723"/>
                </a:lnTo>
                <a:lnTo>
                  <a:pt x="3702" y="28998"/>
                </a:lnTo>
                <a:lnTo>
                  <a:pt x="3899" y="29265"/>
                </a:lnTo>
                <a:lnTo>
                  <a:pt x="4102" y="29523"/>
                </a:lnTo>
                <a:lnTo>
                  <a:pt x="4304" y="29781"/>
                </a:lnTo>
                <a:lnTo>
                  <a:pt x="4517" y="30022"/>
                </a:lnTo>
                <a:lnTo>
                  <a:pt x="4730" y="30255"/>
                </a:lnTo>
                <a:lnTo>
                  <a:pt x="4979" y="30505"/>
                </a:lnTo>
                <a:lnTo>
                  <a:pt x="5233" y="30746"/>
                </a:lnTo>
                <a:lnTo>
                  <a:pt x="5498" y="30980"/>
                </a:lnTo>
                <a:lnTo>
                  <a:pt x="5763" y="31196"/>
                </a:lnTo>
                <a:lnTo>
                  <a:pt x="6033" y="31404"/>
                </a:lnTo>
                <a:lnTo>
                  <a:pt x="6313" y="31596"/>
                </a:lnTo>
                <a:lnTo>
                  <a:pt x="6593" y="31779"/>
                </a:lnTo>
                <a:lnTo>
                  <a:pt x="6879" y="31954"/>
                </a:lnTo>
                <a:lnTo>
                  <a:pt x="7170" y="32112"/>
                </a:lnTo>
                <a:lnTo>
                  <a:pt x="7460" y="32262"/>
                </a:lnTo>
                <a:lnTo>
                  <a:pt x="7761" y="32395"/>
                </a:lnTo>
                <a:lnTo>
                  <a:pt x="8057" y="32520"/>
                </a:lnTo>
                <a:lnTo>
                  <a:pt x="8364" y="32628"/>
                </a:lnTo>
                <a:lnTo>
                  <a:pt x="8670" y="32728"/>
                </a:lnTo>
                <a:lnTo>
                  <a:pt x="8981" y="32820"/>
                </a:lnTo>
                <a:lnTo>
                  <a:pt x="9293" y="32894"/>
                </a:lnTo>
                <a:lnTo>
                  <a:pt x="9604" y="32961"/>
                </a:lnTo>
                <a:lnTo>
                  <a:pt x="9921" y="33019"/>
                </a:lnTo>
                <a:lnTo>
                  <a:pt x="10238" y="33061"/>
                </a:lnTo>
                <a:lnTo>
                  <a:pt x="10559" y="33086"/>
                </a:lnTo>
                <a:lnTo>
                  <a:pt x="10876" y="33111"/>
                </a:lnTo>
                <a:lnTo>
                  <a:pt x="11520" y="33111"/>
                </a:lnTo>
                <a:lnTo>
                  <a:pt x="11842" y="33094"/>
                </a:lnTo>
                <a:lnTo>
                  <a:pt x="12164" y="33069"/>
                </a:lnTo>
                <a:lnTo>
                  <a:pt x="12485" y="33028"/>
                </a:lnTo>
                <a:lnTo>
                  <a:pt x="12802" y="32978"/>
                </a:lnTo>
                <a:lnTo>
                  <a:pt x="13124" y="32919"/>
                </a:lnTo>
                <a:lnTo>
                  <a:pt x="13446" y="32844"/>
                </a:lnTo>
                <a:lnTo>
                  <a:pt x="13762" y="32761"/>
                </a:lnTo>
                <a:lnTo>
                  <a:pt x="14079" y="32670"/>
                </a:lnTo>
                <a:lnTo>
                  <a:pt x="14391" y="32561"/>
                </a:lnTo>
                <a:lnTo>
                  <a:pt x="14707" y="32445"/>
                </a:lnTo>
                <a:lnTo>
                  <a:pt x="15013" y="32312"/>
                </a:lnTo>
                <a:lnTo>
                  <a:pt x="15325" y="32170"/>
                </a:lnTo>
                <a:lnTo>
                  <a:pt x="15626" y="32020"/>
                </a:lnTo>
                <a:lnTo>
                  <a:pt x="15932" y="31862"/>
                </a:lnTo>
                <a:lnTo>
                  <a:pt x="16228" y="31687"/>
                </a:lnTo>
                <a:lnTo>
                  <a:pt x="16524" y="31504"/>
                </a:lnTo>
                <a:lnTo>
                  <a:pt x="16815" y="31304"/>
                </a:lnTo>
                <a:lnTo>
                  <a:pt x="17106" y="31096"/>
                </a:lnTo>
                <a:lnTo>
                  <a:pt x="17386" y="30880"/>
                </a:lnTo>
                <a:lnTo>
                  <a:pt x="17666" y="30647"/>
                </a:lnTo>
                <a:lnTo>
                  <a:pt x="17936" y="30405"/>
                </a:lnTo>
                <a:lnTo>
                  <a:pt x="18206" y="30155"/>
                </a:lnTo>
                <a:lnTo>
                  <a:pt x="18471" y="29897"/>
                </a:lnTo>
                <a:lnTo>
                  <a:pt x="18725" y="29623"/>
                </a:lnTo>
                <a:lnTo>
                  <a:pt x="18980" y="29339"/>
                </a:lnTo>
                <a:lnTo>
                  <a:pt x="19224" y="29040"/>
                </a:lnTo>
                <a:lnTo>
                  <a:pt x="19462" y="28732"/>
                </a:lnTo>
                <a:lnTo>
                  <a:pt x="19696" y="28415"/>
                </a:lnTo>
                <a:lnTo>
                  <a:pt x="19924" y="28091"/>
                </a:lnTo>
                <a:lnTo>
                  <a:pt x="20142" y="27749"/>
                </a:lnTo>
                <a:lnTo>
                  <a:pt x="20350" y="27400"/>
                </a:lnTo>
                <a:lnTo>
                  <a:pt x="20553" y="27042"/>
                </a:lnTo>
                <a:lnTo>
                  <a:pt x="20750" y="26667"/>
                </a:lnTo>
                <a:lnTo>
                  <a:pt x="20937" y="26284"/>
                </a:lnTo>
                <a:lnTo>
                  <a:pt x="21118" y="25893"/>
                </a:lnTo>
                <a:lnTo>
                  <a:pt x="21284" y="25485"/>
                </a:lnTo>
                <a:lnTo>
                  <a:pt x="21445" y="25077"/>
                </a:lnTo>
                <a:lnTo>
                  <a:pt x="21601" y="24644"/>
                </a:lnTo>
                <a:lnTo>
                  <a:pt x="21741" y="24211"/>
                </a:lnTo>
                <a:lnTo>
                  <a:pt x="21876" y="23761"/>
                </a:lnTo>
                <a:lnTo>
                  <a:pt x="21996" y="23312"/>
                </a:lnTo>
                <a:lnTo>
                  <a:pt x="22099" y="22887"/>
                </a:lnTo>
                <a:lnTo>
                  <a:pt x="22193" y="22471"/>
                </a:lnTo>
                <a:lnTo>
                  <a:pt x="22281" y="22063"/>
                </a:lnTo>
                <a:lnTo>
                  <a:pt x="22354" y="21647"/>
                </a:lnTo>
                <a:lnTo>
                  <a:pt x="22427" y="21231"/>
                </a:lnTo>
                <a:lnTo>
                  <a:pt x="22489" y="20823"/>
                </a:lnTo>
                <a:lnTo>
                  <a:pt x="22541" y="20406"/>
                </a:lnTo>
                <a:lnTo>
                  <a:pt x="22587" y="19998"/>
                </a:lnTo>
                <a:lnTo>
                  <a:pt x="22629" y="19590"/>
                </a:lnTo>
                <a:lnTo>
                  <a:pt x="22660" y="19183"/>
                </a:lnTo>
                <a:lnTo>
                  <a:pt x="22681" y="18775"/>
                </a:lnTo>
                <a:lnTo>
                  <a:pt x="22696" y="18375"/>
                </a:lnTo>
                <a:lnTo>
                  <a:pt x="22707" y="17975"/>
                </a:lnTo>
                <a:lnTo>
                  <a:pt x="22712" y="17576"/>
                </a:lnTo>
                <a:lnTo>
                  <a:pt x="22707" y="17176"/>
                </a:lnTo>
                <a:lnTo>
                  <a:pt x="22691" y="16776"/>
                </a:lnTo>
                <a:lnTo>
                  <a:pt x="22676" y="16385"/>
                </a:lnTo>
                <a:lnTo>
                  <a:pt x="22650" y="15994"/>
                </a:lnTo>
                <a:lnTo>
                  <a:pt x="22619" y="15611"/>
                </a:lnTo>
                <a:lnTo>
                  <a:pt x="22577" y="15220"/>
                </a:lnTo>
                <a:lnTo>
                  <a:pt x="22536" y="14837"/>
                </a:lnTo>
                <a:lnTo>
                  <a:pt x="22484" y="14462"/>
                </a:lnTo>
                <a:lnTo>
                  <a:pt x="22427" y="14087"/>
                </a:lnTo>
                <a:lnTo>
                  <a:pt x="22364" y="13713"/>
                </a:lnTo>
                <a:lnTo>
                  <a:pt x="22292" y="13338"/>
                </a:lnTo>
                <a:lnTo>
                  <a:pt x="22219" y="12972"/>
                </a:lnTo>
                <a:lnTo>
                  <a:pt x="22136" y="12605"/>
                </a:lnTo>
                <a:lnTo>
                  <a:pt x="22048" y="12247"/>
                </a:lnTo>
                <a:lnTo>
                  <a:pt x="21954" y="11889"/>
                </a:lnTo>
                <a:lnTo>
                  <a:pt x="21856" y="11540"/>
                </a:lnTo>
                <a:lnTo>
                  <a:pt x="21752" y="11190"/>
                </a:lnTo>
                <a:lnTo>
                  <a:pt x="21643" y="10840"/>
                </a:lnTo>
                <a:lnTo>
                  <a:pt x="21528" y="10499"/>
                </a:lnTo>
                <a:lnTo>
                  <a:pt x="21404" y="10166"/>
                </a:lnTo>
                <a:lnTo>
                  <a:pt x="21279" y="9833"/>
                </a:lnTo>
                <a:lnTo>
                  <a:pt x="21150" y="9500"/>
                </a:lnTo>
                <a:lnTo>
                  <a:pt x="21015" y="9175"/>
                </a:lnTo>
                <a:lnTo>
                  <a:pt x="20874" y="8859"/>
                </a:lnTo>
                <a:lnTo>
                  <a:pt x="20729" y="8543"/>
                </a:lnTo>
                <a:lnTo>
                  <a:pt x="20578" y="8235"/>
                </a:lnTo>
                <a:lnTo>
                  <a:pt x="20428" y="7927"/>
                </a:lnTo>
                <a:lnTo>
                  <a:pt x="20267" y="7627"/>
                </a:lnTo>
                <a:lnTo>
                  <a:pt x="20106" y="7335"/>
                </a:lnTo>
                <a:lnTo>
                  <a:pt x="19935" y="7044"/>
                </a:lnTo>
                <a:lnTo>
                  <a:pt x="19763" y="6761"/>
                </a:lnTo>
                <a:lnTo>
                  <a:pt x="19592" y="6478"/>
                </a:lnTo>
                <a:lnTo>
                  <a:pt x="19410" y="6203"/>
                </a:lnTo>
                <a:lnTo>
                  <a:pt x="19229" y="5937"/>
                </a:lnTo>
                <a:lnTo>
                  <a:pt x="19037" y="5670"/>
                </a:lnTo>
                <a:lnTo>
                  <a:pt x="18850" y="5412"/>
                </a:lnTo>
                <a:lnTo>
                  <a:pt x="18653" y="5163"/>
                </a:lnTo>
                <a:lnTo>
                  <a:pt x="18455" y="4921"/>
                </a:lnTo>
                <a:lnTo>
                  <a:pt x="18253" y="4680"/>
                </a:lnTo>
                <a:lnTo>
                  <a:pt x="18050" y="4447"/>
                </a:lnTo>
                <a:lnTo>
                  <a:pt x="17838" y="4222"/>
                </a:lnTo>
                <a:lnTo>
                  <a:pt x="17630" y="4005"/>
                </a:lnTo>
                <a:lnTo>
                  <a:pt x="17412" y="3789"/>
                </a:lnTo>
                <a:lnTo>
                  <a:pt x="17194" y="3581"/>
                </a:lnTo>
                <a:lnTo>
                  <a:pt x="16976" y="3381"/>
                </a:lnTo>
                <a:lnTo>
                  <a:pt x="16753" y="3189"/>
                </a:lnTo>
                <a:lnTo>
                  <a:pt x="16524" y="3006"/>
                </a:lnTo>
                <a:lnTo>
                  <a:pt x="16296" y="2831"/>
                </a:lnTo>
                <a:lnTo>
                  <a:pt x="16067" y="2657"/>
                </a:lnTo>
                <a:lnTo>
                  <a:pt x="15834" y="2490"/>
                </a:lnTo>
                <a:lnTo>
                  <a:pt x="15621" y="2282"/>
                </a:lnTo>
                <a:lnTo>
                  <a:pt x="15408" y="2082"/>
                </a:lnTo>
                <a:lnTo>
                  <a:pt x="15195" y="1891"/>
                </a:lnTo>
                <a:lnTo>
                  <a:pt x="14972" y="1708"/>
                </a:lnTo>
                <a:lnTo>
                  <a:pt x="14754" y="1541"/>
                </a:lnTo>
                <a:lnTo>
                  <a:pt x="14531" y="1375"/>
                </a:lnTo>
                <a:lnTo>
                  <a:pt x="14302" y="1225"/>
                </a:lnTo>
                <a:lnTo>
                  <a:pt x="14074" y="1075"/>
                </a:lnTo>
                <a:lnTo>
                  <a:pt x="13845" y="942"/>
                </a:lnTo>
                <a:lnTo>
                  <a:pt x="13612" y="817"/>
                </a:lnTo>
                <a:lnTo>
                  <a:pt x="13378" y="700"/>
                </a:lnTo>
                <a:lnTo>
                  <a:pt x="13139" y="592"/>
                </a:lnTo>
                <a:lnTo>
                  <a:pt x="12906" y="492"/>
                </a:lnTo>
                <a:lnTo>
                  <a:pt x="12667" y="400"/>
                </a:lnTo>
                <a:lnTo>
                  <a:pt x="12428" y="326"/>
                </a:lnTo>
                <a:lnTo>
                  <a:pt x="12184" y="251"/>
                </a:lnTo>
                <a:lnTo>
                  <a:pt x="11940" y="192"/>
                </a:lnTo>
                <a:lnTo>
                  <a:pt x="11701" y="134"/>
                </a:lnTo>
                <a:lnTo>
                  <a:pt x="11457" y="92"/>
                </a:lnTo>
                <a:lnTo>
                  <a:pt x="11214" y="51"/>
                </a:lnTo>
                <a:lnTo>
                  <a:pt x="10964" y="26"/>
                </a:lnTo>
                <a:lnTo>
                  <a:pt x="10720" y="9"/>
                </a:lnTo>
                <a:lnTo>
                  <a:pt x="1047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rot="-6586196">
            <a:off x="9092844" y="2893105"/>
            <a:ext cx="152818" cy="173285"/>
          </a:xfrm>
          <a:custGeom>
            <a:rect b="b" l="l" r="r" t="t"/>
            <a:pathLst>
              <a:path extrusionOk="0" h="12231" w="8042">
                <a:moveTo>
                  <a:pt x="7113" y="1"/>
                </a:moveTo>
                <a:lnTo>
                  <a:pt x="7024" y="26"/>
                </a:lnTo>
                <a:lnTo>
                  <a:pt x="6936" y="51"/>
                </a:lnTo>
                <a:lnTo>
                  <a:pt x="6656" y="192"/>
                </a:lnTo>
                <a:lnTo>
                  <a:pt x="6376" y="351"/>
                </a:lnTo>
                <a:lnTo>
                  <a:pt x="6095" y="525"/>
                </a:lnTo>
                <a:lnTo>
                  <a:pt x="5815" y="717"/>
                </a:lnTo>
                <a:lnTo>
                  <a:pt x="5540" y="933"/>
                </a:lnTo>
                <a:lnTo>
                  <a:pt x="5265" y="1158"/>
                </a:lnTo>
                <a:lnTo>
                  <a:pt x="4989" y="1400"/>
                </a:lnTo>
                <a:lnTo>
                  <a:pt x="4720" y="1666"/>
                </a:lnTo>
                <a:lnTo>
                  <a:pt x="4455" y="1941"/>
                </a:lnTo>
                <a:lnTo>
                  <a:pt x="4190" y="2224"/>
                </a:lnTo>
                <a:lnTo>
                  <a:pt x="3930" y="2532"/>
                </a:lnTo>
                <a:lnTo>
                  <a:pt x="3676" y="2848"/>
                </a:lnTo>
                <a:lnTo>
                  <a:pt x="3427" y="3173"/>
                </a:lnTo>
                <a:lnTo>
                  <a:pt x="3183" y="3514"/>
                </a:lnTo>
                <a:lnTo>
                  <a:pt x="2939" y="3864"/>
                </a:lnTo>
                <a:lnTo>
                  <a:pt x="2705" y="4230"/>
                </a:lnTo>
                <a:lnTo>
                  <a:pt x="2477" y="4597"/>
                </a:lnTo>
                <a:lnTo>
                  <a:pt x="2259" y="4980"/>
                </a:lnTo>
                <a:lnTo>
                  <a:pt x="2041" y="5371"/>
                </a:lnTo>
                <a:lnTo>
                  <a:pt x="1833" y="5770"/>
                </a:lnTo>
                <a:lnTo>
                  <a:pt x="1636" y="6170"/>
                </a:lnTo>
                <a:lnTo>
                  <a:pt x="1444" y="6586"/>
                </a:lnTo>
                <a:lnTo>
                  <a:pt x="1257" y="7003"/>
                </a:lnTo>
                <a:lnTo>
                  <a:pt x="1080" y="7427"/>
                </a:lnTo>
                <a:lnTo>
                  <a:pt x="914" y="7860"/>
                </a:lnTo>
                <a:lnTo>
                  <a:pt x="759" y="8293"/>
                </a:lnTo>
                <a:lnTo>
                  <a:pt x="613" y="8734"/>
                </a:lnTo>
                <a:lnTo>
                  <a:pt x="473" y="9176"/>
                </a:lnTo>
                <a:lnTo>
                  <a:pt x="348" y="9617"/>
                </a:lnTo>
                <a:lnTo>
                  <a:pt x="229" y="10058"/>
                </a:lnTo>
                <a:lnTo>
                  <a:pt x="125" y="10508"/>
                </a:lnTo>
                <a:lnTo>
                  <a:pt x="32" y="10957"/>
                </a:lnTo>
                <a:lnTo>
                  <a:pt x="16" y="11065"/>
                </a:lnTo>
                <a:lnTo>
                  <a:pt x="1" y="11165"/>
                </a:lnTo>
                <a:lnTo>
                  <a:pt x="1" y="11274"/>
                </a:lnTo>
                <a:lnTo>
                  <a:pt x="1" y="11365"/>
                </a:lnTo>
                <a:lnTo>
                  <a:pt x="11" y="11457"/>
                </a:lnTo>
                <a:lnTo>
                  <a:pt x="21" y="11548"/>
                </a:lnTo>
                <a:lnTo>
                  <a:pt x="42" y="11632"/>
                </a:lnTo>
                <a:lnTo>
                  <a:pt x="63" y="11715"/>
                </a:lnTo>
                <a:lnTo>
                  <a:pt x="94" y="11790"/>
                </a:lnTo>
                <a:lnTo>
                  <a:pt x="125" y="11856"/>
                </a:lnTo>
                <a:lnTo>
                  <a:pt x="162" y="11923"/>
                </a:lnTo>
                <a:lnTo>
                  <a:pt x="203" y="11981"/>
                </a:lnTo>
                <a:lnTo>
                  <a:pt x="250" y="12031"/>
                </a:lnTo>
                <a:lnTo>
                  <a:pt x="291" y="12081"/>
                </a:lnTo>
                <a:lnTo>
                  <a:pt x="343" y="12123"/>
                </a:lnTo>
                <a:lnTo>
                  <a:pt x="395" y="12156"/>
                </a:lnTo>
                <a:lnTo>
                  <a:pt x="447" y="12181"/>
                </a:lnTo>
                <a:lnTo>
                  <a:pt x="499" y="12206"/>
                </a:lnTo>
                <a:lnTo>
                  <a:pt x="556" y="12223"/>
                </a:lnTo>
                <a:lnTo>
                  <a:pt x="613" y="12231"/>
                </a:lnTo>
                <a:lnTo>
                  <a:pt x="727" y="12231"/>
                </a:lnTo>
                <a:lnTo>
                  <a:pt x="785" y="12214"/>
                </a:lnTo>
                <a:lnTo>
                  <a:pt x="836" y="12198"/>
                </a:lnTo>
                <a:lnTo>
                  <a:pt x="894" y="12173"/>
                </a:lnTo>
                <a:lnTo>
                  <a:pt x="945" y="12139"/>
                </a:lnTo>
                <a:lnTo>
                  <a:pt x="997" y="12098"/>
                </a:lnTo>
                <a:lnTo>
                  <a:pt x="1049" y="12048"/>
                </a:lnTo>
                <a:lnTo>
                  <a:pt x="1096" y="11990"/>
                </a:lnTo>
                <a:lnTo>
                  <a:pt x="1143" y="11915"/>
                </a:lnTo>
                <a:lnTo>
                  <a:pt x="1184" y="11840"/>
                </a:lnTo>
                <a:lnTo>
                  <a:pt x="1221" y="11756"/>
                </a:lnTo>
                <a:lnTo>
                  <a:pt x="1527" y="11015"/>
                </a:lnTo>
                <a:lnTo>
                  <a:pt x="1828" y="10283"/>
                </a:lnTo>
                <a:lnTo>
                  <a:pt x="2134" y="9567"/>
                </a:lnTo>
                <a:lnTo>
                  <a:pt x="2295" y="9217"/>
                </a:lnTo>
                <a:lnTo>
                  <a:pt x="2456" y="8868"/>
                </a:lnTo>
                <a:lnTo>
                  <a:pt x="2617" y="8526"/>
                </a:lnTo>
                <a:lnTo>
                  <a:pt x="2783" y="8185"/>
                </a:lnTo>
                <a:lnTo>
                  <a:pt x="2960" y="7852"/>
                </a:lnTo>
                <a:lnTo>
                  <a:pt x="3136" y="7519"/>
                </a:lnTo>
                <a:lnTo>
                  <a:pt x="3323" y="7194"/>
                </a:lnTo>
                <a:lnTo>
                  <a:pt x="3510" y="6878"/>
                </a:lnTo>
                <a:lnTo>
                  <a:pt x="3712" y="6570"/>
                </a:lnTo>
                <a:lnTo>
                  <a:pt x="3915" y="6262"/>
                </a:lnTo>
                <a:lnTo>
                  <a:pt x="4128" y="5970"/>
                </a:lnTo>
                <a:lnTo>
                  <a:pt x="4341" y="5696"/>
                </a:lnTo>
                <a:lnTo>
                  <a:pt x="4559" y="5437"/>
                </a:lnTo>
                <a:lnTo>
                  <a:pt x="4782" y="5179"/>
                </a:lnTo>
                <a:lnTo>
                  <a:pt x="5005" y="4938"/>
                </a:lnTo>
                <a:lnTo>
                  <a:pt x="5233" y="4705"/>
                </a:lnTo>
                <a:lnTo>
                  <a:pt x="5462" y="4480"/>
                </a:lnTo>
                <a:lnTo>
                  <a:pt x="5695" y="4264"/>
                </a:lnTo>
                <a:lnTo>
                  <a:pt x="5929" y="4047"/>
                </a:lnTo>
                <a:lnTo>
                  <a:pt x="6168" y="3839"/>
                </a:lnTo>
                <a:lnTo>
                  <a:pt x="6645" y="3431"/>
                </a:lnTo>
                <a:lnTo>
                  <a:pt x="7128" y="3031"/>
                </a:lnTo>
                <a:lnTo>
                  <a:pt x="7611" y="2623"/>
                </a:lnTo>
                <a:lnTo>
                  <a:pt x="7694" y="2549"/>
                </a:lnTo>
                <a:lnTo>
                  <a:pt x="7762" y="2465"/>
                </a:lnTo>
                <a:lnTo>
                  <a:pt x="7824" y="2374"/>
                </a:lnTo>
                <a:lnTo>
                  <a:pt x="7876" y="2274"/>
                </a:lnTo>
                <a:lnTo>
                  <a:pt x="7922" y="2174"/>
                </a:lnTo>
                <a:lnTo>
                  <a:pt x="7964" y="2066"/>
                </a:lnTo>
                <a:lnTo>
                  <a:pt x="7990" y="1957"/>
                </a:lnTo>
                <a:lnTo>
                  <a:pt x="8016" y="1841"/>
                </a:lnTo>
                <a:lnTo>
                  <a:pt x="8032" y="1724"/>
                </a:lnTo>
                <a:lnTo>
                  <a:pt x="8042" y="1608"/>
                </a:lnTo>
                <a:lnTo>
                  <a:pt x="8042" y="1483"/>
                </a:lnTo>
                <a:lnTo>
                  <a:pt x="8037" y="1366"/>
                </a:lnTo>
                <a:lnTo>
                  <a:pt x="8026" y="1241"/>
                </a:lnTo>
                <a:lnTo>
                  <a:pt x="8011" y="1125"/>
                </a:lnTo>
                <a:lnTo>
                  <a:pt x="7990" y="1008"/>
                </a:lnTo>
                <a:lnTo>
                  <a:pt x="7964" y="892"/>
                </a:lnTo>
                <a:lnTo>
                  <a:pt x="7928" y="784"/>
                </a:lnTo>
                <a:lnTo>
                  <a:pt x="7891" y="675"/>
                </a:lnTo>
                <a:lnTo>
                  <a:pt x="7850" y="575"/>
                </a:lnTo>
                <a:lnTo>
                  <a:pt x="7798" y="476"/>
                </a:lnTo>
                <a:lnTo>
                  <a:pt x="7746" y="392"/>
                </a:lnTo>
                <a:lnTo>
                  <a:pt x="7689" y="309"/>
                </a:lnTo>
                <a:lnTo>
                  <a:pt x="7632" y="234"/>
                </a:lnTo>
                <a:lnTo>
                  <a:pt x="7564" y="167"/>
                </a:lnTo>
                <a:lnTo>
                  <a:pt x="7497" y="109"/>
                </a:lnTo>
                <a:lnTo>
                  <a:pt x="7424" y="68"/>
                </a:lnTo>
                <a:lnTo>
                  <a:pt x="7351" y="34"/>
                </a:lnTo>
                <a:lnTo>
                  <a:pt x="7274" y="9"/>
                </a:lnTo>
                <a:lnTo>
                  <a:pt x="719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rot="-6586196">
            <a:off x="8905124" y="2796665"/>
            <a:ext cx="129141" cy="58399"/>
          </a:xfrm>
          <a:custGeom>
            <a:rect b="b" l="l" r="r" t="t"/>
            <a:pathLst>
              <a:path extrusionOk="0" h="4122" w="6796">
                <a:moveTo>
                  <a:pt x="6074" y="1"/>
                </a:moveTo>
                <a:lnTo>
                  <a:pt x="5986" y="9"/>
                </a:lnTo>
                <a:lnTo>
                  <a:pt x="5643" y="76"/>
                </a:lnTo>
                <a:lnTo>
                  <a:pt x="5300" y="159"/>
                </a:lnTo>
                <a:lnTo>
                  <a:pt x="4953" y="242"/>
                </a:lnTo>
                <a:lnTo>
                  <a:pt x="4610" y="334"/>
                </a:lnTo>
                <a:lnTo>
                  <a:pt x="4262" y="442"/>
                </a:lnTo>
                <a:lnTo>
                  <a:pt x="3914" y="550"/>
                </a:lnTo>
                <a:lnTo>
                  <a:pt x="3567" y="667"/>
                </a:lnTo>
                <a:lnTo>
                  <a:pt x="3219" y="792"/>
                </a:lnTo>
                <a:lnTo>
                  <a:pt x="2871" y="917"/>
                </a:lnTo>
                <a:lnTo>
                  <a:pt x="2528" y="1050"/>
                </a:lnTo>
                <a:lnTo>
                  <a:pt x="1838" y="1325"/>
                </a:lnTo>
                <a:lnTo>
                  <a:pt x="1158" y="1616"/>
                </a:lnTo>
                <a:lnTo>
                  <a:pt x="493" y="1916"/>
                </a:lnTo>
                <a:lnTo>
                  <a:pt x="426" y="1949"/>
                </a:lnTo>
                <a:lnTo>
                  <a:pt x="364" y="1991"/>
                </a:lnTo>
                <a:lnTo>
                  <a:pt x="306" y="2049"/>
                </a:lnTo>
                <a:lnTo>
                  <a:pt x="255" y="2107"/>
                </a:lnTo>
                <a:lnTo>
                  <a:pt x="208" y="2174"/>
                </a:lnTo>
                <a:lnTo>
                  <a:pt x="166" y="2249"/>
                </a:lnTo>
                <a:lnTo>
                  <a:pt x="130" y="2332"/>
                </a:lnTo>
                <a:lnTo>
                  <a:pt x="94" y="2415"/>
                </a:lnTo>
                <a:lnTo>
                  <a:pt x="68" y="2507"/>
                </a:lnTo>
                <a:lnTo>
                  <a:pt x="47" y="2598"/>
                </a:lnTo>
                <a:lnTo>
                  <a:pt x="26" y="2690"/>
                </a:lnTo>
                <a:lnTo>
                  <a:pt x="16" y="2790"/>
                </a:lnTo>
                <a:lnTo>
                  <a:pt x="5" y="2890"/>
                </a:lnTo>
                <a:lnTo>
                  <a:pt x="0" y="2990"/>
                </a:lnTo>
                <a:lnTo>
                  <a:pt x="0" y="3090"/>
                </a:lnTo>
                <a:lnTo>
                  <a:pt x="5" y="3190"/>
                </a:lnTo>
                <a:lnTo>
                  <a:pt x="16" y="3289"/>
                </a:lnTo>
                <a:lnTo>
                  <a:pt x="31" y="3381"/>
                </a:lnTo>
                <a:lnTo>
                  <a:pt x="47" y="3481"/>
                </a:lnTo>
                <a:lnTo>
                  <a:pt x="73" y="3564"/>
                </a:lnTo>
                <a:lnTo>
                  <a:pt x="99" y="3656"/>
                </a:lnTo>
                <a:lnTo>
                  <a:pt x="130" y="3731"/>
                </a:lnTo>
                <a:lnTo>
                  <a:pt x="166" y="3806"/>
                </a:lnTo>
                <a:lnTo>
                  <a:pt x="208" y="3872"/>
                </a:lnTo>
                <a:lnTo>
                  <a:pt x="249" y="3939"/>
                </a:lnTo>
                <a:lnTo>
                  <a:pt x="301" y="3989"/>
                </a:lnTo>
                <a:lnTo>
                  <a:pt x="353" y="4039"/>
                </a:lnTo>
                <a:lnTo>
                  <a:pt x="410" y="4072"/>
                </a:lnTo>
                <a:lnTo>
                  <a:pt x="467" y="4097"/>
                </a:lnTo>
                <a:lnTo>
                  <a:pt x="535" y="4114"/>
                </a:lnTo>
                <a:lnTo>
                  <a:pt x="602" y="4122"/>
                </a:lnTo>
                <a:lnTo>
                  <a:pt x="675" y="4114"/>
                </a:lnTo>
                <a:lnTo>
                  <a:pt x="1365" y="3989"/>
                </a:lnTo>
                <a:lnTo>
                  <a:pt x="2061" y="3856"/>
                </a:lnTo>
                <a:lnTo>
                  <a:pt x="2762" y="3714"/>
                </a:lnTo>
                <a:lnTo>
                  <a:pt x="3115" y="3639"/>
                </a:lnTo>
                <a:lnTo>
                  <a:pt x="3463" y="3548"/>
                </a:lnTo>
                <a:lnTo>
                  <a:pt x="3816" y="3464"/>
                </a:lnTo>
                <a:lnTo>
                  <a:pt x="4163" y="3364"/>
                </a:lnTo>
                <a:lnTo>
                  <a:pt x="4511" y="3264"/>
                </a:lnTo>
                <a:lnTo>
                  <a:pt x="4859" y="3156"/>
                </a:lnTo>
                <a:lnTo>
                  <a:pt x="5202" y="3040"/>
                </a:lnTo>
                <a:lnTo>
                  <a:pt x="5539" y="2915"/>
                </a:lnTo>
                <a:lnTo>
                  <a:pt x="5877" y="2790"/>
                </a:lnTo>
                <a:lnTo>
                  <a:pt x="6209" y="2648"/>
                </a:lnTo>
                <a:lnTo>
                  <a:pt x="6292" y="2598"/>
                </a:lnTo>
                <a:lnTo>
                  <a:pt x="6365" y="2548"/>
                </a:lnTo>
                <a:lnTo>
                  <a:pt x="6432" y="2482"/>
                </a:lnTo>
                <a:lnTo>
                  <a:pt x="6494" y="2415"/>
                </a:lnTo>
                <a:lnTo>
                  <a:pt x="6551" y="2332"/>
                </a:lnTo>
                <a:lnTo>
                  <a:pt x="6598" y="2240"/>
                </a:lnTo>
                <a:lnTo>
                  <a:pt x="6645" y="2149"/>
                </a:lnTo>
                <a:lnTo>
                  <a:pt x="6681" y="2041"/>
                </a:lnTo>
                <a:lnTo>
                  <a:pt x="6718" y="1941"/>
                </a:lnTo>
                <a:lnTo>
                  <a:pt x="6744" y="1824"/>
                </a:lnTo>
                <a:lnTo>
                  <a:pt x="6764" y="1708"/>
                </a:lnTo>
                <a:lnTo>
                  <a:pt x="6780" y="1591"/>
                </a:lnTo>
                <a:lnTo>
                  <a:pt x="6790" y="1475"/>
                </a:lnTo>
                <a:lnTo>
                  <a:pt x="6795" y="1358"/>
                </a:lnTo>
                <a:lnTo>
                  <a:pt x="6795" y="1233"/>
                </a:lnTo>
                <a:lnTo>
                  <a:pt x="6790" y="1117"/>
                </a:lnTo>
                <a:lnTo>
                  <a:pt x="6775" y="1000"/>
                </a:lnTo>
                <a:lnTo>
                  <a:pt x="6759" y="883"/>
                </a:lnTo>
                <a:lnTo>
                  <a:pt x="6738" y="775"/>
                </a:lnTo>
                <a:lnTo>
                  <a:pt x="6712" y="667"/>
                </a:lnTo>
                <a:lnTo>
                  <a:pt x="6676" y="567"/>
                </a:lnTo>
                <a:lnTo>
                  <a:pt x="6640" y="467"/>
                </a:lnTo>
                <a:lnTo>
                  <a:pt x="6598" y="376"/>
                </a:lnTo>
                <a:lnTo>
                  <a:pt x="6551" y="292"/>
                </a:lnTo>
                <a:lnTo>
                  <a:pt x="6494" y="226"/>
                </a:lnTo>
                <a:lnTo>
                  <a:pt x="6437" y="159"/>
                </a:lnTo>
                <a:lnTo>
                  <a:pt x="6375" y="101"/>
                </a:lnTo>
                <a:lnTo>
                  <a:pt x="6307" y="59"/>
                </a:lnTo>
                <a:lnTo>
                  <a:pt x="6235" y="26"/>
                </a:lnTo>
                <a:lnTo>
                  <a:pt x="6157" y="9"/>
                </a:lnTo>
                <a:lnTo>
                  <a:pt x="607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rot="-6586196">
            <a:off x="8750124" y="2603090"/>
            <a:ext cx="120666" cy="78220"/>
          </a:xfrm>
          <a:custGeom>
            <a:rect b="b" l="l" r="r" t="t"/>
            <a:pathLst>
              <a:path extrusionOk="0" h="5521" w="6350">
                <a:moveTo>
                  <a:pt x="5441" y="0"/>
                </a:moveTo>
                <a:lnTo>
                  <a:pt x="5358" y="9"/>
                </a:lnTo>
                <a:lnTo>
                  <a:pt x="5280" y="34"/>
                </a:lnTo>
                <a:lnTo>
                  <a:pt x="5192" y="67"/>
                </a:lnTo>
                <a:lnTo>
                  <a:pt x="5114" y="117"/>
                </a:lnTo>
                <a:lnTo>
                  <a:pt x="5031" y="184"/>
                </a:lnTo>
                <a:lnTo>
                  <a:pt x="4948" y="259"/>
                </a:lnTo>
                <a:lnTo>
                  <a:pt x="4870" y="358"/>
                </a:lnTo>
                <a:lnTo>
                  <a:pt x="4611" y="692"/>
                </a:lnTo>
                <a:lnTo>
                  <a:pt x="4351" y="1008"/>
                </a:lnTo>
                <a:lnTo>
                  <a:pt x="4097" y="1291"/>
                </a:lnTo>
                <a:lnTo>
                  <a:pt x="3837" y="1557"/>
                </a:lnTo>
                <a:lnTo>
                  <a:pt x="3583" y="1807"/>
                </a:lnTo>
                <a:lnTo>
                  <a:pt x="3323" y="2032"/>
                </a:lnTo>
                <a:lnTo>
                  <a:pt x="3064" y="2240"/>
                </a:lnTo>
                <a:lnTo>
                  <a:pt x="2799" y="2431"/>
                </a:lnTo>
                <a:lnTo>
                  <a:pt x="2529" y="2606"/>
                </a:lnTo>
                <a:lnTo>
                  <a:pt x="2254" y="2765"/>
                </a:lnTo>
                <a:lnTo>
                  <a:pt x="1973" y="2914"/>
                </a:lnTo>
                <a:lnTo>
                  <a:pt x="1688" y="3048"/>
                </a:lnTo>
                <a:lnTo>
                  <a:pt x="1392" y="3172"/>
                </a:lnTo>
                <a:lnTo>
                  <a:pt x="1086" y="3289"/>
                </a:lnTo>
                <a:lnTo>
                  <a:pt x="774" y="3389"/>
                </a:lnTo>
                <a:lnTo>
                  <a:pt x="447" y="3489"/>
                </a:lnTo>
                <a:lnTo>
                  <a:pt x="395" y="3514"/>
                </a:lnTo>
                <a:lnTo>
                  <a:pt x="343" y="3539"/>
                </a:lnTo>
                <a:lnTo>
                  <a:pt x="297" y="3572"/>
                </a:lnTo>
                <a:lnTo>
                  <a:pt x="255" y="3614"/>
                </a:lnTo>
                <a:lnTo>
                  <a:pt x="214" y="3664"/>
                </a:lnTo>
                <a:lnTo>
                  <a:pt x="177" y="3722"/>
                </a:lnTo>
                <a:lnTo>
                  <a:pt x="146" y="3780"/>
                </a:lnTo>
                <a:lnTo>
                  <a:pt x="115" y="3847"/>
                </a:lnTo>
                <a:lnTo>
                  <a:pt x="89" y="3913"/>
                </a:lnTo>
                <a:lnTo>
                  <a:pt x="63" y="3988"/>
                </a:lnTo>
                <a:lnTo>
                  <a:pt x="48" y="4063"/>
                </a:lnTo>
                <a:lnTo>
                  <a:pt x="32" y="4138"/>
                </a:lnTo>
                <a:lnTo>
                  <a:pt x="16" y="4221"/>
                </a:lnTo>
                <a:lnTo>
                  <a:pt x="11" y="4296"/>
                </a:lnTo>
                <a:lnTo>
                  <a:pt x="1" y="4380"/>
                </a:lnTo>
                <a:lnTo>
                  <a:pt x="1" y="4463"/>
                </a:lnTo>
                <a:lnTo>
                  <a:pt x="1" y="4546"/>
                </a:lnTo>
                <a:lnTo>
                  <a:pt x="6" y="4629"/>
                </a:lnTo>
                <a:lnTo>
                  <a:pt x="16" y="4713"/>
                </a:lnTo>
                <a:lnTo>
                  <a:pt x="27" y="4788"/>
                </a:lnTo>
                <a:lnTo>
                  <a:pt x="42" y="4871"/>
                </a:lnTo>
                <a:lnTo>
                  <a:pt x="63" y="4946"/>
                </a:lnTo>
                <a:lnTo>
                  <a:pt x="84" y="5012"/>
                </a:lnTo>
                <a:lnTo>
                  <a:pt x="110" y="5079"/>
                </a:lnTo>
                <a:lnTo>
                  <a:pt x="141" y="5146"/>
                </a:lnTo>
                <a:lnTo>
                  <a:pt x="172" y="5204"/>
                </a:lnTo>
                <a:lnTo>
                  <a:pt x="208" y="5254"/>
                </a:lnTo>
                <a:lnTo>
                  <a:pt x="250" y="5304"/>
                </a:lnTo>
                <a:lnTo>
                  <a:pt x="291" y="5345"/>
                </a:lnTo>
                <a:lnTo>
                  <a:pt x="343" y="5379"/>
                </a:lnTo>
                <a:lnTo>
                  <a:pt x="390" y="5404"/>
                </a:lnTo>
                <a:lnTo>
                  <a:pt x="447" y="5420"/>
                </a:lnTo>
                <a:lnTo>
                  <a:pt x="634" y="5462"/>
                </a:lnTo>
                <a:lnTo>
                  <a:pt x="821" y="5487"/>
                </a:lnTo>
                <a:lnTo>
                  <a:pt x="1008" y="5512"/>
                </a:lnTo>
                <a:lnTo>
                  <a:pt x="1200" y="5520"/>
                </a:lnTo>
                <a:lnTo>
                  <a:pt x="1392" y="5520"/>
                </a:lnTo>
                <a:lnTo>
                  <a:pt x="1584" y="5504"/>
                </a:lnTo>
                <a:lnTo>
                  <a:pt x="1776" y="5487"/>
                </a:lnTo>
                <a:lnTo>
                  <a:pt x="1968" y="5462"/>
                </a:lnTo>
                <a:lnTo>
                  <a:pt x="2160" y="5420"/>
                </a:lnTo>
                <a:lnTo>
                  <a:pt x="2352" y="5370"/>
                </a:lnTo>
                <a:lnTo>
                  <a:pt x="2544" y="5320"/>
                </a:lnTo>
                <a:lnTo>
                  <a:pt x="2731" y="5254"/>
                </a:lnTo>
                <a:lnTo>
                  <a:pt x="2923" y="5179"/>
                </a:lnTo>
                <a:lnTo>
                  <a:pt x="3110" y="5096"/>
                </a:lnTo>
                <a:lnTo>
                  <a:pt x="3302" y="5004"/>
                </a:lnTo>
                <a:lnTo>
                  <a:pt x="3484" y="4904"/>
                </a:lnTo>
                <a:lnTo>
                  <a:pt x="3671" y="4804"/>
                </a:lnTo>
                <a:lnTo>
                  <a:pt x="3853" y="4688"/>
                </a:lnTo>
                <a:lnTo>
                  <a:pt x="4034" y="4563"/>
                </a:lnTo>
                <a:lnTo>
                  <a:pt x="4211" y="4430"/>
                </a:lnTo>
                <a:lnTo>
                  <a:pt x="4387" y="4296"/>
                </a:lnTo>
                <a:lnTo>
                  <a:pt x="4559" y="4147"/>
                </a:lnTo>
                <a:lnTo>
                  <a:pt x="4730" y="3997"/>
                </a:lnTo>
                <a:lnTo>
                  <a:pt x="4896" y="3838"/>
                </a:lnTo>
                <a:lnTo>
                  <a:pt x="5062" y="3672"/>
                </a:lnTo>
                <a:lnTo>
                  <a:pt x="5218" y="3497"/>
                </a:lnTo>
                <a:lnTo>
                  <a:pt x="5374" y="3314"/>
                </a:lnTo>
                <a:lnTo>
                  <a:pt x="5529" y="3123"/>
                </a:lnTo>
                <a:lnTo>
                  <a:pt x="5675" y="2931"/>
                </a:lnTo>
                <a:lnTo>
                  <a:pt x="5815" y="2731"/>
                </a:lnTo>
                <a:lnTo>
                  <a:pt x="5955" y="2523"/>
                </a:lnTo>
                <a:lnTo>
                  <a:pt x="6090" y="2315"/>
                </a:lnTo>
                <a:lnTo>
                  <a:pt x="6158" y="2190"/>
                </a:lnTo>
                <a:lnTo>
                  <a:pt x="6215" y="2065"/>
                </a:lnTo>
                <a:lnTo>
                  <a:pt x="6261" y="1940"/>
                </a:lnTo>
                <a:lnTo>
                  <a:pt x="6298" y="1807"/>
                </a:lnTo>
                <a:lnTo>
                  <a:pt x="6324" y="1682"/>
                </a:lnTo>
                <a:lnTo>
                  <a:pt x="6339" y="1557"/>
                </a:lnTo>
                <a:lnTo>
                  <a:pt x="6350" y="1424"/>
                </a:lnTo>
                <a:lnTo>
                  <a:pt x="6350" y="1299"/>
                </a:lnTo>
                <a:lnTo>
                  <a:pt x="6339" y="1174"/>
                </a:lnTo>
                <a:lnTo>
                  <a:pt x="6324" y="1058"/>
                </a:lnTo>
                <a:lnTo>
                  <a:pt x="6298" y="941"/>
                </a:lnTo>
                <a:lnTo>
                  <a:pt x="6272" y="825"/>
                </a:lnTo>
                <a:lnTo>
                  <a:pt x="6235" y="716"/>
                </a:lnTo>
                <a:lnTo>
                  <a:pt x="6189" y="617"/>
                </a:lnTo>
                <a:lnTo>
                  <a:pt x="6142" y="517"/>
                </a:lnTo>
                <a:lnTo>
                  <a:pt x="6090" y="425"/>
                </a:lnTo>
                <a:lnTo>
                  <a:pt x="6033" y="342"/>
                </a:lnTo>
                <a:lnTo>
                  <a:pt x="5965" y="267"/>
                </a:lnTo>
                <a:lnTo>
                  <a:pt x="5903" y="200"/>
                </a:lnTo>
                <a:lnTo>
                  <a:pt x="5831" y="142"/>
                </a:lnTo>
                <a:lnTo>
                  <a:pt x="5758" y="92"/>
                </a:lnTo>
                <a:lnTo>
                  <a:pt x="5680" y="50"/>
                </a:lnTo>
                <a:lnTo>
                  <a:pt x="5602" y="25"/>
                </a:lnTo>
                <a:lnTo>
                  <a:pt x="5524" y="9"/>
                </a:lnTo>
                <a:lnTo>
                  <a:pt x="54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rot="-6586196">
            <a:off x="8525982" y="2457678"/>
            <a:ext cx="118785" cy="120794"/>
          </a:xfrm>
          <a:custGeom>
            <a:rect b="b" l="l" r="r" t="t"/>
            <a:pathLst>
              <a:path extrusionOk="0" h="8526" w="6251">
                <a:moveTo>
                  <a:pt x="5316" y="0"/>
                </a:moveTo>
                <a:lnTo>
                  <a:pt x="5233" y="17"/>
                </a:lnTo>
                <a:lnTo>
                  <a:pt x="5150" y="42"/>
                </a:lnTo>
                <a:lnTo>
                  <a:pt x="5067" y="84"/>
                </a:lnTo>
                <a:lnTo>
                  <a:pt x="4984" y="150"/>
                </a:lnTo>
                <a:lnTo>
                  <a:pt x="4906" y="225"/>
                </a:lnTo>
                <a:lnTo>
                  <a:pt x="4823" y="317"/>
                </a:lnTo>
                <a:lnTo>
                  <a:pt x="4750" y="433"/>
                </a:lnTo>
                <a:lnTo>
                  <a:pt x="4481" y="850"/>
                </a:lnTo>
                <a:lnTo>
                  <a:pt x="4211" y="1258"/>
                </a:lnTo>
                <a:lnTo>
                  <a:pt x="3935" y="1657"/>
                </a:lnTo>
                <a:lnTo>
                  <a:pt x="3660" y="2048"/>
                </a:lnTo>
                <a:lnTo>
                  <a:pt x="3380" y="2423"/>
                </a:lnTo>
                <a:lnTo>
                  <a:pt x="3094" y="2806"/>
                </a:lnTo>
                <a:lnTo>
                  <a:pt x="2814" y="3172"/>
                </a:lnTo>
                <a:lnTo>
                  <a:pt x="2529" y="3539"/>
                </a:lnTo>
                <a:lnTo>
                  <a:pt x="1952" y="4271"/>
                </a:lnTo>
                <a:lnTo>
                  <a:pt x="1376" y="4996"/>
                </a:lnTo>
                <a:lnTo>
                  <a:pt x="795" y="5728"/>
                </a:lnTo>
                <a:lnTo>
                  <a:pt x="509" y="6103"/>
                </a:lnTo>
                <a:lnTo>
                  <a:pt x="219" y="6478"/>
                </a:lnTo>
                <a:lnTo>
                  <a:pt x="172" y="6553"/>
                </a:lnTo>
                <a:lnTo>
                  <a:pt x="130" y="6627"/>
                </a:lnTo>
                <a:lnTo>
                  <a:pt x="94" y="6711"/>
                </a:lnTo>
                <a:lnTo>
                  <a:pt x="63" y="6794"/>
                </a:lnTo>
                <a:lnTo>
                  <a:pt x="37" y="6877"/>
                </a:lnTo>
                <a:lnTo>
                  <a:pt x="21" y="6969"/>
                </a:lnTo>
                <a:lnTo>
                  <a:pt x="11" y="7060"/>
                </a:lnTo>
                <a:lnTo>
                  <a:pt x="1" y="7160"/>
                </a:lnTo>
                <a:lnTo>
                  <a:pt x="1" y="7252"/>
                </a:lnTo>
                <a:lnTo>
                  <a:pt x="6" y="7352"/>
                </a:lnTo>
                <a:lnTo>
                  <a:pt x="11" y="7443"/>
                </a:lnTo>
                <a:lnTo>
                  <a:pt x="21" y="7543"/>
                </a:lnTo>
                <a:lnTo>
                  <a:pt x="42" y="7635"/>
                </a:lnTo>
                <a:lnTo>
                  <a:pt x="63" y="7726"/>
                </a:lnTo>
                <a:lnTo>
                  <a:pt x="89" y="7818"/>
                </a:lnTo>
                <a:lnTo>
                  <a:pt x="115" y="7901"/>
                </a:lnTo>
                <a:lnTo>
                  <a:pt x="151" y="7984"/>
                </a:lnTo>
                <a:lnTo>
                  <a:pt x="182" y="8068"/>
                </a:lnTo>
                <a:lnTo>
                  <a:pt x="224" y="8143"/>
                </a:lnTo>
                <a:lnTo>
                  <a:pt x="265" y="8209"/>
                </a:lnTo>
                <a:lnTo>
                  <a:pt x="312" y="8276"/>
                </a:lnTo>
                <a:lnTo>
                  <a:pt x="359" y="8334"/>
                </a:lnTo>
                <a:lnTo>
                  <a:pt x="411" y="8384"/>
                </a:lnTo>
                <a:lnTo>
                  <a:pt x="463" y="8434"/>
                </a:lnTo>
                <a:lnTo>
                  <a:pt x="514" y="8467"/>
                </a:lnTo>
                <a:lnTo>
                  <a:pt x="572" y="8501"/>
                </a:lnTo>
                <a:lnTo>
                  <a:pt x="629" y="8517"/>
                </a:lnTo>
                <a:lnTo>
                  <a:pt x="691" y="8526"/>
                </a:lnTo>
                <a:lnTo>
                  <a:pt x="748" y="8526"/>
                </a:lnTo>
                <a:lnTo>
                  <a:pt x="810" y="8517"/>
                </a:lnTo>
                <a:lnTo>
                  <a:pt x="873" y="8492"/>
                </a:lnTo>
                <a:lnTo>
                  <a:pt x="940" y="8459"/>
                </a:lnTo>
                <a:lnTo>
                  <a:pt x="1117" y="8342"/>
                </a:lnTo>
                <a:lnTo>
                  <a:pt x="1293" y="8218"/>
                </a:lnTo>
                <a:lnTo>
                  <a:pt x="1475" y="8093"/>
                </a:lnTo>
                <a:lnTo>
                  <a:pt x="1646" y="7951"/>
                </a:lnTo>
                <a:lnTo>
                  <a:pt x="1823" y="7810"/>
                </a:lnTo>
                <a:lnTo>
                  <a:pt x="1999" y="7668"/>
                </a:lnTo>
                <a:lnTo>
                  <a:pt x="2170" y="7510"/>
                </a:lnTo>
                <a:lnTo>
                  <a:pt x="2342" y="7352"/>
                </a:lnTo>
                <a:lnTo>
                  <a:pt x="2513" y="7185"/>
                </a:lnTo>
                <a:lnTo>
                  <a:pt x="2684" y="7019"/>
                </a:lnTo>
                <a:lnTo>
                  <a:pt x="2851" y="6844"/>
                </a:lnTo>
                <a:lnTo>
                  <a:pt x="3022" y="6661"/>
                </a:lnTo>
                <a:lnTo>
                  <a:pt x="3349" y="6294"/>
                </a:lnTo>
                <a:lnTo>
                  <a:pt x="3676" y="5903"/>
                </a:lnTo>
                <a:lnTo>
                  <a:pt x="3993" y="5504"/>
                </a:lnTo>
                <a:lnTo>
                  <a:pt x="4304" y="5087"/>
                </a:lnTo>
                <a:lnTo>
                  <a:pt x="4605" y="4663"/>
                </a:lnTo>
                <a:lnTo>
                  <a:pt x="4901" y="4230"/>
                </a:lnTo>
                <a:lnTo>
                  <a:pt x="5192" y="3797"/>
                </a:lnTo>
                <a:lnTo>
                  <a:pt x="5472" y="3347"/>
                </a:lnTo>
                <a:lnTo>
                  <a:pt x="5742" y="2898"/>
                </a:lnTo>
                <a:lnTo>
                  <a:pt x="6007" y="2448"/>
                </a:lnTo>
                <a:lnTo>
                  <a:pt x="6074" y="2315"/>
                </a:lnTo>
                <a:lnTo>
                  <a:pt x="6126" y="2190"/>
                </a:lnTo>
                <a:lnTo>
                  <a:pt x="6173" y="2057"/>
                </a:lnTo>
                <a:lnTo>
                  <a:pt x="6204" y="1915"/>
                </a:lnTo>
                <a:lnTo>
                  <a:pt x="6230" y="1782"/>
                </a:lnTo>
                <a:lnTo>
                  <a:pt x="6246" y="1649"/>
                </a:lnTo>
                <a:lnTo>
                  <a:pt x="6251" y="1516"/>
                </a:lnTo>
                <a:lnTo>
                  <a:pt x="6251" y="1374"/>
                </a:lnTo>
                <a:lnTo>
                  <a:pt x="6235" y="1249"/>
                </a:lnTo>
                <a:lnTo>
                  <a:pt x="6220" y="1116"/>
                </a:lnTo>
                <a:lnTo>
                  <a:pt x="6194" y="991"/>
                </a:lnTo>
                <a:lnTo>
                  <a:pt x="6163" y="875"/>
                </a:lnTo>
                <a:lnTo>
                  <a:pt x="6121" y="758"/>
                </a:lnTo>
                <a:lnTo>
                  <a:pt x="6079" y="641"/>
                </a:lnTo>
                <a:lnTo>
                  <a:pt x="6028" y="542"/>
                </a:lnTo>
                <a:lnTo>
                  <a:pt x="5970" y="442"/>
                </a:lnTo>
                <a:lnTo>
                  <a:pt x="5913" y="350"/>
                </a:lnTo>
                <a:lnTo>
                  <a:pt x="5846" y="275"/>
                </a:lnTo>
                <a:lnTo>
                  <a:pt x="5778" y="200"/>
                </a:lnTo>
                <a:lnTo>
                  <a:pt x="5706" y="142"/>
                </a:lnTo>
                <a:lnTo>
                  <a:pt x="5633" y="92"/>
                </a:lnTo>
                <a:lnTo>
                  <a:pt x="5555" y="50"/>
                </a:lnTo>
                <a:lnTo>
                  <a:pt x="5477" y="17"/>
                </a:lnTo>
                <a:lnTo>
                  <a:pt x="5394" y="9"/>
                </a:lnTo>
                <a:lnTo>
                  <a:pt x="53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
          <p:cNvSpPr/>
          <p:nvPr/>
        </p:nvSpPr>
        <p:spPr>
          <a:xfrm rot="-6586196">
            <a:off x="8263035" y="2341290"/>
            <a:ext cx="101341" cy="136123"/>
          </a:xfrm>
          <a:custGeom>
            <a:rect b="b" l="l" r="r" t="t"/>
            <a:pathLst>
              <a:path extrusionOk="0" h="9608" w="5333">
                <a:moveTo>
                  <a:pt x="4460" y="0"/>
                </a:moveTo>
                <a:lnTo>
                  <a:pt x="4382" y="9"/>
                </a:lnTo>
                <a:lnTo>
                  <a:pt x="4304" y="25"/>
                </a:lnTo>
                <a:lnTo>
                  <a:pt x="4232" y="42"/>
                </a:lnTo>
                <a:lnTo>
                  <a:pt x="4154" y="75"/>
                </a:lnTo>
                <a:lnTo>
                  <a:pt x="4086" y="117"/>
                </a:lnTo>
                <a:lnTo>
                  <a:pt x="4014" y="167"/>
                </a:lnTo>
                <a:lnTo>
                  <a:pt x="3946" y="233"/>
                </a:lnTo>
                <a:lnTo>
                  <a:pt x="3884" y="300"/>
                </a:lnTo>
                <a:lnTo>
                  <a:pt x="3822" y="383"/>
                </a:lnTo>
                <a:lnTo>
                  <a:pt x="3770" y="475"/>
                </a:lnTo>
                <a:lnTo>
                  <a:pt x="3718" y="575"/>
                </a:lnTo>
                <a:lnTo>
                  <a:pt x="3510" y="1049"/>
                </a:lnTo>
                <a:lnTo>
                  <a:pt x="3313" y="1524"/>
                </a:lnTo>
                <a:lnTo>
                  <a:pt x="2924" y="2490"/>
                </a:lnTo>
                <a:lnTo>
                  <a:pt x="2731" y="2973"/>
                </a:lnTo>
                <a:lnTo>
                  <a:pt x="2529" y="3447"/>
                </a:lnTo>
                <a:lnTo>
                  <a:pt x="2316" y="3913"/>
                </a:lnTo>
                <a:lnTo>
                  <a:pt x="2212" y="4146"/>
                </a:lnTo>
                <a:lnTo>
                  <a:pt x="2098" y="4371"/>
                </a:lnTo>
                <a:lnTo>
                  <a:pt x="1875" y="4804"/>
                </a:lnTo>
                <a:lnTo>
                  <a:pt x="1646" y="5220"/>
                </a:lnTo>
                <a:lnTo>
                  <a:pt x="1413" y="5637"/>
                </a:lnTo>
                <a:lnTo>
                  <a:pt x="1174" y="6053"/>
                </a:lnTo>
                <a:lnTo>
                  <a:pt x="930" y="6453"/>
                </a:lnTo>
                <a:lnTo>
                  <a:pt x="686" y="6860"/>
                </a:lnTo>
                <a:lnTo>
                  <a:pt x="198" y="7660"/>
                </a:lnTo>
                <a:lnTo>
                  <a:pt x="151" y="7743"/>
                </a:lnTo>
                <a:lnTo>
                  <a:pt x="110" y="7835"/>
                </a:lnTo>
                <a:lnTo>
                  <a:pt x="74" y="7926"/>
                </a:lnTo>
                <a:lnTo>
                  <a:pt x="48" y="8018"/>
                </a:lnTo>
                <a:lnTo>
                  <a:pt x="27" y="8118"/>
                </a:lnTo>
                <a:lnTo>
                  <a:pt x="16" y="8218"/>
                </a:lnTo>
                <a:lnTo>
                  <a:pt x="6" y="8309"/>
                </a:lnTo>
                <a:lnTo>
                  <a:pt x="1" y="8409"/>
                </a:lnTo>
                <a:lnTo>
                  <a:pt x="6" y="8509"/>
                </a:lnTo>
                <a:lnTo>
                  <a:pt x="16" y="8609"/>
                </a:lnTo>
                <a:lnTo>
                  <a:pt x="27" y="8709"/>
                </a:lnTo>
                <a:lnTo>
                  <a:pt x="48" y="8800"/>
                </a:lnTo>
                <a:lnTo>
                  <a:pt x="68" y="8892"/>
                </a:lnTo>
                <a:lnTo>
                  <a:pt x="100" y="8983"/>
                </a:lnTo>
                <a:lnTo>
                  <a:pt x="131" y="9067"/>
                </a:lnTo>
                <a:lnTo>
                  <a:pt x="162" y="9150"/>
                </a:lnTo>
                <a:lnTo>
                  <a:pt x="203" y="9225"/>
                </a:lnTo>
                <a:lnTo>
                  <a:pt x="245" y="9291"/>
                </a:lnTo>
                <a:lnTo>
                  <a:pt x="292" y="9358"/>
                </a:lnTo>
                <a:lnTo>
                  <a:pt x="338" y="9416"/>
                </a:lnTo>
                <a:lnTo>
                  <a:pt x="390" y="9475"/>
                </a:lnTo>
                <a:lnTo>
                  <a:pt x="442" y="9516"/>
                </a:lnTo>
                <a:lnTo>
                  <a:pt x="499" y="9550"/>
                </a:lnTo>
                <a:lnTo>
                  <a:pt x="556" y="9583"/>
                </a:lnTo>
                <a:lnTo>
                  <a:pt x="613" y="9600"/>
                </a:lnTo>
                <a:lnTo>
                  <a:pt x="676" y="9608"/>
                </a:lnTo>
                <a:lnTo>
                  <a:pt x="733" y="9608"/>
                </a:lnTo>
                <a:lnTo>
                  <a:pt x="795" y="9591"/>
                </a:lnTo>
                <a:lnTo>
                  <a:pt x="857" y="9575"/>
                </a:lnTo>
                <a:lnTo>
                  <a:pt x="925" y="9533"/>
                </a:lnTo>
                <a:lnTo>
                  <a:pt x="987" y="9491"/>
                </a:lnTo>
                <a:lnTo>
                  <a:pt x="1049" y="9425"/>
                </a:lnTo>
                <a:lnTo>
                  <a:pt x="1216" y="9250"/>
                </a:lnTo>
                <a:lnTo>
                  <a:pt x="1377" y="9067"/>
                </a:lnTo>
                <a:lnTo>
                  <a:pt x="1537" y="8875"/>
                </a:lnTo>
                <a:lnTo>
                  <a:pt x="1698" y="8684"/>
                </a:lnTo>
                <a:lnTo>
                  <a:pt x="1859" y="8484"/>
                </a:lnTo>
                <a:lnTo>
                  <a:pt x="2015" y="8284"/>
                </a:lnTo>
                <a:lnTo>
                  <a:pt x="2176" y="8076"/>
                </a:lnTo>
                <a:lnTo>
                  <a:pt x="2327" y="7860"/>
                </a:lnTo>
                <a:lnTo>
                  <a:pt x="2482" y="7643"/>
                </a:lnTo>
                <a:lnTo>
                  <a:pt x="2633" y="7418"/>
                </a:lnTo>
                <a:lnTo>
                  <a:pt x="2783" y="7193"/>
                </a:lnTo>
                <a:lnTo>
                  <a:pt x="2934" y="6960"/>
                </a:lnTo>
                <a:lnTo>
                  <a:pt x="3079" y="6727"/>
                </a:lnTo>
                <a:lnTo>
                  <a:pt x="3225" y="6486"/>
                </a:lnTo>
                <a:lnTo>
                  <a:pt x="3365" y="6244"/>
                </a:lnTo>
                <a:lnTo>
                  <a:pt x="3505" y="5995"/>
                </a:lnTo>
                <a:lnTo>
                  <a:pt x="3640" y="5745"/>
                </a:lnTo>
                <a:lnTo>
                  <a:pt x="3770" y="5487"/>
                </a:lnTo>
                <a:lnTo>
                  <a:pt x="3899" y="5229"/>
                </a:lnTo>
                <a:lnTo>
                  <a:pt x="4029" y="4971"/>
                </a:lnTo>
                <a:lnTo>
                  <a:pt x="4154" y="4704"/>
                </a:lnTo>
                <a:lnTo>
                  <a:pt x="4273" y="4438"/>
                </a:lnTo>
                <a:lnTo>
                  <a:pt x="4387" y="4163"/>
                </a:lnTo>
                <a:lnTo>
                  <a:pt x="4502" y="3897"/>
                </a:lnTo>
                <a:lnTo>
                  <a:pt x="4611" y="3614"/>
                </a:lnTo>
                <a:lnTo>
                  <a:pt x="4720" y="3339"/>
                </a:lnTo>
                <a:lnTo>
                  <a:pt x="4818" y="3056"/>
                </a:lnTo>
                <a:lnTo>
                  <a:pt x="4917" y="2773"/>
                </a:lnTo>
                <a:lnTo>
                  <a:pt x="5010" y="2490"/>
                </a:lnTo>
                <a:lnTo>
                  <a:pt x="5099" y="2198"/>
                </a:lnTo>
                <a:lnTo>
                  <a:pt x="5182" y="1907"/>
                </a:lnTo>
                <a:lnTo>
                  <a:pt x="5260" y="1615"/>
                </a:lnTo>
                <a:lnTo>
                  <a:pt x="5296" y="1474"/>
                </a:lnTo>
                <a:lnTo>
                  <a:pt x="5317" y="1341"/>
                </a:lnTo>
                <a:lnTo>
                  <a:pt x="5327" y="1216"/>
                </a:lnTo>
                <a:lnTo>
                  <a:pt x="5332" y="1091"/>
                </a:lnTo>
                <a:lnTo>
                  <a:pt x="5327" y="974"/>
                </a:lnTo>
                <a:lnTo>
                  <a:pt x="5311" y="858"/>
                </a:lnTo>
                <a:lnTo>
                  <a:pt x="5291" y="750"/>
                </a:lnTo>
                <a:lnTo>
                  <a:pt x="5260" y="650"/>
                </a:lnTo>
                <a:lnTo>
                  <a:pt x="5228" y="558"/>
                </a:lnTo>
                <a:lnTo>
                  <a:pt x="5182" y="475"/>
                </a:lnTo>
                <a:lnTo>
                  <a:pt x="5135" y="392"/>
                </a:lnTo>
                <a:lnTo>
                  <a:pt x="5083" y="317"/>
                </a:lnTo>
                <a:lnTo>
                  <a:pt x="5026" y="250"/>
                </a:lnTo>
                <a:lnTo>
                  <a:pt x="4964" y="192"/>
                </a:lnTo>
                <a:lnTo>
                  <a:pt x="4901" y="142"/>
                </a:lnTo>
                <a:lnTo>
                  <a:pt x="4829" y="100"/>
                </a:lnTo>
                <a:lnTo>
                  <a:pt x="4761" y="67"/>
                </a:lnTo>
                <a:lnTo>
                  <a:pt x="4689" y="34"/>
                </a:lnTo>
                <a:lnTo>
                  <a:pt x="4611" y="17"/>
                </a:lnTo>
                <a:lnTo>
                  <a:pt x="453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rot="-6586196">
            <a:off x="7866956" y="2227101"/>
            <a:ext cx="111393" cy="146621"/>
          </a:xfrm>
          <a:custGeom>
            <a:rect b="b" l="l" r="r" t="t"/>
            <a:pathLst>
              <a:path extrusionOk="0" h="10349" w="5862">
                <a:moveTo>
                  <a:pt x="4933" y="0"/>
                </a:moveTo>
                <a:lnTo>
                  <a:pt x="4855" y="17"/>
                </a:lnTo>
                <a:lnTo>
                  <a:pt x="4777" y="50"/>
                </a:lnTo>
                <a:lnTo>
                  <a:pt x="4704" y="92"/>
                </a:lnTo>
                <a:lnTo>
                  <a:pt x="4631" y="150"/>
                </a:lnTo>
                <a:lnTo>
                  <a:pt x="4559" y="225"/>
                </a:lnTo>
                <a:lnTo>
                  <a:pt x="4491" y="308"/>
                </a:lnTo>
                <a:lnTo>
                  <a:pt x="4424" y="408"/>
                </a:lnTo>
                <a:lnTo>
                  <a:pt x="4362" y="525"/>
                </a:lnTo>
                <a:lnTo>
                  <a:pt x="4299" y="658"/>
                </a:lnTo>
                <a:lnTo>
                  <a:pt x="3858" y="1740"/>
                </a:lnTo>
                <a:lnTo>
                  <a:pt x="3635" y="2282"/>
                </a:lnTo>
                <a:lnTo>
                  <a:pt x="3412" y="2823"/>
                </a:lnTo>
                <a:lnTo>
                  <a:pt x="3183" y="3356"/>
                </a:lnTo>
                <a:lnTo>
                  <a:pt x="2944" y="3880"/>
                </a:lnTo>
                <a:lnTo>
                  <a:pt x="2825" y="4138"/>
                </a:lnTo>
                <a:lnTo>
                  <a:pt x="2700" y="4396"/>
                </a:lnTo>
                <a:lnTo>
                  <a:pt x="2571" y="4646"/>
                </a:lnTo>
                <a:lnTo>
                  <a:pt x="2441" y="4896"/>
                </a:lnTo>
                <a:lnTo>
                  <a:pt x="2316" y="5137"/>
                </a:lnTo>
                <a:lnTo>
                  <a:pt x="2181" y="5370"/>
                </a:lnTo>
                <a:lnTo>
                  <a:pt x="1916" y="5828"/>
                </a:lnTo>
                <a:lnTo>
                  <a:pt x="1641" y="6278"/>
                </a:lnTo>
                <a:lnTo>
                  <a:pt x="1361" y="6719"/>
                </a:lnTo>
                <a:lnTo>
                  <a:pt x="1075" y="7152"/>
                </a:lnTo>
                <a:lnTo>
                  <a:pt x="790" y="7577"/>
                </a:lnTo>
                <a:lnTo>
                  <a:pt x="219" y="8434"/>
                </a:lnTo>
                <a:lnTo>
                  <a:pt x="167" y="8526"/>
                </a:lnTo>
                <a:lnTo>
                  <a:pt x="120" y="8609"/>
                </a:lnTo>
                <a:lnTo>
                  <a:pt x="84" y="8700"/>
                </a:lnTo>
                <a:lnTo>
                  <a:pt x="53" y="8792"/>
                </a:lnTo>
                <a:lnTo>
                  <a:pt x="32" y="8892"/>
                </a:lnTo>
                <a:lnTo>
                  <a:pt x="16" y="8984"/>
                </a:lnTo>
                <a:lnTo>
                  <a:pt x="6" y="9083"/>
                </a:lnTo>
                <a:lnTo>
                  <a:pt x="1" y="9175"/>
                </a:lnTo>
                <a:lnTo>
                  <a:pt x="6" y="9275"/>
                </a:lnTo>
                <a:lnTo>
                  <a:pt x="11" y="9366"/>
                </a:lnTo>
                <a:lnTo>
                  <a:pt x="27" y="9458"/>
                </a:lnTo>
                <a:lnTo>
                  <a:pt x="42" y="9550"/>
                </a:lnTo>
                <a:lnTo>
                  <a:pt x="68" y="9641"/>
                </a:lnTo>
                <a:lnTo>
                  <a:pt x="94" y="9724"/>
                </a:lnTo>
                <a:lnTo>
                  <a:pt x="125" y="9808"/>
                </a:lnTo>
                <a:lnTo>
                  <a:pt x="162" y="9883"/>
                </a:lnTo>
                <a:lnTo>
                  <a:pt x="203" y="9958"/>
                </a:lnTo>
                <a:lnTo>
                  <a:pt x="245" y="10033"/>
                </a:lnTo>
                <a:lnTo>
                  <a:pt x="292" y="10091"/>
                </a:lnTo>
                <a:lnTo>
                  <a:pt x="344" y="10149"/>
                </a:lnTo>
                <a:lnTo>
                  <a:pt x="395" y="10199"/>
                </a:lnTo>
                <a:lnTo>
                  <a:pt x="447" y="10249"/>
                </a:lnTo>
                <a:lnTo>
                  <a:pt x="504" y="10282"/>
                </a:lnTo>
                <a:lnTo>
                  <a:pt x="562" y="10316"/>
                </a:lnTo>
                <a:lnTo>
                  <a:pt x="624" y="10332"/>
                </a:lnTo>
                <a:lnTo>
                  <a:pt x="686" y="10349"/>
                </a:lnTo>
                <a:lnTo>
                  <a:pt x="748" y="10349"/>
                </a:lnTo>
                <a:lnTo>
                  <a:pt x="811" y="10341"/>
                </a:lnTo>
                <a:lnTo>
                  <a:pt x="878" y="10324"/>
                </a:lnTo>
                <a:lnTo>
                  <a:pt x="941" y="10299"/>
                </a:lnTo>
                <a:lnTo>
                  <a:pt x="1003" y="10257"/>
                </a:lnTo>
                <a:lnTo>
                  <a:pt x="1070" y="10207"/>
                </a:lnTo>
                <a:lnTo>
                  <a:pt x="1252" y="10041"/>
                </a:lnTo>
                <a:lnTo>
                  <a:pt x="1434" y="9866"/>
                </a:lnTo>
                <a:lnTo>
                  <a:pt x="1615" y="9675"/>
                </a:lnTo>
                <a:lnTo>
                  <a:pt x="1797" y="9491"/>
                </a:lnTo>
                <a:lnTo>
                  <a:pt x="1974" y="9292"/>
                </a:lnTo>
                <a:lnTo>
                  <a:pt x="2155" y="9083"/>
                </a:lnTo>
                <a:lnTo>
                  <a:pt x="2332" y="8875"/>
                </a:lnTo>
                <a:lnTo>
                  <a:pt x="2503" y="8651"/>
                </a:lnTo>
                <a:lnTo>
                  <a:pt x="2674" y="8426"/>
                </a:lnTo>
                <a:lnTo>
                  <a:pt x="2846" y="8201"/>
                </a:lnTo>
                <a:lnTo>
                  <a:pt x="3012" y="7959"/>
                </a:lnTo>
                <a:lnTo>
                  <a:pt x="3178" y="7718"/>
                </a:lnTo>
                <a:lnTo>
                  <a:pt x="3344" y="7477"/>
                </a:lnTo>
                <a:lnTo>
                  <a:pt x="3500" y="7219"/>
                </a:lnTo>
                <a:lnTo>
                  <a:pt x="3661" y="6960"/>
                </a:lnTo>
                <a:lnTo>
                  <a:pt x="3816" y="6702"/>
                </a:lnTo>
                <a:lnTo>
                  <a:pt x="3967" y="6436"/>
                </a:lnTo>
                <a:lnTo>
                  <a:pt x="4112" y="6161"/>
                </a:lnTo>
                <a:lnTo>
                  <a:pt x="4258" y="5886"/>
                </a:lnTo>
                <a:lnTo>
                  <a:pt x="4403" y="5612"/>
                </a:lnTo>
                <a:lnTo>
                  <a:pt x="4538" y="5329"/>
                </a:lnTo>
                <a:lnTo>
                  <a:pt x="4673" y="5037"/>
                </a:lnTo>
                <a:lnTo>
                  <a:pt x="4803" y="4754"/>
                </a:lnTo>
                <a:lnTo>
                  <a:pt x="4927" y="4463"/>
                </a:lnTo>
                <a:lnTo>
                  <a:pt x="5052" y="4163"/>
                </a:lnTo>
                <a:lnTo>
                  <a:pt x="5166" y="3863"/>
                </a:lnTo>
                <a:lnTo>
                  <a:pt x="5280" y="3564"/>
                </a:lnTo>
                <a:lnTo>
                  <a:pt x="5389" y="3264"/>
                </a:lnTo>
                <a:lnTo>
                  <a:pt x="5493" y="2964"/>
                </a:lnTo>
                <a:lnTo>
                  <a:pt x="5592" y="2656"/>
                </a:lnTo>
                <a:lnTo>
                  <a:pt x="5685" y="2348"/>
                </a:lnTo>
                <a:lnTo>
                  <a:pt x="5774" y="2040"/>
                </a:lnTo>
                <a:lnTo>
                  <a:pt x="5810" y="1890"/>
                </a:lnTo>
                <a:lnTo>
                  <a:pt x="5836" y="1749"/>
                </a:lnTo>
                <a:lnTo>
                  <a:pt x="5857" y="1599"/>
                </a:lnTo>
                <a:lnTo>
                  <a:pt x="5862" y="1466"/>
                </a:lnTo>
                <a:lnTo>
                  <a:pt x="5862" y="1324"/>
                </a:lnTo>
                <a:lnTo>
                  <a:pt x="5857" y="1191"/>
                </a:lnTo>
                <a:lnTo>
                  <a:pt x="5841" y="1066"/>
                </a:lnTo>
                <a:lnTo>
                  <a:pt x="5820" y="941"/>
                </a:lnTo>
                <a:lnTo>
                  <a:pt x="5789" y="825"/>
                </a:lnTo>
                <a:lnTo>
                  <a:pt x="5753" y="716"/>
                </a:lnTo>
                <a:lnTo>
                  <a:pt x="5711" y="608"/>
                </a:lnTo>
                <a:lnTo>
                  <a:pt x="5665" y="508"/>
                </a:lnTo>
                <a:lnTo>
                  <a:pt x="5613" y="417"/>
                </a:lnTo>
                <a:lnTo>
                  <a:pt x="5561" y="333"/>
                </a:lnTo>
                <a:lnTo>
                  <a:pt x="5498" y="259"/>
                </a:lnTo>
                <a:lnTo>
                  <a:pt x="5436" y="192"/>
                </a:lnTo>
                <a:lnTo>
                  <a:pt x="5369" y="134"/>
                </a:lnTo>
                <a:lnTo>
                  <a:pt x="5301" y="84"/>
                </a:lnTo>
                <a:lnTo>
                  <a:pt x="5228" y="50"/>
                </a:lnTo>
                <a:lnTo>
                  <a:pt x="5156" y="17"/>
                </a:lnTo>
                <a:lnTo>
                  <a:pt x="50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a:off x="5544854" y="4235004"/>
            <a:ext cx="484905" cy="368484"/>
          </a:xfrm>
          <a:custGeom>
            <a:rect b="b" l="l" r="r" t="t"/>
            <a:pathLst>
              <a:path extrusionOk="0" h="33744" w="33105">
                <a:moveTo>
                  <a:pt x="22530" y="1"/>
                </a:moveTo>
                <a:lnTo>
                  <a:pt x="22458" y="9"/>
                </a:lnTo>
                <a:lnTo>
                  <a:pt x="22385" y="26"/>
                </a:lnTo>
                <a:lnTo>
                  <a:pt x="22312" y="42"/>
                </a:lnTo>
                <a:lnTo>
                  <a:pt x="22245" y="75"/>
                </a:lnTo>
                <a:lnTo>
                  <a:pt x="22177" y="109"/>
                </a:lnTo>
                <a:lnTo>
                  <a:pt x="22110" y="159"/>
                </a:lnTo>
                <a:lnTo>
                  <a:pt x="22042" y="209"/>
                </a:lnTo>
                <a:lnTo>
                  <a:pt x="21985" y="267"/>
                </a:lnTo>
                <a:lnTo>
                  <a:pt x="21923" y="334"/>
                </a:lnTo>
                <a:lnTo>
                  <a:pt x="21866" y="409"/>
                </a:lnTo>
                <a:lnTo>
                  <a:pt x="21814" y="483"/>
                </a:lnTo>
                <a:lnTo>
                  <a:pt x="21767" y="567"/>
                </a:lnTo>
                <a:lnTo>
                  <a:pt x="21720" y="667"/>
                </a:lnTo>
                <a:lnTo>
                  <a:pt x="21679" y="767"/>
                </a:lnTo>
                <a:lnTo>
                  <a:pt x="21643" y="866"/>
                </a:lnTo>
                <a:lnTo>
                  <a:pt x="21606" y="983"/>
                </a:lnTo>
                <a:lnTo>
                  <a:pt x="21580" y="1100"/>
                </a:lnTo>
                <a:lnTo>
                  <a:pt x="21554" y="1233"/>
                </a:lnTo>
                <a:lnTo>
                  <a:pt x="21539" y="1366"/>
                </a:lnTo>
                <a:lnTo>
                  <a:pt x="21528" y="1499"/>
                </a:lnTo>
                <a:lnTo>
                  <a:pt x="21518" y="1649"/>
                </a:lnTo>
                <a:lnTo>
                  <a:pt x="21466" y="3988"/>
                </a:lnTo>
                <a:lnTo>
                  <a:pt x="21419" y="6320"/>
                </a:lnTo>
                <a:lnTo>
                  <a:pt x="21388" y="8659"/>
                </a:lnTo>
                <a:lnTo>
                  <a:pt x="21362" y="10998"/>
                </a:lnTo>
                <a:lnTo>
                  <a:pt x="21347" y="13338"/>
                </a:lnTo>
                <a:lnTo>
                  <a:pt x="21336" y="15677"/>
                </a:lnTo>
                <a:lnTo>
                  <a:pt x="21331" y="18017"/>
                </a:lnTo>
                <a:lnTo>
                  <a:pt x="21336" y="20356"/>
                </a:lnTo>
                <a:lnTo>
                  <a:pt x="11634" y="11481"/>
                </a:lnTo>
                <a:lnTo>
                  <a:pt x="11561" y="11423"/>
                </a:lnTo>
                <a:lnTo>
                  <a:pt x="11489" y="11373"/>
                </a:lnTo>
                <a:lnTo>
                  <a:pt x="11416" y="11323"/>
                </a:lnTo>
                <a:lnTo>
                  <a:pt x="11343" y="11290"/>
                </a:lnTo>
                <a:lnTo>
                  <a:pt x="11271" y="11265"/>
                </a:lnTo>
                <a:lnTo>
                  <a:pt x="11198" y="11248"/>
                </a:lnTo>
                <a:lnTo>
                  <a:pt x="11125" y="11240"/>
                </a:lnTo>
                <a:lnTo>
                  <a:pt x="11053" y="11240"/>
                </a:lnTo>
                <a:lnTo>
                  <a:pt x="10985" y="11248"/>
                </a:lnTo>
                <a:lnTo>
                  <a:pt x="10912" y="11256"/>
                </a:lnTo>
                <a:lnTo>
                  <a:pt x="10845" y="11281"/>
                </a:lnTo>
                <a:lnTo>
                  <a:pt x="10777" y="11306"/>
                </a:lnTo>
                <a:lnTo>
                  <a:pt x="10710" y="11348"/>
                </a:lnTo>
                <a:lnTo>
                  <a:pt x="10648" y="11390"/>
                </a:lnTo>
                <a:lnTo>
                  <a:pt x="10585" y="11431"/>
                </a:lnTo>
                <a:lnTo>
                  <a:pt x="10523" y="11490"/>
                </a:lnTo>
                <a:lnTo>
                  <a:pt x="10466" y="11548"/>
                </a:lnTo>
                <a:lnTo>
                  <a:pt x="10409" y="11614"/>
                </a:lnTo>
                <a:lnTo>
                  <a:pt x="10352" y="11689"/>
                </a:lnTo>
                <a:lnTo>
                  <a:pt x="10305" y="11764"/>
                </a:lnTo>
                <a:lnTo>
                  <a:pt x="10253" y="11848"/>
                </a:lnTo>
                <a:lnTo>
                  <a:pt x="10206" y="11931"/>
                </a:lnTo>
                <a:lnTo>
                  <a:pt x="10165" y="12022"/>
                </a:lnTo>
                <a:lnTo>
                  <a:pt x="10128" y="12122"/>
                </a:lnTo>
                <a:lnTo>
                  <a:pt x="10092" y="12222"/>
                </a:lnTo>
                <a:lnTo>
                  <a:pt x="10061" y="12330"/>
                </a:lnTo>
                <a:lnTo>
                  <a:pt x="10030" y="12439"/>
                </a:lnTo>
                <a:lnTo>
                  <a:pt x="10009" y="12547"/>
                </a:lnTo>
                <a:lnTo>
                  <a:pt x="9988" y="12663"/>
                </a:lnTo>
                <a:lnTo>
                  <a:pt x="9973" y="12780"/>
                </a:lnTo>
                <a:lnTo>
                  <a:pt x="9957" y="12905"/>
                </a:lnTo>
                <a:lnTo>
                  <a:pt x="9952" y="13030"/>
                </a:lnTo>
                <a:lnTo>
                  <a:pt x="9890" y="14936"/>
                </a:lnTo>
                <a:lnTo>
                  <a:pt x="9833" y="16843"/>
                </a:lnTo>
                <a:lnTo>
                  <a:pt x="9786" y="18749"/>
                </a:lnTo>
                <a:lnTo>
                  <a:pt x="9750" y="20664"/>
                </a:lnTo>
                <a:lnTo>
                  <a:pt x="9713" y="22571"/>
                </a:lnTo>
                <a:lnTo>
                  <a:pt x="9687" y="24477"/>
                </a:lnTo>
                <a:lnTo>
                  <a:pt x="9666" y="26384"/>
                </a:lnTo>
                <a:lnTo>
                  <a:pt x="9656" y="28290"/>
                </a:lnTo>
                <a:lnTo>
                  <a:pt x="9158" y="27666"/>
                </a:lnTo>
                <a:lnTo>
                  <a:pt x="8659" y="27041"/>
                </a:lnTo>
                <a:lnTo>
                  <a:pt x="8171" y="26409"/>
                </a:lnTo>
                <a:lnTo>
                  <a:pt x="7678" y="25768"/>
                </a:lnTo>
                <a:lnTo>
                  <a:pt x="7190" y="25127"/>
                </a:lnTo>
                <a:lnTo>
                  <a:pt x="6702" y="24486"/>
                </a:lnTo>
                <a:lnTo>
                  <a:pt x="6219" y="23836"/>
                </a:lnTo>
                <a:lnTo>
                  <a:pt x="5737" y="23178"/>
                </a:lnTo>
                <a:lnTo>
                  <a:pt x="5254" y="22529"/>
                </a:lnTo>
                <a:lnTo>
                  <a:pt x="4776" y="21863"/>
                </a:lnTo>
                <a:lnTo>
                  <a:pt x="4299" y="21197"/>
                </a:lnTo>
                <a:lnTo>
                  <a:pt x="3826" y="20531"/>
                </a:lnTo>
                <a:lnTo>
                  <a:pt x="3354" y="19857"/>
                </a:lnTo>
                <a:lnTo>
                  <a:pt x="2882" y="19182"/>
                </a:lnTo>
                <a:lnTo>
                  <a:pt x="2414" y="18500"/>
                </a:lnTo>
                <a:lnTo>
                  <a:pt x="1947" y="17809"/>
                </a:lnTo>
                <a:lnTo>
                  <a:pt x="1895" y="17742"/>
                </a:lnTo>
                <a:lnTo>
                  <a:pt x="1843" y="17675"/>
                </a:lnTo>
                <a:lnTo>
                  <a:pt x="1791" y="17617"/>
                </a:lnTo>
                <a:lnTo>
                  <a:pt x="1739" y="17567"/>
                </a:lnTo>
                <a:lnTo>
                  <a:pt x="1688" y="17517"/>
                </a:lnTo>
                <a:lnTo>
                  <a:pt x="1636" y="17476"/>
                </a:lnTo>
                <a:lnTo>
                  <a:pt x="1579" y="17434"/>
                </a:lnTo>
                <a:lnTo>
                  <a:pt x="1527" y="17409"/>
                </a:lnTo>
                <a:lnTo>
                  <a:pt x="1418" y="17359"/>
                </a:lnTo>
                <a:lnTo>
                  <a:pt x="1309" y="17326"/>
                </a:lnTo>
                <a:lnTo>
                  <a:pt x="1205" y="17317"/>
                </a:lnTo>
                <a:lnTo>
                  <a:pt x="1096" y="17326"/>
                </a:lnTo>
                <a:lnTo>
                  <a:pt x="992" y="17351"/>
                </a:lnTo>
                <a:lnTo>
                  <a:pt x="888" y="17392"/>
                </a:lnTo>
                <a:lnTo>
                  <a:pt x="789" y="17442"/>
                </a:lnTo>
                <a:lnTo>
                  <a:pt x="691" y="17517"/>
                </a:lnTo>
                <a:lnTo>
                  <a:pt x="597" y="17592"/>
                </a:lnTo>
                <a:lnTo>
                  <a:pt x="509" y="17692"/>
                </a:lnTo>
                <a:lnTo>
                  <a:pt x="426" y="17792"/>
                </a:lnTo>
                <a:lnTo>
                  <a:pt x="348" y="17908"/>
                </a:lnTo>
                <a:lnTo>
                  <a:pt x="276" y="18033"/>
                </a:lnTo>
                <a:lnTo>
                  <a:pt x="208" y="18167"/>
                </a:lnTo>
                <a:lnTo>
                  <a:pt x="151" y="18308"/>
                </a:lnTo>
                <a:lnTo>
                  <a:pt x="104" y="18450"/>
                </a:lnTo>
                <a:lnTo>
                  <a:pt x="63" y="18608"/>
                </a:lnTo>
                <a:lnTo>
                  <a:pt x="32" y="18758"/>
                </a:lnTo>
                <a:lnTo>
                  <a:pt x="11" y="18924"/>
                </a:lnTo>
                <a:lnTo>
                  <a:pt x="0" y="19082"/>
                </a:lnTo>
                <a:lnTo>
                  <a:pt x="0" y="19249"/>
                </a:lnTo>
                <a:lnTo>
                  <a:pt x="11" y="19415"/>
                </a:lnTo>
                <a:lnTo>
                  <a:pt x="32" y="19582"/>
                </a:lnTo>
                <a:lnTo>
                  <a:pt x="47" y="19657"/>
                </a:lnTo>
                <a:lnTo>
                  <a:pt x="68" y="19740"/>
                </a:lnTo>
                <a:lnTo>
                  <a:pt x="94" y="19823"/>
                </a:lnTo>
                <a:lnTo>
                  <a:pt x="120" y="19907"/>
                </a:lnTo>
                <a:lnTo>
                  <a:pt x="146" y="19981"/>
                </a:lnTo>
                <a:lnTo>
                  <a:pt x="182" y="20065"/>
                </a:lnTo>
                <a:lnTo>
                  <a:pt x="218" y="20140"/>
                </a:lnTo>
                <a:lnTo>
                  <a:pt x="260" y="20223"/>
                </a:lnTo>
                <a:lnTo>
                  <a:pt x="301" y="20298"/>
                </a:lnTo>
                <a:lnTo>
                  <a:pt x="353" y="20373"/>
                </a:lnTo>
                <a:lnTo>
                  <a:pt x="940" y="21239"/>
                </a:lnTo>
                <a:lnTo>
                  <a:pt x="1537" y="22096"/>
                </a:lnTo>
                <a:lnTo>
                  <a:pt x="2134" y="22945"/>
                </a:lnTo>
                <a:lnTo>
                  <a:pt x="2731" y="23795"/>
                </a:lnTo>
                <a:lnTo>
                  <a:pt x="3338" y="24627"/>
                </a:lnTo>
                <a:lnTo>
                  <a:pt x="3941" y="25460"/>
                </a:lnTo>
                <a:lnTo>
                  <a:pt x="4553" y="26292"/>
                </a:lnTo>
                <a:lnTo>
                  <a:pt x="5166" y="27108"/>
                </a:lnTo>
                <a:lnTo>
                  <a:pt x="5778" y="27924"/>
                </a:lnTo>
                <a:lnTo>
                  <a:pt x="6401" y="28731"/>
                </a:lnTo>
                <a:lnTo>
                  <a:pt x="7019" y="29531"/>
                </a:lnTo>
                <a:lnTo>
                  <a:pt x="7647" y="30330"/>
                </a:lnTo>
                <a:lnTo>
                  <a:pt x="8275" y="31121"/>
                </a:lnTo>
                <a:lnTo>
                  <a:pt x="8909" y="31903"/>
                </a:lnTo>
                <a:lnTo>
                  <a:pt x="9542" y="32686"/>
                </a:lnTo>
                <a:lnTo>
                  <a:pt x="10180" y="33460"/>
                </a:lnTo>
                <a:lnTo>
                  <a:pt x="10248" y="33527"/>
                </a:lnTo>
                <a:lnTo>
                  <a:pt x="10315" y="33594"/>
                </a:lnTo>
                <a:lnTo>
                  <a:pt x="10383" y="33643"/>
                </a:lnTo>
                <a:lnTo>
                  <a:pt x="10456" y="33685"/>
                </a:lnTo>
                <a:lnTo>
                  <a:pt x="10523" y="33718"/>
                </a:lnTo>
                <a:lnTo>
                  <a:pt x="10596" y="33735"/>
                </a:lnTo>
                <a:lnTo>
                  <a:pt x="10668" y="33743"/>
                </a:lnTo>
                <a:lnTo>
                  <a:pt x="10741" y="33743"/>
                </a:lnTo>
                <a:lnTo>
                  <a:pt x="10814" y="33735"/>
                </a:lnTo>
                <a:lnTo>
                  <a:pt x="10881" y="33727"/>
                </a:lnTo>
                <a:lnTo>
                  <a:pt x="10954" y="33702"/>
                </a:lnTo>
                <a:lnTo>
                  <a:pt x="11021" y="33668"/>
                </a:lnTo>
                <a:lnTo>
                  <a:pt x="11094" y="33627"/>
                </a:lnTo>
                <a:lnTo>
                  <a:pt x="11156" y="33577"/>
                </a:lnTo>
                <a:lnTo>
                  <a:pt x="11224" y="33527"/>
                </a:lnTo>
                <a:lnTo>
                  <a:pt x="11286" y="33469"/>
                </a:lnTo>
                <a:lnTo>
                  <a:pt x="11348" y="33402"/>
                </a:lnTo>
                <a:lnTo>
                  <a:pt x="11411" y="33327"/>
                </a:lnTo>
                <a:lnTo>
                  <a:pt x="11468" y="33252"/>
                </a:lnTo>
                <a:lnTo>
                  <a:pt x="11520" y="33169"/>
                </a:lnTo>
                <a:lnTo>
                  <a:pt x="11572" y="33077"/>
                </a:lnTo>
                <a:lnTo>
                  <a:pt x="11618" y="32986"/>
                </a:lnTo>
                <a:lnTo>
                  <a:pt x="11665" y="32894"/>
                </a:lnTo>
                <a:lnTo>
                  <a:pt x="11701" y="32794"/>
                </a:lnTo>
                <a:lnTo>
                  <a:pt x="11743" y="32686"/>
                </a:lnTo>
                <a:lnTo>
                  <a:pt x="11774" y="32578"/>
                </a:lnTo>
                <a:lnTo>
                  <a:pt x="11800" y="32470"/>
                </a:lnTo>
                <a:lnTo>
                  <a:pt x="11826" y="32361"/>
                </a:lnTo>
                <a:lnTo>
                  <a:pt x="11842" y="32253"/>
                </a:lnTo>
                <a:lnTo>
                  <a:pt x="11857" y="32137"/>
                </a:lnTo>
                <a:lnTo>
                  <a:pt x="11868" y="32020"/>
                </a:lnTo>
                <a:lnTo>
                  <a:pt x="11868" y="31903"/>
                </a:lnTo>
                <a:lnTo>
                  <a:pt x="11873" y="29914"/>
                </a:lnTo>
                <a:lnTo>
                  <a:pt x="11883" y="27932"/>
                </a:lnTo>
                <a:lnTo>
                  <a:pt x="11899" y="25951"/>
                </a:lnTo>
                <a:lnTo>
                  <a:pt x="11930" y="23969"/>
                </a:lnTo>
                <a:lnTo>
                  <a:pt x="11961" y="21980"/>
                </a:lnTo>
                <a:lnTo>
                  <a:pt x="12003" y="19998"/>
                </a:lnTo>
                <a:lnTo>
                  <a:pt x="12054" y="18017"/>
                </a:lnTo>
                <a:lnTo>
                  <a:pt x="12106" y="16035"/>
                </a:lnTo>
                <a:lnTo>
                  <a:pt x="21887" y="24960"/>
                </a:lnTo>
                <a:lnTo>
                  <a:pt x="21954" y="25018"/>
                </a:lnTo>
                <a:lnTo>
                  <a:pt x="22022" y="25068"/>
                </a:lnTo>
                <a:lnTo>
                  <a:pt x="22094" y="25110"/>
                </a:lnTo>
                <a:lnTo>
                  <a:pt x="22167" y="25135"/>
                </a:lnTo>
                <a:lnTo>
                  <a:pt x="22234" y="25160"/>
                </a:lnTo>
                <a:lnTo>
                  <a:pt x="22307" y="25177"/>
                </a:lnTo>
                <a:lnTo>
                  <a:pt x="22380" y="25185"/>
                </a:lnTo>
                <a:lnTo>
                  <a:pt x="22452" y="25193"/>
                </a:lnTo>
                <a:lnTo>
                  <a:pt x="22525" y="25185"/>
                </a:lnTo>
                <a:lnTo>
                  <a:pt x="22598" y="25168"/>
                </a:lnTo>
                <a:lnTo>
                  <a:pt x="22665" y="25152"/>
                </a:lnTo>
                <a:lnTo>
                  <a:pt x="22733" y="25127"/>
                </a:lnTo>
                <a:lnTo>
                  <a:pt x="22800" y="25093"/>
                </a:lnTo>
                <a:lnTo>
                  <a:pt x="22868" y="25052"/>
                </a:lnTo>
                <a:lnTo>
                  <a:pt x="22935" y="25002"/>
                </a:lnTo>
                <a:lnTo>
                  <a:pt x="22998" y="24952"/>
                </a:lnTo>
                <a:lnTo>
                  <a:pt x="23055" y="24893"/>
                </a:lnTo>
                <a:lnTo>
                  <a:pt x="23117" y="24827"/>
                </a:lnTo>
                <a:lnTo>
                  <a:pt x="23169" y="24760"/>
                </a:lnTo>
                <a:lnTo>
                  <a:pt x="23221" y="24685"/>
                </a:lnTo>
                <a:lnTo>
                  <a:pt x="23273" y="24602"/>
                </a:lnTo>
                <a:lnTo>
                  <a:pt x="23319" y="24519"/>
                </a:lnTo>
                <a:lnTo>
                  <a:pt x="23361" y="24427"/>
                </a:lnTo>
                <a:lnTo>
                  <a:pt x="23402" y="24327"/>
                </a:lnTo>
                <a:lnTo>
                  <a:pt x="23439" y="24227"/>
                </a:lnTo>
                <a:lnTo>
                  <a:pt x="23470" y="24128"/>
                </a:lnTo>
                <a:lnTo>
                  <a:pt x="23496" y="24019"/>
                </a:lnTo>
                <a:lnTo>
                  <a:pt x="23517" y="23911"/>
                </a:lnTo>
                <a:lnTo>
                  <a:pt x="23537" y="23795"/>
                </a:lnTo>
                <a:lnTo>
                  <a:pt x="23548" y="23670"/>
                </a:lnTo>
                <a:lnTo>
                  <a:pt x="23553" y="23545"/>
                </a:lnTo>
                <a:lnTo>
                  <a:pt x="23558" y="23420"/>
                </a:lnTo>
                <a:lnTo>
                  <a:pt x="23543" y="21114"/>
                </a:lnTo>
                <a:lnTo>
                  <a:pt x="23537" y="18799"/>
                </a:lnTo>
                <a:lnTo>
                  <a:pt x="23537" y="16493"/>
                </a:lnTo>
                <a:lnTo>
                  <a:pt x="23543" y="14187"/>
                </a:lnTo>
                <a:lnTo>
                  <a:pt x="23553" y="11881"/>
                </a:lnTo>
                <a:lnTo>
                  <a:pt x="23569" y="9566"/>
                </a:lnTo>
                <a:lnTo>
                  <a:pt x="23589" y="7260"/>
                </a:lnTo>
                <a:lnTo>
                  <a:pt x="23615" y="4954"/>
                </a:lnTo>
                <a:lnTo>
                  <a:pt x="24669" y="6186"/>
                </a:lnTo>
                <a:lnTo>
                  <a:pt x="25723" y="7418"/>
                </a:lnTo>
                <a:lnTo>
                  <a:pt x="26772" y="8659"/>
                </a:lnTo>
                <a:lnTo>
                  <a:pt x="27820" y="9908"/>
                </a:lnTo>
                <a:lnTo>
                  <a:pt x="29917" y="12405"/>
                </a:lnTo>
                <a:lnTo>
                  <a:pt x="32009" y="14911"/>
                </a:lnTo>
                <a:lnTo>
                  <a:pt x="32072" y="14978"/>
                </a:lnTo>
                <a:lnTo>
                  <a:pt x="32139" y="15028"/>
                </a:lnTo>
                <a:lnTo>
                  <a:pt x="32202" y="15070"/>
                </a:lnTo>
                <a:lnTo>
                  <a:pt x="32264" y="15094"/>
                </a:lnTo>
                <a:lnTo>
                  <a:pt x="32326" y="15111"/>
                </a:lnTo>
                <a:lnTo>
                  <a:pt x="32394" y="15111"/>
                </a:lnTo>
                <a:lnTo>
                  <a:pt x="32456" y="15103"/>
                </a:lnTo>
                <a:lnTo>
                  <a:pt x="32513" y="15078"/>
                </a:lnTo>
                <a:lnTo>
                  <a:pt x="32575" y="15053"/>
                </a:lnTo>
                <a:lnTo>
                  <a:pt x="32632" y="15011"/>
                </a:lnTo>
                <a:lnTo>
                  <a:pt x="32690" y="14961"/>
                </a:lnTo>
                <a:lnTo>
                  <a:pt x="32741" y="14903"/>
                </a:lnTo>
                <a:lnTo>
                  <a:pt x="32793" y="14845"/>
                </a:lnTo>
                <a:lnTo>
                  <a:pt x="32840" y="14770"/>
                </a:lnTo>
                <a:lnTo>
                  <a:pt x="32887" y="14695"/>
                </a:lnTo>
                <a:lnTo>
                  <a:pt x="32928" y="14612"/>
                </a:lnTo>
                <a:lnTo>
                  <a:pt x="32965" y="14528"/>
                </a:lnTo>
                <a:lnTo>
                  <a:pt x="33001" y="14437"/>
                </a:lnTo>
                <a:lnTo>
                  <a:pt x="33032" y="14345"/>
                </a:lnTo>
                <a:lnTo>
                  <a:pt x="33053" y="14245"/>
                </a:lnTo>
                <a:lnTo>
                  <a:pt x="33074" y="14145"/>
                </a:lnTo>
                <a:lnTo>
                  <a:pt x="33089" y="14045"/>
                </a:lnTo>
                <a:lnTo>
                  <a:pt x="33100" y="13946"/>
                </a:lnTo>
                <a:lnTo>
                  <a:pt x="33105" y="13846"/>
                </a:lnTo>
                <a:lnTo>
                  <a:pt x="33100" y="13737"/>
                </a:lnTo>
                <a:lnTo>
                  <a:pt x="33094" y="13638"/>
                </a:lnTo>
                <a:lnTo>
                  <a:pt x="33079" y="13538"/>
                </a:lnTo>
                <a:lnTo>
                  <a:pt x="33053" y="13438"/>
                </a:lnTo>
                <a:lnTo>
                  <a:pt x="33027" y="13346"/>
                </a:lnTo>
                <a:lnTo>
                  <a:pt x="32985" y="13255"/>
                </a:lnTo>
                <a:lnTo>
                  <a:pt x="32944" y="13163"/>
                </a:lnTo>
                <a:lnTo>
                  <a:pt x="32892" y="13080"/>
                </a:lnTo>
                <a:lnTo>
                  <a:pt x="32305" y="12264"/>
                </a:lnTo>
                <a:lnTo>
                  <a:pt x="31719" y="11448"/>
                </a:lnTo>
                <a:lnTo>
                  <a:pt x="31132" y="10640"/>
                </a:lnTo>
                <a:lnTo>
                  <a:pt x="30540" y="9841"/>
                </a:lnTo>
                <a:lnTo>
                  <a:pt x="29949" y="9042"/>
                </a:lnTo>
                <a:lnTo>
                  <a:pt x="29357" y="8243"/>
                </a:lnTo>
                <a:lnTo>
                  <a:pt x="28163" y="6669"/>
                </a:lnTo>
                <a:lnTo>
                  <a:pt x="26964" y="5096"/>
                </a:lnTo>
                <a:lnTo>
                  <a:pt x="25754" y="3539"/>
                </a:lnTo>
                <a:lnTo>
                  <a:pt x="24544" y="1990"/>
                </a:lnTo>
                <a:lnTo>
                  <a:pt x="23335" y="442"/>
                </a:lnTo>
                <a:lnTo>
                  <a:pt x="23267" y="359"/>
                </a:lnTo>
                <a:lnTo>
                  <a:pt x="23195" y="292"/>
                </a:lnTo>
                <a:lnTo>
                  <a:pt x="23127" y="225"/>
                </a:lnTo>
                <a:lnTo>
                  <a:pt x="23055" y="167"/>
                </a:lnTo>
                <a:lnTo>
                  <a:pt x="22982" y="117"/>
                </a:lnTo>
                <a:lnTo>
                  <a:pt x="22904" y="84"/>
                </a:lnTo>
                <a:lnTo>
                  <a:pt x="22831" y="51"/>
                </a:lnTo>
                <a:lnTo>
                  <a:pt x="22754" y="26"/>
                </a:lnTo>
                <a:lnTo>
                  <a:pt x="22681" y="9"/>
                </a:lnTo>
                <a:lnTo>
                  <a:pt x="2260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
    <p:spTree>
      <p:nvGrpSpPr>
        <p:cNvPr id="241" name="Shape 241"/>
        <p:cNvGrpSpPr/>
        <p:nvPr/>
      </p:nvGrpSpPr>
      <p:grpSpPr>
        <a:xfrm>
          <a:off x="0" y="0"/>
          <a:ext cx="0" cy="0"/>
          <a:chOff x="0" y="0"/>
          <a:chExt cx="0" cy="0"/>
        </a:xfrm>
      </p:grpSpPr>
      <p:sp>
        <p:nvSpPr>
          <p:cNvPr id="242" name="Google Shape;242;p14"/>
          <p:cNvSpPr txBox="1"/>
          <p:nvPr>
            <p:ph idx="1" type="subTitle"/>
          </p:nvPr>
        </p:nvSpPr>
        <p:spPr>
          <a:xfrm>
            <a:off x="930300" y="2752250"/>
            <a:ext cx="33402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sz="2500">
                <a:latin typeface="Do Hyeon"/>
                <a:ea typeface="Do Hyeon"/>
                <a:cs typeface="Do Hyeon"/>
                <a:sym typeface="Do Hyeon"/>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243" name="Google Shape;243;p14"/>
          <p:cNvSpPr txBox="1"/>
          <p:nvPr>
            <p:ph idx="2" type="subTitle"/>
          </p:nvPr>
        </p:nvSpPr>
        <p:spPr>
          <a:xfrm>
            <a:off x="4920150" y="2752250"/>
            <a:ext cx="33402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Bebas Neue"/>
              <a:buNone/>
              <a:defRPr sz="2500">
                <a:latin typeface="Do Hyeon"/>
                <a:ea typeface="Do Hyeon"/>
                <a:cs typeface="Do Hyeon"/>
                <a:sym typeface="Do Hyeon"/>
              </a:defRPr>
            </a:lvl1pPr>
            <a:lvl2pPr lvl="1" rtl="0" algn="ctr">
              <a:lnSpc>
                <a:spcPct val="100000"/>
              </a:lnSpc>
              <a:spcBef>
                <a:spcPts val="1600"/>
              </a:spcBef>
              <a:spcAft>
                <a:spcPts val="0"/>
              </a:spcAft>
              <a:buSzPts val="1400"/>
              <a:buFont typeface="Bebas Neue"/>
              <a:buNone/>
              <a:defRPr>
                <a:latin typeface="Bebas Neue"/>
                <a:ea typeface="Bebas Neue"/>
                <a:cs typeface="Bebas Neue"/>
                <a:sym typeface="Bebas Neue"/>
              </a:defRPr>
            </a:lvl2pPr>
            <a:lvl3pPr lvl="2" rtl="0" algn="ctr">
              <a:lnSpc>
                <a:spcPct val="100000"/>
              </a:lnSpc>
              <a:spcBef>
                <a:spcPts val="1600"/>
              </a:spcBef>
              <a:spcAft>
                <a:spcPts val="0"/>
              </a:spcAft>
              <a:buSzPts val="1400"/>
              <a:buFont typeface="Bebas Neue"/>
              <a:buNone/>
              <a:defRPr>
                <a:latin typeface="Bebas Neue"/>
                <a:ea typeface="Bebas Neue"/>
                <a:cs typeface="Bebas Neue"/>
                <a:sym typeface="Bebas Neue"/>
              </a:defRPr>
            </a:lvl3pPr>
            <a:lvl4pPr lvl="3" rtl="0" algn="ctr">
              <a:lnSpc>
                <a:spcPct val="100000"/>
              </a:lnSpc>
              <a:spcBef>
                <a:spcPts val="1600"/>
              </a:spcBef>
              <a:spcAft>
                <a:spcPts val="0"/>
              </a:spcAft>
              <a:buSzPts val="1400"/>
              <a:buFont typeface="Bebas Neue"/>
              <a:buNone/>
              <a:defRPr>
                <a:latin typeface="Bebas Neue"/>
                <a:ea typeface="Bebas Neue"/>
                <a:cs typeface="Bebas Neue"/>
                <a:sym typeface="Bebas Neue"/>
              </a:defRPr>
            </a:lvl4pPr>
            <a:lvl5pPr lvl="4" rtl="0" algn="ctr">
              <a:lnSpc>
                <a:spcPct val="100000"/>
              </a:lnSpc>
              <a:spcBef>
                <a:spcPts val="1600"/>
              </a:spcBef>
              <a:spcAft>
                <a:spcPts val="0"/>
              </a:spcAft>
              <a:buSzPts val="1400"/>
              <a:buFont typeface="Bebas Neue"/>
              <a:buNone/>
              <a:defRPr>
                <a:latin typeface="Bebas Neue"/>
                <a:ea typeface="Bebas Neue"/>
                <a:cs typeface="Bebas Neue"/>
                <a:sym typeface="Bebas Neue"/>
              </a:defRPr>
            </a:lvl5pPr>
            <a:lvl6pPr lvl="5" rtl="0" algn="ctr">
              <a:lnSpc>
                <a:spcPct val="100000"/>
              </a:lnSpc>
              <a:spcBef>
                <a:spcPts val="1600"/>
              </a:spcBef>
              <a:spcAft>
                <a:spcPts val="0"/>
              </a:spcAft>
              <a:buSzPts val="1400"/>
              <a:buFont typeface="Bebas Neue"/>
              <a:buNone/>
              <a:defRPr>
                <a:latin typeface="Bebas Neue"/>
                <a:ea typeface="Bebas Neue"/>
                <a:cs typeface="Bebas Neue"/>
                <a:sym typeface="Bebas Neue"/>
              </a:defRPr>
            </a:lvl6pPr>
            <a:lvl7pPr lvl="6" rtl="0" algn="ctr">
              <a:lnSpc>
                <a:spcPct val="100000"/>
              </a:lnSpc>
              <a:spcBef>
                <a:spcPts val="1600"/>
              </a:spcBef>
              <a:spcAft>
                <a:spcPts val="0"/>
              </a:spcAft>
              <a:buSzPts val="1400"/>
              <a:buFont typeface="Bebas Neue"/>
              <a:buNone/>
              <a:defRPr>
                <a:latin typeface="Bebas Neue"/>
                <a:ea typeface="Bebas Neue"/>
                <a:cs typeface="Bebas Neue"/>
                <a:sym typeface="Bebas Neue"/>
              </a:defRPr>
            </a:lvl7pPr>
            <a:lvl8pPr lvl="7" rtl="0" algn="ctr">
              <a:lnSpc>
                <a:spcPct val="100000"/>
              </a:lnSpc>
              <a:spcBef>
                <a:spcPts val="1600"/>
              </a:spcBef>
              <a:spcAft>
                <a:spcPts val="0"/>
              </a:spcAft>
              <a:buSzPts val="1400"/>
              <a:buFont typeface="Bebas Neue"/>
              <a:buNone/>
              <a:defRPr>
                <a:latin typeface="Bebas Neue"/>
                <a:ea typeface="Bebas Neue"/>
                <a:cs typeface="Bebas Neue"/>
                <a:sym typeface="Bebas Neue"/>
              </a:defRPr>
            </a:lvl8pPr>
            <a:lvl9pPr lvl="8" rtl="0" algn="ctr">
              <a:lnSpc>
                <a:spcPct val="100000"/>
              </a:lnSpc>
              <a:spcBef>
                <a:spcPts val="1600"/>
              </a:spcBef>
              <a:spcAft>
                <a:spcPts val="1600"/>
              </a:spcAft>
              <a:buSzPts val="1400"/>
              <a:buFont typeface="Bebas Neue"/>
              <a:buNone/>
              <a:defRPr>
                <a:latin typeface="Bebas Neue"/>
                <a:ea typeface="Bebas Neue"/>
                <a:cs typeface="Bebas Neue"/>
                <a:sym typeface="Bebas Neue"/>
              </a:defRPr>
            </a:lvl9pPr>
          </a:lstStyle>
          <a:p/>
        </p:txBody>
      </p:sp>
      <p:sp>
        <p:nvSpPr>
          <p:cNvPr id="244" name="Google Shape;244;p14"/>
          <p:cNvSpPr txBox="1"/>
          <p:nvPr>
            <p:ph idx="3" type="subTitle"/>
          </p:nvPr>
        </p:nvSpPr>
        <p:spPr>
          <a:xfrm>
            <a:off x="1092575" y="3248600"/>
            <a:ext cx="3015300" cy="93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5" name="Google Shape;245;p14"/>
          <p:cNvSpPr txBox="1"/>
          <p:nvPr>
            <p:ph idx="4" type="subTitle"/>
          </p:nvPr>
        </p:nvSpPr>
        <p:spPr>
          <a:xfrm>
            <a:off x="5082550" y="3248600"/>
            <a:ext cx="3015300" cy="93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6" name="Google Shape;246;p14"/>
          <p:cNvSpPr/>
          <p:nvPr/>
        </p:nvSpPr>
        <p:spPr>
          <a:xfrm flipH="1" rot="6946894">
            <a:off x="7881448" y="714844"/>
            <a:ext cx="642085" cy="52779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flipH="1">
            <a:off x="4315" y="233691"/>
            <a:ext cx="381508" cy="477377"/>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flipH="1" rot="10800000">
            <a:off x="8478649" y="233707"/>
            <a:ext cx="428717" cy="299902"/>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flipH="1" rot="10800000">
            <a:off x="8440964" y="176423"/>
            <a:ext cx="380079" cy="277692"/>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flipH="1" rot="10800000">
            <a:off x="7923937" y="228610"/>
            <a:ext cx="59923" cy="105900"/>
          </a:xfrm>
          <a:custGeom>
            <a:rect b="b" l="l" r="r" t="t"/>
            <a:pathLst>
              <a:path extrusionOk="0" h="10561" w="18325">
                <a:moveTo>
                  <a:pt x="4574" y="0"/>
                </a:moveTo>
                <a:lnTo>
                  <a:pt x="4173" y="8"/>
                </a:lnTo>
                <a:lnTo>
                  <a:pt x="3772" y="31"/>
                </a:lnTo>
                <a:lnTo>
                  <a:pt x="3397" y="62"/>
                </a:lnTo>
                <a:lnTo>
                  <a:pt x="3023" y="101"/>
                </a:lnTo>
                <a:lnTo>
                  <a:pt x="2648" y="147"/>
                </a:lnTo>
                <a:lnTo>
                  <a:pt x="2274" y="201"/>
                </a:lnTo>
                <a:lnTo>
                  <a:pt x="1926" y="270"/>
                </a:lnTo>
                <a:lnTo>
                  <a:pt x="1605" y="340"/>
                </a:lnTo>
                <a:lnTo>
                  <a:pt x="1311" y="425"/>
                </a:lnTo>
                <a:lnTo>
                  <a:pt x="1043" y="517"/>
                </a:lnTo>
                <a:lnTo>
                  <a:pt x="776" y="610"/>
                </a:lnTo>
                <a:lnTo>
                  <a:pt x="562" y="718"/>
                </a:lnTo>
                <a:lnTo>
                  <a:pt x="375" y="834"/>
                </a:lnTo>
                <a:lnTo>
                  <a:pt x="214" y="957"/>
                </a:lnTo>
                <a:lnTo>
                  <a:pt x="107" y="1089"/>
                </a:lnTo>
                <a:lnTo>
                  <a:pt x="27" y="1220"/>
                </a:lnTo>
                <a:lnTo>
                  <a:pt x="0" y="1367"/>
                </a:lnTo>
                <a:lnTo>
                  <a:pt x="27" y="1668"/>
                </a:lnTo>
                <a:lnTo>
                  <a:pt x="54" y="1961"/>
                </a:lnTo>
                <a:lnTo>
                  <a:pt x="107" y="2254"/>
                </a:lnTo>
                <a:lnTo>
                  <a:pt x="214" y="2555"/>
                </a:lnTo>
                <a:lnTo>
                  <a:pt x="321" y="2849"/>
                </a:lnTo>
                <a:lnTo>
                  <a:pt x="482" y="3150"/>
                </a:lnTo>
                <a:lnTo>
                  <a:pt x="642" y="3443"/>
                </a:lnTo>
                <a:lnTo>
                  <a:pt x="829" y="3737"/>
                </a:lnTo>
                <a:lnTo>
                  <a:pt x="1070" y="4030"/>
                </a:lnTo>
                <a:lnTo>
                  <a:pt x="1311" y="4323"/>
                </a:lnTo>
                <a:lnTo>
                  <a:pt x="1578" y="4617"/>
                </a:lnTo>
                <a:lnTo>
                  <a:pt x="1873" y="4902"/>
                </a:lnTo>
                <a:lnTo>
                  <a:pt x="2194" y="5196"/>
                </a:lnTo>
                <a:lnTo>
                  <a:pt x="2541" y="5481"/>
                </a:lnTo>
                <a:lnTo>
                  <a:pt x="2889" y="5767"/>
                </a:lnTo>
                <a:lnTo>
                  <a:pt x="3264" y="6053"/>
                </a:lnTo>
                <a:lnTo>
                  <a:pt x="3665" y="6330"/>
                </a:lnTo>
                <a:lnTo>
                  <a:pt x="4093" y="6608"/>
                </a:lnTo>
                <a:lnTo>
                  <a:pt x="4548" y="6886"/>
                </a:lnTo>
                <a:lnTo>
                  <a:pt x="5002" y="7157"/>
                </a:lnTo>
                <a:lnTo>
                  <a:pt x="5484" y="7427"/>
                </a:lnTo>
                <a:lnTo>
                  <a:pt x="5966" y="7697"/>
                </a:lnTo>
                <a:lnTo>
                  <a:pt x="6474" y="7959"/>
                </a:lnTo>
                <a:lnTo>
                  <a:pt x="7009" y="8222"/>
                </a:lnTo>
                <a:lnTo>
                  <a:pt x="7544" y="8477"/>
                </a:lnTo>
                <a:lnTo>
                  <a:pt x="8106" y="8731"/>
                </a:lnTo>
                <a:lnTo>
                  <a:pt x="8694" y="8978"/>
                </a:lnTo>
                <a:lnTo>
                  <a:pt x="9283" y="9225"/>
                </a:lnTo>
                <a:lnTo>
                  <a:pt x="9871" y="9465"/>
                </a:lnTo>
                <a:lnTo>
                  <a:pt x="10486" y="9704"/>
                </a:lnTo>
                <a:lnTo>
                  <a:pt x="11128" y="9936"/>
                </a:lnTo>
                <a:lnTo>
                  <a:pt x="11770" y="10160"/>
                </a:lnTo>
                <a:lnTo>
                  <a:pt x="12065" y="10252"/>
                </a:lnTo>
                <a:lnTo>
                  <a:pt x="12359" y="10329"/>
                </a:lnTo>
                <a:lnTo>
                  <a:pt x="12653" y="10391"/>
                </a:lnTo>
                <a:lnTo>
                  <a:pt x="12974" y="10445"/>
                </a:lnTo>
                <a:lnTo>
                  <a:pt x="13322" y="10492"/>
                </a:lnTo>
                <a:lnTo>
                  <a:pt x="13643" y="10522"/>
                </a:lnTo>
                <a:lnTo>
                  <a:pt x="13964" y="10546"/>
                </a:lnTo>
                <a:lnTo>
                  <a:pt x="14312" y="10561"/>
                </a:lnTo>
                <a:lnTo>
                  <a:pt x="14659" y="10561"/>
                </a:lnTo>
                <a:lnTo>
                  <a:pt x="14980" y="10553"/>
                </a:lnTo>
                <a:lnTo>
                  <a:pt x="15301" y="10538"/>
                </a:lnTo>
                <a:lnTo>
                  <a:pt x="15622" y="10515"/>
                </a:lnTo>
                <a:lnTo>
                  <a:pt x="15943" y="10484"/>
                </a:lnTo>
                <a:lnTo>
                  <a:pt x="16238" y="10445"/>
                </a:lnTo>
                <a:lnTo>
                  <a:pt x="16532" y="10399"/>
                </a:lnTo>
                <a:lnTo>
                  <a:pt x="16826" y="10345"/>
                </a:lnTo>
                <a:lnTo>
                  <a:pt x="17067" y="10291"/>
                </a:lnTo>
                <a:lnTo>
                  <a:pt x="17308" y="10221"/>
                </a:lnTo>
                <a:lnTo>
                  <a:pt x="17549" y="10152"/>
                </a:lnTo>
                <a:lnTo>
                  <a:pt x="17736" y="10082"/>
                </a:lnTo>
                <a:lnTo>
                  <a:pt x="17896" y="9997"/>
                </a:lnTo>
                <a:lnTo>
                  <a:pt x="18057" y="9913"/>
                </a:lnTo>
                <a:lnTo>
                  <a:pt x="18164" y="9828"/>
                </a:lnTo>
                <a:lnTo>
                  <a:pt x="18271" y="9735"/>
                </a:lnTo>
                <a:lnTo>
                  <a:pt x="18324" y="9642"/>
                </a:lnTo>
                <a:lnTo>
                  <a:pt x="18324" y="9542"/>
                </a:lnTo>
                <a:lnTo>
                  <a:pt x="18324" y="9442"/>
                </a:lnTo>
                <a:lnTo>
                  <a:pt x="18271" y="9341"/>
                </a:lnTo>
                <a:lnTo>
                  <a:pt x="18164" y="9241"/>
                </a:lnTo>
                <a:lnTo>
                  <a:pt x="18030" y="9133"/>
                </a:lnTo>
                <a:lnTo>
                  <a:pt x="17870" y="9032"/>
                </a:lnTo>
                <a:lnTo>
                  <a:pt x="17629" y="8924"/>
                </a:lnTo>
                <a:lnTo>
                  <a:pt x="17094" y="8693"/>
                </a:lnTo>
                <a:lnTo>
                  <a:pt x="16586" y="8469"/>
                </a:lnTo>
                <a:lnTo>
                  <a:pt x="16077" y="8237"/>
                </a:lnTo>
                <a:lnTo>
                  <a:pt x="15596" y="8006"/>
                </a:lnTo>
                <a:lnTo>
                  <a:pt x="15141" y="7774"/>
                </a:lnTo>
                <a:lnTo>
                  <a:pt x="14713" y="7542"/>
                </a:lnTo>
                <a:lnTo>
                  <a:pt x="14285" y="7311"/>
                </a:lnTo>
                <a:lnTo>
                  <a:pt x="13884" y="7079"/>
                </a:lnTo>
                <a:lnTo>
                  <a:pt x="13509" y="6848"/>
                </a:lnTo>
                <a:lnTo>
                  <a:pt x="13161" y="6608"/>
                </a:lnTo>
                <a:lnTo>
                  <a:pt x="12814" y="6377"/>
                </a:lnTo>
                <a:lnTo>
                  <a:pt x="12466" y="6137"/>
                </a:lnTo>
                <a:lnTo>
                  <a:pt x="12145" y="5898"/>
                </a:lnTo>
                <a:lnTo>
                  <a:pt x="11851" y="5659"/>
                </a:lnTo>
                <a:lnTo>
                  <a:pt x="11316" y="5180"/>
                </a:lnTo>
                <a:lnTo>
                  <a:pt x="10807" y="4694"/>
                </a:lnTo>
                <a:lnTo>
                  <a:pt x="10379" y="4200"/>
                </a:lnTo>
                <a:lnTo>
                  <a:pt x="9978" y="3698"/>
                </a:lnTo>
                <a:lnTo>
                  <a:pt x="9657" y="3188"/>
                </a:lnTo>
                <a:lnTo>
                  <a:pt x="9336" y="2679"/>
                </a:lnTo>
                <a:lnTo>
                  <a:pt x="9095" y="2154"/>
                </a:lnTo>
                <a:lnTo>
                  <a:pt x="8881" y="1621"/>
                </a:lnTo>
                <a:lnTo>
                  <a:pt x="8694" y="1081"/>
                </a:lnTo>
                <a:lnTo>
                  <a:pt x="8614" y="934"/>
                </a:lnTo>
                <a:lnTo>
                  <a:pt x="8507" y="795"/>
                </a:lnTo>
                <a:lnTo>
                  <a:pt x="8346" y="664"/>
                </a:lnTo>
                <a:lnTo>
                  <a:pt x="8159" y="556"/>
                </a:lnTo>
                <a:lnTo>
                  <a:pt x="7945" y="448"/>
                </a:lnTo>
                <a:lnTo>
                  <a:pt x="7704" y="355"/>
                </a:lnTo>
                <a:lnTo>
                  <a:pt x="7437" y="278"/>
                </a:lnTo>
                <a:lnTo>
                  <a:pt x="7116" y="209"/>
                </a:lnTo>
                <a:lnTo>
                  <a:pt x="6795" y="147"/>
                </a:lnTo>
                <a:lnTo>
                  <a:pt x="6447" y="93"/>
                </a:lnTo>
                <a:lnTo>
                  <a:pt x="6099" y="54"/>
                </a:lnTo>
                <a:lnTo>
                  <a:pt x="5725" y="31"/>
                </a:lnTo>
                <a:lnTo>
                  <a:pt x="5350" y="8"/>
                </a:lnTo>
                <a:lnTo>
                  <a:pt x="49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flipH="1" rot="10800000">
            <a:off x="7922623" y="420350"/>
            <a:ext cx="32196" cy="94299"/>
          </a:xfrm>
          <a:custGeom>
            <a:rect b="b" l="l" r="r" t="t"/>
            <a:pathLst>
              <a:path extrusionOk="0" h="9404" w="9846">
                <a:moveTo>
                  <a:pt x="6154" y="1"/>
                </a:moveTo>
                <a:lnTo>
                  <a:pt x="5886" y="9"/>
                </a:lnTo>
                <a:lnTo>
                  <a:pt x="5645" y="16"/>
                </a:lnTo>
                <a:lnTo>
                  <a:pt x="5404" y="40"/>
                </a:lnTo>
                <a:lnTo>
                  <a:pt x="5190" y="55"/>
                </a:lnTo>
                <a:lnTo>
                  <a:pt x="4950" y="86"/>
                </a:lnTo>
                <a:lnTo>
                  <a:pt x="4736" y="117"/>
                </a:lnTo>
                <a:lnTo>
                  <a:pt x="4522" y="155"/>
                </a:lnTo>
                <a:lnTo>
                  <a:pt x="4334" y="194"/>
                </a:lnTo>
                <a:lnTo>
                  <a:pt x="4120" y="248"/>
                </a:lnTo>
                <a:lnTo>
                  <a:pt x="3960" y="302"/>
                </a:lnTo>
                <a:lnTo>
                  <a:pt x="3799" y="364"/>
                </a:lnTo>
                <a:lnTo>
                  <a:pt x="3318" y="572"/>
                </a:lnTo>
                <a:lnTo>
                  <a:pt x="2863" y="788"/>
                </a:lnTo>
                <a:lnTo>
                  <a:pt x="2462" y="1012"/>
                </a:lnTo>
                <a:lnTo>
                  <a:pt x="2087" y="1244"/>
                </a:lnTo>
                <a:lnTo>
                  <a:pt x="1740" y="1483"/>
                </a:lnTo>
                <a:lnTo>
                  <a:pt x="1445" y="1730"/>
                </a:lnTo>
                <a:lnTo>
                  <a:pt x="1178" y="1977"/>
                </a:lnTo>
                <a:lnTo>
                  <a:pt x="937" y="2232"/>
                </a:lnTo>
                <a:lnTo>
                  <a:pt x="723" y="2494"/>
                </a:lnTo>
                <a:lnTo>
                  <a:pt x="536" y="2757"/>
                </a:lnTo>
                <a:lnTo>
                  <a:pt x="402" y="3019"/>
                </a:lnTo>
                <a:lnTo>
                  <a:pt x="268" y="3290"/>
                </a:lnTo>
                <a:lnTo>
                  <a:pt x="161" y="3568"/>
                </a:lnTo>
                <a:lnTo>
                  <a:pt x="81" y="3838"/>
                </a:lnTo>
                <a:lnTo>
                  <a:pt x="28" y="4116"/>
                </a:lnTo>
                <a:lnTo>
                  <a:pt x="1" y="4394"/>
                </a:lnTo>
                <a:lnTo>
                  <a:pt x="1" y="4671"/>
                </a:lnTo>
                <a:lnTo>
                  <a:pt x="1" y="4949"/>
                </a:lnTo>
                <a:lnTo>
                  <a:pt x="28" y="5235"/>
                </a:lnTo>
                <a:lnTo>
                  <a:pt x="81" y="5513"/>
                </a:lnTo>
                <a:lnTo>
                  <a:pt x="135" y="5791"/>
                </a:lnTo>
                <a:lnTo>
                  <a:pt x="215" y="6061"/>
                </a:lnTo>
                <a:lnTo>
                  <a:pt x="429" y="6609"/>
                </a:lnTo>
                <a:lnTo>
                  <a:pt x="670" y="7142"/>
                </a:lnTo>
                <a:lnTo>
                  <a:pt x="964" y="7667"/>
                </a:lnTo>
                <a:lnTo>
                  <a:pt x="1285" y="8169"/>
                </a:lnTo>
                <a:lnTo>
                  <a:pt x="1633" y="8647"/>
                </a:lnTo>
                <a:lnTo>
                  <a:pt x="1740" y="8748"/>
                </a:lnTo>
                <a:lnTo>
                  <a:pt x="1847" y="8840"/>
                </a:lnTo>
                <a:lnTo>
                  <a:pt x="1980" y="8925"/>
                </a:lnTo>
                <a:lnTo>
                  <a:pt x="2168" y="9002"/>
                </a:lnTo>
                <a:lnTo>
                  <a:pt x="2328" y="9072"/>
                </a:lnTo>
                <a:lnTo>
                  <a:pt x="2542" y="9141"/>
                </a:lnTo>
                <a:lnTo>
                  <a:pt x="2756" y="9195"/>
                </a:lnTo>
                <a:lnTo>
                  <a:pt x="2997" y="9242"/>
                </a:lnTo>
                <a:lnTo>
                  <a:pt x="3238" y="9288"/>
                </a:lnTo>
                <a:lnTo>
                  <a:pt x="3505" y="9327"/>
                </a:lnTo>
                <a:lnTo>
                  <a:pt x="3773" y="9357"/>
                </a:lnTo>
                <a:lnTo>
                  <a:pt x="4040" y="9373"/>
                </a:lnTo>
                <a:lnTo>
                  <a:pt x="4308" y="9388"/>
                </a:lnTo>
                <a:lnTo>
                  <a:pt x="4602" y="9404"/>
                </a:lnTo>
                <a:lnTo>
                  <a:pt x="4869" y="9404"/>
                </a:lnTo>
                <a:lnTo>
                  <a:pt x="5137" y="9396"/>
                </a:lnTo>
                <a:lnTo>
                  <a:pt x="5431" y="9388"/>
                </a:lnTo>
                <a:lnTo>
                  <a:pt x="5699" y="9365"/>
                </a:lnTo>
                <a:lnTo>
                  <a:pt x="5940" y="9342"/>
                </a:lnTo>
                <a:lnTo>
                  <a:pt x="6207" y="9311"/>
                </a:lnTo>
                <a:lnTo>
                  <a:pt x="6448" y="9273"/>
                </a:lnTo>
                <a:lnTo>
                  <a:pt x="6662" y="9234"/>
                </a:lnTo>
                <a:lnTo>
                  <a:pt x="6876" y="9180"/>
                </a:lnTo>
                <a:lnTo>
                  <a:pt x="7090" y="9126"/>
                </a:lnTo>
                <a:lnTo>
                  <a:pt x="7250" y="9064"/>
                </a:lnTo>
                <a:lnTo>
                  <a:pt x="7411" y="8995"/>
                </a:lnTo>
                <a:lnTo>
                  <a:pt x="7545" y="8917"/>
                </a:lnTo>
                <a:lnTo>
                  <a:pt x="7652" y="8833"/>
                </a:lnTo>
                <a:lnTo>
                  <a:pt x="7732" y="8748"/>
                </a:lnTo>
                <a:lnTo>
                  <a:pt x="7785" y="8647"/>
                </a:lnTo>
                <a:lnTo>
                  <a:pt x="7812" y="8547"/>
                </a:lnTo>
                <a:lnTo>
                  <a:pt x="7812" y="8439"/>
                </a:lnTo>
                <a:lnTo>
                  <a:pt x="7678" y="7929"/>
                </a:lnTo>
                <a:lnTo>
                  <a:pt x="7598" y="7420"/>
                </a:lnTo>
                <a:lnTo>
                  <a:pt x="7571" y="6910"/>
                </a:lnTo>
                <a:lnTo>
                  <a:pt x="7571" y="6401"/>
                </a:lnTo>
                <a:lnTo>
                  <a:pt x="7625" y="5891"/>
                </a:lnTo>
                <a:lnTo>
                  <a:pt x="7732" y="5382"/>
                </a:lnTo>
                <a:lnTo>
                  <a:pt x="7892" y="4872"/>
                </a:lnTo>
                <a:lnTo>
                  <a:pt x="8106" y="4363"/>
                </a:lnTo>
                <a:lnTo>
                  <a:pt x="8240" y="4147"/>
                </a:lnTo>
                <a:lnTo>
                  <a:pt x="8374" y="3930"/>
                </a:lnTo>
                <a:lnTo>
                  <a:pt x="8668" y="3490"/>
                </a:lnTo>
                <a:lnTo>
                  <a:pt x="8962" y="3058"/>
                </a:lnTo>
                <a:lnTo>
                  <a:pt x="9283" y="2626"/>
                </a:lnTo>
                <a:lnTo>
                  <a:pt x="9551" y="2193"/>
                </a:lnTo>
                <a:lnTo>
                  <a:pt x="9658" y="1977"/>
                </a:lnTo>
                <a:lnTo>
                  <a:pt x="9738" y="1753"/>
                </a:lnTo>
                <a:lnTo>
                  <a:pt x="9818" y="1537"/>
                </a:lnTo>
                <a:lnTo>
                  <a:pt x="9845" y="1313"/>
                </a:lnTo>
                <a:lnTo>
                  <a:pt x="9845" y="1097"/>
                </a:lnTo>
                <a:lnTo>
                  <a:pt x="9818" y="873"/>
                </a:lnTo>
                <a:lnTo>
                  <a:pt x="9792" y="796"/>
                </a:lnTo>
                <a:lnTo>
                  <a:pt x="9765" y="727"/>
                </a:lnTo>
                <a:lnTo>
                  <a:pt x="9685" y="649"/>
                </a:lnTo>
                <a:lnTo>
                  <a:pt x="9578" y="588"/>
                </a:lnTo>
                <a:lnTo>
                  <a:pt x="9471" y="518"/>
                </a:lnTo>
                <a:lnTo>
                  <a:pt x="9364" y="464"/>
                </a:lnTo>
                <a:lnTo>
                  <a:pt x="9203" y="402"/>
                </a:lnTo>
                <a:lnTo>
                  <a:pt x="9043" y="348"/>
                </a:lnTo>
                <a:lnTo>
                  <a:pt x="8882" y="302"/>
                </a:lnTo>
                <a:lnTo>
                  <a:pt x="8695" y="248"/>
                </a:lnTo>
                <a:lnTo>
                  <a:pt x="8481" y="209"/>
                </a:lnTo>
                <a:lnTo>
                  <a:pt x="8294" y="171"/>
                </a:lnTo>
                <a:lnTo>
                  <a:pt x="8080" y="132"/>
                </a:lnTo>
                <a:lnTo>
                  <a:pt x="7839" y="101"/>
                </a:lnTo>
                <a:lnTo>
                  <a:pt x="7384" y="55"/>
                </a:lnTo>
                <a:lnTo>
                  <a:pt x="7143" y="32"/>
                </a:lnTo>
                <a:lnTo>
                  <a:pt x="6876" y="16"/>
                </a:lnTo>
                <a:lnTo>
                  <a:pt x="6635" y="9"/>
                </a:lnTo>
                <a:lnTo>
                  <a:pt x="639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flipH="1" rot="10800000">
            <a:off x="7963370" y="562395"/>
            <a:ext cx="76194" cy="84923"/>
          </a:xfrm>
          <a:custGeom>
            <a:rect b="b" l="l" r="r" t="t"/>
            <a:pathLst>
              <a:path extrusionOk="0" h="8469" w="23301">
                <a:moveTo>
                  <a:pt x="18298" y="0"/>
                </a:moveTo>
                <a:lnTo>
                  <a:pt x="17763" y="8"/>
                </a:lnTo>
                <a:lnTo>
                  <a:pt x="17228" y="15"/>
                </a:lnTo>
                <a:lnTo>
                  <a:pt x="16666" y="39"/>
                </a:lnTo>
                <a:lnTo>
                  <a:pt x="16131" y="70"/>
                </a:lnTo>
                <a:lnTo>
                  <a:pt x="15596" y="108"/>
                </a:lnTo>
                <a:lnTo>
                  <a:pt x="15061" y="162"/>
                </a:lnTo>
                <a:lnTo>
                  <a:pt x="14526" y="216"/>
                </a:lnTo>
                <a:lnTo>
                  <a:pt x="14018" y="278"/>
                </a:lnTo>
                <a:lnTo>
                  <a:pt x="13483" y="347"/>
                </a:lnTo>
                <a:lnTo>
                  <a:pt x="12975" y="425"/>
                </a:lnTo>
                <a:lnTo>
                  <a:pt x="12466" y="510"/>
                </a:lnTo>
                <a:lnTo>
                  <a:pt x="11985" y="594"/>
                </a:lnTo>
                <a:lnTo>
                  <a:pt x="11477" y="687"/>
                </a:lnTo>
                <a:lnTo>
                  <a:pt x="10995" y="787"/>
                </a:lnTo>
                <a:lnTo>
                  <a:pt x="10514" y="896"/>
                </a:lnTo>
                <a:lnTo>
                  <a:pt x="10059" y="1004"/>
                </a:lnTo>
                <a:lnTo>
                  <a:pt x="9149" y="1227"/>
                </a:lnTo>
                <a:lnTo>
                  <a:pt x="8267" y="1467"/>
                </a:lnTo>
                <a:lnTo>
                  <a:pt x="7437" y="1714"/>
                </a:lnTo>
                <a:lnTo>
                  <a:pt x="6635" y="1976"/>
                </a:lnTo>
                <a:lnTo>
                  <a:pt x="5886" y="2231"/>
                </a:lnTo>
                <a:lnTo>
                  <a:pt x="5190" y="2494"/>
                </a:lnTo>
                <a:lnTo>
                  <a:pt x="4575" y="2748"/>
                </a:lnTo>
                <a:lnTo>
                  <a:pt x="3986" y="3003"/>
                </a:lnTo>
                <a:lnTo>
                  <a:pt x="3398" y="3273"/>
                </a:lnTo>
                <a:lnTo>
                  <a:pt x="2863" y="3551"/>
                </a:lnTo>
                <a:lnTo>
                  <a:pt x="2381" y="3837"/>
                </a:lnTo>
                <a:lnTo>
                  <a:pt x="1927" y="4122"/>
                </a:lnTo>
                <a:lnTo>
                  <a:pt x="1525" y="4416"/>
                </a:lnTo>
                <a:lnTo>
                  <a:pt x="1178" y="4709"/>
                </a:lnTo>
                <a:lnTo>
                  <a:pt x="857" y="5010"/>
                </a:lnTo>
                <a:lnTo>
                  <a:pt x="589" y="5319"/>
                </a:lnTo>
                <a:lnTo>
                  <a:pt x="375" y="5620"/>
                </a:lnTo>
                <a:lnTo>
                  <a:pt x="215" y="5929"/>
                </a:lnTo>
                <a:lnTo>
                  <a:pt x="81" y="6245"/>
                </a:lnTo>
                <a:lnTo>
                  <a:pt x="27" y="6554"/>
                </a:lnTo>
                <a:lnTo>
                  <a:pt x="1" y="6871"/>
                </a:lnTo>
                <a:lnTo>
                  <a:pt x="27" y="7187"/>
                </a:lnTo>
                <a:lnTo>
                  <a:pt x="134" y="7504"/>
                </a:lnTo>
                <a:lnTo>
                  <a:pt x="268" y="7820"/>
                </a:lnTo>
                <a:lnTo>
                  <a:pt x="322" y="7897"/>
                </a:lnTo>
                <a:lnTo>
                  <a:pt x="402" y="7967"/>
                </a:lnTo>
                <a:lnTo>
                  <a:pt x="509" y="8036"/>
                </a:lnTo>
                <a:lnTo>
                  <a:pt x="616" y="8098"/>
                </a:lnTo>
                <a:lnTo>
                  <a:pt x="750" y="8152"/>
                </a:lnTo>
                <a:lnTo>
                  <a:pt x="883" y="8206"/>
                </a:lnTo>
                <a:lnTo>
                  <a:pt x="1044" y="8253"/>
                </a:lnTo>
                <a:lnTo>
                  <a:pt x="1204" y="8299"/>
                </a:lnTo>
                <a:lnTo>
                  <a:pt x="1392" y="8338"/>
                </a:lnTo>
                <a:lnTo>
                  <a:pt x="1606" y="8368"/>
                </a:lnTo>
                <a:lnTo>
                  <a:pt x="1793" y="8399"/>
                </a:lnTo>
                <a:lnTo>
                  <a:pt x="2007" y="8422"/>
                </a:lnTo>
                <a:lnTo>
                  <a:pt x="2221" y="8446"/>
                </a:lnTo>
                <a:lnTo>
                  <a:pt x="2435" y="8453"/>
                </a:lnTo>
                <a:lnTo>
                  <a:pt x="2649" y="8469"/>
                </a:lnTo>
                <a:lnTo>
                  <a:pt x="3318" y="8469"/>
                </a:lnTo>
                <a:lnTo>
                  <a:pt x="3532" y="8453"/>
                </a:lnTo>
                <a:lnTo>
                  <a:pt x="3746" y="8438"/>
                </a:lnTo>
                <a:lnTo>
                  <a:pt x="3960" y="8422"/>
                </a:lnTo>
                <a:lnTo>
                  <a:pt x="4174" y="8399"/>
                </a:lnTo>
                <a:lnTo>
                  <a:pt x="4361" y="8368"/>
                </a:lnTo>
                <a:lnTo>
                  <a:pt x="4548" y="8330"/>
                </a:lnTo>
                <a:lnTo>
                  <a:pt x="4709" y="8291"/>
                </a:lnTo>
                <a:lnTo>
                  <a:pt x="4869" y="8245"/>
                </a:lnTo>
                <a:lnTo>
                  <a:pt x="5003" y="8191"/>
                </a:lnTo>
                <a:lnTo>
                  <a:pt x="5137" y="8137"/>
                </a:lnTo>
                <a:lnTo>
                  <a:pt x="5244" y="8067"/>
                </a:lnTo>
                <a:lnTo>
                  <a:pt x="5351" y="8006"/>
                </a:lnTo>
                <a:lnTo>
                  <a:pt x="5431" y="7928"/>
                </a:lnTo>
                <a:lnTo>
                  <a:pt x="5485" y="7851"/>
                </a:lnTo>
                <a:lnTo>
                  <a:pt x="5618" y="7604"/>
                </a:lnTo>
                <a:lnTo>
                  <a:pt x="5779" y="7365"/>
                </a:lnTo>
                <a:lnTo>
                  <a:pt x="5966" y="7133"/>
                </a:lnTo>
                <a:lnTo>
                  <a:pt x="6180" y="6894"/>
                </a:lnTo>
                <a:lnTo>
                  <a:pt x="6421" y="6662"/>
                </a:lnTo>
                <a:lnTo>
                  <a:pt x="6688" y="6438"/>
                </a:lnTo>
                <a:lnTo>
                  <a:pt x="6956" y="6215"/>
                </a:lnTo>
                <a:lnTo>
                  <a:pt x="7277" y="5991"/>
                </a:lnTo>
                <a:lnTo>
                  <a:pt x="7625" y="5775"/>
                </a:lnTo>
                <a:lnTo>
                  <a:pt x="7999" y="5566"/>
                </a:lnTo>
                <a:lnTo>
                  <a:pt x="8374" y="5358"/>
                </a:lnTo>
                <a:lnTo>
                  <a:pt x="8802" y="5149"/>
                </a:lnTo>
                <a:lnTo>
                  <a:pt x="9283" y="4948"/>
                </a:lnTo>
                <a:lnTo>
                  <a:pt x="9765" y="4748"/>
                </a:lnTo>
                <a:lnTo>
                  <a:pt x="10273" y="4555"/>
                </a:lnTo>
                <a:lnTo>
                  <a:pt x="10835" y="4369"/>
                </a:lnTo>
                <a:lnTo>
                  <a:pt x="11423" y="4184"/>
                </a:lnTo>
                <a:lnTo>
                  <a:pt x="12038" y="4022"/>
                </a:lnTo>
                <a:lnTo>
                  <a:pt x="12654" y="3875"/>
                </a:lnTo>
                <a:lnTo>
                  <a:pt x="13296" y="3736"/>
                </a:lnTo>
                <a:lnTo>
                  <a:pt x="13964" y="3605"/>
                </a:lnTo>
                <a:lnTo>
                  <a:pt x="14633" y="3489"/>
                </a:lnTo>
                <a:lnTo>
                  <a:pt x="15329" y="3374"/>
                </a:lnTo>
                <a:lnTo>
                  <a:pt x="15998" y="3266"/>
                </a:lnTo>
                <a:lnTo>
                  <a:pt x="17389" y="3057"/>
                </a:lnTo>
                <a:lnTo>
                  <a:pt x="18780" y="2841"/>
                </a:lnTo>
                <a:lnTo>
                  <a:pt x="19475" y="2725"/>
                </a:lnTo>
                <a:lnTo>
                  <a:pt x="20144" y="2609"/>
                </a:lnTo>
                <a:lnTo>
                  <a:pt x="20813" y="2478"/>
                </a:lnTo>
                <a:lnTo>
                  <a:pt x="21481" y="2331"/>
                </a:lnTo>
                <a:lnTo>
                  <a:pt x="21802" y="2254"/>
                </a:lnTo>
                <a:lnTo>
                  <a:pt x="22097" y="2169"/>
                </a:lnTo>
                <a:lnTo>
                  <a:pt x="22364" y="2077"/>
                </a:lnTo>
                <a:lnTo>
                  <a:pt x="22605" y="1984"/>
                </a:lnTo>
                <a:lnTo>
                  <a:pt x="22792" y="1891"/>
                </a:lnTo>
                <a:lnTo>
                  <a:pt x="22953" y="1799"/>
                </a:lnTo>
                <a:lnTo>
                  <a:pt x="23086" y="1706"/>
                </a:lnTo>
                <a:lnTo>
                  <a:pt x="23167" y="1606"/>
                </a:lnTo>
                <a:lnTo>
                  <a:pt x="23247" y="1513"/>
                </a:lnTo>
                <a:lnTo>
                  <a:pt x="23274" y="1413"/>
                </a:lnTo>
                <a:lnTo>
                  <a:pt x="23300" y="1320"/>
                </a:lnTo>
                <a:lnTo>
                  <a:pt x="23274" y="1220"/>
                </a:lnTo>
                <a:lnTo>
                  <a:pt x="23220" y="1127"/>
                </a:lnTo>
                <a:lnTo>
                  <a:pt x="23140" y="1035"/>
                </a:lnTo>
                <a:lnTo>
                  <a:pt x="23060" y="942"/>
                </a:lnTo>
                <a:lnTo>
                  <a:pt x="22926" y="849"/>
                </a:lnTo>
                <a:lnTo>
                  <a:pt x="22792" y="764"/>
                </a:lnTo>
                <a:lnTo>
                  <a:pt x="22605" y="679"/>
                </a:lnTo>
                <a:lnTo>
                  <a:pt x="22418" y="594"/>
                </a:lnTo>
                <a:lnTo>
                  <a:pt x="22204" y="517"/>
                </a:lnTo>
                <a:lnTo>
                  <a:pt x="21963" y="440"/>
                </a:lnTo>
                <a:lnTo>
                  <a:pt x="21722" y="371"/>
                </a:lnTo>
                <a:lnTo>
                  <a:pt x="21455" y="309"/>
                </a:lnTo>
                <a:lnTo>
                  <a:pt x="21160" y="247"/>
                </a:lnTo>
                <a:lnTo>
                  <a:pt x="20866" y="193"/>
                </a:lnTo>
                <a:lnTo>
                  <a:pt x="20545" y="147"/>
                </a:lnTo>
                <a:lnTo>
                  <a:pt x="20197" y="108"/>
                </a:lnTo>
                <a:lnTo>
                  <a:pt x="19850" y="70"/>
                </a:lnTo>
                <a:lnTo>
                  <a:pt x="19475" y="39"/>
                </a:lnTo>
                <a:lnTo>
                  <a:pt x="19101" y="23"/>
                </a:lnTo>
                <a:lnTo>
                  <a:pt x="18699" y="8"/>
                </a:lnTo>
                <a:lnTo>
                  <a:pt x="1829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flipH="1" rot="10800000">
            <a:off x="8495790" y="1040931"/>
            <a:ext cx="83977" cy="81834"/>
          </a:xfrm>
          <a:custGeom>
            <a:rect b="b" l="l" r="r" t="t"/>
            <a:pathLst>
              <a:path extrusionOk="0" h="8161" w="25681">
                <a:moveTo>
                  <a:pt x="20839" y="0"/>
                </a:moveTo>
                <a:lnTo>
                  <a:pt x="20438" y="16"/>
                </a:lnTo>
                <a:lnTo>
                  <a:pt x="20036" y="47"/>
                </a:lnTo>
                <a:lnTo>
                  <a:pt x="19635" y="78"/>
                </a:lnTo>
                <a:lnTo>
                  <a:pt x="19234" y="132"/>
                </a:lnTo>
                <a:lnTo>
                  <a:pt x="18859" y="193"/>
                </a:lnTo>
                <a:lnTo>
                  <a:pt x="18485" y="271"/>
                </a:lnTo>
                <a:lnTo>
                  <a:pt x="18137" y="363"/>
                </a:lnTo>
                <a:lnTo>
                  <a:pt x="16880" y="718"/>
                </a:lnTo>
                <a:lnTo>
                  <a:pt x="15649" y="1081"/>
                </a:lnTo>
                <a:lnTo>
                  <a:pt x="14445" y="1452"/>
                </a:lnTo>
                <a:lnTo>
                  <a:pt x="13242" y="1830"/>
                </a:lnTo>
                <a:lnTo>
                  <a:pt x="12091" y="2216"/>
                </a:lnTo>
                <a:lnTo>
                  <a:pt x="10941" y="2602"/>
                </a:lnTo>
                <a:lnTo>
                  <a:pt x="9818" y="2996"/>
                </a:lnTo>
                <a:lnTo>
                  <a:pt x="8721" y="3397"/>
                </a:lnTo>
                <a:lnTo>
                  <a:pt x="7651" y="3799"/>
                </a:lnTo>
                <a:lnTo>
                  <a:pt x="6581" y="4208"/>
                </a:lnTo>
                <a:lnTo>
                  <a:pt x="5537" y="4617"/>
                </a:lnTo>
                <a:lnTo>
                  <a:pt x="4521" y="5034"/>
                </a:lnTo>
                <a:lnTo>
                  <a:pt x="3504" y="5451"/>
                </a:lnTo>
                <a:lnTo>
                  <a:pt x="2515" y="5868"/>
                </a:lnTo>
                <a:lnTo>
                  <a:pt x="1525" y="6292"/>
                </a:lnTo>
                <a:lnTo>
                  <a:pt x="562" y="6717"/>
                </a:lnTo>
                <a:lnTo>
                  <a:pt x="401" y="6802"/>
                </a:lnTo>
                <a:lnTo>
                  <a:pt x="241" y="6894"/>
                </a:lnTo>
                <a:lnTo>
                  <a:pt x="134" y="6979"/>
                </a:lnTo>
                <a:lnTo>
                  <a:pt x="54" y="7072"/>
                </a:lnTo>
                <a:lnTo>
                  <a:pt x="27" y="7157"/>
                </a:lnTo>
                <a:lnTo>
                  <a:pt x="0" y="7242"/>
                </a:lnTo>
                <a:lnTo>
                  <a:pt x="27" y="7327"/>
                </a:lnTo>
                <a:lnTo>
                  <a:pt x="54" y="7412"/>
                </a:lnTo>
                <a:lnTo>
                  <a:pt x="107" y="7489"/>
                </a:lnTo>
                <a:lnTo>
                  <a:pt x="214" y="7566"/>
                </a:lnTo>
                <a:lnTo>
                  <a:pt x="321" y="7643"/>
                </a:lnTo>
                <a:lnTo>
                  <a:pt x="455" y="7713"/>
                </a:lnTo>
                <a:lnTo>
                  <a:pt x="615" y="7774"/>
                </a:lnTo>
                <a:lnTo>
                  <a:pt x="776" y="7844"/>
                </a:lnTo>
                <a:lnTo>
                  <a:pt x="963" y="7898"/>
                </a:lnTo>
                <a:lnTo>
                  <a:pt x="1150" y="7952"/>
                </a:lnTo>
                <a:lnTo>
                  <a:pt x="1391" y="7998"/>
                </a:lnTo>
                <a:lnTo>
                  <a:pt x="1605" y="8045"/>
                </a:lnTo>
                <a:lnTo>
                  <a:pt x="1846" y="8075"/>
                </a:lnTo>
                <a:lnTo>
                  <a:pt x="2087" y="8106"/>
                </a:lnTo>
                <a:lnTo>
                  <a:pt x="2354" y="8129"/>
                </a:lnTo>
                <a:lnTo>
                  <a:pt x="2622" y="8145"/>
                </a:lnTo>
                <a:lnTo>
                  <a:pt x="2889" y="8153"/>
                </a:lnTo>
                <a:lnTo>
                  <a:pt x="3157" y="8160"/>
                </a:lnTo>
                <a:lnTo>
                  <a:pt x="3424" y="8153"/>
                </a:lnTo>
                <a:lnTo>
                  <a:pt x="3718" y="8129"/>
                </a:lnTo>
                <a:lnTo>
                  <a:pt x="3986" y="8106"/>
                </a:lnTo>
                <a:lnTo>
                  <a:pt x="4253" y="8075"/>
                </a:lnTo>
                <a:lnTo>
                  <a:pt x="4521" y="8029"/>
                </a:lnTo>
                <a:lnTo>
                  <a:pt x="4788" y="7975"/>
                </a:lnTo>
                <a:lnTo>
                  <a:pt x="5056" y="7906"/>
                </a:lnTo>
                <a:lnTo>
                  <a:pt x="5323" y="7828"/>
                </a:lnTo>
                <a:lnTo>
                  <a:pt x="7651" y="7072"/>
                </a:lnTo>
                <a:lnTo>
                  <a:pt x="10032" y="6315"/>
                </a:lnTo>
                <a:lnTo>
                  <a:pt x="12439" y="5574"/>
                </a:lnTo>
                <a:lnTo>
                  <a:pt x="14847" y="4833"/>
                </a:lnTo>
                <a:lnTo>
                  <a:pt x="19715" y="3359"/>
                </a:lnTo>
                <a:lnTo>
                  <a:pt x="22150" y="2617"/>
                </a:lnTo>
                <a:lnTo>
                  <a:pt x="24557" y="1876"/>
                </a:lnTo>
                <a:lnTo>
                  <a:pt x="24878" y="1768"/>
                </a:lnTo>
                <a:lnTo>
                  <a:pt x="25146" y="1660"/>
                </a:lnTo>
                <a:lnTo>
                  <a:pt x="25360" y="1552"/>
                </a:lnTo>
                <a:lnTo>
                  <a:pt x="25520" y="1436"/>
                </a:lnTo>
                <a:lnTo>
                  <a:pt x="25627" y="1328"/>
                </a:lnTo>
                <a:lnTo>
                  <a:pt x="25681" y="1220"/>
                </a:lnTo>
                <a:lnTo>
                  <a:pt x="25681" y="1112"/>
                </a:lnTo>
                <a:lnTo>
                  <a:pt x="25654" y="1012"/>
                </a:lnTo>
                <a:lnTo>
                  <a:pt x="25600" y="904"/>
                </a:lnTo>
                <a:lnTo>
                  <a:pt x="25467" y="803"/>
                </a:lnTo>
                <a:lnTo>
                  <a:pt x="25333" y="711"/>
                </a:lnTo>
                <a:lnTo>
                  <a:pt x="25146" y="618"/>
                </a:lnTo>
                <a:lnTo>
                  <a:pt x="24932" y="533"/>
                </a:lnTo>
                <a:lnTo>
                  <a:pt x="24718" y="448"/>
                </a:lnTo>
                <a:lnTo>
                  <a:pt x="24450" y="371"/>
                </a:lnTo>
                <a:lnTo>
                  <a:pt x="24156" y="301"/>
                </a:lnTo>
                <a:lnTo>
                  <a:pt x="23835" y="232"/>
                </a:lnTo>
                <a:lnTo>
                  <a:pt x="23514" y="178"/>
                </a:lnTo>
                <a:lnTo>
                  <a:pt x="23166" y="124"/>
                </a:lnTo>
                <a:lnTo>
                  <a:pt x="22792" y="78"/>
                </a:lnTo>
                <a:lnTo>
                  <a:pt x="22417" y="47"/>
                </a:lnTo>
                <a:lnTo>
                  <a:pt x="22043" y="24"/>
                </a:lnTo>
                <a:lnTo>
                  <a:pt x="2164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flipH="1" rot="10800000">
            <a:off x="8669007" y="1216727"/>
            <a:ext cx="99984" cy="102190"/>
          </a:xfrm>
          <a:custGeom>
            <a:rect b="b" l="l" r="r" t="t"/>
            <a:pathLst>
              <a:path extrusionOk="0" h="10191" w="30576">
                <a:moveTo>
                  <a:pt x="26189" y="0"/>
                </a:moveTo>
                <a:lnTo>
                  <a:pt x="25841" y="8"/>
                </a:lnTo>
                <a:lnTo>
                  <a:pt x="25493" y="23"/>
                </a:lnTo>
                <a:lnTo>
                  <a:pt x="25146" y="46"/>
                </a:lnTo>
                <a:lnTo>
                  <a:pt x="24825" y="85"/>
                </a:lnTo>
                <a:lnTo>
                  <a:pt x="24504" y="131"/>
                </a:lnTo>
                <a:lnTo>
                  <a:pt x="24209" y="193"/>
                </a:lnTo>
                <a:lnTo>
                  <a:pt x="23915" y="270"/>
                </a:lnTo>
                <a:lnTo>
                  <a:pt x="23621" y="348"/>
                </a:lnTo>
                <a:lnTo>
                  <a:pt x="23353" y="448"/>
                </a:lnTo>
                <a:lnTo>
                  <a:pt x="20732" y="1536"/>
                </a:lnTo>
                <a:lnTo>
                  <a:pt x="18110" y="2609"/>
                </a:lnTo>
                <a:lnTo>
                  <a:pt x="16799" y="3142"/>
                </a:lnTo>
                <a:lnTo>
                  <a:pt x="15489" y="3667"/>
                </a:lnTo>
                <a:lnTo>
                  <a:pt x="14178" y="4192"/>
                </a:lnTo>
                <a:lnTo>
                  <a:pt x="12814" y="4709"/>
                </a:lnTo>
                <a:lnTo>
                  <a:pt x="11449" y="5219"/>
                </a:lnTo>
                <a:lnTo>
                  <a:pt x="10058" y="5728"/>
                </a:lnTo>
                <a:lnTo>
                  <a:pt x="8641" y="6230"/>
                </a:lnTo>
                <a:lnTo>
                  <a:pt x="7169" y="6724"/>
                </a:lnTo>
                <a:lnTo>
                  <a:pt x="5671" y="7211"/>
                </a:lnTo>
                <a:lnTo>
                  <a:pt x="4120" y="7697"/>
                </a:lnTo>
                <a:lnTo>
                  <a:pt x="2515" y="8176"/>
                </a:lnTo>
                <a:lnTo>
                  <a:pt x="856" y="8646"/>
                </a:lnTo>
                <a:lnTo>
                  <a:pt x="615" y="8716"/>
                </a:lnTo>
                <a:lnTo>
                  <a:pt x="428" y="8793"/>
                </a:lnTo>
                <a:lnTo>
                  <a:pt x="268" y="8870"/>
                </a:lnTo>
                <a:lnTo>
                  <a:pt x="161" y="8948"/>
                </a:lnTo>
                <a:lnTo>
                  <a:pt x="54" y="9025"/>
                </a:lnTo>
                <a:lnTo>
                  <a:pt x="27" y="9110"/>
                </a:lnTo>
                <a:lnTo>
                  <a:pt x="0" y="9187"/>
                </a:lnTo>
                <a:lnTo>
                  <a:pt x="0" y="9272"/>
                </a:lnTo>
                <a:lnTo>
                  <a:pt x="54" y="9349"/>
                </a:lnTo>
                <a:lnTo>
                  <a:pt x="107" y="9426"/>
                </a:lnTo>
                <a:lnTo>
                  <a:pt x="214" y="9503"/>
                </a:lnTo>
                <a:lnTo>
                  <a:pt x="321" y="9581"/>
                </a:lnTo>
                <a:lnTo>
                  <a:pt x="455" y="9650"/>
                </a:lnTo>
                <a:lnTo>
                  <a:pt x="615" y="9727"/>
                </a:lnTo>
                <a:lnTo>
                  <a:pt x="803" y="9789"/>
                </a:lnTo>
                <a:lnTo>
                  <a:pt x="990" y="9851"/>
                </a:lnTo>
                <a:lnTo>
                  <a:pt x="1204" y="9913"/>
                </a:lnTo>
                <a:lnTo>
                  <a:pt x="1445" y="9967"/>
                </a:lnTo>
                <a:lnTo>
                  <a:pt x="1685" y="10021"/>
                </a:lnTo>
                <a:lnTo>
                  <a:pt x="1926" y="10067"/>
                </a:lnTo>
                <a:lnTo>
                  <a:pt x="2194" y="10106"/>
                </a:lnTo>
                <a:lnTo>
                  <a:pt x="2461" y="10136"/>
                </a:lnTo>
                <a:lnTo>
                  <a:pt x="2755" y="10160"/>
                </a:lnTo>
                <a:lnTo>
                  <a:pt x="3050" y="10175"/>
                </a:lnTo>
                <a:lnTo>
                  <a:pt x="3317" y="10190"/>
                </a:lnTo>
                <a:lnTo>
                  <a:pt x="3611" y="10190"/>
                </a:lnTo>
                <a:lnTo>
                  <a:pt x="3906" y="10183"/>
                </a:lnTo>
                <a:lnTo>
                  <a:pt x="4200" y="10167"/>
                </a:lnTo>
                <a:lnTo>
                  <a:pt x="4494" y="10144"/>
                </a:lnTo>
                <a:lnTo>
                  <a:pt x="4788" y="10113"/>
                </a:lnTo>
                <a:lnTo>
                  <a:pt x="5083" y="10067"/>
                </a:lnTo>
                <a:lnTo>
                  <a:pt x="5350" y="10013"/>
                </a:lnTo>
                <a:lnTo>
                  <a:pt x="7196" y="9596"/>
                </a:lnTo>
                <a:lnTo>
                  <a:pt x="9042" y="9164"/>
                </a:lnTo>
                <a:lnTo>
                  <a:pt x="10861" y="8716"/>
                </a:lnTo>
                <a:lnTo>
                  <a:pt x="12653" y="8253"/>
                </a:lnTo>
                <a:lnTo>
                  <a:pt x="14419" y="7774"/>
                </a:lnTo>
                <a:lnTo>
                  <a:pt x="16157" y="7280"/>
                </a:lnTo>
                <a:lnTo>
                  <a:pt x="17013" y="7033"/>
                </a:lnTo>
                <a:lnTo>
                  <a:pt x="17843" y="6778"/>
                </a:lnTo>
                <a:lnTo>
                  <a:pt x="18672" y="6516"/>
                </a:lnTo>
                <a:lnTo>
                  <a:pt x="19501" y="6253"/>
                </a:lnTo>
                <a:lnTo>
                  <a:pt x="20304" y="5991"/>
                </a:lnTo>
                <a:lnTo>
                  <a:pt x="21106" y="5721"/>
                </a:lnTo>
                <a:lnTo>
                  <a:pt x="21882" y="5450"/>
                </a:lnTo>
                <a:lnTo>
                  <a:pt x="22631" y="5180"/>
                </a:lnTo>
                <a:lnTo>
                  <a:pt x="23380" y="4902"/>
                </a:lnTo>
                <a:lnTo>
                  <a:pt x="24102" y="4617"/>
                </a:lnTo>
                <a:lnTo>
                  <a:pt x="24798" y="4339"/>
                </a:lnTo>
                <a:lnTo>
                  <a:pt x="25493" y="4053"/>
                </a:lnTo>
                <a:lnTo>
                  <a:pt x="26162" y="3760"/>
                </a:lnTo>
                <a:lnTo>
                  <a:pt x="26804" y="3474"/>
                </a:lnTo>
                <a:lnTo>
                  <a:pt x="27446" y="3181"/>
                </a:lnTo>
                <a:lnTo>
                  <a:pt x="28035" y="2880"/>
                </a:lnTo>
                <a:lnTo>
                  <a:pt x="28623" y="2579"/>
                </a:lnTo>
                <a:lnTo>
                  <a:pt x="29185" y="2278"/>
                </a:lnTo>
                <a:lnTo>
                  <a:pt x="29693" y="1976"/>
                </a:lnTo>
                <a:lnTo>
                  <a:pt x="30201" y="1668"/>
                </a:lnTo>
                <a:lnTo>
                  <a:pt x="30362" y="1560"/>
                </a:lnTo>
                <a:lnTo>
                  <a:pt x="30469" y="1452"/>
                </a:lnTo>
                <a:lnTo>
                  <a:pt x="30549" y="1343"/>
                </a:lnTo>
                <a:lnTo>
                  <a:pt x="30576" y="1235"/>
                </a:lnTo>
                <a:lnTo>
                  <a:pt x="30549" y="1127"/>
                </a:lnTo>
                <a:lnTo>
                  <a:pt x="30522" y="1027"/>
                </a:lnTo>
                <a:lnTo>
                  <a:pt x="30442" y="927"/>
                </a:lnTo>
                <a:lnTo>
                  <a:pt x="30308" y="826"/>
                </a:lnTo>
                <a:lnTo>
                  <a:pt x="30175" y="734"/>
                </a:lnTo>
                <a:lnTo>
                  <a:pt x="30014" y="641"/>
                </a:lnTo>
                <a:lnTo>
                  <a:pt x="29800" y="556"/>
                </a:lnTo>
                <a:lnTo>
                  <a:pt x="29586" y="471"/>
                </a:lnTo>
                <a:lnTo>
                  <a:pt x="29345" y="402"/>
                </a:lnTo>
                <a:lnTo>
                  <a:pt x="29078" y="324"/>
                </a:lnTo>
                <a:lnTo>
                  <a:pt x="28810" y="263"/>
                </a:lnTo>
                <a:lnTo>
                  <a:pt x="28516" y="201"/>
                </a:lnTo>
                <a:lnTo>
                  <a:pt x="28195" y="147"/>
                </a:lnTo>
                <a:lnTo>
                  <a:pt x="27874" y="108"/>
                </a:lnTo>
                <a:lnTo>
                  <a:pt x="27553" y="70"/>
                </a:lnTo>
                <a:lnTo>
                  <a:pt x="27205" y="39"/>
                </a:lnTo>
                <a:lnTo>
                  <a:pt x="26858" y="16"/>
                </a:lnTo>
                <a:lnTo>
                  <a:pt x="2653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flipH="1" rot="-5400000">
            <a:off x="-162934" y="839580"/>
            <a:ext cx="716024" cy="390161"/>
          </a:xfrm>
          <a:custGeom>
            <a:rect b="b" l="l" r="r" t="t"/>
            <a:pathLst>
              <a:path extrusionOk="0" h="43472" w="243753">
                <a:moveTo>
                  <a:pt x="5966" y="1"/>
                </a:moveTo>
                <a:lnTo>
                  <a:pt x="5351" y="8"/>
                </a:lnTo>
                <a:lnTo>
                  <a:pt x="4762" y="24"/>
                </a:lnTo>
                <a:lnTo>
                  <a:pt x="4174" y="62"/>
                </a:lnTo>
                <a:lnTo>
                  <a:pt x="3585" y="109"/>
                </a:lnTo>
                <a:lnTo>
                  <a:pt x="3050" y="170"/>
                </a:lnTo>
                <a:lnTo>
                  <a:pt x="2542" y="248"/>
                </a:lnTo>
                <a:lnTo>
                  <a:pt x="2060" y="340"/>
                </a:lnTo>
                <a:lnTo>
                  <a:pt x="1820" y="394"/>
                </a:lnTo>
                <a:lnTo>
                  <a:pt x="1606" y="448"/>
                </a:lnTo>
                <a:lnTo>
                  <a:pt x="1418" y="510"/>
                </a:lnTo>
                <a:lnTo>
                  <a:pt x="1204" y="572"/>
                </a:lnTo>
                <a:lnTo>
                  <a:pt x="1044" y="634"/>
                </a:lnTo>
                <a:lnTo>
                  <a:pt x="857" y="703"/>
                </a:lnTo>
                <a:lnTo>
                  <a:pt x="723" y="773"/>
                </a:lnTo>
                <a:lnTo>
                  <a:pt x="562" y="850"/>
                </a:lnTo>
                <a:lnTo>
                  <a:pt x="455" y="935"/>
                </a:lnTo>
                <a:lnTo>
                  <a:pt x="322" y="1012"/>
                </a:lnTo>
                <a:lnTo>
                  <a:pt x="241" y="1104"/>
                </a:lnTo>
                <a:lnTo>
                  <a:pt x="161" y="1189"/>
                </a:lnTo>
                <a:lnTo>
                  <a:pt x="81" y="1282"/>
                </a:lnTo>
                <a:lnTo>
                  <a:pt x="54" y="1382"/>
                </a:lnTo>
                <a:lnTo>
                  <a:pt x="27" y="1483"/>
                </a:lnTo>
                <a:lnTo>
                  <a:pt x="1" y="1591"/>
                </a:lnTo>
                <a:lnTo>
                  <a:pt x="27" y="1699"/>
                </a:lnTo>
                <a:lnTo>
                  <a:pt x="54" y="1807"/>
                </a:lnTo>
                <a:lnTo>
                  <a:pt x="402" y="2733"/>
                </a:lnTo>
                <a:lnTo>
                  <a:pt x="803" y="3660"/>
                </a:lnTo>
                <a:lnTo>
                  <a:pt x="1285" y="4586"/>
                </a:lnTo>
                <a:lnTo>
                  <a:pt x="1793" y="5513"/>
                </a:lnTo>
                <a:lnTo>
                  <a:pt x="2355" y="6439"/>
                </a:lnTo>
                <a:lnTo>
                  <a:pt x="2970" y="7358"/>
                </a:lnTo>
                <a:lnTo>
                  <a:pt x="3639" y="8276"/>
                </a:lnTo>
                <a:lnTo>
                  <a:pt x="4361" y="9195"/>
                </a:lnTo>
                <a:lnTo>
                  <a:pt x="5110" y="10106"/>
                </a:lnTo>
                <a:lnTo>
                  <a:pt x="5939" y="11017"/>
                </a:lnTo>
                <a:lnTo>
                  <a:pt x="6822" y="11920"/>
                </a:lnTo>
                <a:lnTo>
                  <a:pt x="7732" y="12823"/>
                </a:lnTo>
                <a:lnTo>
                  <a:pt x="8721" y="13719"/>
                </a:lnTo>
                <a:lnTo>
                  <a:pt x="9738" y="14607"/>
                </a:lnTo>
                <a:lnTo>
                  <a:pt x="10808" y="15494"/>
                </a:lnTo>
                <a:lnTo>
                  <a:pt x="11931" y="16374"/>
                </a:lnTo>
                <a:lnTo>
                  <a:pt x="13108" y="17247"/>
                </a:lnTo>
                <a:lnTo>
                  <a:pt x="14339" y="18111"/>
                </a:lnTo>
                <a:lnTo>
                  <a:pt x="15623" y="18968"/>
                </a:lnTo>
                <a:lnTo>
                  <a:pt x="16961" y="19818"/>
                </a:lnTo>
                <a:lnTo>
                  <a:pt x="18325" y="20667"/>
                </a:lnTo>
                <a:lnTo>
                  <a:pt x="19769" y="21500"/>
                </a:lnTo>
                <a:lnTo>
                  <a:pt x="21241" y="22319"/>
                </a:lnTo>
                <a:lnTo>
                  <a:pt x="22765" y="23137"/>
                </a:lnTo>
                <a:lnTo>
                  <a:pt x="24344" y="23940"/>
                </a:lnTo>
                <a:lnTo>
                  <a:pt x="25975" y="24735"/>
                </a:lnTo>
                <a:lnTo>
                  <a:pt x="27661" y="25523"/>
                </a:lnTo>
                <a:lnTo>
                  <a:pt x="29373" y="26295"/>
                </a:lnTo>
                <a:lnTo>
                  <a:pt x="31165" y="27059"/>
                </a:lnTo>
                <a:lnTo>
                  <a:pt x="32075" y="27437"/>
                </a:lnTo>
                <a:lnTo>
                  <a:pt x="32984" y="27808"/>
                </a:lnTo>
                <a:lnTo>
                  <a:pt x="33920" y="28178"/>
                </a:lnTo>
                <a:lnTo>
                  <a:pt x="34857" y="28549"/>
                </a:lnTo>
                <a:lnTo>
                  <a:pt x="35820" y="28912"/>
                </a:lnTo>
                <a:lnTo>
                  <a:pt x="36783" y="29274"/>
                </a:lnTo>
                <a:lnTo>
                  <a:pt x="37772" y="29630"/>
                </a:lnTo>
                <a:lnTo>
                  <a:pt x="38762" y="29985"/>
                </a:lnTo>
                <a:lnTo>
                  <a:pt x="39779" y="30340"/>
                </a:lnTo>
                <a:lnTo>
                  <a:pt x="40795" y="30687"/>
                </a:lnTo>
                <a:lnTo>
                  <a:pt x="41812" y="31027"/>
                </a:lnTo>
                <a:lnTo>
                  <a:pt x="42855" y="31374"/>
                </a:lnTo>
                <a:lnTo>
                  <a:pt x="43925" y="31706"/>
                </a:lnTo>
                <a:lnTo>
                  <a:pt x="44968" y="32038"/>
                </a:lnTo>
                <a:lnTo>
                  <a:pt x="46065" y="32370"/>
                </a:lnTo>
                <a:lnTo>
                  <a:pt x="47162" y="32694"/>
                </a:lnTo>
                <a:lnTo>
                  <a:pt x="48259" y="33019"/>
                </a:lnTo>
                <a:lnTo>
                  <a:pt x="49382" y="33335"/>
                </a:lnTo>
                <a:lnTo>
                  <a:pt x="50506" y="33652"/>
                </a:lnTo>
                <a:lnTo>
                  <a:pt x="51629" y="33960"/>
                </a:lnTo>
                <a:lnTo>
                  <a:pt x="52780" y="34269"/>
                </a:lnTo>
                <a:lnTo>
                  <a:pt x="53957" y="34570"/>
                </a:lnTo>
                <a:lnTo>
                  <a:pt x="55134" y="34871"/>
                </a:lnTo>
                <a:lnTo>
                  <a:pt x="56311" y="35165"/>
                </a:lnTo>
                <a:lnTo>
                  <a:pt x="57514" y="35458"/>
                </a:lnTo>
                <a:lnTo>
                  <a:pt x="58745" y="35744"/>
                </a:lnTo>
                <a:lnTo>
                  <a:pt x="59975" y="36022"/>
                </a:lnTo>
                <a:lnTo>
                  <a:pt x="61206" y="36300"/>
                </a:lnTo>
                <a:lnTo>
                  <a:pt x="62437" y="36570"/>
                </a:lnTo>
                <a:lnTo>
                  <a:pt x="63721" y="36840"/>
                </a:lnTo>
                <a:lnTo>
                  <a:pt x="64978" y="37102"/>
                </a:lnTo>
                <a:lnTo>
                  <a:pt x="66262" y="37365"/>
                </a:lnTo>
                <a:lnTo>
                  <a:pt x="67573" y="37620"/>
                </a:lnTo>
                <a:lnTo>
                  <a:pt x="68883" y="37867"/>
                </a:lnTo>
                <a:lnTo>
                  <a:pt x="70194" y="38114"/>
                </a:lnTo>
                <a:lnTo>
                  <a:pt x="71532" y="38353"/>
                </a:lnTo>
                <a:lnTo>
                  <a:pt x="72869" y="38592"/>
                </a:lnTo>
                <a:lnTo>
                  <a:pt x="74234" y="38824"/>
                </a:lnTo>
                <a:lnTo>
                  <a:pt x="75598" y="39048"/>
                </a:lnTo>
                <a:lnTo>
                  <a:pt x="76989" y="39264"/>
                </a:lnTo>
                <a:lnTo>
                  <a:pt x="78380" y="39480"/>
                </a:lnTo>
                <a:lnTo>
                  <a:pt x="79798" y="39696"/>
                </a:lnTo>
                <a:lnTo>
                  <a:pt x="81215" y="39897"/>
                </a:lnTo>
                <a:lnTo>
                  <a:pt x="82633" y="40098"/>
                </a:lnTo>
                <a:lnTo>
                  <a:pt x="84078" y="40298"/>
                </a:lnTo>
                <a:lnTo>
                  <a:pt x="85522" y="40484"/>
                </a:lnTo>
                <a:lnTo>
                  <a:pt x="86994" y="40669"/>
                </a:lnTo>
                <a:lnTo>
                  <a:pt x="88465" y="40847"/>
                </a:lnTo>
                <a:lnTo>
                  <a:pt x="89963" y="41024"/>
                </a:lnTo>
                <a:lnTo>
                  <a:pt x="91461" y="41194"/>
                </a:lnTo>
                <a:lnTo>
                  <a:pt x="92959" y="41356"/>
                </a:lnTo>
                <a:lnTo>
                  <a:pt x="94484" y="41510"/>
                </a:lnTo>
                <a:lnTo>
                  <a:pt x="96035" y="41665"/>
                </a:lnTo>
                <a:lnTo>
                  <a:pt x="97587" y="41812"/>
                </a:lnTo>
                <a:lnTo>
                  <a:pt x="99138" y="41950"/>
                </a:lnTo>
                <a:lnTo>
                  <a:pt x="100717" y="42082"/>
                </a:lnTo>
                <a:lnTo>
                  <a:pt x="102295" y="42213"/>
                </a:lnTo>
                <a:lnTo>
                  <a:pt x="103873" y="42336"/>
                </a:lnTo>
                <a:lnTo>
                  <a:pt x="105505" y="42452"/>
                </a:lnTo>
                <a:lnTo>
                  <a:pt x="107110" y="42560"/>
                </a:lnTo>
                <a:lnTo>
                  <a:pt x="108742" y="42668"/>
                </a:lnTo>
                <a:lnTo>
                  <a:pt x="110374" y="42761"/>
                </a:lnTo>
                <a:lnTo>
                  <a:pt x="112032" y="42854"/>
                </a:lnTo>
                <a:lnTo>
                  <a:pt x="113691" y="42939"/>
                </a:lnTo>
                <a:lnTo>
                  <a:pt x="115376" y="43024"/>
                </a:lnTo>
                <a:lnTo>
                  <a:pt x="117061" y="43093"/>
                </a:lnTo>
                <a:lnTo>
                  <a:pt x="118773" y="43163"/>
                </a:lnTo>
                <a:lnTo>
                  <a:pt x="120485" y="43224"/>
                </a:lnTo>
                <a:lnTo>
                  <a:pt x="122197" y="43278"/>
                </a:lnTo>
                <a:lnTo>
                  <a:pt x="123936" y="43325"/>
                </a:lnTo>
                <a:lnTo>
                  <a:pt x="125835" y="43371"/>
                </a:lnTo>
                <a:lnTo>
                  <a:pt x="127708" y="43402"/>
                </a:lnTo>
                <a:lnTo>
                  <a:pt x="129581" y="43433"/>
                </a:lnTo>
                <a:lnTo>
                  <a:pt x="131426" y="43456"/>
                </a:lnTo>
                <a:lnTo>
                  <a:pt x="133245" y="43464"/>
                </a:lnTo>
                <a:lnTo>
                  <a:pt x="135064" y="43471"/>
                </a:lnTo>
                <a:lnTo>
                  <a:pt x="136883" y="43471"/>
                </a:lnTo>
                <a:lnTo>
                  <a:pt x="138676" y="43456"/>
                </a:lnTo>
                <a:lnTo>
                  <a:pt x="140441" y="43440"/>
                </a:lnTo>
                <a:lnTo>
                  <a:pt x="142180" y="43410"/>
                </a:lnTo>
                <a:lnTo>
                  <a:pt x="143946" y="43379"/>
                </a:lnTo>
                <a:lnTo>
                  <a:pt x="145658" y="43340"/>
                </a:lnTo>
                <a:lnTo>
                  <a:pt x="147370" y="43286"/>
                </a:lnTo>
                <a:lnTo>
                  <a:pt x="149082" y="43232"/>
                </a:lnTo>
                <a:lnTo>
                  <a:pt x="150767" y="43170"/>
                </a:lnTo>
                <a:lnTo>
                  <a:pt x="152426" y="43101"/>
                </a:lnTo>
                <a:lnTo>
                  <a:pt x="154084" y="43024"/>
                </a:lnTo>
                <a:lnTo>
                  <a:pt x="155716" y="42939"/>
                </a:lnTo>
                <a:lnTo>
                  <a:pt x="157348" y="42846"/>
                </a:lnTo>
                <a:lnTo>
                  <a:pt x="158953" y="42746"/>
                </a:lnTo>
                <a:lnTo>
                  <a:pt x="160531" y="42638"/>
                </a:lnTo>
                <a:lnTo>
                  <a:pt x="162109" y="42529"/>
                </a:lnTo>
                <a:lnTo>
                  <a:pt x="163688" y="42406"/>
                </a:lnTo>
                <a:lnTo>
                  <a:pt x="165212" y="42282"/>
                </a:lnTo>
                <a:lnTo>
                  <a:pt x="166764" y="42151"/>
                </a:lnTo>
                <a:lnTo>
                  <a:pt x="168262" y="42012"/>
                </a:lnTo>
                <a:lnTo>
                  <a:pt x="169787" y="41866"/>
                </a:lnTo>
                <a:lnTo>
                  <a:pt x="171258" y="41711"/>
                </a:lnTo>
                <a:lnTo>
                  <a:pt x="172729" y="41557"/>
                </a:lnTo>
                <a:lnTo>
                  <a:pt x="174201" y="41387"/>
                </a:lnTo>
                <a:lnTo>
                  <a:pt x="175645" y="41217"/>
                </a:lnTo>
                <a:lnTo>
                  <a:pt x="177063" y="41040"/>
                </a:lnTo>
                <a:lnTo>
                  <a:pt x="178481" y="40854"/>
                </a:lnTo>
                <a:lnTo>
                  <a:pt x="179872" y="40669"/>
                </a:lnTo>
                <a:lnTo>
                  <a:pt x="181263" y="40468"/>
                </a:lnTo>
                <a:lnTo>
                  <a:pt x="182627" y="40268"/>
                </a:lnTo>
                <a:lnTo>
                  <a:pt x="183965" y="40059"/>
                </a:lnTo>
                <a:lnTo>
                  <a:pt x="185302" y="39843"/>
                </a:lnTo>
                <a:lnTo>
                  <a:pt x="186640" y="39627"/>
                </a:lnTo>
                <a:lnTo>
                  <a:pt x="187924" y="39403"/>
                </a:lnTo>
                <a:lnTo>
                  <a:pt x="189234" y="39171"/>
                </a:lnTo>
                <a:lnTo>
                  <a:pt x="190492" y="38932"/>
                </a:lnTo>
                <a:lnTo>
                  <a:pt x="191749" y="38693"/>
                </a:lnTo>
                <a:lnTo>
                  <a:pt x="193006" y="38446"/>
                </a:lnTo>
                <a:lnTo>
                  <a:pt x="194237" y="38191"/>
                </a:lnTo>
                <a:lnTo>
                  <a:pt x="195467" y="37928"/>
                </a:lnTo>
                <a:lnTo>
                  <a:pt x="196644" y="37666"/>
                </a:lnTo>
                <a:lnTo>
                  <a:pt x="197848" y="37396"/>
                </a:lnTo>
                <a:lnTo>
                  <a:pt x="198998" y="37126"/>
                </a:lnTo>
                <a:lnTo>
                  <a:pt x="200175" y="36840"/>
                </a:lnTo>
                <a:lnTo>
                  <a:pt x="201299" y="36562"/>
                </a:lnTo>
                <a:lnTo>
                  <a:pt x="202422" y="36269"/>
                </a:lnTo>
                <a:lnTo>
                  <a:pt x="203546" y="35975"/>
                </a:lnTo>
                <a:lnTo>
                  <a:pt x="204643" y="35674"/>
                </a:lnTo>
                <a:lnTo>
                  <a:pt x="205713" y="35373"/>
                </a:lnTo>
                <a:lnTo>
                  <a:pt x="206783" y="35064"/>
                </a:lnTo>
                <a:lnTo>
                  <a:pt x="207826" y="34748"/>
                </a:lnTo>
                <a:lnTo>
                  <a:pt x="208869" y="34431"/>
                </a:lnTo>
                <a:lnTo>
                  <a:pt x="209886" y="34107"/>
                </a:lnTo>
                <a:lnTo>
                  <a:pt x="210902" y="33775"/>
                </a:lnTo>
                <a:lnTo>
                  <a:pt x="211892" y="33443"/>
                </a:lnTo>
                <a:lnTo>
                  <a:pt x="212855" y="33111"/>
                </a:lnTo>
                <a:lnTo>
                  <a:pt x="213818" y="32772"/>
                </a:lnTo>
                <a:lnTo>
                  <a:pt x="214755" y="32424"/>
                </a:lnTo>
                <a:lnTo>
                  <a:pt x="215691" y="32077"/>
                </a:lnTo>
                <a:lnTo>
                  <a:pt x="216600" y="31722"/>
                </a:lnTo>
                <a:lnTo>
                  <a:pt x="217510" y="31367"/>
                </a:lnTo>
                <a:lnTo>
                  <a:pt x="218393" y="31004"/>
                </a:lnTo>
                <a:lnTo>
                  <a:pt x="219249" y="30641"/>
                </a:lnTo>
                <a:lnTo>
                  <a:pt x="220105" y="30270"/>
                </a:lnTo>
                <a:lnTo>
                  <a:pt x="220934" y="29892"/>
                </a:lnTo>
                <a:lnTo>
                  <a:pt x="221763" y="29514"/>
                </a:lnTo>
                <a:lnTo>
                  <a:pt x="222566" y="29135"/>
                </a:lnTo>
                <a:lnTo>
                  <a:pt x="223368" y="28749"/>
                </a:lnTo>
                <a:lnTo>
                  <a:pt x="224144" y="28363"/>
                </a:lnTo>
                <a:lnTo>
                  <a:pt x="224920" y="27970"/>
                </a:lnTo>
                <a:lnTo>
                  <a:pt x="225669" y="27576"/>
                </a:lnTo>
                <a:lnTo>
                  <a:pt x="226391" y="27182"/>
                </a:lnTo>
                <a:lnTo>
                  <a:pt x="227113" y="26781"/>
                </a:lnTo>
                <a:lnTo>
                  <a:pt x="227809" y="26372"/>
                </a:lnTo>
                <a:lnTo>
                  <a:pt x="228504" y="25963"/>
                </a:lnTo>
                <a:lnTo>
                  <a:pt x="229173" y="25553"/>
                </a:lnTo>
                <a:lnTo>
                  <a:pt x="229815" y="25137"/>
                </a:lnTo>
                <a:lnTo>
                  <a:pt x="230457" y="24720"/>
                </a:lnTo>
                <a:lnTo>
                  <a:pt x="231099" y="24303"/>
                </a:lnTo>
                <a:lnTo>
                  <a:pt x="231714" y="23878"/>
                </a:lnTo>
                <a:lnTo>
                  <a:pt x="232303" y="23446"/>
                </a:lnTo>
                <a:lnTo>
                  <a:pt x="232891" y="23021"/>
                </a:lnTo>
                <a:lnTo>
                  <a:pt x="233453" y="22589"/>
                </a:lnTo>
                <a:lnTo>
                  <a:pt x="233988" y="22149"/>
                </a:lnTo>
                <a:lnTo>
                  <a:pt x="234523" y="21717"/>
                </a:lnTo>
                <a:lnTo>
                  <a:pt x="235058" y="21277"/>
                </a:lnTo>
                <a:lnTo>
                  <a:pt x="235566" y="20837"/>
                </a:lnTo>
                <a:lnTo>
                  <a:pt x="236048" y="20389"/>
                </a:lnTo>
                <a:lnTo>
                  <a:pt x="236529" y="19941"/>
                </a:lnTo>
                <a:lnTo>
                  <a:pt x="236984" y="19493"/>
                </a:lnTo>
                <a:lnTo>
                  <a:pt x="237439" y="19038"/>
                </a:lnTo>
                <a:lnTo>
                  <a:pt x="237867" y="18582"/>
                </a:lnTo>
                <a:lnTo>
                  <a:pt x="238268" y="18127"/>
                </a:lnTo>
                <a:lnTo>
                  <a:pt x="238670" y="17671"/>
                </a:lnTo>
                <a:lnTo>
                  <a:pt x="239071" y="17208"/>
                </a:lnTo>
                <a:lnTo>
                  <a:pt x="239419" y="16753"/>
                </a:lnTo>
                <a:lnTo>
                  <a:pt x="239793" y="16282"/>
                </a:lnTo>
                <a:lnTo>
                  <a:pt x="240114" y="15819"/>
                </a:lnTo>
                <a:lnTo>
                  <a:pt x="240756" y="14885"/>
                </a:lnTo>
                <a:lnTo>
                  <a:pt x="241318" y="13935"/>
                </a:lnTo>
                <a:lnTo>
                  <a:pt x="241826" y="12985"/>
                </a:lnTo>
                <a:lnTo>
                  <a:pt x="242281" y="12036"/>
                </a:lnTo>
                <a:lnTo>
                  <a:pt x="242682" y="11071"/>
                </a:lnTo>
                <a:lnTo>
                  <a:pt x="243003" y="10106"/>
                </a:lnTo>
                <a:lnTo>
                  <a:pt x="243271" y="9141"/>
                </a:lnTo>
                <a:lnTo>
                  <a:pt x="243485" y="8168"/>
                </a:lnTo>
                <a:lnTo>
                  <a:pt x="243618" y="7188"/>
                </a:lnTo>
                <a:lnTo>
                  <a:pt x="243725" y="6215"/>
                </a:lnTo>
                <a:lnTo>
                  <a:pt x="243752" y="5235"/>
                </a:lnTo>
                <a:lnTo>
                  <a:pt x="243699" y="4254"/>
                </a:lnTo>
                <a:lnTo>
                  <a:pt x="243672" y="4108"/>
                </a:lnTo>
                <a:lnTo>
                  <a:pt x="243592" y="3976"/>
                </a:lnTo>
                <a:lnTo>
                  <a:pt x="243485" y="3860"/>
                </a:lnTo>
                <a:lnTo>
                  <a:pt x="243351" y="3745"/>
                </a:lnTo>
                <a:lnTo>
                  <a:pt x="243164" y="3644"/>
                </a:lnTo>
                <a:lnTo>
                  <a:pt x="242950" y="3544"/>
                </a:lnTo>
                <a:lnTo>
                  <a:pt x="242709" y="3459"/>
                </a:lnTo>
                <a:lnTo>
                  <a:pt x="242441" y="3390"/>
                </a:lnTo>
                <a:lnTo>
                  <a:pt x="242147" y="3320"/>
                </a:lnTo>
                <a:lnTo>
                  <a:pt x="241826" y="3258"/>
                </a:lnTo>
                <a:lnTo>
                  <a:pt x="241505" y="3212"/>
                </a:lnTo>
                <a:lnTo>
                  <a:pt x="241157" y="3173"/>
                </a:lnTo>
                <a:lnTo>
                  <a:pt x="240810" y="3143"/>
                </a:lnTo>
                <a:lnTo>
                  <a:pt x="240435" y="3119"/>
                </a:lnTo>
                <a:lnTo>
                  <a:pt x="240061" y="3112"/>
                </a:lnTo>
                <a:lnTo>
                  <a:pt x="239686" y="3104"/>
                </a:lnTo>
                <a:lnTo>
                  <a:pt x="239312" y="3112"/>
                </a:lnTo>
                <a:lnTo>
                  <a:pt x="238937" y="3127"/>
                </a:lnTo>
                <a:lnTo>
                  <a:pt x="238589" y="3150"/>
                </a:lnTo>
                <a:lnTo>
                  <a:pt x="238215" y="3181"/>
                </a:lnTo>
                <a:lnTo>
                  <a:pt x="237867" y="3220"/>
                </a:lnTo>
                <a:lnTo>
                  <a:pt x="237519" y="3266"/>
                </a:lnTo>
                <a:lnTo>
                  <a:pt x="237198" y="3328"/>
                </a:lnTo>
                <a:lnTo>
                  <a:pt x="236904" y="3397"/>
                </a:lnTo>
                <a:lnTo>
                  <a:pt x="236610" y="3475"/>
                </a:lnTo>
                <a:lnTo>
                  <a:pt x="236369" y="3559"/>
                </a:lnTo>
                <a:lnTo>
                  <a:pt x="236128" y="3652"/>
                </a:lnTo>
                <a:lnTo>
                  <a:pt x="235941" y="3752"/>
                </a:lnTo>
                <a:lnTo>
                  <a:pt x="235754" y="3860"/>
                </a:lnTo>
                <a:lnTo>
                  <a:pt x="235620" y="3984"/>
                </a:lnTo>
                <a:lnTo>
                  <a:pt x="235540" y="4115"/>
                </a:lnTo>
                <a:lnTo>
                  <a:pt x="235459" y="4254"/>
                </a:lnTo>
                <a:lnTo>
                  <a:pt x="235245" y="5127"/>
                </a:lnTo>
                <a:lnTo>
                  <a:pt x="234951" y="6007"/>
                </a:lnTo>
                <a:lnTo>
                  <a:pt x="234630" y="6879"/>
                </a:lnTo>
                <a:lnTo>
                  <a:pt x="234282" y="7759"/>
                </a:lnTo>
                <a:lnTo>
                  <a:pt x="233881" y="8631"/>
                </a:lnTo>
                <a:lnTo>
                  <a:pt x="233426" y="9504"/>
                </a:lnTo>
                <a:lnTo>
                  <a:pt x="232945" y="10368"/>
                </a:lnTo>
                <a:lnTo>
                  <a:pt x="232437" y="11233"/>
                </a:lnTo>
                <a:lnTo>
                  <a:pt x="231848" y="12098"/>
                </a:lnTo>
                <a:lnTo>
                  <a:pt x="231260" y="12955"/>
                </a:lnTo>
                <a:lnTo>
                  <a:pt x="230591" y="13804"/>
                </a:lnTo>
                <a:lnTo>
                  <a:pt x="229895" y="14653"/>
                </a:lnTo>
                <a:lnTo>
                  <a:pt x="229146" y="15494"/>
                </a:lnTo>
                <a:lnTo>
                  <a:pt x="228371" y="16328"/>
                </a:lnTo>
                <a:lnTo>
                  <a:pt x="227541" y="17162"/>
                </a:lnTo>
                <a:lnTo>
                  <a:pt x="226659" y="17980"/>
                </a:lnTo>
                <a:lnTo>
                  <a:pt x="225749" y="18791"/>
                </a:lnTo>
                <a:lnTo>
                  <a:pt x="224786" y="19601"/>
                </a:lnTo>
                <a:lnTo>
                  <a:pt x="223769" y="20397"/>
                </a:lnTo>
                <a:lnTo>
                  <a:pt x="222699" y="21184"/>
                </a:lnTo>
                <a:lnTo>
                  <a:pt x="221603" y="21964"/>
                </a:lnTo>
                <a:lnTo>
                  <a:pt x="220452" y="22736"/>
                </a:lnTo>
                <a:lnTo>
                  <a:pt x="219249" y="23492"/>
                </a:lnTo>
                <a:lnTo>
                  <a:pt x="217991" y="24241"/>
                </a:lnTo>
                <a:lnTo>
                  <a:pt x="216681" y="24974"/>
                </a:lnTo>
                <a:lnTo>
                  <a:pt x="215343" y="25700"/>
                </a:lnTo>
                <a:lnTo>
                  <a:pt x="214648" y="26055"/>
                </a:lnTo>
                <a:lnTo>
                  <a:pt x="213952" y="26410"/>
                </a:lnTo>
                <a:lnTo>
                  <a:pt x="213230" y="26758"/>
                </a:lnTo>
                <a:lnTo>
                  <a:pt x="212507" y="27105"/>
                </a:lnTo>
                <a:lnTo>
                  <a:pt x="211758" y="27453"/>
                </a:lnTo>
                <a:lnTo>
                  <a:pt x="211009" y="27792"/>
                </a:lnTo>
                <a:lnTo>
                  <a:pt x="210234" y="28132"/>
                </a:lnTo>
                <a:lnTo>
                  <a:pt x="209458" y="28464"/>
                </a:lnTo>
                <a:lnTo>
                  <a:pt x="208655" y="28796"/>
                </a:lnTo>
                <a:lnTo>
                  <a:pt x="207853" y="29120"/>
                </a:lnTo>
                <a:lnTo>
                  <a:pt x="207024" y="29444"/>
                </a:lnTo>
                <a:lnTo>
                  <a:pt x="206194" y="29768"/>
                </a:lnTo>
                <a:lnTo>
                  <a:pt x="205365" y="30077"/>
                </a:lnTo>
                <a:lnTo>
                  <a:pt x="204509" y="30394"/>
                </a:lnTo>
                <a:lnTo>
                  <a:pt x="203626" y="30703"/>
                </a:lnTo>
                <a:lnTo>
                  <a:pt x="202743" y="31004"/>
                </a:lnTo>
                <a:lnTo>
                  <a:pt x="201861" y="31305"/>
                </a:lnTo>
                <a:lnTo>
                  <a:pt x="200951" y="31598"/>
                </a:lnTo>
                <a:lnTo>
                  <a:pt x="200015" y="31891"/>
                </a:lnTo>
                <a:lnTo>
                  <a:pt x="199079" y="32177"/>
                </a:lnTo>
                <a:lnTo>
                  <a:pt x="198142" y="32463"/>
                </a:lnTo>
                <a:lnTo>
                  <a:pt x="197153" y="32741"/>
                </a:lnTo>
                <a:lnTo>
                  <a:pt x="196190" y="33011"/>
                </a:lnTo>
                <a:lnTo>
                  <a:pt x="195200" y="33281"/>
                </a:lnTo>
                <a:lnTo>
                  <a:pt x="194183" y="33544"/>
                </a:lnTo>
                <a:lnTo>
                  <a:pt x="193167" y="33806"/>
                </a:lnTo>
                <a:lnTo>
                  <a:pt x="192150" y="34061"/>
                </a:lnTo>
                <a:lnTo>
                  <a:pt x="191107" y="34316"/>
                </a:lnTo>
                <a:lnTo>
                  <a:pt x="190037" y="34555"/>
                </a:lnTo>
                <a:lnTo>
                  <a:pt x="188967" y="34802"/>
                </a:lnTo>
                <a:lnTo>
                  <a:pt x="187897" y="35033"/>
                </a:lnTo>
                <a:lnTo>
                  <a:pt x="186773" y="35265"/>
                </a:lnTo>
                <a:lnTo>
                  <a:pt x="185677" y="35497"/>
                </a:lnTo>
                <a:lnTo>
                  <a:pt x="184553" y="35713"/>
                </a:lnTo>
                <a:lnTo>
                  <a:pt x="183403" y="35929"/>
                </a:lnTo>
                <a:lnTo>
                  <a:pt x="182253" y="36145"/>
                </a:lnTo>
                <a:lnTo>
                  <a:pt x="181075" y="36346"/>
                </a:lnTo>
                <a:lnTo>
                  <a:pt x="179898" y="36547"/>
                </a:lnTo>
                <a:lnTo>
                  <a:pt x="178695" y="36740"/>
                </a:lnTo>
                <a:lnTo>
                  <a:pt x="177491" y="36933"/>
                </a:lnTo>
                <a:lnTo>
                  <a:pt x="176260" y="37118"/>
                </a:lnTo>
                <a:lnTo>
                  <a:pt x="175003" y="37295"/>
                </a:lnTo>
                <a:lnTo>
                  <a:pt x="173773" y="37465"/>
                </a:lnTo>
                <a:lnTo>
                  <a:pt x="172489" y="37635"/>
                </a:lnTo>
                <a:lnTo>
                  <a:pt x="171205" y="37797"/>
                </a:lnTo>
                <a:lnTo>
                  <a:pt x="169894" y="37952"/>
                </a:lnTo>
                <a:lnTo>
                  <a:pt x="168583" y="38098"/>
                </a:lnTo>
                <a:lnTo>
                  <a:pt x="167272" y="38245"/>
                </a:lnTo>
                <a:lnTo>
                  <a:pt x="165935" y="38384"/>
                </a:lnTo>
                <a:lnTo>
                  <a:pt x="164570" y="38515"/>
                </a:lnTo>
                <a:lnTo>
                  <a:pt x="163179" y="38639"/>
                </a:lnTo>
                <a:lnTo>
                  <a:pt x="161815" y="38762"/>
                </a:lnTo>
                <a:lnTo>
                  <a:pt x="160397" y="38870"/>
                </a:lnTo>
                <a:lnTo>
                  <a:pt x="158979" y="38978"/>
                </a:lnTo>
                <a:lnTo>
                  <a:pt x="157562" y="39079"/>
                </a:lnTo>
                <a:lnTo>
                  <a:pt x="156117" y="39171"/>
                </a:lnTo>
                <a:lnTo>
                  <a:pt x="154646" y="39264"/>
                </a:lnTo>
                <a:lnTo>
                  <a:pt x="153175" y="39341"/>
                </a:lnTo>
                <a:lnTo>
                  <a:pt x="151677" y="39418"/>
                </a:lnTo>
                <a:lnTo>
                  <a:pt x="150179" y="39488"/>
                </a:lnTo>
                <a:lnTo>
                  <a:pt x="148654" y="39550"/>
                </a:lnTo>
                <a:lnTo>
                  <a:pt x="147102" y="39604"/>
                </a:lnTo>
                <a:lnTo>
                  <a:pt x="145551" y="39650"/>
                </a:lnTo>
                <a:lnTo>
                  <a:pt x="143972" y="39689"/>
                </a:lnTo>
                <a:lnTo>
                  <a:pt x="142394" y="39719"/>
                </a:lnTo>
                <a:lnTo>
                  <a:pt x="140789" y="39750"/>
                </a:lnTo>
                <a:lnTo>
                  <a:pt x="139184" y="39766"/>
                </a:lnTo>
                <a:lnTo>
                  <a:pt x="137552" y="39781"/>
                </a:lnTo>
                <a:lnTo>
                  <a:pt x="135894" y="39789"/>
                </a:lnTo>
                <a:lnTo>
                  <a:pt x="134235" y="39781"/>
                </a:lnTo>
                <a:lnTo>
                  <a:pt x="132577" y="39773"/>
                </a:lnTo>
                <a:lnTo>
                  <a:pt x="130865" y="39758"/>
                </a:lnTo>
                <a:lnTo>
                  <a:pt x="129153" y="39735"/>
                </a:lnTo>
                <a:lnTo>
                  <a:pt x="127441" y="39704"/>
                </a:lnTo>
                <a:lnTo>
                  <a:pt x="125702" y="39665"/>
                </a:lnTo>
                <a:lnTo>
                  <a:pt x="123936" y="39619"/>
                </a:lnTo>
                <a:lnTo>
                  <a:pt x="122385" y="39573"/>
                </a:lnTo>
                <a:lnTo>
                  <a:pt x="120833" y="39519"/>
                </a:lnTo>
                <a:lnTo>
                  <a:pt x="119308" y="39457"/>
                </a:lnTo>
                <a:lnTo>
                  <a:pt x="117784" y="39387"/>
                </a:lnTo>
                <a:lnTo>
                  <a:pt x="116286" y="39318"/>
                </a:lnTo>
                <a:lnTo>
                  <a:pt x="114761" y="39241"/>
                </a:lnTo>
                <a:lnTo>
                  <a:pt x="113289" y="39164"/>
                </a:lnTo>
                <a:lnTo>
                  <a:pt x="111791" y="39071"/>
                </a:lnTo>
                <a:lnTo>
                  <a:pt x="110347" y="38978"/>
                </a:lnTo>
                <a:lnTo>
                  <a:pt x="108876" y="38878"/>
                </a:lnTo>
                <a:lnTo>
                  <a:pt x="107431" y="38778"/>
                </a:lnTo>
                <a:lnTo>
                  <a:pt x="105987" y="38662"/>
                </a:lnTo>
                <a:lnTo>
                  <a:pt x="104569" y="38546"/>
                </a:lnTo>
                <a:lnTo>
                  <a:pt x="103151" y="38430"/>
                </a:lnTo>
                <a:lnTo>
                  <a:pt x="101733" y="38299"/>
                </a:lnTo>
                <a:lnTo>
                  <a:pt x="100342" y="38168"/>
                </a:lnTo>
                <a:lnTo>
                  <a:pt x="98951" y="38036"/>
                </a:lnTo>
                <a:lnTo>
                  <a:pt x="97587" y="37890"/>
                </a:lnTo>
                <a:lnTo>
                  <a:pt x="96223" y="37743"/>
                </a:lnTo>
                <a:lnTo>
                  <a:pt x="94858" y="37589"/>
                </a:lnTo>
                <a:lnTo>
                  <a:pt x="93521" y="37434"/>
                </a:lnTo>
                <a:lnTo>
                  <a:pt x="92183" y="37272"/>
                </a:lnTo>
                <a:lnTo>
                  <a:pt x="90872" y="37102"/>
                </a:lnTo>
                <a:lnTo>
                  <a:pt x="89562" y="36933"/>
                </a:lnTo>
                <a:lnTo>
                  <a:pt x="88251" y="36755"/>
                </a:lnTo>
                <a:lnTo>
                  <a:pt x="86967" y="36577"/>
                </a:lnTo>
                <a:lnTo>
                  <a:pt x="85683" y="36392"/>
                </a:lnTo>
                <a:lnTo>
                  <a:pt x="84426" y="36199"/>
                </a:lnTo>
                <a:lnTo>
                  <a:pt x="83168" y="35998"/>
                </a:lnTo>
                <a:lnTo>
                  <a:pt x="81911" y="35805"/>
                </a:lnTo>
                <a:lnTo>
                  <a:pt x="80680" y="35597"/>
                </a:lnTo>
                <a:lnTo>
                  <a:pt x="79450" y="35389"/>
                </a:lnTo>
                <a:lnTo>
                  <a:pt x="78246" y="35172"/>
                </a:lnTo>
                <a:lnTo>
                  <a:pt x="77042" y="34956"/>
                </a:lnTo>
                <a:lnTo>
                  <a:pt x="75839" y="34732"/>
                </a:lnTo>
                <a:lnTo>
                  <a:pt x="74662" y="34509"/>
                </a:lnTo>
                <a:lnTo>
                  <a:pt x="73485" y="34277"/>
                </a:lnTo>
                <a:lnTo>
                  <a:pt x="72334" y="34045"/>
                </a:lnTo>
                <a:lnTo>
                  <a:pt x="71184" y="33806"/>
                </a:lnTo>
                <a:lnTo>
                  <a:pt x="70060" y="33559"/>
                </a:lnTo>
                <a:lnTo>
                  <a:pt x="68910" y="33312"/>
                </a:lnTo>
                <a:lnTo>
                  <a:pt x="67813" y="33057"/>
                </a:lnTo>
                <a:lnTo>
                  <a:pt x="66690" y="32802"/>
                </a:lnTo>
                <a:lnTo>
                  <a:pt x="65593" y="32548"/>
                </a:lnTo>
                <a:lnTo>
                  <a:pt x="64523" y="32285"/>
                </a:lnTo>
                <a:lnTo>
                  <a:pt x="63453" y="32015"/>
                </a:lnTo>
                <a:lnTo>
                  <a:pt x="62383" y="31745"/>
                </a:lnTo>
                <a:lnTo>
                  <a:pt x="61340" y="31475"/>
                </a:lnTo>
                <a:lnTo>
                  <a:pt x="60296" y="31197"/>
                </a:lnTo>
                <a:lnTo>
                  <a:pt x="59253" y="30911"/>
                </a:lnTo>
                <a:lnTo>
                  <a:pt x="58237" y="30625"/>
                </a:lnTo>
                <a:lnTo>
                  <a:pt x="57220" y="30340"/>
                </a:lnTo>
                <a:lnTo>
                  <a:pt x="56230" y="30046"/>
                </a:lnTo>
                <a:lnTo>
                  <a:pt x="55241" y="29753"/>
                </a:lnTo>
                <a:lnTo>
                  <a:pt x="53315" y="29151"/>
                </a:lnTo>
                <a:lnTo>
                  <a:pt x="51415" y="28533"/>
                </a:lnTo>
                <a:lnTo>
                  <a:pt x="49543" y="27908"/>
                </a:lnTo>
                <a:lnTo>
                  <a:pt x="47750" y="27267"/>
                </a:lnTo>
                <a:lnTo>
                  <a:pt x="45985" y="26619"/>
                </a:lnTo>
                <a:lnTo>
                  <a:pt x="44246" y="25955"/>
                </a:lnTo>
                <a:lnTo>
                  <a:pt x="42588" y="25283"/>
                </a:lnTo>
                <a:lnTo>
                  <a:pt x="40956" y="24596"/>
                </a:lnTo>
                <a:lnTo>
                  <a:pt x="39351" y="23901"/>
                </a:lnTo>
                <a:lnTo>
                  <a:pt x="37826" y="23199"/>
                </a:lnTo>
                <a:lnTo>
                  <a:pt x="36328" y="22481"/>
                </a:lnTo>
                <a:lnTo>
                  <a:pt x="34857" y="21755"/>
                </a:lnTo>
                <a:lnTo>
                  <a:pt x="33466" y="21030"/>
                </a:lnTo>
                <a:lnTo>
                  <a:pt x="32101" y="20288"/>
                </a:lnTo>
                <a:lnTo>
                  <a:pt x="30764" y="19540"/>
                </a:lnTo>
                <a:lnTo>
                  <a:pt x="29480" y="18783"/>
                </a:lnTo>
                <a:lnTo>
                  <a:pt x="28249" y="18019"/>
                </a:lnTo>
                <a:lnTo>
                  <a:pt x="27072" y="17247"/>
                </a:lnTo>
                <a:lnTo>
                  <a:pt x="25922" y="16467"/>
                </a:lnTo>
                <a:lnTo>
                  <a:pt x="24825" y="15687"/>
                </a:lnTo>
                <a:lnTo>
                  <a:pt x="23782" y="14892"/>
                </a:lnTo>
                <a:lnTo>
                  <a:pt x="22792" y="14097"/>
                </a:lnTo>
                <a:lnTo>
                  <a:pt x="21829" y="13302"/>
                </a:lnTo>
                <a:lnTo>
                  <a:pt x="20920" y="12499"/>
                </a:lnTo>
                <a:lnTo>
                  <a:pt x="20037" y="11688"/>
                </a:lnTo>
                <a:lnTo>
                  <a:pt x="19208" y="10878"/>
                </a:lnTo>
                <a:lnTo>
                  <a:pt x="18432" y="10060"/>
                </a:lnTo>
                <a:lnTo>
                  <a:pt x="17710" y="9241"/>
                </a:lnTo>
                <a:lnTo>
                  <a:pt x="17014" y="8423"/>
                </a:lnTo>
                <a:lnTo>
                  <a:pt x="16372" y="7597"/>
                </a:lnTo>
                <a:lnTo>
                  <a:pt x="15783" y="6779"/>
                </a:lnTo>
                <a:lnTo>
                  <a:pt x="15222" y="5953"/>
                </a:lnTo>
                <a:lnTo>
                  <a:pt x="14740" y="5119"/>
                </a:lnTo>
                <a:lnTo>
                  <a:pt x="14259" y="4293"/>
                </a:lnTo>
                <a:lnTo>
                  <a:pt x="13857" y="3467"/>
                </a:lnTo>
                <a:lnTo>
                  <a:pt x="13483" y="2641"/>
                </a:lnTo>
                <a:lnTo>
                  <a:pt x="13189" y="1807"/>
                </a:lnTo>
                <a:lnTo>
                  <a:pt x="13135" y="1699"/>
                </a:lnTo>
                <a:lnTo>
                  <a:pt x="13055" y="1591"/>
                </a:lnTo>
                <a:lnTo>
                  <a:pt x="12975" y="1490"/>
                </a:lnTo>
                <a:lnTo>
                  <a:pt x="12868" y="1390"/>
                </a:lnTo>
                <a:lnTo>
                  <a:pt x="12761" y="1290"/>
                </a:lnTo>
                <a:lnTo>
                  <a:pt x="12627" y="1197"/>
                </a:lnTo>
                <a:lnTo>
                  <a:pt x="12493" y="1104"/>
                </a:lnTo>
                <a:lnTo>
                  <a:pt x="12333" y="1020"/>
                </a:lnTo>
                <a:lnTo>
                  <a:pt x="12172" y="935"/>
                </a:lnTo>
                <a:lnTo>
                  <a:pt x="11985" y="857"/>
                </a:lnTo>
                <a:lnTo>
                  <a:pt x="11771" y="780"/>
                </a:lnTo>
                <a:lnTo>
                  <a:pt x="11584" y="711"/>
                </a:lnTo>
                <a:lnTo>
                  <a:pt x="11129" y="572"/>
                </a:lnTo>
                <a:lnTo>
                  <a:pt x="10647" y="456"/>
                </a:lnTo>
                <a:lnTo>
                  <a:pt x="10112" y="348"/>
                </a:lnTo>
                <a:lnTo>
                  <a:pt x="9577" y="255"/>
                </a:lnTo>
                <a:lnTo>
                  <a:pt x="9016" y="178"/>
                </a:lnTo>
                <a:lnTo>
                  <a:pt x="8427" y="116"/>
                </a:lnTo>
                <a:lnTo>
                  <a:pt x="7812" y="62"/>
                </a:lnTo>
                <a:lnTo>
                  <a:pt x="7197" y="31"/>
                </a:lnTo>
                <a:lnTo>
                  <a:pt x="6581" y="8"/>
                </a:lnTo>
                <a:lnTo>
                  <a:pt x="596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flipH="1" rot="10800000">
            <a:off x="8242013" y="4476536"/>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rot="10800000">
            <a:off x="-107416" y="4665733"/>
            <a:ext cx="784478" cy="583641"/>
          </a:xfrm>
          <a:custGeom>
            <a:rect b="b" l="l" r="r" t="t"/>
            <a:pathLst>
              <a:path extrusionOk="0" h="49980" w="206035">
                <a:moveTo>
                  <a:pt x="13269" y="1"/>
                </a:moveTo>
                <a:lnTo>
                  <a:pt x="12574" y="16"/>
                </a:lnTo>
                <a:lnTo>
                  <a:pt x="11878" y="39"/>
                </a:lnTo>
                <a:lnTo>
                  <a:pt x="11209" y="86"/>
                </a:lnTo>
                <a:lnTo>
                  <a:pt x="10514" y="147"/>
                </a:lnTo>
                <a:lnTo>
                  <a:pt x="9872" y="225"/>
                </a:lnTo>
                <a:lnTo>
                  <a:pt x="9257" y="317"/>
                </a:lnTo>
                <a:lnTo>
                  <a:pt x="8641" y="425"/>
                </a:lnTo>
                <a:lnTo>
                  <a:pt x="8347" y="487"/>
                </a:lnTo>
                <a:lnTo>
                  <a:pt x="8080" y="549"/>
                </a:lnTo>
                <a:lnTo>
                  <a:pt x="7812" y="618"/>
                </a:lnTo>
                <a:lnTo>
                  <a:pt x="7545" y="695"/>
                </a:lnTo>
                <a:lnTo>
                  <a:pt x="7304" y="773"/>
                </a:lnTo>
                <a:lnTo>
                  <a:pt x="7063" y="850"/>
                </a:lnTo>
                <a:lnTo>
                  <a:pt x="6822" y="935"/>
                </a:lnTo>
                <a:lnTo>
                  <a:pt x="6608" y="1027"/>
                </a:lnTo>
                <a:lnTo>
                  <a:pt x="6421" y="1120"/>
                </a:lnTo>
                <a:lnTo>
                  <a:pt x="6207" y="1213"/>
                </a:lnTo>
                <a:lnTo>
                  <a:pt x="6046" y="1313"/>
                </a:lnTo>
                <a:lnTo>
                  <a:pt x="5886" y="1421"/>
                </a:lnTo>
                <a:lnTo>
                  <a:pt x="5725" y="1529"/>
                </a:lnTo>
                <a:lnTo>
                  <a:pt x="5592" y="1645"/>
                </a:lnTo>
                <a:lnTo>
                  <a:pt x="4816" y="2394"/>
                </a:lnTo>
                <a:lnTo>
                  <a:pt x="4094" y="3135"/>
                </a:lnTo>
                <a:lnTo>
                  <a:pt x="3452" y="3868"/>
                </a:lnTo>
                <a:lnTo>
                  <a:pt x="2863" y="4602"/>
                </a:lnTo>
                <a:lnTo>
                  <a:pt x="2301" y="5335"/>
                </a:lnTo>
                <a:lnTo>
                  <a:pt x="1820" y="6061"/>
                </a:lnTo>
                <a:lnTo>
                  <a:pt x="1419" y="6786"/>
                </a:lnTo>
                <a:lnTo>
                  <a:pt x="1044" y="7504"/>
                </a:lnTo>
                <a:lnTo>
                  <a:pt x="723" y="8222"/>
                </a:lnTo>
                <a:lnTo>
                  <a:pt x="482" y="8933"/>
                </a:lnTo>
                <a:lnTo>
                  <a:pt x="268" y="9635"/>
                </a:lnTo>
                <a:lnTo>
                  <a:pt x="135" y="10338"/>
                </a:lnTo>
                <a:lnTo>
                  <a:pt x="28" y="11040"/>
                </a:lnTo>
                <a:lnTo>
                  <a:pt x="1" y="11735"/>
                </a:lnTo>
                <a:lnTo>
                  <a:pt x="28" y="12422"/>
                </a:lnTo>
                <a:lnTo>
                  <a:pt x="81" y="13109"/>
                </a:lnTo>
                <a:lnTo>
                  <a:pt x="188" y="13788"/>
                </a:lnTo>
                <a:lnTo>
                  <a:pt x="375" y="14468"/>
                </a:lnTo>
                <a:lnTo>
                  <a:pt x="589" y="15139"/>
                </a:lnTo>
                <a:lnTo>
                  <a:pt x="857" y="15803"/>
                </a:lnTo>
                <a:lnTo>
                  <a:pt x="1178" y="16467"/>
                </a:lnTo>
                <a:lnTo>
                  <a:pt x="1552" y="17123"/>
                </a:lnTo>
                <a:lnTo>
                  <a:pt x="1954" y="17780"/>
                </a:lnTo>
                <a:lnTo>
                  <a:pt x="2408" y="18420"/>
                </a:lnTo>
                <a:lnTo>
                  <a:pt x="2917" y="19069"/>
                </a:lnTo>
                <a:lnTo>
                  <a:pt x="3478" y="19702"/>
                </a:lnTo>
                <a:lnTo>
                  <a:pt x="4094" y="20335"/>
                </a:lnTo>
                <a:lnTo>
                  <a:pt x="4736" y="20968"/>
                </a:lnTo>
                <a:lnTo>
                  <a:pt x="5431" y="21593"/>
                </a:lnTo>
                <a:lnTo>
                  <a:pt x="6153" y="22211"/>
                </a:lnTo>
                <a:lnTo>
                  <a:pt x="6929" y="22821"/>
                </a:lnTo>
                <a:lnTo>
                  <a:pt x="7759" y="23431"/>
                </a:lnTo>
                <a:lnTo>
                  <a:pt x="8615" y="24033"/>
                </a:lnTo>
                <a:lnTo>
                  <a:pt x="9524" y="24627"/>
                </a:lnTo>
                <a:lnTo>
                  <a:pt x="10460" y="25214"/>
                </a:lnTo>
                <a:lnTo>
                  <a:pt x="11450" y="25801"/>
                </a:lnTo>
                <a:lnTo>
                  <a:pt x="12493" y="26380"/>
                </a:lnTo>
                <a:lnTo>
                  <a:pt x="13537" y="26959"/>
                </a:lnTo>
                <a:lnTo>
                  <a:pt x="14660" y="27522"/>
                </a:lnTo>
                <a:lnTo>
                  <a:pt x="15784" y="28086"/>
                </a:lnTo>
                <a:lnTo>
                  <a:pt x="16987" y="28649"/>
                </a:lnTo>
                <a:lnTo>
                  <a:pt x="18191" y="29197"/>
                </a:lnTo>
                <a:lnTo>
                  <a:pt x="19449" y="29745"/>
                </a:lnTo>
                <a:lnTo>
                  <a:pt x="20733" y="30286"/>
                </a:lnTo>
                <a:lnTo>
                  <a:pt x="22070" y="30819"/>
                </a:lnTo>
                <a:lnTo>
                  <a:pt x="23408" y="31343"/>
                </a:lnTo>
                <a:lnTo>
                  <a:pt x="24799" y="31868"/>
                </a:lnTo>
                <a:lnTo>
                  <a:pt x="26243" y="32378"/>
                </a:lnTo>
                <a:lnTo>
                  <a:pt x="27688" y="32887"/>
                </a:lnTo>
                <a:lnTo>
                  <a:pt x="29186" y="33389"/>
                </a:lnTo>
                <a:lnTo>
                  <a:pt x="30711" y="33891"/>
                </a:lnTo>
                <a:lnTo>
                  <a:pt x="32262" y="34377"/>
                </a:lnTo>
                <a:lnTo>
                  <a:pt x="33840" y="34864"/>
                </a:lnTo>
                <a:lnTo>
                  <a:pt x="35472" y="35335"/>
                </a:lnTo>
                <a:lnTo>
                  <a:pt x="37104" y="35806"/>
                </a:lnTo>
                <a:lnTo>
                  <a:pt x="38789" y="36276"/>
                </a:lnTo>
                <a:lnTo>
                  <a:pt x="40475" y="36732"/>
                </a:lnTo>
                <a:lnTo>
                  <a:pt x="42213" y="37180"/>
                </a:lnTo>
                <a:lnTo>
                  <a:pt x="43979" y="37627"/>
                </a:lnTo>
                <a:lnTo>
                  <a:pt x="45744" y="38060"/>
                </a:lnTo>
                <a:lnTo>
                  <a:pt x="47563" y="38492"/>
                </a:lnTo>
                <a:lnTo>
                  <a:pt x="49382" y="38917"/>
                </a:lnTo>
                <a:lnTo>
                  <a:pt x="51255" y="39326"/>
                </a:lnTo>
                <a:lnTo>
                  <a:pt x="53128" y="39735"/>
                </a:lnTo>
                <a:lnTo>
                  <a:pt x="55054" y="40136"/>
                </a:lnTo>
                <a:lnTo>
                  <a:pt x="56980" y="40538"/>
                </a:lnTo>
                <a:lnTo>
                  <a:pt x="58932" y="40924"/>
                </a:lnTo>
                <a:lnTo>
                  <a:pt x="60885" y="41302"/>
                </a:lnTo>
                <a:lnTo>
                  <a:pt x="62892" y="41673"/>
                </a:lnTo>
                <a:lnTo>
                  <a:pt x="64898" y="42043"/>
                </a:lnTo>
                <a:lnTo>
                  <a:pt x="66931" y="42398"/>
                </a:lnTo>
                <a:lnTo>
                  <a:pt x="68991" y="42746"/>
                </a:lnTo>
                <a:lnTo>
                  <a:pt x="71077" y="43093"/>
                </a:lnTo>
                <a:lnTo>
                  <a:pt x="73164" y="43425"/>
                </a:lnTo>
                <a:lnTo>
                  <a:pt x="75277" y="43757"/>
                </a:lnTo>
                <a:lnTo>
                  <a:pt x="77390" y="44074"/>
                </a:lnTo>
                <a:lnTo>
                  <a:pt x="79557" y="44390"/>
                </a:lnTo>
                <a:lnTo>
                  <a:pt x="81697" y="44691"/>
                </a:lnTo>
                <a:lnTo>
                  <a:pt x="83891" y="44985"/>
                </a:lnTo>
                <a:lnTo>
                  <a:pt x="86084" y="45278"/>
                </a:lnTo>
                <a:lnTo>
                  <a:pt x="88278" y="45556"/>
                </a:lnTo>
                <a:lnTo>
                  <a:pt x="90498" y="45826"/>
                </a:lnTo>
                <a:lnTo>
                  <a:pt x="92718" y="46096"/>
                </a:lnTo>
                <a:lnTo>
                  <a:pt x="94966" y="46351"/>
                </a:lnTo>
                <a:lnTo>
                  <a:pt x="97213" y="46598"/>
                </a:lnTo>
                <a:lnTo>
                  <a:pt x="99486" y="46837"/>
                </a:lnTo>
                <a:lnTo>
                  <a:pt x="101760" y="47069"/>
                </a:lnTo>
                <a:lnTo>
                  <a:pt x="104061" y="47293"/>
                </a:lnTo>
                <a:lnTo>
                  <a:pt x="106361" y="47509"/>
                </a:lnTo>
                <a:lnTo>
                  <a:pt x="108662" y="47710"/>
                </a:lnTo>
                <a:lnTo>
                  <a:pt x="110989" y="47910"/>
                </a:lnTo>
                <a:lnTo>
                  <a:pt x="113290" y="48096"/>
                </a:lnTo>
                <a:lnTo>
                  <a:pt x="115644" y="48281"/>
                </a:lnTo>
                <a:lnTo>
                  <a:pt x="117971" y="48451"/>
                </a:lnTo>
                <a:lnTo>
                  <a:pt x="120298" y="48613"/>
                </a:lnTo>
                <a:lnTo>
                  <a:pt x="122652" y="48767"/>
                </a:lnTo>
                <a:lnTo>
                  <a:pt x="125006" y="48914"/>
                </a:lnTo>
                <a:lnTo>
                  <a:pt x="127360" y="49045"/>
                </a:lnTo>
                <a:lnTo>
                  <a:pt x="129741" y="49176"/>
                </a:lnTo>
                <a:lnTo>
                  <a:pt x="132095" y="49292"/>
                </a:lnTo>
                <a:lnTo>
                  <a:pt x="134476" y="49400"/>
                </a:lnTo>
                <a:lnTo>
                  <a:pt x="136830" y="49501"/>
                </a:lnTo>
                <a:lnTo>
                  <a:pt x="139211" y="49593"/>
                </a:lnTo>
                <a:lnTo>
                  <a:pt x="141592" y="49671"/>
                </a:lnTo>
                <a:lnTo>
                  <a:pt x="143946" y="49740"/>
                </a:lnTo>
                <a:lnTo>
                  <a:pt x="146327" y="49809"/>
                </a:lnTo>
                <a:lnTo>
                  <a:pt x="148707" y="49856"/>
                </a:lnTo>
                <a:lnTo>
                  <a:pt x="151062" y="49902"/>
                </a:lnTo>
                <a:lnTo>
                  <a:pt x="153442" y="49933"/>
                </a:lnTo>
                <a:lnTo>
                  <a:pt x="155796" y="49964"/>
                </a:lnTo>
                <a:lnTo>
                  <a:pt x="158150" y="49979"/>
                </a:lnTo>
                <a:lnTo>
                  <a:pt x="162859" y="49979"/>
                </a:lnTo>
                <a:lnTo>
                  <a:pt x="165213" y="49964"/>
                </a:lnTo>
                <a:lnTo>
                  <a:pt x="167567" y="49941"/>
                </a:lnTo>
                <a:lnTo>
                  <a:pt x="169894" y="49902"/>
                </a:lnTo>
                <a:lnTo>
                  <a:pt x="172221" y="49856"/>
                </a:lnTo>
                <a:lnTo>
                  <a:pt x="174549" y="49802"/>
                </a:lnTo>
                <a:lnTo>
                  <a:pt x="176876" y="49740"/>
                </a:lnTo>
                <a:lnTo>
                  <a:pt x="179176" y="49663"/>
                </a:lnTo>
                <a:lnTo>
                  <a:pt x="181477" y="49578"/>
                </a:lnTo>
                <a:lnTo>
                  <a:pt x="183751" y="49485"/>
                </a:lnTo>
                <a:lnTo>
                  <a:pt x="186051" y="49377"/>
                </a:lnTo>
                <a:lnTo>
                  <a:pt x="188298" y="49261"/>
                </a:lnTo>
                <a:lnTo>
                  <a:pt x="190572" y="49138"/>
                </a:lnTo>
                <a:lnTo>
                  <a:pt x="192819" y="48999"/>
                </a:lnTo>
                <a:lnTo>
                  <a:pt x="195040" y="48852"/>
                </a:lnTo>
                <a:lnTo>
                  <a:pt x="197260" y="48698"/>
                </a:lnTo>
                <a:lnTo>
                  <a:pt x="197982" y="48636"/>
                </a:lnTo>
                <a:lnTo>
                  <a:pt x="198651" y="48574"/>
                </a:lnTo>
                <a:lnTo>
                  <a:pt x="199293" y="48497"/>
                </a:lnTo>
                <a:lnTo>
                  <a:pt x="199908" y="48420"/>
                </a:lnTo>
                <a:lnTo>
                  <a:pt x="200497" y="48335"/>
                </a:lnTo>
                <a:lnTo>
                  <a:pt x="201058" y="48250"/>
                </a:lnTo>
                <a:lnTo>
                  <a:pt x="201567" y="48150"/>
                </a:lnTo>
                <a:lnTo>
                  <a:pt x="202075" y="48049"/>
                </a:lnTo>
                <a:lnTo>
                  <a:pt x="202530" y="47941"/>
                </a:lnTo>
                <a:lnTo>
                  <a:pt x="202958" y="47825"/>
                </a:lnTo>
                <a:lnTo>
                  <a:pt x="203359" y="47710"/>
                </a:lnTo>
                <a:lnTo>
                  <a:pt x="203733" y="47586"/>
                </a:lnTo>
                <a:lnTo>
                  <a:pt x="204081" y="47463"/>
                </a:lnTo>
                <a:lnTo>
                  <a:pt x="204375" y="47331"/>
                </a:lnTo>
                <a:lnTo>
                  <a:pt x="204670" y="47192"/>
                </a:lnTo>
                <a:lnTo>
                  <a:pt x="204937" y="47061"/>
                </a:lnTo>
                <a:lnTo>
                  <a:pt x="205151" y="46914"/>
                </a:lnTo>
                <a:lnTo>
                  <a:pt x="205365" y="46776"/>
                </a:lnTo>
                <a:lnTo>
                  <a:pt x="205526" y="46629"/>
                </a:lnTo>
                <a:lnTo>
                  <a:pt x="205686" y="46482"/>
                </a:lnTo>
                <a:lnTo>
                  <a:pt x="205820" y="46328"/>
                </a:lnTo>
                <a:lnTo>
                  <a:pt x="205900" y="46181"/>
                </a:lnTo>
                <a:lnTo>
                  <a:pt x="205981" y="46027"/>
                </a:lnTo>
                <a:lnTo>
                  <a:pt x="206034" y="45872"/>
                </a:lnTo>
                <a:lnTo>
                  <a:pt x="206034" y="45718"/>
                </a:lnTo>
                <a:lnTo>
                  <a:pt x="206034" y="45564"/>
                </a:lnTo>
                <a:lnTo>
                  <a:pt x="206007" y="45401"/>
                </a:lnTo>
                <a:lnTo>
                  <a:pt x="205954" y="45247"/>
                </a:lnTo>
                <a:lnTo>
                  <a:pt x="205874" y="45093"/>
                </a:lnTo>
                <a:lnTo>
                  <a:pt x="205767" y="44938"/>
                </a:lnTo>
                <a:lnTo>
                  <a:pt x="205660" y="44784"/>
                </a:lnTo>
                <a:lnTo>
                  <a:pt x="205499" y="44629"/>
                </a:lnTo>
                <a:lnTo>
                  <a:pt x="205339" y="44475"/>
                </a:lnTo>
                <a:lnTo>
                  <a:pt x="205151" y="44321"/>
                </a:lnTo>
                <a:lnTo>
                  <a:pt x="204937" y="44174"/>
                </a:lnTo>
                <a:lnTo>
                  <a:pt x="204697" y="44027"/>
                </a:lnTo>
                <a:lnTo>
                  <a:pt x="204456" y="43881"/>
                </a:lnTo>
                <a:lnTo>
                  <a:pt x="204188" y="43742"/>
                </a:lnTo>
                <a:lnTo>
                  <a:pt x="203894" y="43603"/>
                </a:lnTo>
                <a:lnTo>
                  <a:pt x="203573" y="43471"/>
                </a:lnTo>
                <a:lnTo>
                  <a:pt x="203225" y="43340"/>
                </a:lnTo>
                <a:lnTo>
                  <a:pt x="202877" y="43209"/>
                </a:lnTo>
                <a:lnTo>
                  <a:pt x="202503" y="43085"/>
                </a:lnTo>
                <a:lnTo>
                  <a:pt x="202102" y="42962"/>
                </a:lnTo>
                <a:lnTo>
                  <a:pt x="201700" y="42854"/>
                </a:lnTo>
                <a:lnTo>
                  <a:pt x="201272" y="42738"/>
                </a:lnTo>
                <a:lnTo>
                  <a:pt x="200818" y="42638"/>
                </a:lnTo>
                <a:lnTo>
                  <a:pt x="200363" y="42537"/>
                </a:lnTo>
                <a:lnTo>
                  <a:pt x="199855" y="42445"/>
                </a:lnTo>
                <a:lnTo>
                  <a:pt x="199373" y="42352"/>
                </a:lnTo>
                <a:lnTo>
                  <a:pt x="198838" y="42275"/>
                </a:lnTo>
                <a:lnTo>
                  <a:pt x="198330" y="42198"/>
                </a:lnTo>
                <a:lnTo>
                  <a:pt x="197768" y="42128"/>
                </a:lnTo>
                <a:lnTo>
                  <a:pt x="197206" y="42074"/>
                </a:lnTo>
                <a:lnTo>
                  <a:pt x="196618" y="42020"/>
                </a:lnTo>
                <a:lnTo>
                  <a:pt x="196029" y="41974"/>
                </a:lnTo>
                <a:lnTo>
                  <a:pt x="195414" y="41935"/>
                </a:lnTo>
                <a:lnTo>
                  <a:pt x="194799" y="41904"/>
                </a:lnTo>
                <a:lnTo>
                  <a:pt x="194157" y="41881"/>
                </a:lnTo>
                <a:lnTo>
                  <a:pt x="193515" y="41873"/>
                </a:lnTo>
                <a:lnTo>
                  <a:pt x="192846" y="41866"/>
                </a:lnTo>
                <a:lnTo>
                  <a:pt x="192177" y="41873"/>
                </a:lnTo>
                <a:lnTo>
                  <a:pt x="191482" y="41889"/>
                </a:lnTo>
                <a:lnTo>
                  <a:pt x="190786" y="41920"/>
                </a:lnTo>
                <a:lnTo>
                  <a:pt x="188940" y="41989"/>
                </a:lnTo>
                <a:lnTo>
                  <a:pt x="187095" y="42059"/>
                </a:lnTo>
                <a:lnTo>
                  <a:pt x="187790" y="39951"/>
                </a:lnTo>
                <a:lnTo>
                  <a:pt x="188432" y="37851"/>
                </a:lnTo>
                <a:lnTo>
                  <a:pt x="189021" y="35744"/>
                </a:lnTo>
                <a:lnTo>
                  <a:pt x="189529" y="33644"/>
                </a:lnTo>
                <a:lnTo>
                  <a:pt x="189984" y="31536"/>
                </a:lnTo>
                <a:lnTo>
                  <a:pt x="190385" y="29437"/>
                </a:lnTo>
                <a:lnTo>
                  <a:pt x="190733" y="27329"/>
                </a:lnTo>
                <a:lnTo>
                  <a:pt x="191027" y="25222"/>
                </a:lnTo>
                <a:lnTo>
                  <a:pt x="191241" y="23122"/>
                </a:lnTo>
                <a:lnTo>
                  <a:pt x="191401" y="21014"/>
                </a:lnTo>
                <a:lnTo>
                  <a:pt x="191508" y="18907"/>
                </a:lnTo>
                <a:lnTo>
                  <a:pt x="191535" y="16799"/>
                </a:lnTo>
                <a:lnTo>
                  <a:pt x="191535" y="14684"/>
                </a:lnTo>
                <a:lnTo>
                  <a:pt x="191455" y="12576"/>
                </a:lnTo>
                <a:lnTo>
                  <a:pt x="191294" y="10461"/>
                </a:lnTo>
                <a:lnTo>
                  <a:pt x="191107" y="8346"/>
                </a:lnTo>
                <a:lnTo>
                  <a:pt x="191080" y="8215"/>
                </a:lnTo>
                <a:lnTo>
                  <a:pt x="191054" y="8083"/>
                </a:lnTo>
                <a:lnTo>
                  <a:pt x="190973" y="7952"/>
                </a:lnTo>
                <a:lnTo>
                  <a:pt x="190920" y="7821"/>
                </a:lnTo>
                <a:lnTo>
                  <a:pt x="190813" y="7697"/>
                </a:lnTo>
                <a:lnTo>
                  <a:pt x="190706" y="7574"/>
                </a:lnTo>
                <a:lnTo>
                  <a:pt x="190599" y="7450"/>
                </a:lnTo>
                <a:lnTo>
                  <a:pt x="190465" y="7335"/>
                </a:lnTo>
                <a:lnTo>
                  <a:pt x="190305" y="7219"/>
                </a:lnTo>
                <a:lnTo>
                  <a:pt x="190144" y="7103"/>
                </a:lnTo>
                <a:lnTo>
                  <a:pt x="189770" y="6879"/>
                </a:lnTo>
                <a:lnTo>
                  <a:pt x="189342" y="6671"/>
                </a:lnTo>
                <a:lnTo>
                  <a:pt x="188887" y="6470"/>
                </a:lnTo>
                <a:lnTo>
                  <a:pt x="188352" y="6277"/>
                </a:lnTo>
                <a:lnTo>
                  <a:pt x="187817" y="6092"/>
                </a:lnTo>
                <a:lnTo>
                  <a:pt x="187202" y="5922"/>
                </a:lnTo>
                <a:lnTo>
                  <a:pt x="186586" y="5760"/>
                </a:lnTo>
                <a:lnTo>
                  <a:pt x="185918" y="5613"/>
                </a:lnTo>
                <a:lnTo>
                  <a:pt x="185222" y="5474"/>
                </a:lnTo>
                <a:lnTo>
                  <a:pt x="184500" y="5351"/>
                </a:lnTo>
                <a:lnTo>
                  <a:pt x="183751" y="5235"/>
                </a:lnTo>
                <a:lnTo>
                  <a:pt x="182975" y="5134"/>
                </a:lnTo>
                <a:lnTo>
                  <a:pt x="182199" y="5042"/>
                </a:lnTo>
                <a:lnTo>
                  <a:pt x="181397" y="4965"/>
                </a:lnTo>
                <a:lnTo>
                  <a:pt x="180594" y="4895"/>
                </a:lnTo>
                <a:lnTo>
                  <a:pt x="179792" y="4841"/>
                </a:lnTo>
                <a:lnTo>
                  <a:pt x="178962" y="4802"/>
                </a:lnTo>
                <a:lnTo>
                  <a:pt x="178160" y="4779"/>
                </a:lnTo>
                <a:lnTo>
                  <a:pt x="177331" y="4764"/>
                </a:lnTo>
                <a:lnTo>
                  <a:pt x="176528" y="4764"/>
                </a:lnTo>
                <a:lnTo>
                  <a:pt x="175699" y="4779"/>
                </a:lnTo>
                <a:lnTo>
                  <a:pt x="174923" y="4810"/>
                </a:lnTo>
                <a:lnTo>
                  <a:pt x="174147" y="4849"/>
                </a:lnTo>
                <a:lnTo>
                  <a:pt x="173372" y="4911"/>
                </a:lnTo>
                <a:lnTo>
                  <a:pt x="172649" y="4980"/>
                </a:lnTo>
                <a:lnTo>
                  <a:pt x="171927" y="5065"/>
                </a:lnTo>
                <a:lnTo>
                  <a:pt x="171231" y="5165"/>
                </a:lnTo>
                <a:lnTo>
                  <a:pt x="170750" y="5003"/>
                </a:lnTo>
                <a:lnTo>
                  <a:pt x="170215" y="4833"/>
                </a:lnTo>
                <a:lnTo>
                  <a:pt x="169653" y="4679"/>
                </a:lnTo>
                <a:lnTo>
                  <a:pt x="169038" y="4525"/>
                </a:lnTo>
                <a:lnTo>
                  <a:pt x="168583" y="4324"/>
                </a:lnTo>
                <a:lnTo>
                  <a:pt x="168102" y="4139"/>
                </a:lnTo>
                <a:lnTo>
                  <a:pt x="167593" y="3953"/>
                </a:lnTo>
                <a:lnTo>
                  <a:pt x="167032" y="3791"/>
                </a:lnTo>
                <a:lnTo>
                  <a:pt x="166443" y="3637"/>
                </a:lnTo>
                <a:lnTo>
                  <a:pt x="165828" y="3490"/>
                </a:lnTo>
                <a:lnTo>
                  <a:pt x="165186" y="3359"/>
                </a:lnTo>
                <a:lnTo>
                  <a:pt x="164517" y="3243"/>
                </a:lnTo>
                <a:lnTo>
                  <a:pt x="163822" y="3135"/>
                </a:lnTo>
                <a:lnTo>
                  <a:pt x="163099" y="3035"/>
                </a:lnTo>
                <a:lnTo>
                  <a:pt x="162377" y="2957"/>
                </a:lnTo>
                <a:lnTo>
                  <a:pt x="161628" y="2888"/>
                </a:lnTo>
                <a:lnTo>
                  <a:pt x="160879" y="2834"/>
                </a:lnTo>
                <a:lnTo>
                  <a:pt x="160130" y="2788"/>
                </a:lnTo>
                <a:lnTo>
                  <a:pt x="159354" y="2764"/>
                </a:lnTo>
                <a:lnTo>
                  <a:pt x="158578" y="2749"/>
                </a:lnTo>
                <a:lnTo>
                  <a:pt x="157749" y="2649"/>
                </a:lnTo>
                <a:lnTo>
                  <a:pt x="156947" y="2556"/>
                </a:lnTo>
                <a:lnTo>
                  <a:pt x="156117" y="2471"/>
                </a:lnTo>
                <a:lnTo>
                  <a:pt x="155288" y="2394"/>
                </a:lnTo>
                <a:lnTo>
                  <a:pt x="154486" y="2317"/>
                </a:lnTo>
                <a:lnTo>
                  <a:pt x="153656" y="2255"/>
                </a:lnTo>
                <a:lnTo>
                  <a:pt x="152827" y="2185"/>
                </a:lnTo>
                <a:lnTo>
                  <a:pt x="151998" y="2131"/>
                </a:lnTo>
                <a:lnTo>
                  <a:pt x="151169" y="2077"/>
                </a:lnTo>
                <a:lnTo>
                  <a:pt x="150339" y="2031"/>
                </a:lnTo>
                <a:lnTo>
                  <a:pt x="149483" y="1992"/>
                </a:lnTo>
                <a:lnTo>
                  <a:pt x="148654" y="1954"/>
                </a:lnTo>
                <a:lnTo>
                  <a:pt x="147798" y="1923"/>
                </a:lnTo>
                <a:lnTo>
                  <a:pt x="146942" y="1900"/>
                </a:lnTo>
                <a:lnTo>
                  <a:pt x="146086" y="1877"/>
                </a:lnTo>
                <a:lnTo>
                  <a:pt x="145230" y="1861"/>
                </a:lnTo>
                <a:lnTo>
                  <a:pt x="144347" y="1853"/>
                </a:lnTo>
                <a:lnTo>
                  <a:pt x="143491" y="1846"/>
                </a:lnTo>
                <a:lnTo>
                  <a:pt x="142608" y="1846"/>
                </a:lnTo>
                <a:lnTo>
                  <a:pt x="141699" y="1853"/>
                </a:lnTo>
                <a:lnTo>
                  <a:pt x="140816" y="1861"/>
                </a:lnTo>
                <a:lnTo>
                  <a:pt x="139907" y="1877"/>
                </a:lnTo>
                <a:lnTo>
                  <a:pt x="138087" y="1923"/>
                </a:lnTo>
                <a:lnTo>
                  <a:pt x="136215" y="1977"/>
                </a:lnTo>
                <a:lnTo>
                  <a:pt x="134289" y="2062"/>
                </a:lnTo>
                <a:lnTo>
                  <a:pt x="132363" y="2155"/>
                </a:lnTo>
                <a:lnTo>
                  <a:pt x="130357" y="2270"/>
                </a:lnTo>
                <a:lnTo>
                  <a:pt x="129715" y="2317"/>
                </a:lnTo>
                <a:lnTo>
                  <a:pt x="129099" y="2363"/>
                </a:lnTo>
                <a:lnTo>
                  <a:pt x="128511" y="2425"/>
                </a:lnTo>
                <a:lnTo>
                  <a:pt x="127949" y="2494"/>
                </a:lnTo>
                <a:lnTo>
                  <a:pt x="127414" y="2564"/>
                </a:lnTo>
                <a:lnTo>
                  <a:pt x="126879" y="2649"/>
                </a:lnTo>
                <a:lnTo>
                  <a:pt x="126397" y="2734"/>
                </a:lnTo>
                <a:lnTo>
                  <a:pt x="125916" y="2826"/>
                </a:lnTo>
                <a:lnTo>
                  <a:pt x="85068" y="680"/>
                </a:lnTo>
                <a:lnTo>
                  <a:pt x="84399" y="649"/>
                </a:lnTo>
                <a:lnTo>
                  <a:pt x="83730" y="626"/>
                </a:lnTo>
                <a:lnTo>
                  <a:pt x="83088" y="611"/>
                </a:lnTo>
                <a:lnTo>
                  <a:pt x="82446" y="603"/>
                </a:lnTo>
                <a:lnTo>
                  <a:pt x="81831" y="603"/>
                </a:lnTo>
                <a:lnTo>
                  <a:pt x="81216" y="611"/>
                </a:lnTo>
                <a:lnTo>
                  <a:pt x="80627" y="626"/>
                </a:lnTo>
                <a:lnTo>
                  <a:pt x="80039" y="649"/>
                </a:lnTo>
                <a:lnTo>
                  <a:pt x="79477" y="680"/>
                </a:lnTo>
                <a:lnTo>
                  <a:pt x="78915" y="711"/>
                </a:lnTo>
                <a:lnTo>
                  <a:pt x="78380" y="757"/>
                </a:lnTo>
                <a:lnTo>
                  <a:pt x="77845" y="804"/>
                </a:lnTo>
                <a:lnTo>
                  <a:pt x="77337" y="858"/>
                </a:lnTo>
                <a:lnTo>
                  <a:pt x="76829" y="919"/>
                </a:lnTo>
                <a:lnTo>
                  <a:pt x="76347" y="989"/>
                </a:lnTo>
                <a:lnTo>
                  <a:pt x="75892" y="1058"/>
                </a:lnTo>
                <a:lnTo>
                  <a:pt x="75438" y="1135"/>
                </a:lnTo>
                <a:lnTo>
                  <a:pt x="74983" y="1220"/>
                </a:lnTo>
                <a:lnTo>
                  <a:pt x="74582" y="1305"/>
                </a:lnTo>
                <a:lnTo>
                  <a:pt x="74154" y="1398"/>
                </a:lnTo>
                <a:lnTo>
                  <a:pt x="73779" y="1491"/>
                </a:lnTo>
                <a:lnTo>
                  <a:pt x="73405" y="1591"/>
                </a:lnTo>
                <a:lnTo>
                  <a:pt x="73030" y="1699"/>
                </a:lnTo>
                <a:lnTo>
                  <a:pt x="72709" y="1807"/>
                </a:lnTo>
                <a:lnTo>
                  <a:pt x="72361" y="1923"/>
                </a:lnTo>
                <a:lnTo>
                  <a:pt x="72067" y="2039"/>
                </a:lnTo>
                <a:lnTo>
                  <a:pt x="71773" y="2155"/>
                </a:lnTo>
                <a:lnTo>
                  <a:pt x="71505" y="2278"/>
                </a:lnTo>
                <a:lnTo>
                  <a:pt x="71238" y="2402"/>
                </a:lnTo>
                <a:lnTo>
                  <a:pt x="70997" y="2533"/>
                </a:lnTo>
                <a:lnTo>
                  <a:pt x="70783" y="2664"/>
                </a:lnTo>
                <a:lnTo>
                  <a:pt x="70569" y="2795"/>
                </a:lnTo>
                <a:lnTo>
                  <a:pt x="52887" y="1514"/>
                </a:lnTo>
                <a:lnTo>
                  <a:pt x="52191" y="1467"/>
                </a:lnTo>
                <a:lnTo>
                  <a:pt x="51523" y="1437"/>
                </a:lnTo>
                <a:lnTo>
                  <a:pt x="50854" y="1406"/>
                </a:lnTo>
                <a:lnTo>
                  <a:pt x="50185" y="1390"/>
                </a:lnTo>
                <a:lnTo>
                  <a:pt x="49570" y="1383"/>
                </a:lnTo>
                <a:lnTo>
                  <a:pt x="48928" y="1383"/>
                </a:lnTo>
                <a:lnTo>
                  <a:pt x="48312" y="1390"/>
                </a:lnTo>
                <a:lnTo>
                  <a:pt x="47724" y="1406"/>
                </a:lnTo>
                <a:lnTo>
                  <a:pt x="47135" y="1429"/>
                </a:lnTo>
                <a:lnTo>
                  <a:pt x="46574" y="1460"/>
                </a:lnTo>
                <a:lnTo>
                  <a:pt x="46039" y="1498"/>
                </a:lnTo>
                <a:lnTo>
                  <a:pt x="45504" y="1537"/>
                </a:lnTo>
                <a:lnTo>
                  <a:pt x="44969" y="1591"/>
                </a:lnTo>
                <a:lnTo>
                  <a:pt x="44460" y="1653"/>
                </a:lnTo>
                <a:lnTo>
                  <a:pt x="43979" y="1722"/>
                </a:lnTo>
                <a:lnTo>
                  <a:pt x="43524" y="1792"/>
                </a:lnTo>
                <a:lnTo>
                  <a:pt x="43069" y="1869"/>
                </a:lnTo>
                <a:lnTo>
                  <a:pt x="42615" y="1954"/>
                </a:lnTo>
                <a:lnTo>
                  <a:pt x="42187" y="2046"/>
                </a:lnTo>
                <a:lnTo>
                  <a:pt x="41785" y="2139"/>
                </a:lnTo>
                <a:lnTo>
                  <a:pt x="41411" y="2239"/>
                </a:lnTo>
                <a:lnTo>
                  <a:pt x="41036" y="2348"/>
                </a:lnTo>
                <a:lnTo>
                  <a:pt x="40689" y="2456"/>
                </a:lnTo>
                <a:lnTo>
                  <a:pt x="40341" y="2571"/>
                </a:lnTo>
                <a:lnTo>
                  <a:pt x="40020" y="2687"/>
                </a:lnTo>
                <a:lnTo>
                  <a:pt x="39725" y="2811"/>
                </a:lnTo>
                <a:lnTo>
                  <a:pt x="39458" y="2934"/>
                </a:lnTo>
                <a:lnTo>
                  <a:pt x="39190" y="3065"/>
                </a:lnTo>
                <a:lnTo>
                  <a:pt x="38950" y="3204"/>
                </a:lnTo>
                <a:lnTo>
                  <a:pt x="38709" y="3336"/>
                </a:lnTo>
                <a:lnTo>
                  <a:pt x="38522" y="3482"/>
                </a:lnTo>
                <a:lnTo>
                  <a:pt x="38334" y="3621"/>
                </a:lnTo>
                <a:lnTo>
                  <a:pt x="37880" y="3490"/>
                </a:lnTo>
                <a:lnTo>
                  <a:pt x="37398" y="3374"/>
                </a:lnTo>
                <a:lnTo>
                  <a:pt x="36917" y="3258"/>
                </a:lnTo>
                <a:lnTo>
                  <a:pt x="36408" y="3166"/>
                </a:lnTo>
                <a:lnTo>
                  <a:pt x="35900" y="3073"/>
                </a:lnTo>
                <a:lnTo>
                  <a:pt x="35365" y="3004"/>
                </a:lnTo>
                <a:lnTo>
                  <a:pt x="34830" y="2934"/>
                </a:lnTo>
                <a:lnTo>
                  <a:pt x="34268" y="2880"/>
                </a:lnTo>
                <a:lnTo>
                  <a:pt x="33707" y="2834"/>
                </a:lnTo>
                <a:lnTo>
                  <a:pt x="33145" y="2795"/>
                </a:lnTo>
                <a:lnTo>
                  <a:pt x="32583" y="2764"/>
                </a:lnTo>
                <a:lnTo>
                  <a:pt x="31995" y="2749"/>
                </a:lnTo>
                <a:lnTo>
                  <a:pt x="31433" y="2741"/>
                </a:lnTo>
                <a:lnTo>
                  <a:pt x="30844" y="2741"/>
                </a:lnTo>
                <a:lnTo>
                  <a:pt x="30256" y="2757"/>
                </a:lnTo>
                <a:lnTo>
                  <a:pt x="29667" y="2772"/>
                </a:lnTo>
                <a:lnTo>
                  <a:pt x="29106" y="2803"/>
                </a:lnTo>
                <a:lnTo>
                  <a:pt x="28517" y="2834"/>
                </a:lnTo>
                <a:lnTo>
                  <a:pt x="27955" y="2880"/>
                </a:lnTo>
                <a:lnTo>
                  <a:pt x="27367" y="2934"/>
                </a:lnTo>
                <a:lnTo>
                  <a:pt x="26832" y="2988"/>
                </a:lnTo>
                <a:lnTo>
                  <a:pt x="26270" y="3058"/>
                </a:lnTo>
                <a:lnTo>
                  <a:pt x="25735" y="3135"/>
                </a:lnTo>
                <a:lnTo>
                  <a:pt x="25200" y="3220"/>
                </a:lnTo>
                <a:lnTo>
                  <a:pt x="24692" y="3305"/>
                </a:lnTo>
                <a:lnTo>
                  <a:pt x="24183" y="3405"/>
                </a:lnTo>
                <a:lnTo>
                  <a:pt x="23702" y="3505"/>
                </a:lnTo>
                <a:lnTo>
                  <a:pt x="23220" y="3621"/>
                </a:lnTo>
                <a:lnTo>
                  <a:pt x="22766" y="3737"/>
                </a:lnTo>
                <a:lnTo>
                  <a:pt x="22338" y="3861"/>
                </a:lnTo>
                <a:lnTo>
                  <a:pt x="21936" y="3984"/>
                </a:lnTo>
                <a:lnTo>
                  <a:pt x="21535" y="4123"/>
                </a:lnTo>
                <a:lnTo>
                  <a:pt x="21508" y="3197"/>
                </a:lnTo>
                <a:lnTo>
                  <a:pt x="21508" y="2734"/>
                </a:lnTo>
                <a:lnTo>
                  <a:pt x="21535" y="2270"/>
                </a:lnTo>
                <a:lnTo>
                  <a:pt x="21535" y="2147"/>
                </a:lnTo>
                <a:lnTo>
                  <a:pt x="21535" y="2023"/>
                </a:lnTo>
                <a:lnTo>
                  <a:pt x="21482" y="1907"/>
                </a:lnTo>
                <a:lnTo>
                  <a:pt x="21428" y="1792"/>
                </a:lnTo>
                <a:lnTo>
                  <a:pt x="21348" y="1676"/>
                </a:lnTo>
                <a:lnTo>
                  <a:pt x="21268" y="1568"/>
                </a:lnTo>
                <a:lnTo>
                  <a:pt x="21161" y="1467"/>
                </a:lnTo>
                <a:lnTo>
                  <a:pt x="21027" y="1367"/>
                </a:lnTo>
                <a:lnTo>
                  <a:pt x="20893" y="1267"/>
                </a:lnTo>
                <a:lnTo>
                  <a:pt x="20733" y="1174"/>
                </a:lnTo>
                <a:lnTo>
                  <a:pt x="20572" y="1081"/>
                </a:lnTo>
                <a:lnTo>
                  <a:pt x="20385" y="997"/>
                </a:lnTo>
                <a:lnTo>
                  <a:pt x="20198" y="912"/>
                </a:lnTo>
                <a:lnTo>
                  <a:pt x="19984" y="834"/>
                </a:lnTo>
                <a:lnTo>
                  <a:pt x="19770" y="757"/>
                </a:lnTo>
                <a:lnTo>
                  <a:pt x="19529" y="680"/>
                </a:lnTo>
                <a:lnTo>
                  <a:pt x="19288" y="611"/>
                </a:lnTo>
                <a:lnTo>
                  <a:pt x="19021" y="549"/>
                </a:lnTo>
                <a:lnTo>
                  <a:pt x="18486" y="425"/>
                </a:lnTo>
                <a:lnTo>
                  <a:pt x="17924" y="325"/>
                </a:lnTo>
                <a:lnTo>
                  <a:pt x="17308" y="232"/>
                </a:lnTo>
                <a:lnTo>
                  <a:pt x="16666" y="155"/>
                </a:lnTo>
                <a:lnTo>
                  <a:pt x="16024" y="93"/>
                </a:lnTo>
                <a:lnTo>
                  <a:pt x="15356" y="47"/>
                </a:lnTo>
                <a:lnTo>
                  <a:pt x="14660" y="16"/>
                </a:lnTo>
                <a:lnTo>
                  <a:pt x="139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8776275" y="2227325"/>
            <a:ext cx="463975" cy="1248500"/>
          </a:xfrm>
          <a:custGeom>
            <a:rect b="b" l="l" r="r" t="t"/>
            <a:pathLst>
              <a:path extrusionOk="0" h="49940" w="18559">
                <a:moveTo>
                  <a:pt x="15276" y="0"/>
                </a:moveTo>
                <a:lnTo>
                  <a:pt x="15201" y="7"/>
                </a:lnTo>
                <a:lnTo>
                  <a:pt x="15126" y="22"/>
                </a:lnTo>
                <a:lnTo>
                  <a:pt x="14663" y="143"/>
                </a:lnTo>
                <a:lnTo>
                  <a:pt x="14213" y="279"/>
                </a:lnTo>
                <a:lnTo>
                  <a:pt x="13767" y="429"/>
                </a:lnTo>
                <a:lnTo>
                  <a:pt x="13322" y="587"/>
                </a:lnTo>
                <a:lnTo>
                  <a:pt x="12889" y="766"/>
                </a:lnTo>
                <a:lnTo>
                  <a:pt x="12461" y="952"/>
                </a:lnTo>
                <a:lnTo>
                  <a:pt x="12039" y="1152"/>
                </a:lnTo>
                <a:lnTo>
                  <a:pt x="11623" y="1367"/>
                </a:lnTo>
                <a:lnTo>
                  <a:pt x="11213" y="1596"/>
                </a:lnTo>
                <a:lnTo>
                  <a:pt x="10808" y="1832"/>
                </a:lnTo>
                <a:lnTo>
                  <a:pt x="10409" y="2083"/>
                </a:lnTo>
                <a:lnTo>
                  <a:pt x="10016" y="2340"/>
                </a:lnTo>
                <a:lnTo>
                  <a:pt x="9629" y="2612"/>
                </a:lnTo>
                <a:lnTo>
                  <a:pt x="9254" y="2899"/>
                </a:lnTo>
                <a:lnTo>
                  <a:pt x="8884" y="3192"/>
                </a:lnTo>
                <a:lnTo>
                  <a:pt x="8514" y="3500"/>
                </a:lnTo>
                <a:lnTo>
                  <a:pt x="8155" y="3815"/>
                </a:lnTo>
                <a:lnTo>
                  <a:pt x="7803" y="4144"/>
                </a:lnTo>
                <a:lnTo>
                  <a:pt x="7462" y="4480"/>
                </a:lnTo>
                <a:lnTo>
                  <a:pt x="7121" y="4824"/>
                </a:lnTo>
                <a:lnTo>
                  <a:pt x="6791" y="5182"/>
                </a:lnTo>
                <a:lnTo>
                  <a:pt x="6468" y="5547"/>
                </a:lnTo>
                <a:lnTo>
                  <a:pt x="6150" y="5926"/>
                </a:lnTo>
                <a:lnTo>
                  <a:pt x="5838" y="6305"/>
                </a:lnTo>
                <a:lnTo>
                  <a:pt x="5537" y="6699"/>
                </a:lnTo>
                <a:lnTo>
                  <a:pt x="5242" y="7100"/>
                </a:lnTo>
                <a:lnTo>
                  <a:pt x="4953" y="7515"/>
                </a:lnTo>
                <a:lnTo>
                  <a:pt x="4676" y="7930"/>
                </a:lnTo>
                <a:lnTo>
                  <a:pt x="4399" y="8352"/>
                </a:lnTo>
                <a:lnTo>
                  <a:pt x="4138" y="8789"/>
                </a:lnTo>
                <a:lnTo>
                  <a:pt x="3878" y="9232"/>
                </a:lnTo>
                <a:lnTo>
                  <a:pt x="3630" y="9676"/>
                </a:lnTo>
                <a:lnTo>
                  <a:pt x="3387" y="10134"/>
                </a:lnTo>
                <a:lnTo>
                  <a:pt x="3150" y="10592"/>
                </a:lnTo>
                <a:lnTo>
                  <a:pt x="2925" y="11064"/>
                </a:lnTo>
                <a:lnTo>
                  <a:pt x="2705" y="11537"/>
                </a:lnTo>
                <a:lnTo>
                  <a:pt x="2497" y="12016"/>
                </a:lnTo>
                <a:lnTo>
                  <a:pt x="2295" y="12503"/>
                </a:lnTo>
                <a:lnTo>
                  <a:pt x="2098" y="12997"/>
                </a:lnTo>
                <a:lnTo>
                  <a:pt x="1913" y="13491"/>
                </a:lnTo>
                <a:lnTo>
                  <a:pt x="1734" y="13999"/>
                </a:lnTo>
                <a:lnTo>
                  <a:pt x="1561" y="14507"/>
                </a:lnTo>
                <a:lnTo>
                  <a:pt x="1399" y="15015"/>
                </a:lnTo>
                <a:lnTo>
                  <a:pt x="1249" y="15530"/>
                </a:lnTo>
                <a:lnTo>
                  <a:pt x="1104" y="16053"/>
                </a:lnTo>
                <a:lnTo>
                  <a:pt x="965" y="16582"/>
                </a:lnTo>
                <a:lnTo>
                  <a:pt x="838" y="17112"/>
                </a:lnTo>
                <a:lnTo>
                  <a:pt x="723" y="17641"/>
                </a:lnTo>
                <a:lnTo>
                  <a:pt x="613" y="18178"/>
                </a:lnTo>
                <a:lnTo>
                  <a:pt x="509" y="18722"/>
                </a:lnTo>
                <a:lnTo>
                  <a:pt x="416" y="19266"/>
                </a:lnTo>
                <a:lnTo>
                  <a:pt x="335" y="19810"/>
                </a:lnTo>
                <a:lnTo>
                  <a:pt x="260" y="20354"/>
                </a:lnTo>
                <a:lnTo>
                  <a:pt x="197" y="20905"/>
                </a:lnTo>
                <a:lnTo>
                  <a:pt x="139" y="21463"/>
                </a:lnTo>
                <a:lnTo>
                  <a:pt x="93" y="22014"/>
                </a:lnTo>
                <a:lnTo>
                  <a:pt x="52" y="22572"/>
                </a:lnTo>
                <a:lnTo>
                  <a:pt x="29" y="23131"/>
                </a:lnTo>
                <a:lnTo>
                  <a:pt x="6" y="23689"/>
                </a:lnTo>
                <a:lnTo>
                  <a:pt x="0" y="24247"/>
                </a:lnTo>
                <a:lnTo>
                  <a:pt x="0" y="24805"/>
                </a:lnTo>
                <a:lnTo>
                  <a:pt x="6" y="25371"/>
                </a:lnTo>
                <a:lnTo>
                  <a:pt x="29" y="25929"/>
                </a:lnTo>
                <a:lnTo>
                  <a:pt x="58" y="26494"/>
                </a:lnTo>
                <a:lnTo>
                  <a:pt x="93" y="27031"/>
                </a:lnTo>
                <a:lnTo>
                  <a:pt x="139" y="27568"/>
                </a:lnTo>
                <a:lnTo>
                  <a:pt x="191" y="28112"/>
                </a:lnTo>
                <a:lnTo>
                  <a:pt x="255" y="28656"/>
                </a:lnTo>
                <a:lnTo>
                  <a:pt x="324" y="29200"/>
                </a:lnTo>
                <a:lnTo>
                  <a:pt x="399" y="29744"/>
                </a:lnTo>
                <a:lnTo>
                  <a:pt x="486" y="30295"/>
                </a:lnTo>
                <a:lnTo>
                  <a:pt x="578" y="30839"/>
                </a:lnTo>
                <a:lnTo>
                  <a:pt x="682" y="31382"/>
                </a:lnTo>
                <a:lnTo>
                  <a:pt x="792" y="31934"/>
                </a:lnTo>
                <a:lnTo>
                  <a:pt x="913" y="32477"/>
                </a:lnTo>
                <a:lnTo>
                  <a:pt x="1035" y="33021"/>
                </a:lnTo>
                <a:lnTo>
                  <a:pt x="1173" y="33565"/>
                </a:lnTo>
                <a:lnTo>
                  <a:pt x="1312" y="34102"/>
                </a:lnTo>
                <a:lnTo>
                  <a:pt x="1462" y="34639"/>
                </a:lnTo>
                <a:lnTo>
                  <a:pt x="1619" y="35176"/>
                </a:lnTo>
                <a:lnTo>
                  <a:pt x="1786" y="35705"/>
                </a:lnTo>
                <a:lnTo>
                  <a:pt x="1960" y="36235"/>
                </a:lnTo>
                <a:lnTo>
                  <a:pt x="2139" y="36757"/>
                </a:lnTo>
                <a:lnTo>
                  <a:pt x="2329" y="37272"/>
                </a:lnTo>
                <a:lnTo>
                  <a:pt x="2526" y="37788"/>
                </a:lnTo>
                <a:lnTo>
                  <a:pt x="2728" y="38303"/>
                </a:lnTo>
                <a:lnTo>
                  <a:pt x="2942" y="38804"/>
                </a:lnTo>
                <a:lnTo>
                  <a:pt x="3162" y="39298"/>
                </a:lnTo>
                <a:lnTo>
                  <a:pt x="3387" y="39792"/>
                </a:lnTo>
                <a:lnTo>
                  <a:pt x="3618" y="40278"/>
                </a:lnTo>
                <a:lnTo>
                  <a:pt x="3861" y="40751"/>
                </a:lnTo>
                <a:lnTo>
                  <a:pt x="4110" y="41223"/>
                </a:lnTo>
                <a:lnTo>
                  <a:pt x="4370" y="41688"/>
                </a:lnTo>
                <a:lnTo>
                  <a:pt x="4630" y="42139"/>
                </a:lnTo>
                <a:lnTo>
                  <a:pt x="4901" y="42583"/>
                </a:lnTo>
                <a:lnTo>
                  <a:pt x="5179" y="43019"/>
                </a:lnTo>
                <a:lnTo>
                  <a:pt x="5462" y="43449"/>
                </a:lnTo>
                <a:lnTo>
                  <a:pt x="5757" y="43864"/>
                </a:lnTo>
                <a:lnTo>
                  <a:pt x="6057" y="44265"/>
                </a:lnTo>
                <a:lnTo>
                  <a:pt x="6364" y="44665"/>
                </a:lnTo>
                <a:lnTo>
                  <a:pt x="6676" y="45045"/>
                </a:lnTo>
                <a:lnTo>
                  <a:pt x="6994" y="45417"/>
                </a:lnTo>
                <a:lnTo>
                  <a:pt x="7323" y="45782"/>
                </a:lnTo>
                <a:lnTo>
                  <a:pt x="7653" y="46133"/>
                </a:lnTo>
                <a:lnTo>
                  <a:pt x="7994" y="46469"/>
                </a:lnTo>
                <a:lnTo>
                  <a:pt x="8346" y="46791"/>
                </a:lnTo>
                <a:lnTo>
                  <a:pt x="8699" y="47099"/>
                </a:lnTo>
                <a:lnTo>
                  <a:pt x="9057" y="47392"/>
                </a:lnTo>
                <a:lnTo>
                  <a:pt x="9427" y="47678"/>
                </a:lnTo>
                <a:lnTo>
                  <a:pt x="9803" y="47943"/>
                </a:lnTo>
                <a:lnTo>
                  <a:pt x="9993" y="48072"/>
                </a:lnTo>
                <a:lnTo>
                  <a:pt x="10184" y="48194"/>
                </a:lnTo>
                <a:lnTo>
                  <a:pt x="10375" y="48315"/>
                </a:lnTo>
                <a:lnTo>
                  <a:pt x="10571" y="48430"/>
                </a:lnTo>
                <a:lnTo>
                  <a:pt x="10768" y="48544"/>
                </a:lnTo>
                <a:lnTo>
                  <a:pt x="10964" y="48652"/>
                </a:lnTo>
                <a:lnTo>
                  <a:pt x="11167" y="48759"/>
                </a:lnTo>
                <a:lnTo>
                  <a:pt x="11369" y="48859"/>
                </a:lnTo>
                <a:lnTo>
                  <a:pt x="11571" y="48952"/>
                </a:lnTo>
                <a:lnTo>
                  <a:pt x="11773" y="49045"/>
                </a:lnTo>
                <a:lnTo>
                  <a:pt x="11982" y="49138"/>
                </a:lnTo>
                <a:lnTo>
                  <a:pt x="12190" y="49217"/>
                </a:lnTo>
                <a:lnTo>
                  <a:pt x="12398" y="49296"/>
                </a:lnTo>
                <a:lnTo>
                  <a:pt x="12606" y="49375"/>
                </a:lnTo>
                <a:lnTo>
                  <a:pt x="12820" y="49446"/>
                </a:lnTo>
                <a:lnTo>
                  <a:pt x="13033" y="49511"/>
                </a:lnTo>
                <a:lnTo>
                  <a:pt x="13247" y="49568"/>
                </a:lnTo>
                <a:lnTo>
                  <a:pt x="13467" y="49625"/>
                </a:lnTo>
                <a:lnTo>
                  <a:pt x="13687" y="49682"/>
                </a:lnTo>
                <a:lnTo>
                  <a:pt x="13906" y="49725"/>
                </a:lnTo>
                <a:lnTo>
                  <a:pt x="14126" y="49768"/>
                </a:lnTo>
                <a:lnTo>
                  <a:pt x="14351" y="49811"/>
                </a:lnTo>
                <a:lnTo>
                  <a:pt x="14577" y="49840"/>
                </a:lnTo>
                <a:lnTo>
                  <a:pt x="14802" y="49868"/>
                </a:lnTo>
                <a:lnTo>
                  <a:pt x="15033" y="49897"/>
                </a:lnTo>
                <a:lnTo>
                  <a:pt x="15259" y="49911"/>
                </a:lnTo>
                <a:lnTo>
                  <a:pt x="15490" y="49926"/>
                </a:lnTo>
                <a:lnTo>
                  <a:pt x="15727" y="49933"/>
                </a:lnTo>
                <a:lnTo>
                  <a:pt x="15958" y="49940"/>
                </a:lnTo>
                <a:lnTo>
                  <a:pt x="16195" y="49940"/>
                </a:lnTo>
                <a:lnTo>
                  <a:pt x="16432" y="49933"/>
                </a:lnTo>
                <a:lnTo>
                  <a:pt x="16669" y="49918"/>
                </a:lnTo>
                <a:lnTo>
                  <a:pt x="16912" y="49904"/>
                </a:lnTo>
                <a:lnTo>
                  <a:pt x="17154" y="49876"/>
                </a:lnTo>
                <a:lnTo>
                  <a:pt x="17397" y="49854"/>
                </a:lnTo>
                <a:lnTo>
                  <a:pt x="17640" y="49818"/>
                </a:lnTo>
                <a:lnTo>
                  <a:pt x="17750" y="49797"/>
                </a:lnTo>
                <a:lnTo>
                  <a:pt x="17854" y="49761"/>
                </a:lnTo>
                <a:lnTo>
                  <a:pt x="17946" y="49718"/>
                </a:lnTo>
                <a:lnTo>
                  <a:pt x="18033" y="49661"/>
                </a:lnTo>
                <a:lnTo>
                  <a:pt x="18114" y="49604"/>
                </a:lnTo>
                <a:lnTo>
                  <a:pt x="18189" y="49532"/>
                </a:lnTo>
                <a:lnTo>
                  <a:pt x="18258" y="49453"/>
                </a:lnTo>
                <a:lnTo>
                  <a:pt x="18322" y="49367"/>
                </a:lnTo>
                <a:lnTo>
                  <a:pt x="18374" y="49282"/>
                </a:lnTo>
                <a:lnTo>
                  <a:pt x="18420" y="49188"/>
                </a:lnTo>
                <a:lnTo>
                  <a:pt x="18461" y="49088"/>
                </a:lnTo>
                <a:lnTo>
                  <a:pt x="18495" y="48981"/>
                </a:lnTo>
                <a:lnTo>
                  <a:pt x="18524" y="48881"/>
                </a:lnTo>
                <a:lnTo>
                  <a:pt x="18542" y="48773"/>
                </a:lnTo>
                <a:lnTo>
                  <a:pt x="18553" y="48666"/>
                </a:lnTo>
                <a:lnTo>
                  <a:pt x="18559" y="48559"/>
                </a:lnTo>
                <a:lnTo>
                  <a:pt x="18559" y="48451"/>
                </a:lnTo>
                <a:lnTo>
                  <a:pt x="18547" y="48344"/>
                </a:lnTo>
                <a:lnTo>
                  <a:pt x="18530" y="48244"/>
                </a:lnTo>
                <a:lnTo>
                  <a:pt x="18507" y="48144"/>
                </a:lnTo>
                <a:lnTo>
                  <a:pt x="18478" y="48043"/>
                </a:lnTo>
                <a:lnTo>
                  <a:pt x="18438" y="47950"/>
                </a:lnTo>
                <a:lnTo>
                  <a:pt x="18391" y="47864"/>
                </a:lnTo>
                <a:lnTo>
                  <a:pt x="18339" y="47786"/>
                </a:lnTo>
                <a:lnTo>
                  <a:pt x="18281" y="47714"/>
                </a:lnTo>
                <a:lnTo>
                  <a:pt x="18212" y="47643"/>
                </a:lnTo>
                <a:lnTo>
                  <a:pt x="18137" y="47585"/>
                </a:lnTo>
                <a:lnTo>
                  <a:pt x="18050" y="47535"/>
                </a:lnTo>
                <a:lnTo>
                  <a:pt x="17964" y="47499"/>
                </a:lnTo>
                <a:lnTo>
                  <a:pt x="17865" y="47471"/>
                </a:lnTo>
                <a:lnTo>
                  <a:pt x="17755" y="47457"/>
                </a:lnTo>
                <a:lnTo>
                  <a:pt x="17640" y="47449"/>
                </a:lnTo>
                <a:lnTo>
                  <a:pt x="17178" y="47449"/>
                </a:lnTo>
                <a:lnTo>
                  <a:pt x="16946" y="47442"/>
                </a:lnTo>
                <a:lnTo>
                  <a:pt x="16721" y="47435"/>
                </a:lnTo>
                <a:lnTo>
                  <a:pt x="16496" y="47421"/>
                </a:lnTo>
                <a:lnTo>
                  <a:pt x="16270" y="47399"/>
                </a:lnTo>
                <a:lnTo>
                  <a:pt x="16045" y="47378"/>
                </a:lnTo>
                <a:lnTo>
                  <a:pt x="15825" y="47349"/>
                </a:lnTo>
                <a:lnTo>
                  <a:pt x="15605" y="47321"/>
                </a:lnTo>
                <a:lnTo>
                  <a:pt x="15386" y="47285"/>
                </a:lnTo>
                <a:lnTo>
                  <a:pt x="14958" y="47199"/>
                </a:lnTo>
                <a:lnTo>
                  <a:pt x="14530" y="47099"/>
                </a:lnTo>
                <a:lnTo>
                  <a:pt x="14114" y="46984"/>
                </a:lnTo>
                <a:lnTo>
                  <a:pt x="13704" y="46855"/>
                </a:lnTo>
                <a:lnTo>
                  <a:pt x="13299" y="46712"/>
                </a:lnTo>
                <a:lnTo>
                  <a:pt x="12901" y="46555"/>
                </a:lnTo>
                <a:lnTo>
                  <a:pt x="12513" y="46376"/>
                </a:lnTo>
                <a:lnTo>
                  <a:pt x="12132" y="46190"/>
                </a:lnTo>
                <a:lnTo>
                  <a:pt x="11750" y="45989"/>
                </a:lnTo>
                <a:lnTo>
                  <a:pt x="11380" y="45775"/>
                </a:lnTo>
                <a:lnTo>
                  <a:pt x="11022" y="45546"/>
                </a:lnTo>
                <a:lnTo>
                  <a:pt x="10664" y="45302"/>
                </a:lnTo>
                <a:lnTo>
                  <a:pt x="10317" y="45052"/>
                </a:lnTo>
                <a:lnTo>
                  <a:pt x="9976" y="44787"/>
                </a:lnTo>
                <a:lnTo>
                  <a:pt x="9641" y="44508"/>
                </a:lnTo>
                <a:lnTo>
                  <a:pt x="9311" y="44215"/>
                </a:lnTo>
                <a:lnTo>
                  <a:pt x="8988" y="43914"/>
                </a:lnTo>
                <a:lnTo>
                  <a:pt x="8676" y="43599"/>
                </a:lnTo>
                <a:lnTo>
                  <a:pt x="8369" y="43277"/>
                </a:lnTo>
                <a:lnTo>
                  <a:pt x="8069" y="42941"/>
                </a:lnTo>
                <a:lnTo>
                  <a:pt x="7780" y="42597"/>
                </a:lnTo>
                <a:lnTo>
                  <a:pt x="7491" y="42246"/>
                </a:lnTo>
                <a:lnTo>
                  <a:pt x="7213" y="41881"/>
                </a:lnTo>
                <a:lnTo>
                  <a:pt x="6942" y="41502"/>
                </a:lnTo>
                <a:lnTo>
                  <a:pt x="6676" y="41123"/>
                </a:lnTo>
                <a:lnTo>
                  <a:pt x="6421" y="40729"/>
                </a:lnTo>
                <a:lnTo>
                  <a:pt x="6167" y="40328"/>
                </a:lnTo>
                <a:lnTo>
                  <a:pt x="5924" y="39913"/>
                </a:lnTo>
                <a:lnTo>
                  <a:pt x="5687" y="39498"/>
                </a:lnTo>
                <a:lnTo>
                  <a:pt x="5462" y="39076"/>
                </a:lnTo>
                <a:lnTo>
                  <a:pt x="5242" y="38639"/>
                </a:lnTo>
                <a:lnTo>
                  <a:pt x="5029" y="38203"/>
                </a:lnTo>
                <a:lnTo>
                  <a:pt x="4820" y="37752"/>
                </a:lnTo>
                <a:lnTo>
                  <a:pt x="4618" y="37301"/>
                </a:lnTo>
                <a:lnTo>
                  <a:pt x="4427" y="36836"/>
                </a:lnTo>
                <a:lnTo>
                  <a:pt x="4243" y="36371"/>
                </a:lnTo>
                <a:lnTo>
                  <a:pt x="4063" y="35898"/>
                </a:lnTo>
                <a:lnTo>
                  <a:pt x="3896" y="35419"/>
                </a:lnTo>
                <a:lnTo>
                  <a:pt x="3734" y="34939"/>
                </a:lnTo>
                <a:lnTo>
                  <a:pt x="3578" y="34453"/>
                </a:lnTo>
                <a:lnTo>
                  <a:pt x="3428" y="33959"/>
                </a:lnTo>
                <a:lnTo>
                  <a:pt x="3289" y="33458"/>
                </a:lnTo>
                <a:lnTo>
                  <a:pt x="3150" y="32957"/>
                </a:lnTo>
                <a:lnTo>
                  <a:pt x="3029" y="32456"/>
                </a:lnTo>
                <a:lnTo>
                  <a:pt x="2907" y="31948"/>
                </a:lnTo>
                <a:lnTo>
                  <a:pt x="2798" y="31433"/>
                </a:lnTo>
                <a:lnTo>
                  <a:pt x="2694" y="30917"/>
                </a:lnTo>
                <a:lnTo>
                  <a:pt x="2595" y="30402"/>
                </a:lnTo>
                <a:lnTo>
                  <a:pt x="2509" y="29880"/>
                </a:lnTo>
                <a:lnTo>
                  <a:pt x="2428" y="29357"/>
                </a:lnTo>
                <a:lnTo>
                  <a:pt x="2353" y="28835"/>
                </a:lnTo>
                <a:lnTo>
                  <a:pt x="2289" y="28312"/>
                </a:lnTo>
                <a:lnTo>
                  <a:pt x="2225" y="27783"/>
                </a:lnTo>
                <a:lnTo>
                  <a:pt x="2179" y="27253"/>
                </a:lnTo>
                <a:lnTo>
                  <a:pt x="2133" y="26731"/>
                </a:lnTo>
                <a:lnTo>
                  <a:pt x="2098" y="26201"/>
                </a:lnTo>
                <a:lnTo>
                  <a:pt x="2069" y="25671"/>
                </a:lnTo>
                <a:lnTo>
                  <a:pt x="2052" y="25142"/>
                </a:lnTo>
                <a:lnTo>
                  <a:pt x="2035" y="24612"/>
                </a:lnTo>
                <a:lnTo>
                  <a:pt x="2035" y="24111"/>
                </a:lnTo>
                <a:lnTo>
                  <a:pt x="2035" y="23610"/>
                </a:lnTo>
                <a:lnTo>
                  <a:pt x="2046" y="23116"/>
                </a:lnTo>
                <a:lnTo>
                  <a:pt x="2069" y="22623"/>
                </a:lnTo>
                <a:lnTo>
                  <a:pt x="2098" y="22136"/>
                </a:lnTo>
                <a:lnTo>
                  <a:pt x="2133" y="21649"/>
                </a:lnTo>
                <a:lnTo>
                  <a:pt x="2179" y="21163"/>
                </a:lnTo>
                <a:lnTo>
                  <a:pt x="2231" y="20683"/>
                </a:lnTo>
                <a:lnTo>
                  <a:pt x="2295" y="20204"/>
                </a:lnTo>
                <a:lnTo>
                  <a:pt x="2364" y="19731"/>
                </a:lnTo>
                <a:lnTo>
                  <a:pt x="2439" y="19266"/>
                </a:lnTo>
                <a:lnTo>
                  <a:pt x="2526" y="18801"/>
                </a:lnTo>
                <a:lnTo>
                  <a:pt x="2618" y="18336"/>
                </a:lnTo>
                <a:lnTo>
                  <a:pt x="2717" y="17878"/>
                </a:lnTo>
                <a:lnTo>
                  <a:pt x="2821" y="17427"/>
                </a:lnTo>
                <a:lnTo>
                  <a:pt x="2936" y="16976"/>
                </a:lnTo>
                <a:lnTo>
                  <a:pt x="3058" y="16532"/>
                </a:lnTo>
                <a:lnTo>
                  <a:pt x="3185" y="16088"/>
                </a:lnTo>
                <a:lnTo>
                  <a:pt x="3318" y="15652"/>
                </a:lnTo>
                <a:lnTo>
                  <a:pt x="3462" y="15215"/>
                </a:lnTo>
                <a:lnTo>
                  <a:pt x="3613" y="14786"/>
                </a:lnTo>
                <a:lnTo>
                  <a:pt x="3769" y="14364"/>
                </a:lnTo>
                <a:lnTo>
                  <a:pt x="3930" y="13941"/>
                </a:lnTo>
                <a:lnTo>
                  <a:pt x="4098" y="13526"/>
                </a:lnTo>
                <a:lnTo>
                  <a:pt x="4277" y="13118"/>
                </a:lnTo>
                <a:lnTo>
                  <a:pt x="4462" y="12710"/>
                </a:lnTo>
                <a:lnTo>
                  <a:pt x="4647" y="12310"/>
                </a:lnTo>
                <a:lnTo>
                  <a:pt x="4844" y="11916"/>
                </a:lnTo>
                <a:lnTo>
                  <a:pt x="5046" y="11522"/>
                </a:lnTo>
                <a:lnTo>
                  <a:pt x="5254" y="11143"/>
                </a:lnTo>
                <a:lnTo>
                  <a:pt x="5468" y="10757"/>
                </a:lnTo>
                <a:lnTo>
                  <a:pt x="5687" y="10385"/>
                </a:lnTo>
                <a:lnTo>
                  <a:pt x="5919" y="10012"/>
                </a:lnTo>
                <a:lnTo>
                  <a:pt x="6150" y="9647"/>
                </a:lnTo>
                <a:lnTo>
                  <a:pt x="6387" y="9290"/>
                </a:lnTo>
                <a:lnTo>
                  <a:pt x="6630" y="8939"/>
                </a:lnTo>
                <a:lnTo>
                  <a:pt x="6878" y="8588"/>
                </a:lnTo>
                <a:lnTo>
                  <a:pt x="7138" y="8245"/>
                </a:lnTo>
                <a:lnTo>
                  <a:pt x="7398" y="7915"/>
                </a:lnTo>
                <a:lnTo>
                  <a:pt x="7664" y="7579"/>
                </a:lnTo>
                <a:lnTo>
                  <a:pt x="7936" y="7257"/>
                </a:lnTo>
                <a:lnTo>
                  <a:pt x="8213" y="6942"/>
                </a:lnTo>
                <a:lnTo>
                  <a:pt x="8496" y="6627"/>
                </a:lnTo>
                <a:lnTo>
                  <a:pt x="8780" y="6319"/>
                </a:lnTo>
                <a:lnTo>
                  <a:pt x="9074" y="6019"/>
                </a:lnTo>
                <a:lnTo>
                  <a:pt x="9369" y="5725"/>
                </a:lnTo>
                <a:lnTo>
                  <a:pt x="9670" y="5439"/>
                </a:lnTo>
                <a:lnTo>
                  <a:pt x="9982" y="5160"/>
                </a:lnTo>
                <a:lnTo>
                  <a:pt x="10288" y="4888"/>
                </a:lnTo>
                <a:lnTo>
                  <a:pt x="10606" y="4623"/>
                </a:lnTo>
                <a:lnTo>
                  <a:pt x="10930" y="4359"/>
                </a:lnTo>
                <a:lnTo>
                  <a:pt x="11253" y="4108"/>
                </a:lnTo>
                <a:lnTo>
                  <a:pt x="11583" y="3858"/>
                </a:lnTo>
                <a:lnTo>
                  <a:pt x="11918" y="3621"/>
                </a:lnTo>
                <a:lnTo>
                  <a:pt x="12253" y="3385"/>
                </a:lnTo>
                <a:lnTo>
                  <a:pt x="12600" y="3163"/>
                </a:lnTo>
                <a:lnTo>
                  <a:pt x="12947" y="2941"/>
                </a:lnTo>
                <a:lnTo>
                  <a:pt x="13294" y="2734"/>
                </a:lnTo>
                <a:lnTo>
                  <a:pt x="13652" y="2534"/>
                </a:lnTo>
                <a:lnTo>
                  <a:pt x="14010" y="2333"/>
                </a:lnTo>
                <a:lnTo>
                  <a:pt x="14369" y="2147"/>
                </a:lnTo>
                <a:lnTo>
                  <a:pt x="14738" y="1968"/>
                </a:lnTo>
                <a:lnTo>
                  <a:pt x="15108" y="1789"/>
                </a:lnTo>
                <a:lnTo>
                  <a:pt x="15478" y="1625"/>
                </a:lnTo>
                <a:lnTo>
                  <a:pt x="15553" y="1589"/>
                </a:lnTo>
                <a:lnTo>
                  <a:pt x="15623" y="1546"/>
                </a:lnTo>
                <a:lnTo>
                  <a:pt x="15681" y="1503"/>
                </a:lnTo>
                <a:lnTo>
                  <a:pt x="15733" y="1446"/>
                </a:lnTo>
                <a:lnTo>
                  <a:pt x="15785" y="1388"/>
                </a:lnTo>
                <a:lnTo>
                  <a:pt x="15825" y="1331"/>
                </a:lnTo>
                <a:lnTo>
                  <a:pt x="15860" y="1267"/>
                </a:lnTo>
                <a:lnTo>
                  <a:pt x="15889" y="1195"/>
                </a:lnTo>
                <a:lnTo>
                  <a:pt x="15912" y="1131"/>
                </a:lnTo>
                <a:lnTo>
                  <a:pt x="15929" y="1052"/>
                </a:lnTo>
                <a:lnTo>
                  <a:pt x="15946" y="981"/>
                </a:lnTo>
                <a:lnTo>
                  <a:pt x="15952" y="909"/>
                </a:lnTo>
                <a:lnTo>
                  <a:pt x="15952" y="830"/>
                </a:lnTo>
                <a:lnTo>
                  <a:pt x="15952" y="759"/>
                </a:lnTo>
                <a:lnTo>
                  <a:pt x="15941" y="687"/>
                </a:lnTo>
                <a:lnTo>
                  <a:pt x="15929" y="616"/>
                </a:lnTo>
                <a:lnTo>
                  <a:pt x="15906" y="544"/>
                </a:lnTo>
                <a:lnTo>
                  <a:pt x="15883" y="472"/>
                </a:lnTo>
                <a:lnTo>
                  <a:pt x="15860" y="408"/>
                </a:lnTo>
                <a:lnTo>
                  <a:pt x="15825" y="344"/>
                </a:lnTo>
                <a:lnTo>
                  <a:pt x="15790" y="286"/>
                </a:lnTo>
                <a:lnTo>
                  <a:pt x="15750" y="229"/>
                </a:lnTo>
                <a:lnTo>
                  <a:pt x="15704" y="179"/>
                </a:lnTo>
                <a:lnTo>
                  <a:pt x="15652" y="136"/>
                </a:lnTo>
                <a:lnTo>
                  <a:pt x="15600" y="93"/>
                </a:lnTo>
                <a:lnTo>
                  <a:pt x="15542" y="64"/>
                </a:lnTo>
                <a:lnTo>
                  <a:pt x="15478" y="36"/>
                </a:lnTo>
                <a:lnTo>
                  <a:pt x="15415" y="14"/>
                </a:lnTo>
                <a:lnTo>
                  <a:pt x="15345" y="7"/>
                </a:lnTo>
                <a:lnTo>
                  <a:pt x="1527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14"/>
          <p:cNvGrpSpPr/>
          <p:nvPr/>
        </p:nvGrpSpPr>
        <p:grpSpPr>
          <a:xfrm>
            <a:off x="287756" y="4288359"/>
            <a:ext cx="988161" cy="583626"/>
            <a:chOff x="3863003" y="76204"/>
            <a:chExt cx="881421" cy="520583"/>
          </a:xfrm>
        </p:grpSpPr>
        <p:sp>
          <p:nvSpPr>
            <p:cNvPr id="260" name="Google Shape;260;p14"/>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 name="Google Shape;265;p14"/>
          <p:cNvSpPr/>
          <p:nvPr/>
        </p:nvSpPr>
        <p:spPr>
          <a:xfrm>
            <a:off x="243000" y="3787775"/>
            <a:ext cx="273375" cy="24488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66" name="Google Shape;266;p14"/>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67" name="Shape 267"/>
        <p:cNvGrpSpPr/>
        <p:nvPr/>
      </p:nvGrpSpPr>
      <p:grpSpPr>
        <a:xfrm>
          <a:off x="0" y="0"/>
          <a:ext cx="0" cy="0"/>
          <a:chOff x="0" y="0"/>
          <a:chExt cx="0" cy="0"/>
        </a:xfrm>
      </p:grpSpPr>
      <p:sp>
        <p:nvSpPr>
          <p:cNvPr id="268" name="Google Shape;268;p15"/>
          <p:cNvSpPr txBox="1"/>
          <p:nvPr>
            <p:ph type="title"/>
          </p:nvPr>
        </p:nvSpPr>
        <p:spPr>
          <a:xfrm>
            <a:off x="3002800" y="1285575"/>
            <a:ext cx="2400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69" name="Google Shape;269;p15"/>
          <p:cNvSpPr txBox="1"/>
          <p:nvPr>
            <p:ph hasCustomPrompt="1" idx="2" type="title"/>
          </p:nvPr>
        </p:nvSpPr>
        <p:spPr>
          <a:xfrm>
            <a:off x="2313629" y="1119433"/>
            <a:ext cx="603000" cy="593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0" name="Google Shape;270;p15"/>
          <p:cNvSpPr txBox="1"/>
          <p:nvPr>
            <p:ph idx="1" type="subTitle"/>
          </p:nvPr>
        </p:nvSpPr>
        <p:spPr>
          <a:xfrm>
            <a:off x="3002800" y="1872100"/>
            <a:ext cx="2029800" cy="79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1" name="Google Shape;271;p15"/>
          <p:cNvSpPr txBox="1"/>
          <p:nvPr>
            <p:ph idx="3" type="title"/>
          </p:nvPr>
        </p:nvSpPr>
        <p:spPr>
          <a:xfrm>
            <a:off x="6214974" y="1285575"/>
            <a:ext cx="15489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2" name="Google Shape;272;p15"/>
          <p:cNvSpPr txBox="1"/>
          <p:nvPr>
            <p:ph hasCustomPrompt="1" idx="4" type="title"/>
          </p:nvPr>
        </p:nvSpPr>
        <p:spPr>
          <a:xfrm>
            <a:off x="5487554" y="1119433"/>
            <a:ext cx="656100" cy="593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3" name="Google Shape;273;p15"/>
          <p:cNvSpPr txBox="1"/>
          <p:nvPr>
            <p:ph idx="5" type="subTitle"/>
          </p:nvPr>
        </p:nvSpPr>
        <p:spPr>
          <a:xfrm>
            <a:off x="6214974" y="1872100"/>
            <a:ext cx="1992900" cy="79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4" name="Google Shape;274;p15"/>
          <p:cNvSpPr txBox="1"/>
          <p:nvPr>
            <p:ph idx="6" type="title"/>
          </p:nvPr>
        </p:nvSpPr>
        <p:spPr>
          <a:xfrm>
            <a:off x="3002800" y="3151175"/>
            <a:ext cx="2400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5" name="Google Shape;275;p15"/>
          <p:cNvSpPr txBox="1"/>
          <p:nvPr>
            <p:ph hasCustomPrompt="1" idx="7" type="title"/>
          </p:nvPr>
        </p:nvSpPr>
        <p:spPr>
          <a:xfrm>
            <a:off x="2313629" y="2993484"/>
            <a:ext cx="603000" cy="593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6" name="Google Shape;276;p15"/>
          <p:cNvSpPr txBox="1"/>
          <p:nvPr>
            <p:ph idx="8" type="subTitle"/>
          </p:nvPr>
        </p:nvSpPr>
        <p:spPr>
          <a:xfrm>
            <a:off x="3002800" y="3737700"/>
            <a:ext cx="2029800" cy="79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7" name="Google Shape;277;p15"/>
          <p:cNvSpPr txBox="1"/>
          <p:nvPr>
            <p:ph idx="9" type="title"/>
          </p:nvPr>
        </p:nvSpPr>
        <p:spPr>
          <a:xfrm>
            <a:off x="6214974" y="3151175"/>
            <a:ext cx="1763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78" name="Google Shape;278;p15"/>
          <p:cNvSpPr txBox="1"/>
          <p:nvPr>
            <p:ph hasCustomPrompt="1" idx="13" type="title"/>
          </p:nvPr>
        </p:nvSpPr>
        <p:spPr>
          <a:xfrm>
            <a:off x="5487554" y="2993484"/>
            <a:ext cx="656100" cy="593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79" name="Google Shape;279;p15"/>
          <p:cNvSpPr txBox="1"/>
          <p:nvPr>
            <p:ph idx="14" type="subTitle"/>
          </p:nvPr>
        </p:nvSpPr>
        <p:spPr>
          <a:xfrm>
            <a:off x="6214974" y="3737700"/>
            <a:ext cx="1992900" cy="79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0" name="Google Shape;280;p15"/>
          <p:cNvSpPr/>
          <p:nvPr/>
        </p:nvSpPr>
        <p:spPr>
          <a:xfrm rot="10800000">
            <a:off x="-382" y="1744861"/>
            <a:ext cx="2400259" cy="3405572"/>
          </a:xfrm>
          <a:custGeom>
            <a:rect b="b" l="l" r="r" t="t"/>
            <a:pathLst>
              <a:path extrusionOk="0" h="388653" w="501098">
                <a:moveTo>
                  <a:pt x="1" y="0"/>
                </a:moveTo>
                <a:lnTo>
                  <a:pt x="501098" y="388652"/>
                </a:lnTo>
                <a:lnTo>
                  <a:pt x="50109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rot="10800000">
            <a:off x="7899585" y="143595"/>
            <a:ext cx="824141" cy="385778"/>
          </a:xfrm>
          <a:custGeom>
            <a:rect b="b" l="l" r="r" t="t"/>
            <a:pathLst>
              <a:path extrusionOk="0" h="72243" w="282240">
                <a:moveTo>
                  <a:pt x="59355" y="1"/>
                </a:moveTo>
                <a:lnTo>
                  <a:pt x="58974" y="12"/>
                </a:lnTo>
                <a:lnTo>
                  <a:pt x="58593" y="35"/>
                </a:lnTo>
                <a:lnTo>
                  <a:pt x="58211" y="58"/>
                </a:lnTo>
                <a:lnTo>
                  <a:pt x="57830" y="92"/>
                </a:lnTo>
                <a:lnTo>
                  <a:pt x="57473" y="149"/>
                </a:lnTo>
                <a:lnTo>
                  <a:pt x="57091" y="206"/>
                </a:lnTo>
                <a:lnTo>
                  <a:pt x="56734" y="274"/>
                </a:lnTo>
                <a:lnTo>
                  <a:pt x="56377" y="354"/>
                </a:lnTo>
                <a:lnTo>
                  <a:pt x="56043" y="445"/>
                </a:lnTo>
                <a:lnTo>
                  <a:pt x="55686" y="547"/>
                </a:lnTo>
                <a:lnTo>
                  <a:pt x="55352" y="661"/>
                </a:lnTo>
                <a:lnTo>
                  <a:pt x="55042" y="787"/>
                </a:lnTo>
                <a:lnTo>
                  <a:pt x="51611" y="2210"/>
                </a:lnTo>
                <a:lnTo>
                  <a:pt x="48204" y="3634"/>
                </a:lnTo>
                <a:lnTo>
                  <a:pt x="44820" y="5070"/>
                </a:lnTo>
                <a:lnTo>
                  <a:pt x="41437" y="6516"/>
                </a:lnTo>
                <a:lnTo>
                  <a:pt x="38053" y="7963"/>
                </a:lnTo>
                <a:lnTo>
                  <a:pt x="34693" y="9410"/>
                </a:lnTo>
                <a:lnTo>
                  <a:pt x="31357" y="10868"/>
                </a:lnTo>
                <a:lnTo>
                  <a:pt x="28022" y="12337"/>
                </a:lnTo>
                <a:lnTo>
                  <a:pt x="24710" y="13807"/>
                </a:lnTo>
                <a:lnTo>
                  <a:pt x="21397" y="15287"/>
                </a:lnTo>
                <a:lnTo>
                  <a:pt x="18109" y="16768"/>
                </a:lnTo>
                <a:lnTo>
                  <a:pt x="14821" y="18261"/>
                </a:lnTo>
                <a:lnTo>
                  <a:pt x="11557" y="19753"/>
                </a:lnTo>
                <a:lnTo>
                  <a:pt x="8292" y="21268"/>
                </a:lnTo>
                <a:lnTo>
                  <a:pt x="5052" y="22771"/>
                </a:lnTo>
                <a:lnTo>
                  <a:pt x="1811" y="24286"/>
                </a:lnTo>
                <a:lnTo>
                  <a:pt x="1549" y="24412"/>
                </a:lnTo>
                <a:lnTo>
                  <a:pt x="1334" y="24537"/>
                </a:lnTo>
                <a:lnTo>
                  <a:pt x="1120" y="24662"/>
                </a:lnTo>
                <a:lnTo>
                  <a:pt x="929" y="24799"/>
                </a:lnTo>
                <a:lnTo>
                  <a:pt x="763" y="24924"/>
                </a:lnTo>
                <a:lnTo>
                  <a:pt x="596" y="25061"/>
                </a:lnTo>
                <a:lnTo>
                  <a:pt x="477" y="25186"/>
                </a:lnTo>
                <a:lnTo>
                  <a:pt x="358" y="25323"/>
                </a:lnTo>
                <a:lnTo>
                  <a:pt x="262" y="25460"/>
                </a:lnTo>
                <a:lnTo>
                  <a:pt x="167" y="25596"/>
                </a:lnTo>
                <a:lnTo>
                  <a:pt x="95" y="25733"/>
                </a:lnTo>
                <a:lnTo>
                  <a:pt x="48" y="25858"/>
                </a:lnTo>
                <a:lnTo>
                  <a:pt x="24" y="25995"/>
                </a:lnTo>
                <a:lnTo>
                  <a:pt x="0" y="26132"/>
                </a:lnTo>
                <a:lnTo>
                  <a:pt x="0" y="26268"/>
                </a:lnTo>
                <a:lnTo>
                  <a:pt x="24" y="26405"/>
                </a:lnTo>
                <a:lnTo>
                  <a:pt x="48" y="26530"/>
                </a:lnTo>
                <a:lnTo>
                  <a:pt x="95" y="26667"/>
                </a:lnTo>
                <a:lnTo>
                  <a:pt x="215" y="26929"/>
                </a:lnTo>
                <a:lnTo>
                  <a:pt x="381" y="27180"/>
                </a:lnTo>
                <a:lnTo>
                  <a:pt x="620" y="27430"/>
                </a:lnTo>
                <a:lnTo>
                  <a:pt x="882" y="27658"/>
                </a:lnTo>
                <a:lnTo>
                  <a:pt x="1192" y="27886"/>
                </a:lnTo>
                <a:lnTo>
                  <a:pt x="1525" y="28102"/>
                </a:lnTo>
                <a:lnTo>
                  <a:pt x="1930" y="28296"/>
                </a:lnTo>
                <a:lnTo>
                  <a:pt x="2335" y="28478"/>
                </a:lnTo>
                <a:lnTo>
                  <a:pt x="2788" y="28649"/>
                </a:lnTo>
                <a:lnTo>
                  <a:pt x="3265" y="28797"/>
                </a:lnTo>
                <a:lnTo>
                  <a:pt x="3765" y="28923"/>
                </a:lnTo>
                <a:lnTo>
                  <a:pt x="4265" y="29036"/>
                </a:lnTo>
                <a:lnTo>
                  <a:pt x="4813" y="29116"/>
                </a:lnTo>
                <a:lnTo>
                  <a:pt x="5338" y="29185"/>
                </a:lnTo>
                <a:lnTo>
                  <a:pt x="5909" y="29219"/>
                </a:lnTo>
                <a:lnTo>
                  <a:pt x="6743" y="29219"/>
                </a:lnTo>
                <a:lnTo>
                  <a:pt x="7029" y="29196"/>
                </a:lnTo>
                <a:lnTo>
                  <a:pt x="7315" y="29173"/>
                </a:lnTo>
                <a:lnTo>
                  <a:pt x="7601" y="29150"/>
                </a:lnTo>
                <a:lnTo>
                  <a:pt x="7887" y="29116"/>
                </a:lnTo>
                <a:lnTo>
                  <a:pt x="8173" y="29059"/>
                </a:lnTo>
                <a:lnTo>
                  <a:pt x="8459" y="29014"/>
                </a:lnTo>
                <a:lnTo>
                  <a:pt x="8745" y="28945"/>
                </a:lnTo>
                <a:lnTo>
                  <a:pt x="9007" y="28877"/>
                </a:lnTo>
                <a:lnTo>
                  <a:pt x="9293" y="28797"/>
                </a:lnTo>
                <a:lnTo>
                  <a:pt x="9555" y="28706"/>
                </a:lnTo>
                <a:lnTo>
                  <a:pt x="9841" y="28604"/>
                </a:lnTo>
                <a:lnTo>
                  <a:pt x="10103" y="28501"/>
                </a:lnTo>
                <a:lnTo>
                  <a:pt x="10365" y="28376"/>
                </a:lnTo>
                <a:lnTo>
                  <a:pt x="13153" y="27077"/>
                </a:lnTo>
                <a:lnTo>
                  <a:pt x="15941" y="25767"/>
                </a:lnTo>
                <a:lnTo>
                  <a:pt x="18753" y="24469"/>
                </a:lnTo>
                <a:lnTo>
                  <a:pt x="21564" y="23181"/>
                </a:lnTo>
                <a:lnTo>
                  <a:pt x="24376" y="21894"/>
                </a:lnTo>
                <a:lnTo>
                  <a:pt x="27211" y="20618"/>
                </a:lnTo>
                <a:lnTo>
                  <a:pt x="32906" y="18067"/>
                </a:lnTo>
                <a:lnTo>
                  <a:pt x="38649" y="15538"/>
                </a:lnTo>
                <a:lnTo>
                  <a:pt x="44391" y="13032"/>
                </a:lnTo>
                <a:lnTo>
                  <a:pt x="50205" y="10537"/>
                </a:lnTo>
                <a:lnTo>
                  <a:pt x="56019" y="8054"/>
                </a:lnTo>
                <a:lnTo>
                  <a:pt x="56567" y="9102"/>
                </a:lnTo>
                <a:lnTo>
                  <a:pt x="57115" y="10139"/>
                </a:lnTo>
                <a:lnTo>
                  <a:pt x="57639" y="11187"/>
                </a:lnTo>
                <a:lnTo>
                  <a:pt x="58140" y="12235"/>
                </a:lnTo>
                <a:lnTo>
                  <a:pt x="58616" y="13271"/>
                </a:lnTo>
                <a:lnTo>
                  <a:pt x="59093" y="14319"/>
                </a:lnTo>
                <a:lnTo>
                  <a:pt x="59546" y="15367"/>
                </a:lnTo>
                <a:lnTo>
                  <a:pt x="59998" y="16415"/>
                </a:lnTo>
                <a:lnTo>
                  <a:pt x="60427" y="17463"/>
                </a:lnTo>
                <a:lnTo>
                  <a:pt x="60832" y="18511"/>
                </a:lnTo>
                <a:lnTo>
                  <a:pt x="61237" y="19570"/>
                </a:lnTo>
                <a:lnTo>
                  <a:pt x="61619" y="20618"/>
                </a:lnTo>
                <a:lnTo>
                  <a:pt x="61976" y="21666"/>
                </a:lnTo>
                <a:lnTo>
                  <a:pt x="62333" y="22726"/>
                </a:lnTo>
                <a:lnTo>
                  <a:pt x="62667" y="23774"/>
                </a:lnTo>
                <a:lnTo>
                  <a:pt x="62977" y="24833"/>
                </a:lnTo>
                <a:lnTo>
                  <a:pt x="63287" y="25893"/>
                </a:lnTo>
                <a:lnTo>
                  <a:pt x="63573" y="26952"/>
                </a:lnTo>
                <a:lnTo>
                  <a:pt x="63858" y="28011"/>
                </a:lnTo>
                <a:lnTo>
                  <a:pt x="64121" y="29071"/>
                </a:lnTo>
                <a:lnTo>
                  <a:pt x="64359" y="30141"/>
                </a:lnTo>
                <a:lnTo>
                  <a:pt x="64573" y="31201"/>
                </a:lnTo>
                <a:lnTo>
                  <a:pt x="64788" y="32272"/>
                </a:lnTo>
                <a:lnTo>
                  <a:pt x="65002" y="33331"/>
                </a:lnTo>
                <a:lnTo>
                  <a:pt x="65169" y="34402"/>
                </a:lnTo>
                <a:lnTo>
                  <a:pt x="65336" y="35472"/>
                </a:lnTo>
                <a:lnTo>
                  <a:pt x="65503" y="36543"/>
                </a:lnTo>
                <a:lnTo>
                  <a:pt x="65646" y="37625"/>
                </a:lnTo>
                <a:lnTo>
                  <a:pt x="65765" y="38696"/>
                </a:lnTo>
                <a:lnTo>
                  <a:pt x="65860" y="39778"/>
                </a:lnTo>
                <a:lnTo>
                  <a:pt x="65955" y="40860"/>
                </a:lnTo>
                <a:lnTo>
                  <a:pt x="66027" y="41943"/>
                </a:lnTo>
                <a:lnTo>
                  <a:pt x="66051" y="42113"/>
                </a:lnTo>
                <a:lnTo>
                  <a:pt x="66122" y="42296"/>
                </a:lnTo>
                <a:lnTo>
                  <a:pt x="66194" y="42478"/>
                </a:lnTo>
                <a:lnTo>
                  <a:pt x="66289" y="42649"/>
                </a:lnTo>
                <a:lnTo>
                  <a:pt x="66408" y="42820"/>
                </a:lnTo>
                <a:lnTo>
                  <a:pt x="66575" y="42991"/>
                </a:lnTo>
                <a:lnTo>
                  <a:pt x="66742" y="43150"/>
                </a:lnTo>
                <a:lnTo>
                  <a:pt x="66932" y="43309"/>
                </a:lnTo>
                <a:lnTo>
                  <a:pt x="67147" y="43469"/>
                </a:lnTo>
                <a:lnTo>
                  <a:pt x="67361" y="43617"/>
                </a:lnTo>
                <a:lnTo>
                  <a:pt x="67623" y="43765"/>
                </a:lnTo>
                <a:lnTo>
                  <a:pt x="67885" y="43890"/>
                </a:lnTo>
                <a:lnTo>
                  <a:pt x="68147" y="44027"/>
                </a:lnTo>
                <a:lnTo>
                  <a:pt x="68457" y="44141"/>
                </a:lnTo>
                <a:lnTo>
                  <a:pt x="68743" y="44255"/>
                </a:lnTo>
                <a:lnTo>
                  <a:pt x="69077" y="44357"/>
                </a:lnTo>
                <a:lnTo>
                  <a:pt x="69387" y="44460"/>
                </a:lnTo>
                <a:lnTo>
                  <a:pt x="69720" y="44540"/>
                </a:lnTo>
                <a:lnTo>
                  <a:pt x="70078" y="44619"/>
                </a:lnTo>
                <a:lnTo>
                  <a:pt x="70435" y="44676"/>
                </a:lnTo>
                <a:lnTo>
                  <a:pt x="70792" y="44722"/>
                </a:lnTo>
                <a:lnTo>
                  <a:pt x="71150" y="44768"/>
                </a:lnTo>
                <a:lnTo>
                  <a:pt x="71507" y="44790"/>
                </a:lnTo>
                <a:lnTo>
                  <a:pt x="71888" y="44802"/>
                </a:lnTo>
                <a:lnTo>
                  <a:pt x="72270" y="44802"/>
                </a:lnTo>
                <a:lnTo>
                  <a:pt x="72627" y="44790"/>
                </a:lnTo>
                <a:lnTo>
                  <a:pt x="73008" y="44756"/>
                </a:lnTo>
                <a:lnTo>
                  <a:pt x="73366" y="44711"/>
                </a:lnTo>
                <a:lnTo>
                  <a:pt x="73747" y="44642"/>
                </a:lnTo>
                <a:lnTo>
                  <a:pt x="74104" y="44562"/>
                </a:lnTo>
                <a:lnTo>
                  <a:pt x="74486" y="44460"/>
                </a:lnTo>
                <a:lnTo>
                  <a:pt x="74843" y="44346"/>
                </a:lnTo>
                <a:lnTo>
                  <a:pt x="106796" y="33092"/>
                </a:lnTo>
                <a:lnTo>
                  <a:pt x="138797" y="21837"/>
                </a:lnTo>
                <a:lnTo>
                  <a:pt x="144635" y="54370"/>
                </a:lnTo>
                <a:lnTo>
                  <a:pt x="144682" y="54552"/>
                </a:lnTo>
                <a:lnTo>
                  <a:pt x="144754" y="54723"/>
                </a:lnTo>
                <a:lnTo>
                  <a:pt x="144825" y="54906"/>
                </a:lnTo>
                <a:lnTo>
                  <a:pt x="144944" y="55076"/>
                </a:lnTo>
                <a:lnTo>
                  <a:pt x="145063" y="55236"/>
                </a:lnTo>
                <a:lnTo>
                  <a:pt x="145230" y="55407"/>
                </a:lnTo>
                <a:lnTo>
                  <a:pt x="145373" y="55566"/>
                </a:lnTo>
                <a:lnTo>
                  <a:pt x="145564" y="55714"/>
                </a:lnTo>
                <a:lnTo>
                  <a:pt x="145778" y="55862"/>
                </a:lnTo>
                <a:lnTo>
                  <a:pt x="145993" y="56010"/>
                </a:lnTo>
                <a:lnTo>
                  <a:pt x="146207" y="56147"/>
                </a:lnTo>
                <a:lnTo>
                  <a:pt x="146469" y="56272"/>
                </a:lnTo>
                <a:lnTo>
                  <a:pt x="146708" y="56398"/>
                </a:lnTo>
                <a:lnTo>
                  <a:pt x="146993" y="56512"/>
                </a:lnTo>
                <a:lnTo>
                  <a:pt x="147279" y="56614"/>
                </a:lnTo>
                <a:lnTo>
                  <a:pt x="147565" y="56705"/>
                </a:lnTo>
                <a:lnTo>
                  <a:pt x="147875" y="56796"/>
                </a:lnTo>
                <a:lnTo>
                  <a:pt x="148185" y="56876"/>
                </a:lnTo>
                <a:lnTo>
                  <a:pt x="148518" y="56945"/>
                </a:lnTo>
                <a:lnTo>
                  <a:pt x="148852" y="57002"/>
                </a:lnTo>
                <a:lnTo>
                  <a:pt x="149186" y="57047"/>
                </a:lnTo>
                <a:lnTo>
                  <a:pt x="149519" y="57081"/>
                </a:lnTo>
                <a:lnTo>
                  <a:pt x="149877" y="57104"/>
                </a:lnTo>
                <a:lnTo>
                  <a:pt x="150234" y="57115"/>
                </a:lnTo>
                <a:lnTo>
                  <a:pt x="150591" y="57115"/>
                </a:lnTo>
                <a:lnTo>
                  <a:pt x="150949" y="57104"/>
                </a:lnTo>
                <a:lnTo>
                  <a:pt x="151330" y="57070"/>
                </a:lnTo>
                <a:lnTo>
                  <a:pt x="151688" y="57036"/>
                </a:lnTo>
                <a:lnTo>
                  <a:pt x="152069" y="56979"/>
                </a:lnTo>
                <a:lnTo>
                  <a:pt x="152426" y="56899"/>
                </a:lnTo>
                <a:lnTo>
                  <a:pt x="152784" y="56808"/>
                </a:lnTo>
                <a:lnTo>
                  <a:pt x="153165" y="56705"/>
                </a:lnTo>
                <a:lnTo>
                  <a:pt x="156834" y="55566"/>
                </a:lnTo>
                <a:lnTo>
                  <a:pt x="160480" y="54404"/>
                </a:lnTo>
                <a:lnTo>
                  <a:pt x="164102" y="53231"/>
                </a:lnTo>
                <a:lnTo>
                  <a:pt x="167676" y="52035"/>
                </a:lnTo>
                <a:lnTo>
                  <a:pt x="171226" y="50816"/>
                </a:lnTo>
                <a:lnTo>
                  <a:pt x="174729" y="49586"/>
                </a:lnTo>
                <a:lnTo>
                  <a:pt x="178208" y="48344"/>
                </a:lnTo>
                <a:lnTo>
                  <a:pt x="181663" y="47069"/>
                </a:lnTo>
                <a:lnTo>
                  <a:pt x="185070" y="45793"/>
                </a:lnTo>
                <a:lnTo>
                  <a:pt x="188454" y="44483"/>
                </a:lnTo>
                <a:lnTo>
                  <a:pt x="191813" y="43161"/>
                </a:lnTo>
                <a:lnTo>
                  <a:pt x="195149" y="41829"/>
                </a:lnTo>
                <a:lnTo>
                  <a:pt x="198438" y="40462"/>
                </a:lnTo>
                <a:lnTo>
                  <a:pt x="201702" y="39095"/>
                </a:lnTo>
                <a:lnTo>
                  <a:pt x="204966" y="37694"/>
                </a:lnTo>
                <a:lnTo>
                  <a:pt x="208183" y="36281"/>
                </a:lnTo>
                <a:lnTo>
                  <a:pt x="208946" y="38366"/>
                </a:lnTo>
                <a:lnTo>
                  <a:pt x="209660" y="40439"/>
                </a:lnTo>
                <a:lnTo>
                  <a:pt x="210328" y="42512"/>
                </a:lnTo>
                <a:lnTo>
                  <a:pt x="210947" y="44585"/>
                </a:lnTo>
                <a:lnTo>
                  <a:pt x="211543" y="46670"/>
                </a:lnTo>
                <a:lnTo>
                  <a:pt x="212091" y="48743"/>
                </a:lnTo>
                <a:lnTo>
                  <a:pt x="212615" y="50828"/>
                </a:lnTo>
                <a:lnTo>
                  <a:pt x="213068" y="52901"/>
                </a:lnTo>
                <a:lnTo>
                  <a:pt x="213520" y="54985"/>
                </a:lnTo>
                <a:lnTo>
                  <a:pt x="213902" y="57081"/>
                </a:lnTo>
                <a:lnTo>
                  <a:pt x="214259" y="59166"/>
                </a:lnTo>
                <a:lnTo>
                  <a:pt x="214569" y="61262"/>
                </a:lnTo>
                <a:lnTo>
                  <a:pt x="214855" y="63358"/>
                </a:lnTo>
                <a:lnTo>
                  <a:pt x="215093" y="65465"/>
                </a:lnTo>
                <a:lnTo>
                  <a:pt x="215308" y="67572"/>
                </a:lnTo>
                <a:lnTo>
                  <a:pt x="215474" y="69691"/>
                </a:lnTo>
                <a:lnTo>
                  <a:pt x="215498" y="69851"/>
                </a:lnTo>
                <a:lnTo>
                  <a:pt x="215546" y="69999"/>
                </a:lnTo>
                <a:lnTo>
                  <a:pt x="215617" y="70158"/>
                </a:lnTo>
                <a:lnTo>
                  <a:pt x="215713" y="70318"/>
                </a:lnTo>
                <a:lnTo>
                  <a:pt x="215808" y="70466"/>
                </a:lnTo>
                <a:lnTo>
                  <a:pt x="215951" y="70614"/>
                </a:lnTo>
                <a:lnTo>
                  <a:pt x="216094" y="70762"/>
                </a:lnTo>
                <a:lnTo>
                  <a:pt x="216285" y="70899"/>
                </a:lnTo>
                <a:lnTo>
                  <a:pt x="216475" y="71035"/>
                </a:lnTo>
                <a:lnTo>
                  <a:pt x="216666" y="71172"/>
                </a:lnTo>
                <a:lnTo>
                  <a:pt x="216880" y="71297"/>
                </a:lnTo>
                <a:lnTo>
                  <a:pt x="217118" y="71423"/>
                </a:lnTo>
                <a:lnTo>
                  <a:pt x="217357" y="71537"/>
                </a:lnTo>
                <a:lnTo>
                  <a:pt x="217619" y="71650"/>
                </a:lnTo>
                <a:lnTo>
                  <a:pt x="217905" y="71753"/>
                </a:lnTo>
                <a:lnTo>
                  <a:pt x="218167" y="71844"/>
                </a:lnTo>
                <a:lnTo>
                  <a:pt x="218477" y="71924"/>
                </a:lnTo>
                <a:lnTo>
                  <a:pt x="218763" y="72004"/>
                </a:lnTo>
                <a:lnTo>
                  <a:pt x="219072" y="72072"/>
                </a:lnTo>
                <a:lnTo>
                  <a:pt x="219382" y="72129"/>
                </a:lnTo>
                <a:lnTo>
                  <a:pt x="219692" y="72174"/>
                </a:lnTo>
                <a:lnTo>
                  <a:pt x="220025" y="72209"/>
                </a:lnTo>
                <a:lnTo>
                  <a:pt x="220359" y="72231"/>
                </a:lnTo>
                <a:lnTo>
                  <a:pt x="220669" y="72243"/>
                </a:lnTo>
                <a:lnTo>
                  <a:pt x="221002" y="72243"/>
                </a:lnTo>
                <a:lnTo>
                  <a:pt x="221336" y="72231"/>
                </a:lnTo>
                <a:lnTo>
                  <a:pt x="221670" y="72197"/>
                </a:lnTo>
                <a:lnTo>
                  <a:pt x="222003" y="72152"/>
                </a:lnTo>
                <a:lnTo>
                  <a:pt x="222337" y="72095"/>
                </a:lnTo>
                <a:lnTo>
                  <a:pt x="222647" y="72026"/>
                </a:lnTo>
                <a:lnTo>
                  <a:pt x="222980" y="71935"/>
                </a:lnTo>
                <a:lnTo>
                  <a:pt x="223290" y="71833"/>
                </a:lnTo>
                <a:lnTo>
                  <a:pt x="230653" y="69144"/>
                </a:lnTo>
                <a:lnTo>
                  <a:pt x="237992" y="66445"/>
                </a:lnTo>
                <a:lnTo>
                  <a:pt x="245307" y="63722"/>
                </a:lnTo>
                <a:lnTo>
                  <a:pt x="248952" y="62355"/>
                </a:lnTo>
                <a:lnTo>
                  <a:pt x="252574" y="60988"/>
                </a:lnTo>
                <a:lnTo>
                  <a:pt x="256196" y="59610"/>
                </a:lnTo>
                <a:lnTo>
                  <a:pt x="259818" y="58220"/>
                </a:lnTo>
                <a:lnTo>
                  <a:pt x="263416" y="56831"/>
                </a:lnTo>
                <a:lnTo>
                  <a:pt x="266990" y="55430"/>
                </a:lnTo>
                <a:lnTo>
                  <a:pt x="270564" y="54017"/>
                </a:lnTo>
                <a:lnTo>
                  <a:pt x="274138" y="52605"/>
                </a:lnTo>
                <a:lnTo>
                  <a:pt x="277665" y="51169"/>
                </a:lnTo>
                <a:lnTo>
                  <a:pt x="281191" y="49734"/>
                </a:lnTo>
                <a:lnTo>
                  <a:pt x="281453" y="49620"/>
                </a:lnTo>
                <a:lnTo>
                  <a:pt x="281668" y="49495"/>
                </a:lnTo>
                <a:lnTo>
                  <a:pt x="281858" y="49369"/>
                </a:lnTo>
                <a:lnTo>
                  <a:pt x="282001" y="49233"/>
                </a:lnTo>
                <a:lnTo>
                  <a:pt x="282097" y="49096"/>
                </a:lnTo>
                <a:lnTo>
                  <a:pt x="282168" y="48959"/>
                </a:lnTo>
                <a:lnTo>
                  <a:pt x="282216" y="48811"/>
                </a:lnTo>
                <a:lnTo>
                  <a:pt x="282240" y="48663"/>
                </a:lnTo>
                <a:lnTo>
                  <a:pt x="282216" y="48527"/>
                </a:lnTo>
                <a:lnTo>
                  <a:pt x="282168" y="48378"/>
                </a:lnTo>
                <a:lnTo>
                  <a:pt x="282097" y="48242"/>
                </a:lnTo>
                <a:lnTo>
                  <a:pt x="282001" y="48094"/>
                </a:lnTo>
                <a:lnTo>
                  <a:pt x="281882" y="47957"/>
                </a:lnTo>
                <a:lnTo>
                  <a:pt x="281739" y="47832"/>
                </a:lnTo>
                <a:lnTo>
                  <a:pt x="281596" y="47695"/>
                </a:lnTo>
                <a:lnTo>
                  <a:pt x="281406" y="47581"/>
                </a:lnTo>
                <a:lnTo>
                  <a:pt x="281215" y="47467"/>
                </a:lnTo>
                <a:lnTo>
                  <a:pt x="281001" y="47353"/>
                </a:lnTo>
                <a:lnTo>
                  <a:pt x="280762" y="47251"/>
                </a:lnTo>
                <a:lnTo>
                  <a:pt x="280524" y="47160"/>
                </a:lnTo>
                <a:lnTo>
                  <a:pt x="280262" y="47091"/>
                </a:lnTo>
                <a:lnTo>
                  <a:pt x="280000" y="47023"/>
                </a:lnTo>
                <a:lnTo>
                  <a:pt x="279714" y="46966"/>
                </a:lnTo>
                <a:lnTo>
                  <a:pt x="279428" y="46920"/>
                </a:lnTo>
                <a:lnTo>
                  <a:pt x="279142" y="46886"/>
                </a:lnTo>
                <a:lnTo>
                  <a:pt x="278832" y="46875"/>
                </a:lnTo>
                <a:lnTo>
                  <a:pt x="278546" y="46875"/>
                </a:lnTo>
                <a:lnTo>
                  <a:pt x="278237" y="46886"/>
                </a:lnTo>
                <a:lnTo>
                  <a:pt x="277927" y="46932"/>
                </a:lnTo>
                <a:lnTo>
                  <a:pt x="277617" y="46977"/>
                </a:lnTo>
                <a:lnTo>
                  <a:pt x="277307" y="47057"/>
                </a:lnTo>
                <a:lnTo>
                  <a:pt x="277021" y="47148"/>
                </a:lnTo>
                <a:lnTo>
                  <a:pt x="270564" y="49358"/>
                </a:lnTo>
                <a:lnTo>
                  <a:pt x="264131" y="51591"/>
                </a:lnTo>
                <a:lnTo>
                  <a:pt x="251287" y="56045"/>
                </a:lnTo>
                <a:lnTo>
                  <a:pt x="238420" y="60510"/>
                </a:lnTo>
                <a:lnTo>
                  <a:pt x="231987" y="62731"/>
                </a:lnTo>
                <a:lnTo>
                  <a:pt x="225553" y="64952"/>
                </a:lnTo>
                <a:lnTo>
                  <a:pt x="225387" y="62777"/>
                </a:lnTo>
                <a:lnTo>
                  <a:pt x="225172" y="60590"/>
                </a:lnTo>
                <a:lnTo>
                  <a:pt x="224910" y="58414"/>
                </a:lnTo>
                <a:lnTo>
                  <a:pt x="224600" y="56250"/>
                </a:lnTo>
                <a:lnTo>
                  <a:pt x="224243" y="54074"/>
                </a:lnTo>
                <a:lnTo>
                  <a:pt x="223814" y="51910"/>
                </a:lnTo>
                <a:lnTo>
                  <a:pt x="223361" y="49745"/>
                </a:lnTo>
                <a:lnTo>
                  <a:pt x="222861" y="47592"/>
                </a:lnTo>
                <a:lnTo>
                  <a:pt x="222313" y="45428"/>
                </a:lnTo>
                <a:lnTo>
                  <a:pt x="221717" y="43275"/>
                </a:lnTo>
                <a:lnTo>
                  <a:pt x="221074" y="41122"/>
                </a:lnTo>
                <a:lnTo>
                  <a:pt x="220383" y="38958"/>
                </a:lnTo>
                <a:lnTo>
                  <a:pt x="219644" y="36817"/>
                </a:lnTo>
                <a:lnTo>
                  <a:pt x="218858" y="34664"/>
                </a:lnTo>
                <a:lnTo>
                  <a:pt x="218024" y="32511"/>
                </a:lnTo>
                <a:lnTo>
                  <a:pt x="217166" y="30358"/>
                </a:lnTo>
                <a:lnTo>
                  <a:pt x="217071" y="30176"/>
                </a:lnTo>
                <a:lnTo>
                  <a:pt x="216952" y="30005"/>
                </a:lnTo>
                <a:lnTo>
                  <a:pt x="216809" y="29834"/>
                </a:lnTo>
                <a:lnTo>
                  <a:pt x="216642" y="29674"/>
                </a:lnTo>
                <a:lnTo>
                  <a:pt x="216451" y="29526"/>
                </a:lnTo>
                <a:lnTo>
                  <a:pt x="216237" y="29390"/>
                </a:lnTo>
                <a:lnTo>
                  <a:pt x="215999" y="29264"/>
                </a:lnTo>
                <a:lnTo>
                  <a:pt x="215760" y="29139"/>
                </a:lnTo>
                <a:lnTo>
                  <a:pt x="215474" y="29036"/>
                </a:lnTo>
                <a:lnTo>
                  <a:pt x="215212" y="28934"/>
                </a:lnTo>
                <a:lnTo>
                  <a:pt x="214902" y="28843"/>
                </a:lnTo>
                <a:lnTo>
                  <a:pt x="214593" y="28763"/>
                </a:lnTo>
                <a:lnTo>
                  <a:pt x="214283" y="28683"/>
                </a:lnTo>
                <a:lnTo>
                  <a:pt x="213949" y="28626"/>
                </a:lnTo>
                <a:lnTo>
                  <a:pt x="213616" y="28569"/>
                </a:lnTo>
                <a:lnTo>
                  <a:pt x="213282" y="28535"/>
                </a:lnTo>
                <a:lnTo>
                  <a:pt x="212925" y="28501"/>
                </a:lnTo>
                <a:lnTo>
                  <a:pt x="212567" y="28478"/>
                </a:lnTo>
                <a:lnTo>
                  <a:pt x="212210" y="28467"/>
                </a:lnTo>
                <a:lnTo>
                  <a:pt x="211853" y="28456"/>
                </a:lnTo>
                <a:lnTo>
                  <a:pt x="211495" y="28467"/>
                </a:lnTo>
                <a:lnTo>
                  <a:pt x="211138" y="28478"/>
                </a:lnTo>
                <a:lnTo>
                  <a:pt x="210780" y="28501"/>
                </a:lnTo>
                <a:lnTo>
                  <a:pt x="210423" y="28547"/>
                </a:lnTo>
                <a:lnTo>
                  <a:pt x="210065" y="28592"/>
                </a:lnTo>
                <a:lnTo>
                  <a:pt x="209732" y="28638"/>
                </a:lnTo>
                <a:lnTo>
                  <a:pt x="209398" y="28706"/>
                </a:lnTo>
                <a:lnTo>
                  <a:pt x="209089" y="28786"/>
                </a:lnTo>
                <a:lnTo>
                  <a:pt x="208755" y="28877"/>
                </a:lnTo>
                <a:lnTo>
                  <a:pt x="208469" y="28968"/>
                </a:lnTo>
                <a:lnTo>
                  <a:pt x="208183" y="29071"/>
                </a:lnTo>
                <a:lnTo>
                  <a:pt x="207897" y="29196"/>
                </a:lnTo>
                <a:lnTo>
                  <a:pt x="204823" y="30608"/>
                </a:lnTo>
                <a:lnTo>
                  <a:pt x="201702" y="31998"/>
                </a:lnTo>
                <a:lnTo>
                  <a:pt x="198580" y="33365"/>
                </a:lnTo>
                <a:lnTo>
                  <a:pt x="195411" y="34721"/>
                </a:lnTo>
                <a:lnTo>
                  <a:pt x="192195" y="36065"/>
                </a:lnTo>
                <a:lnTo>
                  <a:pt x="188978" y="37375"/>
                </a:lnTo>
                <a:lnTo>
                  <a:pt x="185714" y="38673"/>
                </a:lnTo>
                <a:lnTo>
                  <a:pt x="182449" y="39949"/>
                </a:lnTo>
                <a:lnTo>
                  <a:pt x="179137" y="41213"/>
                </a:lnTo>
                <a:lnTo>
                  <a:pt x="175777" y="42455"/>
                </a:lnTo>
                <a:lnTo>
                  <a:pt x="172418" y="43685"/>
                </a:lnTo>
                <a:lnTo>
                  <a:pt x="169010" y="44893"/>
                </a:lnTo>
                <a:lnTo>
                  <a:pt x="165579" y="46089"/>
                </a:lnTo>
                <a:lnTo>
                  <a:pt x="162124" y="47262"/>
                </a:lnTo>
                <a:lnTo>
                  <a:pt x="158645" y="48424"/>
                </a:lnTo>
                <a:lnTo>
                  <a:pt x="155119" y="49563"/>
                </a:lnTo>
                <a:lnTo>
                  <a:pt x="149281" y="16780"/>
                </a:lnTo>
                <a:lnTo>
                  <a:pt x="149257" y="16609"/>
                </a:lnTo>
                <a:lnTo>
                  <a:pt x="149186" y="16438"/>
                </a:lnTo>
                <a:lnTo>
                  <a:pt x="149090" y="16267"/>
                </a:lnTo>
                <a:lnTo>
                  <a:pt x="148971" y="16096"/>
                </a:lnTo>
                <a:lnTo>
                  <a:pt x="148852" y="15925"/>
                </a:lnTo>
                <a:lnTo>
                  <a:pt x="148709" y="15766"/>
                </a:lnTo>
                <a:lnTo>
                  <a:pt x="148542" y="15606"/>
                </a:lnTo>
                <a:lnTo>
                  <a:pt x="148352" y="15447"/>
                </a:lnTo>
                <a:lnTo>
                  <a:pt x="148137" y="15299"/>
                </a:lnTo>
                <a:lnTo>
                  <a:pt x="147923" y="15151"/>
                </a:lnTo>
                <a:lnTo>
                  <a:pt x="147684" y="15014"/>
                </a:lnTo>
                <a:lnTo>
                  <a:pt x="147446" y="14877"/>
                </a:lnTo>
                <a:lnTo>
                  <a:pt x="147160" y="14752"/>
                </a:lnTo>
                <a:lnTo>
                  <a:pt x="146898" y="14627"/>
                </a:lnTo>
                <a:lnTo>
                  <a:pt x="146612" y="14513"/>
                </a:lnTo>
                <a:lnTo>
                  <a:pt x="146302" y="14410"/>
                </a:lnTo>
                <a:lnTo>
                  <a:pt x="145993" y="14319"/>
                </a:lnTo>
                <a:lnTo>
                  <a:pt x="145683" y="14239"/>
                </a:lnTo>
                <a:lnTo>
                  <a:pt x="145349" y="14160"/>
                </a:lnTo>
                <a:lnTo>
                  <a:pt x="145016" y="14103"/>
                </a:lnTo>
                <a:lnTo>
                  <a:pt x="144658" y="14046"/>
                </a:lnTo>
                <a:lnTo>
                  <a:pt x="144325" y="14012"/>
                </a:lnTo>
                <a:lnTo>
                  <a:pt x="143967" y="13977"/>
                </a:lnTo>
                <a:lnTo>
                  <a:pt x="143610" y="13966"/>
                </a:lnTo>
                <a:lnTo>
                  <a:pt x="143252" y="13977"/>
                </a:lnTo>
                <a:lnTo>
                  <a:pt x="142895" y="13989"/>
                </a:lnTo>
                <a:lnTo>
                  <a:pt x="142514" y="14023"/>
                </a:lnTo>
                <a:lnTo>
                  <a:pt x="142156" y="14069"/>
                </a:lnTo>
                <a:lnTo>
                  <a:pt x="141799" y="14126"/>
                </a:lnTo>
                <a:lnTo>
                  <a:pt x="141418" y="14205"/>
                </a:lnTo>
                <a:lnTo>
                  <a:pt x="141060" y="14308"/>
                </a:lnTo>
                <a:lnTo>
                  <a:pt x="140703" y="14422"/>
                </a:lnTo>
                <a:lnTo>
                  <a:pt x="124857" y="19981"/>
                </a:lnTo>
                <a:lnTo>
                  <a:pt x="108988" y="25528"/>
                </a:lnTo>
                <a:lnTo>
                  <a:pt x="77250" y="36612"/>
                </a:lnTo>
                <a:lnTo>
                  <a:pt x="77107" y="35518"/>
                </a:lnTo>
                <a:lnTo>
                  <a:pt x="76940" y="34413"/>
                </a:lnTo>
                <a:lnTo>
                  <a:pt x="76773" y="33319"/>
                </a:lnTo>
                <a:lnTo>
                  <a:pt x="76582" y="32226"/>
                </a:lnTo>
                <a:lnTo>
                  <a:pt x="76368" y="31132"/>
                </a:lnTo>
                <a:lnTo>
                  <a:pt x="76154" y="30039"/>
                </a:lnTo>
                <a:lnTo>
                  <a:pt x="75939" y="28957"/>
                </a:lnTo>
                <a:lnTo>
                  <a:pt x="75677" y="27863"/>
                </a:lnTo>
                <a:lnTo>
                  <a:pt x="75415" y="26781"/>
                </a:lnTo>
                <a:lnTo>
                  <a:pt x="75129" y="25699"/>
                </a:lnTo>
                <a:lnTo>
                  <a:pt x="74843" y="24617"/>
                </a:lnTo>
                <a:lnTo>
                  <a:pt x="74533" y="23535"/>
                </a:lnTo>
                <a:lnTo>
                  <a:pt x="74200" y="22452"/>
                </a:lnTo>
                <a:lnTo>
                  <a:pt x="73866" y="21370"/>
                </a:lnTo>
                <a:lnTo>
                  <a:pt x="73509" y="20288"/>
                </a:lnTo>
                <a:lnTo>
                  <a:pt x="73127" y="19206"/>
                </a:lnTo>
                <a:lnTo>
                  <a:pt x="72746" y="18135"/>
                </a:lnTo>
                <a:lnTo>
                  <a:pt x="72341" y="17053"/>
                </a:lnTo>
                <a:lnTo>
                  <a:pt x="71936" y="15982"/>
                </a:lnTo>
                <a:lnTo>
                  <a:pt x="71483" y="14912"/>
                </a:lnTo>
                <a:lnTo>
                  <a:pt x="71054" y="13829"/>
                </a:lnTo>
                <a:lnTo>
                  <a:pt x="70578" y="12759"/>
                </a:lnTo>
                <a:lnTo>
                  <a:pt x="70101" y="11688"/>
                </a:lnTo>
                <a:lnTo>
                  <a:pt x="69601" y="10617"/>
                </a:lnTo>
                <a:lnTo>
                  <a:pt x="69077" y="9546"/>
                </a:lnTo>
                <a:lnTo>
                  <a:pt x="68553" y="8476"/>
                </a:lnTo>
                <a:lnTo>
                  <a:pt x="68005" y="7405"/>
                </a:lnTo>
                <a:lnTo>
                  <a:pt x="67456" y="6334"/>
                </a:lnTo>
                <a:lnTo>
                  <a:pt x="66885" y="5263"/>
                </a:lnTo>
                <a:lnTo>
                  <a:pt x="66289" y="4193"/>
                </a:lnTo>
                <a:lnTo>
                  <a:pt x="65669" y="3122"/>
                </a:lnTo>
                <a:lnTo>
                  <a:pt x="65050" y="2051"/>
                </a:lnTo>
                <a:lnTo>
                  <a:pt x="64931" y="1857"/>
                </a:lnTo>
                <a:lnTo>
                  <a:pt x="64764" y="1664"/>
                </a:lnTo>
                <a:lnTo>
                  <a:pt x="64597" y="1481"/>
                </a:lnTo>
                <a:lnTo>
                  <a:pt x="64383" y="1322"/>
                </a:lnTo>
                <a:lnTo>
                  <a:pt x="64168" y="1163"/>
                </a:lnTo>
                <a:lnTo>
                  <a:pt x="63930" y="1003"/>
                </a:lnTo>
                <a:lnTo>
                  <a:pt x="63692" y="866"/>
                </a:lnTo>
                <a:lnTo>
                  <a:pt x="63430" y="741"/>
                </a:lnTo>
                <a:lnTo>
                  <a:pt x="63144" y="627"/>
                </a:lnTo>
                <a:lnTo>
                  <a:pt x="62834" y="513"/>
                </a:lnTo>
                <a:lnTo>
                  <a:pt x="62524" y="422"/>
                </a:lnTo>
                <a:lnTo>
                  <a:pt x="62214" y="331"/>
                </a:lnTo>
                <a:lnTo>
                  <a:pt x="61881" y="251"/>
                </a:lnTo>
                <a:lnTo>
                  <a:pt x="61523" y="183"/>
                </a:lnTo>
                <a:lnTo>
                  <a:pt x="61190" y="126"/>
                </a:lnTo>
                <a:lnTo>
                  <a:pt x="60832" y="80"/>
                </a:lnTo>
                <a:lnTo>
                  <a:pt x="60451" y="46"/>
                </a:lnTo>
                <a:lnTo>
                  <a:pt x="60094" y="23"/>
                </a:lnTo>
                <a:lnTo>
                  <a:pt x="59712" y="12"/>
                </a:lnTo>
                <a:lnTo>
                  <a:pt x="5935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rot="10800000">
            <a:off x="8241378" y="4532032"/>
            <a:ext cx="304753" cy="221542"/>
          </a:xfrm>
          <a:custGeom>
            <a:rect b="b" l="l" r="r" t="t"/>
            <a:pathLst>
              <a:path extrusionOk="0" h="30974" w="77942">
                <a:moveTo>
                  <a:pt x="50492" y="1"/>
                </a:moveTo>
                <a:lnTo>
                  <a:pt x="49991" y="12"/>
                </a:lnTo>
                <a:lnTo>
                  <a:pt x="49515" y="46"/>
                </a:lnTo>
                <a:lnTo>
                  <a:pt x="49038" y="92"/>
                </a:lnTo>
                <a:lnTo>
                  <a:pt x="48585" y="149"/>
                </a:lnTo>
                <a:lnTo>
                  <a:pt x="48133" y="240"/>
                </a:lnTo>
                <a:lnTo>
                  <a:pt x="47704" y="343"/>
                </a:lnTo>
                <a:lnTo>
                  <a:pt x="47299" y="457"/>
                </a:lnTo>
                <a:lnTo>
                  <a:pt x="46941" y="593"/>
                </a:lnTo>
                <a:lnTo>
                  <a:pt x="46584" y="753"/>
                </a:lnTo>
                <a:lnTo>
                  <a:pt x="46274" y="924"/>
                </a:lnTo>
                <a:lnTo>
                  <a:pt x="46012" y="1129"/>
                </a:lnTo>
                <a:lnTo>
                  <a:pt x="45893" y="1231"/>
                </a:lnTo>
                <a:lnTo>
                  <a:pt x="45774" y="1345"/>
                </a:lnTo>
                <a:lnTo>
                  <a:pt x="45678" y="1459"/>
                </a:lnTo>
                <a:lnTo>
                  <a:pt x="45607" y="1573"/>
                </a:lnTo>
                <a:lnTo>
                  <a:pt x="45512" y="1698"/>
                </a:lnTo>
                <a:lnTo>
                  <a:pt x="45464" y="1835"/>
                </a:lnTo>
                <a:lnTo>
                  <a:pt x="45011" y="3042"/>
                </a:lnTo>
                <a:lnTo>
                  <a:pt x="44582" y="4273"/>
                </a:lnTo>
                <a:lnTo>
                  <a:pt x="44225" y="5503"/>
                </a:lnTo>
                <a:lnTo>
                  <a:pt x="43891" y="6756"/>
                </a:lnTo>
                <a:lnTo>
                  <a:pt x="43605" y="8009"/>
                </a:lnTo>
                <a:lnTo>
                  <a:pt x="43367" y="9285"/>
                </a:lnTo>
                <a:lnTo>
                  <a:pt x="43153" y="10549"/>
                </a:lnTo>
                <a:lnTo>
                  <a:pt x="42962" y="11825"/>
                </a:lnTo>
                <a:lnTo>
                  <a:pt x="33502" y="11745"/>
                </a:lnTo>
                <a:lnTo>
                  <a:pt x="24067" y="11643"/>
                </a:lnTo>
                <a:lnTo>
                  <a:pt x="19349" y="11586"/>
                </a:lnTo>
                <a:lnTo>
                  <a:pt x="14631" y="11529"/>
                </a:lnTo>
                <a:lnTo>
                  <a:pt x="9913" y="11449"/>
                </a:lnTo>
                <a:lnTo>
                  <a:pt x="5195" y="11369"/>
                </a:lnTo>
                <a:lnTo>
                  <a:pt x="4576" y="11369"/>
                </a:lnTo>
                <a:lnTo>
                  <a:pt x="4266" y="11381"/>
                </a:lnTo>
                <a:lnTo>
                  <a:pt x="3980" y="11403"/>
                </a:lnTo>
                <a:lnTo>
                  <a:pt x="3694" y="11438"/>
                </a:lnTo>
                <a:lnTo>
                  <a:pt x="3432" y="11472"/>
                </a:lnTo>
                <a:lnTo>
                  <a:pt x="3170" y="11506"/>
                </a:lnTo>
                <a:lnTo>
                  <a:pt x="2931" y="11551"/>
                </a:lnTo>
                <a:lnTo>
                  <a:pt x="2693" y="11608"/>
                </a:lnTo>
                <a:lnTo>
                  <a:pt x="2455" y="11665"/>
                </a:lnTo>
                <a:lnTo>
                  <a:pt x="2240" y="11734"/>
                </a:lnTo>
                <a:lnTo>
                  <a:pt x="2026" y="11802"/>
                </a:lnTo>
                <a:lnTo>
                  <a:pt x="1835" y="11882"/>
                </a:lnTo>
                <a:lnTo>
                  <a:pt x="1645" y="11962"/>
                </a:lnTo>
                <a:lnTo>
                  <a:pt x="1311" y="12132"/>
                </a:lnTo>
                <a:lnTo>
                  <a:pt x="1001" y="12326"/>
                </a:lnTo>
                <a:lnTo>
                  <a:pt x="739" y="12531"/>
                </a:lnTo>
                <a:lnTo>
                  <a:pt x="525" y="12748"/>
                </a:lnTo>
                <a:lnTo>
                  <a:pt x="334" y="12975"/>
                </a:lnTo>
                <a:lnTo>
                  <a:pt x="191" y="13203"/>
                </a:lnTo>
                <a:lnTo>
                  <a:pt x="96" y="13442"/>
                </a:lnTo>
                <a:lnTo>
                  <a:pt x="24" y="13693"/>
                </a:lnTo>
                <a:lnTo>
                  <a:pt x="1" y="13932"/>
                </a:lnTo>
                <a:lnTo>
                  <a:pt x="24" y="14183"/>
                </a:lnTo>
                <a:lnTo>
                  <a:pt x="96" y="14422"/>
                </a:lnTo>
                <a:lnTo>
                  <a:pt x="191" y="14673"/>
                </a:lnTo>
                <a:lnTo>
                  <a:pt x="334" y="14900"/>
                </a:lnTo>
                <a:lnTo>
                  <a:pt x="501" y="15128"/>
                </a:lnTo>
                <a:lnTo>
                  <a:pt x="739" y="15345"/>
                </a:lnTo>
                <a:lnTo>
                  <a:pt x="1001" y="15550"/>
                </a:lnTo>
                <a:lnTo>
                  <a:pt x="1311" y="15732"/>
                </a:lnTo>
                <a:lnTo>
                  <a:pt x="1645" y="15914"/>
                </a:lnTo>
                <a:lnTo>
                  <a:pt x="1835" y="15994"/>
                </a:lnTo>
                <a:lnTo>
                  <a:pt x="2026" y="16062"/>
                </a:lnTo>
                <a:lnTo>
                  <a:pt x="2240" y="16142"/>
                </a:lnTo>
                <a:lnTo>
                  <a:pt x="2455" y="16199"/>
                </a:lnTo>
                <a:lnTo>
                  <a:pt x="2693" y="16256"/>
                </a:lnTo>
                <a:lnTo>
                  <a:pt x="2931" y="16313"/>
                </a:lnTo>
                <a:lnTo>
                  <a:pt x="3170" y="16358"/>
                </a:lnTo>
                <a:lnTo>
                  <a:pt x="3432" y="16404"/>
                </a:lnTo>
                <a:lnTo>
                  <a:pt x="3694" y="16438"/>
                </a:lnTo>
                <a:lnTo>
                  <a:pt x="3980" y="16461"/>
                </a:lnTo>
                <a:lnTo>
                  <a:pt x="4266" y="16484"/>
                </a:lnTo>
                <a:lnTo>
                  <a:pt x="4576" y="16495"/>
                </a:lnTo>
                <a:lnTo>
                  <a:pt x="4885" y="16507"/>
                </a:lnTo>
                <a:lnTo>
                  <a:pt x="5195" y="16507"/>
                </a:lnTo>
                <a:lnTo>
                  <a:pt x="9865" y="16415"/>
                </a:lnTo>
                <a:lnTo>
                  <a:pt x="14512" y="16347"/>
                </a:lnTo>
                <a:lnTo>
                  <a:pt x="19182" y="16279"/>
                </a:lnTo>
                <a:lnTo>
                  <a:pt x="23828" y="16233"/>
                </a:lnTo>
                <a:lnTo>
                  <a:pt x="33145" y="16131"/>
                </a:lnTo>
                <a:lnTo>
                  <a:pt x="42485" y="16051"/>
                </a:lnTo>
                <a:lnTo>
                  <a:pt x="42462" y="16882"/>
                </a:lnTo>
                <a:lnTo>
                  <a:pt x="42438" y="17725"/>
                </a:lnTo>
                <a:lnTo>
                  <a:pt x="42438" y="18557"/>
                </a:lnTo>
                <a:lnTo>
                  <a:pt x="42462" y="19388"/>
                </a:lnTo>
                <a:lnTo>
                  <a:pt x="42509" y="20220"/>
                </a:lnTo>
                <a:lnTo>
                  <a:pt x="42557" y="21052"/>
                </a:lnTo>
                <a:lnTo>
                  <a:pt x="42605" y="21883"/>
                </a:lnTo>
                <a:lnTo>
                  <a:pt x="42700" y="22715"/>
                </a:lnTo>
                <a:lnTo>
                  <a:pt x="42795" y="23535"/>
                </a:lnTo>
                <a:lnTo>
                  <a:pt x="42914" y="24355"/>
                </a:lnTo>
                <a:lnTo>
                  <a:pt x="43034" y="25164"/>
                </a:lnTo>
                <a:lnTo>
                  <a:pt x="43176" y="25984"/>
                </a:lnTo>
                <a:lnTo>
                  <a:pt x="43343" y="26793"/>
                </a:lnTo>
                <a:lnTo>
                  <a:pt x="43534" y="27590"/>
                </a:lnTo>
                <a:lnTo>
                  <a:pt x="43725" y="28387"/>
                </a:lnTo>
                <a:lnTo>
                  <a:pt x="43939" y="29185"/>
                </a:lnTo>
                <a:lnTo>
                  <a:pt x="44010" y="29390"/>
                </a:lnTo>
                <a:lnTo>
                  <a:pt x="44130" y="29595"/>
                </a:lnTo>
                <a:lnTo>
                  <a:pt x="44273" y="29777"/>
                </a:lnTo>
                <a:lnTo>
                  <a:pt x="44439" y="29948"/>
                </a:lnTo>
                <a:lnTo>
                  <a:pt x="44654" y="30107"/>
                </a:lnTo>
                <a:lnTo>
                  <a:pt x="44868" y="30244"/>
                </a:lnTo>
                <a:lnTo>
                  <a:pt x="45130" y="30381"/>
                </a:lnTo>
                <a:lnTo>
                  <a:pt x="45392" y="30506"/>
                </a:lnTo>
                <a:lnTo>
                  <a:pt x="45678" y="30609"/>
                </a:lnTo>
                <a:lnTo>
                  <a:pt x="45988" y="30700"/>
                </a:lnTo>
                <a:lnTo>
                  <a:pt x="46322" y="30780"/>
                </a:lnTo>
                <a:lnTo>
                  <a:pt x="46632" y="30848"/>
                </a:lnTo>
                <a:lnTo>
                  <a:pt x="46989" y="30893"/>
                </a:lnTo>
                <a:lnTo>
                  <a:pt x="47323" y="30939"/>
                </a:lnTo>
                <a:lnTo>
                  <a:pt x="47680" y="30962"/>
                </a:lnTo>
                <a:lnTo>
                  <a:pt x="48014" y="30973"/>
                </a:lnTo>
                <a:lnTo>
                  <a:pt x="48371" y="30973"/>
                </a:lnTo>
                <a:lnTo>
                  <a:pt x="48705" y="30950"/>
                </a:lnTo>
                <a:lnTo>
                  <a:pt x="49038" y="30916"/>
                </a:lnTo>
                <a:lnTo>
                  <a:pt x="49372" y="30871"/>
                </a:lnTo>
                <a:lnTo>
                  <a:pt x="49681" y="30814"/>
                </a:lnTo>
                <a:lnTo>
                  <a:pt x="49991" y="30745"/>
                </a:lnTo>
                <a:lnTo>
                  <a:pt x="50277" y="30654"/>
                </a:lnTo>
                <a:lnTo>
                  <a:pt x="50539" y="30552"/>
                </a:lnTo>
                <a:lnTo>
                  <a:pt x="50778" y="30426"/>
                </a:lnTo>
                <a:lnTo>
                  <a:pt x="50992" y="30301"/>
                </a:lnTo>
                <a:lnTo>
                  <a:pt x="51206" y="30153"/>
                </a:lnTo>
                <a:lnTo>
                  <a:pt x="51373" y="29994"/>
                </a:lnTo>
                <a:lnTo>
                  <a:pt x="51516" y="29811"/>
                </a:lnTo>
                <a:lnTo>
                  <a:pt x="51612" y="29618"/>
                </a:lnTo>
                <a:lnTo>
                  <a:pt x="51683" y="29413"/>
                </a:lnTo>
                <a:lnTo>
                  <a:pt x="51707" y="29185"/>
                </a:lnTo>
                <a:lnTo>
                  <a:pt x="51802" y="27510"/>
                </a:lnTo>
                <a:lnTo>
                  <a:pt x="51921" y="25836"/>
                </a:lnTo>
                <a:lnTo>
                  <a:pt x="52064" y="24184"/>
                </a:lnTo>
                <a:lnTo>
                  <a:pt x="52231" y="22521"/>
                </a:lnTo>
                <a:lnTo>
                  <a:pt x="52422" y="20881"/>
                </a:lnTo>
                <a:lnTo>
                  <a:pt x="52636" y="19229"/>
                </a:lnTo>
                <a:lnTo>
                  <a:pt x="52874" y="17589"/>
                </a:lnTo>
                <a:lnTo>
                  <a:pt x="53136" y="15960"/>
                </a:lnTo>
                <a:lnTo>
                  <a:pt x="63740" y="15857"/>
                </a:lnTo>
                <a:lnTo>
                  <a:pt x="69030" y="15789"/>
                </a:lnTo>
                <a:lnTo>
                  <a:pt x="74319" y="15721"/>
                </a:lnTo>
                <a:lnTo>
                  <a:pt x="74748" y="15709"/>
                </a:lnTo>
                <a:lnTo>
                  <a:pt x="75153" y="15675"/>
                </a:lnTo>
                <a:lnTo>
                  <a:pt x="75535" y="15618"/>
                </a:lnTo>
                <a:lnTo>
                  <a:pt x="75892" y="15550"/>
                </a:lnTo>
                <a:lnTo>
                  <a:pt x="76226" y="15470"/>
                </a:lnTo>
                <a:lnTo>
                  <a:pt x="76511" y="15379"/>
                </a:lnTo>
                <a:lnTo>
                  <a:pt x="76774" y="15265"/>
                </a:lnTo>
                <a:lnTo>
                  <a:pt x="77036" y="15151"/>
                </a:lnTo>
                <a:lnTo>
                  <a:pt x="77226" y="15014"/>
                </a:lnTo>
                <a:lnTo>
                  <a:pt x="77417" y="14878"/>
                </a:lnTo>
                <a:lnTo>
                  <a:pt x="77584" y="14730"/>
                </a:lnTo>
                <a:lnTo>
                  <a:pt x="77703" y="14581"/>
                </a:lnTo>
                <a:lnTo>
                  <a:pt x="77798" y="14422"/>
                </a:lnTo>
                <a:lnTo>
                  <a:pt x="77870" y="14263"/>
                </a:lnTo>
                <a:lnTo>
                  <a:pt x="77917" y="14103"/>
                </a:lnTo>
                <a:lnTo>
                  <a:pt x="77941" y="13932"/>
                </a:lnTo>
                <a:lnTo>
                  <a:pt x="77917" y="13773"/>
                </a:lnTo>
                <a:lnTo>
                  <a:pt x="77870" y="13613"/>
                </a:lnTo>
                <a:lnTo>
                  <a:pt x="77798" y="13442"/>
                </a:lnTo>
                <a:lnTo>
                  <a:pt x="77703" y="13294"/>
                </a:lnTo>
                <a:lnTo>
                  <a:pt x="77584" y="13135"/>
                </a:lnTo>
                <a:lnTo>
                  <a:pt x="77417" y="12998"/>
                </a:lnTo>
                <a:lnTo>
                  <a:pt x="77250" y="12850"/>
                </a:lnTo>
                <a:lnTo>
                  <a:pt x="77036" y="12725"/>
                </a:lnTo>
                <a:lnTo>
                  <a:pt x="76797" y="12599"/>
                </a:lnTo>
                <a:lnTo>
                  <a:pt x="76511" y="12497"/>
                </a:lnTo>
                <a:lnTo>
                  <a:pt x="76226" y="12394"/>
                </a:lnTo>
                <a:lnTo>
                  <a:pt x="75892" y="12315"/>
                </a:lnTo>
                <a:lnTo>
                  <a:pt x="75535" y="12246"/>
                </a:lnTo>
                <a:lnTo>
                  <a:pt x="75153" y="12201"/>
                </a:lnTo>
                <a:lnTo>
                  <a:pt x="74748" y="12167"/>
                </a:lnTo>
                <a:lnTo>
                  <a:pt x="74319" y="12144"/>
                </a:lnTo>
                <a:lnTo>
                  <a:pt x="69220" y="12075"/>
                </a:lnTo>
                <a:lnTo>
                  <a:pt x="64121" y="12018"/>
                </a:lnTo>
                <a:lnTo>
                  <a:pt x="53923" y="11927"/>
                </a:lnTo>
                <a:lnTo>
                  <a:pt x="54399" y="9581"/>
                </a:lnTo>
                <a:lnTo>
                  <a:pt x="54924" y="7246"/>
                </a:lnTo>
                <a:lnTo>
                  <a:pt x="55472" y="4888"/>
                </a:lnTo>
                <a:lnTo>
                  <a:pt x="56067" y="2518"/>
                </a:lnTo>
                <a:lnTo>
                  <a:pt x="56091" y="2382"/>
                </a:lnTo>
                <a:lnTo>
                  <a:pt x="56091" y="2256"/>
                </a:lnTo>
                <a:lnTo>
                  <a:pt x="56091" y="2131"/>
                </a:lnTo>
                <a:lnTo>
                  <a:pt x="56067" y="2006"/>
                </a:lnTo>
                <a:lnTo>
                  <a:pt x="56043" y="1892"/>
                </a:lnTo>
                <a:lnTo>
                  <a:pt x="55996" y="1767"/>
                </a:lnTo>
                <a:lnTo>
                  <a:pt x="55948" y="1664"/>
                </a:lnTo>
                <a:lnTo>
                  <a:pt x="55853" y="1550"/>
                </a:lnTo>
                <a:lnTo>
                  <a:pt x="55686" y="1345"/>
                </a:lnTo>
                <a:lnTo>
                  <a:pt x="55448" y="1151"/>
                </a:lnTo>
                <a:lnTo>
                  <a:pt x="55186" y="969"/>
                </a:lnTo>
                <a:lnTo>
                  <a:pt x="54876" y="798"/>
                </a:lnTo>
                <a:lnTo>
                  <a:pt x="54542" y="650"/>
                </a:lnTo>
                <a:lnTo>
                  <a:pt x="54161" y="514"/>
                </a:lnTo>
                <a:lnTo>
                  <a:pt x="53756" y="400"/>
                </a:lnTo>
                <a:lnTo>
                  <a:pt x="53327" y="297"/>
                </a:lnTo>
                <a:lnTo>
                  <a:pt x="52898" y="206"/>
                </a:lnTo>
                <a:lnTo>
                  <a:pt x="52422" y="126"/>
                </a:lnTo>
                <a:lnTo>
                  <a:pt x="51945" y="69"/>
                </a:lnTo>
                <a:lnTo>
                  <a:pt x="51469" y="35"/>
                </a:lnTo>
                <a:lnTo>
                  <a:pt x="50992" y="12"/>
                </a:lnTo>
                <a:lnTo>
                  <a:pt x="5049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rot="10800000">
            <a:off x="5124707" y="4691718"/>
            <a:ext cx="731913" cy="293645"/>
          </a:xfrm>
          <a:custGeom>
            <a:rect b="b" l="l" r="r" t="t"/>
            <a:pathLst>
              <a:path extrusionOk="0" h="36008" w="164198">
                <a:moveTo>
                  <a:pt x="160719" y="0"/>
                </a:moveTo>
                <a:lnTo>
                  <a:pt x="160433" y="12"/>
                </a:lnTo>
                <a:lnTo>
                  <a:pt x="160123" y="23"/>
                </a:lnTo>
                <a:lnTo>
                  <a:pt x="159837" y="57"/>
                </a:lnTo>
                <a:lnTo>
                  <a:pt x="159527" y="103"/>
                </a:lnTo>
                <a:lnTo>
                  <a:pt x="159265" y="160"/>
                </a:lnTo>
                <a:lnTo>
                  <a:pt x="158979" y="228"/>
                </a:lnTo>
                <a:lnTo>
                  <a:pt x="158717" y="308"/>
                </a:lnTo>
                <a:lnTo>
                  <a:pt x="158479" y="399"/>
                </a:lnTo>
                <a:lnTo>
                  <a:pt x="158241" y="501"/>
                </a:lnTo>
                <a:lnTo>
                  <a:pt x="158026" y="615"/>
                </a:lnTo>
                <a:lnTo>
                  <a:pt x="157835" y="752"/>
                </a:lnTo>
                <a:lnTo>
                  <a:pt x="157669" y="889"/>
                </a:lnTo>
                <a:lnTo>
                  <a:pt x="157526" y="1037"/>
                </a:lnTo>
                <a:lnTo>
                  <a:pt x="157407" y="1208"/>
                </a:lnTo>
                <a:lnTo>
                  <a:pt x="157335" y="1378"/>
                </a:lnTo>
                <a:lnTo>
                  <a:pt x="157287" y="1572"/>
                </a:lnTo>
                <a:lnTo>
                  <a:pt x="157097" y="2404"/>
                </a:lnTo>
                <a:lnTo>
                  <a:pt x="156882" y="3224"/>
                </a:lnTo>
                <a:lnTo>
                  <a:pt x="156620" y="4044"/>
                </a:lnTo>
                <a:lnTo>
                  <a:pt x="156311" y="4853"/>
                </a:lnTo>
                <a:lnTo>
                  <a:pt x="155977" y="5650"/>
                </a:lnTo>
                <a:lnTo>
                  <a:pt x="155620" y="6436"/>
                </a:lnTo>
                <a:lnTo>
                  <a:pt x="155214" y="7222"/>
                </a:lnTo>
                <a:lnTo>
                  <a:pt x="154786" y="7985"/>
                </a:lnTo>
                <a:lnTo>
                  <a:pt x="154309" y="8749"/>
                </a:lnTo>
                <a:lnTo>
                  <a:pt x="153785" y="9500"/>
                </a:lnTo>
                <a:lnTo>
                  <a:pt x="153237" y="10229"/>
                </a:lnTo>
                <a:lnTo>
                  <a:pt x="152665" y="10958"/>
                </a:lnTo>
                <a:lnTo>
                  <a:pt x="152069" y="11687"/>
                </a:lnTo>
                <a:lnTo>
                  <a:pt x="151426" y="12394"/>
                </a:lnTo>
                <a:lnTo>
                  <a:pt x="150735" y="13089"/>
                </a:lnTo>
                <a:lnTo>
                  <a:pt x="150044" y="13772"/>
                </a:lnTo>
                <a:lnTo>
                  <a:pt x="149305" y="14444"/>
                </a:lnTo>
                <a:lnTo>
                  <a:pt x="148519" y="15105"/>
                </a:lnTo>
                <a:lnTo>
                  <a:pt x="147733" y="15765"/>
                </a:lnTo>
                <a:lnTo>
                  <a:pt x="146899" y="16403"/>
                </a:lnTo>
                <a:lnTo>
                  <a:pt x="146041" y="17030"/>
                </a:lnTo>
                <a:lnTo>
                  <a:pt x="145159" y="17645"/>
                </a:lnTo>
                <a:lnTo>
                  <a:pt x="144230" y="18249"/>
                </a:lnTo>
                <a:lnTo>
                  <a:pt x="143277" y="18841"/>
                </a:lnTo>
                <a:lnTo>
                  <a:pt x="142300" y="19422"/>
                </a:lnTo>
                <a:lnTo>
                  <a:pt x="141299" y="19991"/>
                </a:lnTo>
                <a:lnTo>
                  <a:pt x="140274" y="20538"/>
                </a:lnTo>
                <a:lnTo>
                  <a:pt x="139202" y="21085"/>
                </a:lnTo>
                <a:lnTo>
                  <a:pt x="138130" y="21609"/>
                </a:lnTo>
                <a:lnTo>
                  <a:pt x="137010" y="22122"/>
                </a:lnTo>
                <a:lnTo>
                  <a:pt x="135890" y="22623"/>
                </a:lnTo>
                <a:lnTo>
                  <a:pt x="134723" y="23113"/>
                </a:lnTo>
                <a:lnTo>
                  <a:pt x="133531" y="23591"/>
                </a:lnTo>
                <a:lnTo>
                  <a:pt x="132316" y="24047"/>
                </a:lnTo>
                <a:lnTo>
                  <a:pt x="131077" y="24491"/>
                </a:lnTo>
                <a:lnTo>
                  <a:pt x="129814" y="24924"/>
                </a:lnTo>
                <a:lnTo>
                  <a:pt x="128551" y="25345"/>
                </a:lnTo>
                <a:lnTo>
                  <a:pt x="127241" y="25744"/>
                </a:lnTo>
                <a:lnTo>
                  <a:pt x="125906" y="26131"/>
                </a:lnTo>
                <a:lnTo>
                  <a:pt x="124548" y="26507"/>
                </a:lnTo>
                <a:lnTo>
                  <a:pt x="123190" y="26860"/>
                </a:lnTo>
                <a:lnTo>
                  <a:pt x="121784" y="27202"/>
                </a:lnTo>
                <a:lnTo>
                  <a:pt x="120378" y="27532"/>
                </a:lnTo>
                <a:lnTo>
                  <a:pt x="118949" y="27840"/>
                </a:lnTo>
                <a:lnTo>
                  <a:pt x="117495" y="28136"/>
                </a:lnTo>
                <a:lnTo>
                  <a:pt x="116018" y="28409"/>
                </a:lnTo>
                <a:lnTo>
                  <a:pt x="114517" y="28683"/>
                </a:lnTo>
                <a:lnTo>
                  <a:pt x="113016" y="28922"/>
                </a:lnTo>
                <a:lnTo>
                  <a:pt x="111491" y="29161"/>
                </a:lnTo>
                <a:lnTo>
                  <a:pt x="109942" y="29366"/>
                </a:lnTo>
                <a:lnTo>
                  <a:pt x="108369" y="29571"/>
                </a:lnTo>
                <a:lnTo>
                  <a:pt x="106796" y="29754"/>
                </a:lnTo>
                <a:lnTo>
                  <a:pt x="105200" y="29913"/>
                </a:lnTo>
                <a:lnTo>
                  <a:pt x="103580" y="30061"/>
                </a:lnTo>
                <a:lnTo>
                  <a:pt x="101936" y="30186"/>
                </a:lnTo>
                <a:lnTo>
                  <a:pt x="100292" y="30300"/>
                </a:lnTo>
                <a:lnTo>
                  <a:pt x="98647" y="30392"/>
                </a:lnTo>
                <a:lnTo>
                  <a:pt x="96956" y="30471"/>
                </a:lnTo>
                <a:lnTo>
                  <a:pt x="95264" y="30528"/>
                </a:lnTo>
                <a:lnTo>
                  <a:pt x="93572" y="30574"/>
                </a:lnTo>
                <a:lnTo>
                  <a:pt x="91856" y="30585"/>
                </a:lnTo>
                <a:lnTo>
                  <a:pt x="90117" y="30597"/>
                </a:lnTo>
                <a:lnTo>
                  <a:pt x="88378" y="30574"/>
                </a:lnTo>
                <a:lnTo>
                  <a:pt x="86614" y="30540"/>
                </a:lnTo>
                <a:lnTo>
                  <a:pt x="85018" y="30494"/>
                </a:lnTo>
                <a:lnTo>
                  <a:pt x="83421" y="30426"/>
                </a:lnTo>
                <a:lnTo>
                  <a:pt x="81825" y="30346"/>
                </a:lnTo>
                <a:lnTo>
                  <a:pt x="80276" y="30255"/>
                </a:lnTo>
                <a:lnTo>
                  <a:pt x="78704" y="30141"/>
                </a:lnTo>
                <a:lnTo>
                  <a:pt x="77179" y="30016"/>
                </a:lnTo>
                <a:lnTo>
                  <a:pt x="75630" y="29879"/>
                </a:lnTo>
                <a:lnTo>
                  <a:pt x="74129" y="29719"/>
                </a:lnTo>
                <a:lnTo>
                  <a:pt x="72628" y="29549"/>
                </a:lnTo>
                <a:lnTo>
                  <a:pt x="71126" y="29366"/>
                </a:lnTo>
                <a:lnTo>
                  <a:pt x="69649" y="29161"/>
                </a:lnTo>
                <a:lnTo>
                  <a:pt x="68172" y="28956"/>
                </a:lnTo>
                <a:lnTo>
                  <a:pt x="66742" y="28728"/>
                </a:lnTo>
                <a:lnTo>
                  <a:pt x="65289" y="28489"/>
                </a:lnTo>
                <a:lnTo>
                  <a:pt x="63859" y="28227"/>
                </a:lnTo>
                <a:lnTo>
                  <a:pt x="62453" y="27965"/>
                </a:lnTo>
                <a:lnTo>
                  <a:pt x="61047" y="27680"/>
                </a:lnTo>
                <a:lnTo>
                  <a:pt x="59665" y="27396"/>
                </a:lnTo>
                <a:lnTo>
                  <a:pt x="58307" y="27088"/>
                </a:lnTo>
                <a:lnTo>
                  <a:pt x="56949" y="26769"/>
                </a:lnTo>
                <a:lnTo>
                  <a:pt x="55591" y="26439"/>
                </a:lnTo>
                <a:lnTo>
                  <a:pt x="54256" y="26108"/>
                </a:lnTo>
                <a:lnTo>
                  <a:pt x="52946" y="25755"/>
                </a:lnTo>
                <a:lnTo>
                  <a:pt x="51635" y="25391"/>
                </a:lnTo>
                <a:lnTo>
                  <a:pt x="50349" y="25015"/>
                </a:lnTo>
                <a:lnTo>
                  <a:pt x="49062" y="24628"/>
                </a:lnTo>
                <a:lnTo>
                  <a:pt x="47799" y="24229"/>
                </a:lnTo>
                <a:lnTo>
                  <a:pt x="46560" y="23830"/>
                </a:lnTo>
                <a:lnTo>
                  <a:pt x="45321" y="23409"/>
                </a:lnTo>
                <a:lnTo>
                  <a:pt x="44106" y="22987"/>
                </a:lnTo>
                <a:lnTo>
                  <a:pt x="42890" y="22554"/>
                </a:lnTo>
                <a:lnTo>
                  <a:pt x="41675" y="22099"/>
                </a:lnTo>
                <a:lnTo>
                  <a:pt x="40508" y="21643"/>
                </a:lnTo>
                <a:lnTo>
                  <a:pt x="39340" y="21188"/>
                </a:lnTo>
                <a:lnTo>
                  <a:pt x="38173" y="20709"/>
                </a:lnTo>
                <a:lnTo>
                  <a:pt x="37029" y="20231"/>
                </a:lnTo>
                <a:lnTo>
                  <a:pt x="35909" y="19741"/>
                </a:lnTo>
                <a:lnTo>
                  <a:pt x="34789" y="19240"/>
                </a:lnTo>
                <a:lnTo>
                  <a:pt x="33693" y="18738"/>
                </a:lnTo>
                <a:lnTo>
                  <a:pt x="32597" y="18226"/>
                </a:lnTo>
                <a:lnTo>
                  <a:pt x="31525" y="17702"/>
                </a:lnTo>
                <a:lnTo>
                  <a:pt x="30452" y="17167"/>
                </a:lnTo>
                <a:lnTo>
                  <a:pt x="29404" y="16631"/>
                </a:lnTo>
                <a:lnTo>
                  <a:pt x="28379" y="16084"/>
                </a:lnTo>
                <a:lnTo>
                  <a:pt x="27355" y="15538"/>
                </a:lnTo>
                <a:lnTo>
                  <a:pt x="26354" y="14979"/>
                </a:lnTo>
                <a:lnTo>
                  <a:pt x="25353" y="14421"/>
                </a:lnTo>
                <a:lnTo>
                  <a:pt x="24376" y="13852"/>
                </a:lnTo>
                <a:lnTo>
                  <a:pt x="23423" y="13271"/>
                </a:lnTo>
                <a:lnTo>
                  <a:pt x="22470" y="12690"/>
                </a:lnTo>
                <a:lnTo>
                  <a:pt x="21541" y="12109"/>
                </a:lnTo>
                <a:lnTo>
                  <a:pt x="20612" y="11517"/>
                </a:lnTo>
                <a:lnTo>
                  <a:pt x="19706" y="10913"/>
                </a:lnTo>
                <a:lnTo>
                  <a:pt x="18801" y="10320"/>
                </a:lnTo>
                <a:lnTo>
                  <a:pt x="17919" y="9705"/>
                </a:lnTo>
                <a:lnTo>
                  <a:pt x="17061" y="9102"/>
                </a:lnTo>
                <a:lnTo>
                  <a:pt x="16203" y="8487"/>
                </a:lnTo>
                <a:lnTo>
                  <a:pt x="15369" y="7871"/>
                </a:lnTo>
                <a:lnTo>
                  <a:pt x="14535" y="7245"/>
                </a:lnTo>
                <a:lnTo>
                  <a:pt x="13725" y="6618"/>
                </a:lnTo>
                <a:lnTo>
                  <a:pt x="12939" y="5992"/>
                </a:lnTo>
                <a:lnTo>
                  <a:pt x="12153" y="5354"/>
                </a:lnTo>
                <a:lnTo>
                  <a:pt x="11390" y="4727"/>
                </a:lnTo>
                <a:lnTo>
                  <a:pt x="10628" y="4090"/>
                </a:lnTo>
                <a:lnTo>
                  <a:pt x="10461" y="3941"/>
                </a:lnTo>
                <a:lnTo>
                  <a:pt x="10270" y="3816"/>
                </a:lnTo>
                <a:lnTo>
                  <a:pt x="10080" y="3691"/>
                </a:lnTo>
                <a:lnTo>
                  <a:pt x="9889" y="3577"/>
                </a:lnTo>
                <a:lnTo>
                  <a:pt x="9675" y="3463"/>
                </a:lnTo>
                <a:lnTo>
                  <a:pt x="9460" y="3372"/>
                </a:lnTo>
                <a:lnTo>
                  <a:pt x="9246" y="3269"/>
                </a:lnTo>
                <a:lnTo>
                  <a:pt x="9007" y="3190"/>
                </a:lnTo>
                <a:lnTo>
                  <a:pt x="8793" y="3110"/>
                </a:lnTo>
                <a:lnTo>
                  <a:pt x="8555" y="3042"/>
                </a:lnTo>
                <a:lnTo>
                  <a:pt x="8316" y="2985"/>
                </a:lnTo>
                <a:lnTo>
                  <a:pt x="8078" y="2928"/>
                </a:lnTo>
                <a:lnTo>
                  <a:pt x="7816" y="2882"/>
                </a:lnTo>
                <a:lnTo>
                  <a:pt x="7578" y="2837"/>
                </a:lnTo>
                <a:lnTo>
                  <a:pt x="7077" y="2780"/>
                </a:lnTo>
                <a:lnTo>
                  <a:pt x="6553" y="2745"/>
                </a:lnTo>
                <a:lnTo>
                  <a:pt x="6029" y="2734"/>
                </a:lnTo>
                <a:lnTo>
                  <a:pt x="5505" y="2745"/>
                </a:lnTo>
                <a:lnTo>
                  <a:pt x="4981" y="2780"/>
                </a:lnTo>
                <a:lnTo>
                  <a:pt x="4480" y="2848"/>
                </a:lnTo>
                <a:lnTo>
                  <a:pt x="3980" y="2928"/>
                </a:lnTo>
                <a:lnTo>
                  <a:pt x="3503" y="3019"/>
                </a:lnTo>
                <a:lnTo>
                  <a:pt x="3027" y="3144"/>
                </a:lnTo>
                <a:lnTo>
                  <a:pt x="2574" y="3281"/>
                </a:lnTo>
                <a:lnTo>
                  <a:pt x="2145" y="3440"/>
                </a:lnTo>
                <a:lnTo>
                  <a:pt x="1740" y="3611"/>
                </a:lnTo>
                <a:lnTo>
                  <a:pt x="1383" y="3793"/>
                </a:lnTo>
                <a:lnTo>
                  <a:pt x="1049" y="3998"/>
                </a:lnTo>
                <a:lnTo>
                  <a:pt x="763" y="4215"/>
                </a:lnTo>
                <a:lnTo>
                  <a:pt x="501" y="4431"/>
                </a:lnTo>
                <a:lnTo>
                  <a:pt x="310" y="4671"/>
                </a:lnTo>
                <a:lnTo>
                  <a:pt x="144" y="4921"/>
                </a:lnTo>
                <a:lnTo>
                  <a:pt x="96" y="5046"/>
                </a:lnTo>
                <a:lnTo>
                  <a:pt x="48" y="5172"/>
                </a:lnTo>
                <a:lnTo>
                  <a:pt x="1" y="5308"/>
                </a:lnTo>
                <a:lnTo>
                  <a:pt x="1" y="5445"/>
                </a:lnTo>
                <a:lnTo>
                  <a:pt x="1" y="5582"/>
                </a:lnTo>
                <a:lnTo>
                  <a:pt x="1" y="5718"/>
                </a:lnTo>
                <a:lnTo>
                  <a:pt x="24" y="5855"/>
                </a:lnTo>
                <a:lnTo>
                  <a:pt x="72" y="5992"/>
                </a:lnTo>
                <a:lnTo>
                  <a:pt x="144" y="6129"/>
                </a:lnTo>
                <a:lnTo>
                  <a:pt x="215" y="6277"/>
                </a:lnTo>
                <a:lnTo>
                  <a:pt x="310" y="6413"/>
                </a:lnTo>
                <a:lnTo>
                  <a:pt x="429" y="6561"/>
                </a:lnTo>
                <a:lnTo>
                  <a:pt x="572" y="6710"/>
                </a:lnTo>
                <a:lnTo>
                  <a:pt x="715" y="6858"/>
                </a:lnTo>
                <a:lnTo>
                  <a:pt x="1669" y="7689"/>
                </a:lnTo>
                <a:lnTo>
                  <a:pt x="2622" y="8521"/>
                </a:lnTo>
                <a:lnTo>
                  <a:pt x="3622" y="9341"/>
                </a:lnTo>
                <a:lnTo>
                  <a:pt x="4647" y="10150"/>
                </a:lnTo>
                <a:lnTo>
                  <a:pt x="5695" y="10958"/>
                </a:lnTo>
                <a:lnTo>
                  <a:pt x="6768" y="11767"/>
                </a:lnTo>
                <a:lnTo>
                  <a:pt x="7864" y="12553"/>
                </a:lnTo>
                <a:lnTo>
                  <a:pt x="8984" y="13339"/>
                </a:lnTo>
                <a:lnTo>
                  <a:pt x="10127" y="14114"/>
                </a:lnTo>
                <a:lnTo>
                  <a:pt x="11295" y="14888"/>
                </a:lnTo>
                <a:lnTo>
                  <a:pt x="12486" y="15651"/>
                </a:lnTo>
                <a:lnTo>
                  <a:pt x="13702" y="16392"/>
                </a:lnTo>
                <a:lnTo>
                  <a:pt x="14941" y="17132"/>
                </a:lnTo>
                <a:lnTo>
                  <a:pt x="16180" y="17873"/>
                </a:lnTo>
                <a:lnTo>
                  <a:pt x="17466" y="18590"/>
                </a:lnTo>
                <a:lnTo>
                  <a:pt x="18777" y="19297"/>
                </a:lnTo>
                <a:lnTo>
                  <a:pt x="20111" y="20003"/>
                </a:lnTo>
                <a:lnTo>
                  <a:pt x="21469" y="20686"/>
                </a:lnTo>
                <a:lnTo>
                  <a:pt x="22828" y="21370"/>
                </a:lnTo>
                <a:lnTo>
                  <a:pt x="24233" y="22030"/>
                </a:lnTo>
                <a:lnTo>
                  <a:pt x="25639" y="22691"/>
                </a:lnTo>
                <a:lnTo>
                  <a:pt x="27069" y="23329"/>
                </a:lnTo>
                <a:lnTo>
                  <a:pt x="28522" y="23967"/>
                </a:lnTo>
                <a:lnTo>
                  <a:pt x="30000" y="24582"/>
                </a:lnTo>
                <a:lnTo>
                  <a:pt x="31501" y="25186"/>
                </a:lnTo>
                <a:lnTo>
                  <a:pt x="33002" y="25778"/>
                </a:lnTo>
                <a:lnTo>
                  <a:pt x="34551" y="26359"/>
                </a:lnTo>
                <a:lnTo>
                  <a:pt x="36100" y="26917"/>
                </a:lnTo>
                <a:lnTo>
                  <a:pt x="37672" y="27475"/>
                </a:lnTo>
                <a:lnTo>
                  <a:pt x="39269" y="28011"/>
                </a:lnTo>
                <a:lnTo>
                  <a:pt x="40865" y="28523"/>
                </a:lnTo>
                <a:lnTo>
                  <a:pt x="42509" y="29036"/>
                </a:lnTo>
                <a:lnTo>
                  <a:pt x="44153" y="29526"/>
                </a:lnTo>
                <a:lnTo>
                  <a:pt x="45821" y="30004"/>
                </a:lnTo>
                <a:lnTo>
                  <a:pt x="47489" y="30460"/>
                </a:lnTo>
                <a:lnTo>
                  <a:pt x="49181" y="30904"/>
                </a:lnTo>
                <a:lnTo>
                  <a:pt x="50897" y="31337"/>
                </a:lnTo>
                <a:lnTo>
                  <a:pt x="52636" y="31747"/>
                </a:lnTo>
                <a:lnTo>
                  <a:pt x="54375" y="32134"/>
                </a:lnTo>
                <a:lnTo>
                  <a:pt x="56139" y="32510"/>
                </a:lnTo>
                <a:lnTo>
                  <a:pt x="57926" y="32875"/>
                </a:lnTo>
                <a:lnTo>
                  <a:pt x="59737" y="33217"/>
                </a:lnTo>
                <a:lnTo>
                  <a:pt x="61524" y="33535"/>
                </a:lnTo>
                <a:lnTo>
                  <a:pt x="63359" y="33843"/>
                </a:lnTo>
                <a:lnTo>
                  <a:pt x="65193" y="34128"/>
                </a:lnTo>
                <a:lnTo>
                  <a:pt x="67052" y="34390"/>
                </a:lnTo>
                <a:lnTo>
                  <a:pt x="68934" y="34640"/>
                </a:lnTo>
                <a:lnTo>
                  <a:pt x="70817" y="34868"/>
                </a:lnTo>
                <a:lnTo>
                  <a:pt x="72699" y="35073"/>
                </a:lnTo>
                <a:lnTo>
                  <a:pt x="74605" y="35267"/>
                </a:lnTo>
                <a:lnTo>
                  <a:pt x="76535" y="35426"/>
                </a:lnTo>
                <a:lnTo>
                  <a:pt x="78465" y="35574"/>
                </a:lnTo>
                <a:lnTo>
                  <a:pt x="80419" y="35700"/>
                </a:lnTo>
                <a:lnTo>
                  <a:pt x="82373" y="35802"/>
                </a:lnTo>
                <a:lnTo>
                  <a:pt x="84351" y="35893"/>
                </a:lnTo>
                <a:lnTo>
                  <a:pt x="86328" y="35950"/>
                </a:lnTo>
                <a:lnTo>
                  <a:pt x="88330" y="35985"/>
                </a:lnTo>
                <a:lnTo>
                  <a:pt x="90332" y="36007"/>
                </a:lnTo>
                <a:lnTo>
                  <a:pt x="92357" y="35996"/>
                </a:lnTo>
                <a:lnTo>
                  <a:pt x="94382" y="35973"/>
                </a:lnTo>
                <a:lnTo>
                  <a:pt x="96431" y="35916"/>
                </a:lnTo>
                <a:lnTo>
                  <a:pt x="98481" y="35836"/>
                </a:lnTo>
                <a:lnTo>
                  <a:pt x="100530" y="35734"/>
                </a:lnTo>
                <a:lnTo>
                  <a:pt x="102603" y="35609"/>
                </a:lnTo>
                <a:lnTo>
                  <a:pt x="104247" y="35495"/>
                </a:lnTo>
                <a:lnTo>
                  <a:pt x="105891" y="35358"/>
                </a:lnTo>
                <a:lnTo>
                  <a:pt x="107535" y="35210"/>
                </a:lnTo>
                <a:lnTo>
                  <a:pt x="109155" y="35039"/>
                </a:lnTo>
                <a:lnTo>
                  <a:pt x="110752" y="34845"/>
                </a:lnTo>
                <a:lnTo>
                  <a:pt x="112348" y="34640"/>
                </a:lnTo>
                <a:lnTo>
                  <a:pt x="113921" y="34424"/>
                </a:lnTo>
                <a:lnTo>
                  <a:pt x="115494" y="34185"/>
                </a:lnTo>
                <a:lnTo>
                  <a:pt x="117042" y="33934"/>
                </a:lnTo>
                <a:lnTo>
                  <a:pt x="118591" y="33672"/>
                </a:lnTo>
                <a:lnTo>
                  <a:pt x="120092" y="33387"/>
                </a:lnTo>
                <a:lnTo>
                  <a:pt x="121617" y="33091"/>
                </a:lnTo>
                <a:lnTo>
                  <a:pt x="123095" y="32784"/>
                </a:lnTo>
                <a:lnTo>
                  <a:pt x="124572" y="32453"/>
                </a:lnTo>
                <a:lnTo>
                  <a:pt x="126025" y="32112"/>
                </a:lnTo>
                <a:lnTo>
                  <a:pt x="127455" y="31747"/>
                </a:lnTo>
                <a:lnTo>
                  <a:pt x="128861" y="31383"/>
                </a:lnTo>
                <a:lnTo>
                  <a:pt x="130267" y="30995"/>
                </a:lnTo>
                <a:lnTo>
                  <a:pt x="131649" y="30597"/>
                </a:lnTo>
                <a:lnTo>
                  <a:pt x="132983" y="30186"/>
                </a:lnTo>
                <a:lnTo>
                  <a:pt x="134318" y="29754"/>
                </a:lnTo>
                <a:lnTo>
                  <a:pt x="135628" y="29321"/>
                </a:lnTo>
                <a:lnTo>
                  <a:pt x="136939" y="28865"/>
                </a:lnTo>
                <a:lnTo>
                  <a:pt x="138201" y="28398"/>
                </a:lnTo>
                <a:lnTo>
                  <a:pt x="139440" y="27920"/>
                </a:lnTo>
                <a:lnTo>
                  <a:pt x="140656" y="27430"/>
                </a:lnTo>
                <a:lnTo>
                  <a:pt x="141847" y="26929"/>
                </a:lnTo>
                <a:lnTo>
                  <a:pt x="143038" y="26416"/>
                </a:lnTo>
                <a:lnTo>
                  <a:pt x="144182" y="25881"/>
                </a:lnTo>
                <a:lnTo>
                  <a:pt x="145302" y="25345"/>
                </a:lnTo>
                <a:lnTo>
                  <a:pt x="146398" y="24799"/>
                </a:lnTo>
                <a:lnTo>
                  <a:pt x="147447" y="24240"/>
                </a:lnTo>
                <a:lnTo>
                  <a:pt x="148495" y="23659"/>
                </a:lnTo>
                <a:lnTo>
                  <a:pt x="149496" y="23078"/>
                </a:lnTo>
                <a:lnTo>
                  <a:pt x="150497" y="22486"/>
                </a:lnTo>
                <a:lnTo>
                  <a:pt x="151450" y="21882"/>
                </a:lnTo>
                <a:lnTo>
                  <a:pt x="152355" y="21267"/>
                </a:lnTo>
                <a:lnTo>
                  <a:pt x="153261" y="20641"/>
                </a:lnTo>
                <a:lnTo>
                  <a:pt x="154118" y="20014"/>
                </a:lnTo>
                <a:lnTo>
                  <a:pt x="154952" y="19365"/>
                </a:lnTo>
                <a:lnTo>
                  <a:pt x="155739" y="18716"/>
                </a:lnTo>
                <a:lnTo>
                  <a:pt x="156525" y="18055"/>
                </a:lnTo>
                <a:lnTo>
                  <a:pt x="157240" y="17383"/>
                </a:lnTo>
                <a:lnTo>
                  <a:pt x="157955" y="16699"/>
                </a:lnTo>
                <a:lnTo>
                  <a:pt x="158622" y="16016"/>
                </a:lnTo>
                <a:lnTo>
                  <a:pt x="159241" y="15321"/>
                </a:lnTo>
                <a:lnTo>
                  <a:pt x="159837" y="14615"/>
                </a:lnTo>
                <a:lnTo>
                  <a:pt x="160409" y="13897"/>
                </a:lnTo>
                <a:lnTo>
                  <a:pt x="160933" y="13180"/>
                </a:lnTo>
                <a:lnTo>
                  <a:pt x="161410" y="12451"/>
                </a:lnTo>
                <a:lnTo>
                  <a:pt x="161862" y="11710"/>
                </a:lnTo>
                <a:lnTo>
                  <a:pt x="162291" y="10970"/>
                </a:lnTo>
                <a:lnTo>
                  <a:pt x="162649" y="10218"/>
                </a:lnTo>
                <a:lnTo>
                  <a:pt x="162982" y="9466"/>
                </a:lnTo>
                <a:lnTo>
                  <a:pt x="163292" y="8703"/>
                </a:lnTo>
                <a:lnTo>
                  <a:pt x="163530" y="7928"/>
                </a:lnTo>
                <a:lnTo>
                  <a:pt x="163745" y="7154"/>
                </a:lnTo>
                <a:lnTo>
                  <a:pt x="163935" y="6368"/>
                </a:lnTo>
                <a:lnTo>
                  <a:pt x="164055" y="5582"/>
                </a:lnTo>
                <a:lnTo>
                  <a:pt x="164150" y="4796"/>
                </a:lnTo>
                <a:lnTo>
                  <a:pt x="164198" y="3998"/>
                </a:lnTo>
                <a:lnTo>
                  <a:pt x="164198" y="3190"/>
                </a:lnTo>
                <a:lnTo>
                  <a:pt x="164174" y="2381"/>
                </a:lnTo>
                <a:lnTo>
                  <a:pt x="164078" y="1572"/>
                </a:lnTo>
                <a:lnTo>
                  <a:pt x="164031" y="1378"/>
                </a:lnTo>
                <a:lnTo>
                  <a:pt x="163959" y="1196"/>
                </a:lnTo>
                <a:lnTo>
                  <a:pt x="163864" y="1037"/>
                </a:lnTo>
                <a:lnTo>
                  <a:pt x="163721" y="877"/>
                </a:lnTo>
                <a:lnTo>
                  <a:pt x="163578" y="741"/>
                </a:lnTo>
                <a:lnTo>
                  <a:pt x="163387" y="604"/>
                </a:lnTo>
                <a:lnTo>
                  <a:pt x="163173" y="490"/>
                </a:lnTo>
                <a:lnTo>
                  <a:pt x="162958" y="387"/>
                </a:lnTo>
                <a:lnTo>
                  <a:pt x="162720" y="296"/>
                </a:lnTo>
                <a:lnTo>
                  <a:pt x="162458" y="217"/>
                </a:lnTo>
                <a:lnTo>
                  <a:pt x="162196" y="148"/>
                </a:lnTo>
                <a:lnTo>
                  <a:pt x="161910" y="91"/>
                </a:lnTo>
                <a:lnTo>
                  <a:pt x="161624" y="57"/>
                </a:lnTo>
                <a:lnTo>
                  <a:pt x="161338" y="23"/>
                </a:lnTo>
                <a:lnTo>
                  <a:pt x="16102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rot="10800000">
            <a:off x="8180713" y="3029591"/>
            <a:ext cx="772837" cy="487926"/>
          </a:xfrm>
          <a:custGeom>
            <a:rect b="b" l="l" r="r" t="t"/>
            <a:pathLst>
              <a:path extrusionOk="0" h="107829" w="312573">
                <a:moveTo>
                  <a:pt x="124596" y="4523"/>
                </a:moveTo>
                <a:lnTo>
                  <a:pt x="130267" y="7382"/>
                </a:lnTo>
                <a:lnTo>
                  <a:pt x="135914" y="10241"/>
                </a:lnTo>
                <a:lnTo>
                  <a:pt x="141561" y="13111"/>
                </a:lnTo>
                <a:lnTo>
                  <a:pt x="147185" y="15982"/>
                </a:lnTo>
                <a:lnTo>
                  <a:pt x="152784" y="18853"/>
                </a:lnTo>
                <a:lnTo>
                  <a:pt x="158360" y="21735"/>
                </a:lnTo>
                <a:lnTo>
                  <a:pt x="163912" y="24628"/>
                </a:lnTo>
                <a:lnTo>
                  <a:pt x="169463" y="27533"/>
                </a:lnTo>
                <a:lnTo>
                  <a:pt x="174968" y="30437"/>
                </a:lnTo>
                <a:lnTo>
                  <a:pt x="180448" y="33342"/>
                </a:lnTo>
                <a:lnTo>
                  <a:pt x="185905" y="36269"/>
                </a:lnTo>
                <a:lnTo>
                  <a:pt x="191313" y="39197"/>
                </a:lnTo>
                <a:lnTo>
                  <a:pt x="196722" y="42147"/>
                </a:lnTo>
                <a:lnTo>
                  <a:pt x="202084" y="45098"/>
                </a:lnTo>
                <a:lnTo>
                  <a:pt x="207421" y="48059"/>
                </a:lnTo>
                <a:lnTo>
                  <a:pt x="212735" y="51032"/>
                </a:lnTo>
                <a:lnTo>
                  <a:pt x="218024" y="54028"/>
                </a:lnTo>
                <a:lnTo>
                  <a:pt x="223266" y="57024"/>
                </a:lnTo>
                <a:lnTo>
                  <a:pt x="228485" y="60043"/>
                </a:lnTo>
                <a:lnTo>
                  <a:pt x="233655" y="63073"/>
                </a:lnTo>
                <a:lnTo>
                  <a:pt x="238802" y="66114"/>
                </a:lnTo>
                <a:lnTo>
                  <a:pt x="243901" y="69178"/>
                </a:lnTo>
                <a:lnTo>
                  <a:pt x="248977" y="72242"/>
                </a:lnTo>
                <a:lnTo>
                  <a:pt x="254004" y="75341"/>
                </a:lnTo>
                <a:lnTo>
                  <a:pt x="259008" y="78451"/>
                </a:lnTo>
                <a:lnTo>
                  <a:pt x="263964" y="81572"/>
                </a:lnTo>
                <a:lnTo>
                  <a:pt x="268873" y="84716"/>
                </a:lnTo>
                <a:lnTo>
                  <a:pt x="273734" y="87871"/>
                </a:lnTo>
                <a:lnTo>
                  <a:pt x="276164" y="89466"/>
                </a:lnTo>
                <a:lnTo>
                  <a:pt x="278571" y="91049"/>
                </a:lnTo>
                <a:lnTo>
                  <a:pt x="280977" y="92655"/>
                </a:lnTo>
                <a:lnTo>
                  <a:pt x="283360" y="94250"/>
                </a:lnTo>
                <a:lnTo>
                  <a:pt x="285743" y="95868"/>
                </a:lnTo>
                <a:lnTo>
                  <a:pt x="288102" y="97474"/>
                </a:lnTo>
                <a:lnTo>
                  <a:pt x="290461" y="99091"/>
                </a:lnTo>
                <a:lnTo>
                  <a:pt x="292796" y="100720"/>
                </a:lnTo>
                <a:lnTo>
                  <a:pt x="257745" y="97371"/>
                </a:lnTo>
                <a:lnTo>
                  <a:pt x="222695" y="94034"/>
                </a:lnTo>
                <a:lnTo>
                  <a:pt x="187644" y="90719"/>
                </a:lnTo>
                <a:lnTo>
                  <a:pt x="152593" y="87404"/>
                </a:lnTo>
                <a:lnTo>
                  <a:pt x="82468" y="80786"/>
                </a:lnTo>
                <a:lnTo>
                  <a:pt x="12343" y="74156"/>
                </a:lnTo>
                <a:lnTo>
                  <a:pt x="12153" y="74145"/>
                </a:lnTo>
                <a:lnTo>
                  <a:pt x="11938" y="74133"/>
                </a:lnTo>
                <a:lnTo>
                  <a:pt x="11533" y="74122"/>
                </a:lnTo>
                <a:lnTo>
                  <a:pt x="15346" y="72072"/>
                </a:lnTo>
                <a:lnTo>
                  <a:pt x="19158" y="70010"/>
                </a:lnTo>
                <a:lnTo>
                  <a:pt x="22947" y="67948"/>
                </a:lnTo>
                <a:lnTo>
                  <a:pt x="26711" y="65875"/>
                </a:lnTo>
                <a:lnTo>
                  <a:pt x="30500" y="63790"/>
                </a:lnTo>
                <a:lnTo>
                  <a:pt x="34241" y="61706"/>
                </a:lnTo>
                <a:lnTo>
                  <a:pt x="38006" y="59610"/>
                </a:lnTo>
                <a:lnTo>
                  <a:pt x="41723" y="57502"/>
                </a:lnTo>
                <a:lnTo>
                  <a:pt x="45440" y="55384"/>
                </a:lnTo>
                <a:lnTo>
                  <a:pt x="49157" y="53265"/>
                </a:lnTo>
                <a:lnTo>
                  <a:pt x="52827" y="51146"/>
                </a:lnTo>
                <a:lnTo>
                  <a:pt x="56496" y="49005"/>
                </a:lnTo>
                <a:lnTo>
                  <a:pt x="60142" y="46863"/>
                </a:lnTo>
                <a:lnTo>
                  <a:pt x="63787" y="44710"/>
                </a:lnTo>
                <a:lnTo>
                  <a:pt x="67385" y="42557"/>
                </a:lnTo>
                <a:lnTo>
                  <a:pt x="70983" y="40382"/>
                </a:lnTo>
                <a:lnTo>
                  <a:pt x="74534" y="38206"/>
                </a:lnTo>
                <a:lnTo>
                  <a:pt x="78084" y="36030"/>
                </a:lnTo>
                <a:lnTo>
                  <a:pt x="81587" y="33832"/>
                </a:lnTo>
                <a:lnTo>
                  <a:pt x="85089" y="31633"/>
                </a:lnTo>
                <a:lnTo>
                  <a:pt x="88544" y="29423"/>
                </a:lnTo>
                <a:lnTo>
                  <a:pt x="91976" y="27202"/>
                </a:lnTo>
                <a:lnTo>
                  <a:pt x="95383" y="24970"/>
                </a:lnTo>
                <a:lnTo>
                  <a:pt x="98767" y="22737"/>
                </a:lnTo>
                <a:lnTo>
                  <a:pt x="102126" y="20493"/>
                </a:lnTo>
                <a:lnTo>
                  <a:pt x="105438" y="18237"/>
                </a:lnTo>
                <a:lnTo>
                  <a:pt x="108703" y="15971"/>
                </a:lnTo>
                <a:lnTo>
                  <a:pt x="111967" y="13704"/>
                </a:lnTo>
                <a:lnTo>
                  <a:pt x="115160" y="11426"/>
                </a:lnTo>
                <a:lnTo>
                  <a:pt x="118353" y="9136"/>
                </a:lnTo>
                <a:lnTo>
                  <a:pt x="121474" y="6835"/>
                </a:lnTo>
                <a:lnTo>
                  <a:pt x="124596" y="4523"/>
                </a:lnTo>
                <a:close/>
                <a:moveTo>
                  <a:pt x="123547" y="0"/>
                </a:moveTo>
                <a:lnTo>
                  <a:pt x="123309" y="12"/>
                </a:lnTo>
                <a:lnTo>
                  <a:pt x="123095" y="35"/>
                </a:lnTo>
                <a:lnTo>
                  <a:pt x="122880" y="57"/>
                </a:lnTo>
                <a:lnTo>
                  <a:pt x="122642" y="91"/>
                </a:lnTo>
                <a:lnTo>
                  <a:pt x="122451" y="126"/>
                </a:lnTo>
                <a:lnTo>
                  <a:pt x="122022" y="228"/>
                </a:lnTo>
                <a:lnTo>
                  <a:pt x="121665" y="342"/>
                </a:lnTo>
                <a:lnTo>
                  <a:pt x="121308" y="479"/>
                </a:lnTo>
                <a:lnTo>
                  <a:pt x="120998" y="638"/>
                </a:lnTo>
                <a:lnTo>
                  <a:pt x="120736" y="809"/>
                </a:lnTo>
                <a:lnTo>
                  <a:pt x="120521" y="1003"/>
                </a:lnTo>
                <a:lnTo>
                  <a:pt x="120426" y="1105"/>
                </a:lnTo>
                <a:lnTo>
                  <a:pt x="120355" y="1196"/>
                </a:lnTo>
                <a:lnTo>
                  <a:pt x="120283" y="1299"/>
                </a:lnTo>
                <a:lnTo>
                  <a:pt x="120235" y="1413"/>
                </a:lnTo>
                <a:lnTo>
                  <a:pt x="112849" y="5810"/>
                </a:lnTo>
                <a:lnTo>
                  <a:pt x="105462" y="10218"/>
                </a:lnTo>
                <a:lnTo>
                  <a:pt x="98099" y="14626"/>
                </a:lnTo>
                <a:lnTo>
                  <a:pt x="90760" y="19046"/>
                </a:lnTo>
                <a:lnTo>
                  <a:pt x="76083" y="27886"/>
                </a:lnTo>
                <a:lnTo>
                  <a:pt x="68744" y="32294"/>
                </a:lnTo>
                <a:lnTo>
                  <a:pt x="61405" y="36714"/>
                </a:lnTo>
                <a:lnTo>
                  <a:pt x="54042" y="41111"/>
                </a:lnTo>
                <a:lnTo>
                  <a:pt x="46655" y="45508"/>
                </a:lnTo>
                <a:lnTo>
                  <a:pt x="39221" y="49893"/>
                </a:lnTo>
                <a:lnTo>
                  <a:pt x="31763" y="54267"/>
                </a:lnTo>
                <a:lnTo>
                  <a:pt x="28022" y="56443"/>
                </a:lnTo>
                <a:lnTo>
                  <a:pt x="24257" y="58619"/>
                </a:lnTo>
                <a:lnTo>
                  <a:pt x="20492" y="60794"/>
                </a:lnTo>
                <a:lnTo>
                  <a:pt x="16704" y="62959"/>
                </a:lnTo>
                <a:lnTo>
                  <a:pt x="12915" y="65123"/>
                </a:lnTo>
                <a:lnTo>
                  <a:pt x="9103" y="67276"/>
                </a:lnTo>
                <a:lnTo>
                  <a:pt x="5267" y="69429"/>
                </a:lnTo>
                <a:lnTo>
                  <a:pt x="1430" y="71582"/>
                </a:lnTo>
                <a:lnTo>
                  <a:pt x="1121" y="71753"/>
                </a:lnTo>
                <a:lnTo>
                  <a:pt x="858" y="71935"/>
                </a:lnTo>
                <a:lnTo>
                  <a:pt x="644" y="72129"/>
                </a:lnTo>
                <a:lnTo>
                  <a:pt x="453" y="72311"/>
                </a:lnTo>
                <a:lnTo>
                  <a:pt x="310" y="72493"/>
                </a:lnTo>
                <a:lnTo>
                  <a:pt x="167" y="72687"/>
                </a:lnTo>
                <a:lnTo>
                  <a:pt x="96" y="72880"/>
                </a:lnTo>
                <a:lnTo>
                  <a:pt x="24" y="73063"/>
                </a:lnTo>
                <a:lnTo>
                  <a:pt x="1" y="73256"/>
                </a:lnTo>
                <a:lnTo>
                  <a:pt x="1" y="73439"/>
                </a:lnTo>
                <a:lnTo>
                  <a:pt x="24" y="73632"/>
                </a:lnTo>
                <a:lnTo>
                  <a:pt x="96" y="73814"/>
                </a:lnTo>
                <a:lnTo>
                  <a:pt x="167" y="73997"/>
                </a:lnTo>
                <a:lnTo>
                  <a:pt x="287" y="74168"/>
                </a:lnTo>
                <a:lnTo>
                  <a:pt x="406" y="74338"/>
                </a:lnTo>
                <a:lnTo>
                  <a:pt x="549" y="74509"/>
                </a:lnTo>
                <a:lnTo>
                  <a:pt x="739" y="74680"/>
                </a:lnTo>
                <a:lnTo>
                  <a:pt x="930" y="74840"/>
                </a:lnTo>
                <a:lnTo>
                  <a:pt x="1144" y="74988"/>
                </a:lnTo>
                <a:lnTo>
                  <a:pt x="1359" y="75136"/>
                </a:lnTo>
                <a:lnTo>
                  <a:pt x="1621" y="75272"/>
                </a:lnTo>
                <a:lnTo>
                  <a:pt x="1883" y="75409"/>
                </a:lnTo>
                <a:lnTo>
                  <a:pt x="2145" y="75523"/>
                </a:lnTo>
                <a:lnTo>
                  <a:pt x="2455" y="75648"/>
                </a:lnTo>
                <a:lnTo>
                  <a:pt x="2741" y="75751"/>
                </a:lnTo>
                <a:lnTo>
                  <a:pt x="3051" y="75842"/>
                </a:lnTo>
                <a:lnTo>
                  <a:pt x="3384" y="75933"/>
                </a:lnTo>
                <a:lnTo>
                  <a:pt x="3718" y="76002"/>
                </a:lnTo>
                <a:lnTo>
                  <a:pt x="4051" y="76070"/>
                </a:lnTo>
                <a:lnTo>
                  <a:pt x="4409" y="76115"/>
                </a:lnTo>
                <a:lnTo>
                  <a:pt x="4766" y="76150"/>
                </a:lnTo>
                <a:lnTo>
                  <a:pt x="5124" y="76184"/>
                </a:lnTo>
                <a:lnTo>
                  <a:pt x="4933" y="76457"/>
                </a:lnTo>
                <a:lnTo>
                  <a:pt x="4814" y="76742"/>
                </a:lnTo>
                <a:lnTo>
                  <a:pt x="4718" y="77027"/>
                </a:lnTo>
                <a:lnTo>
                  <a:pt x="4695" y="77311"/>
                </a:lnTo>
                <a:lnTo>
                  <a:pt x="4718" y="77596"/>
                </a:lnTo>
                <a:lnTo>
                  <a:pt x="4766" y="77733"/>
                </a:lnTo>
                <a:lnTo>
                  <a:pt x="4814" y="77870"/>
                </a:lnTo>
                <a:lnTo>
                  <a:pt x="4861" y="78006"/>
                </a:lnTo>
                <a:lnTo>
                  <a:pt x="4957" y="78143"/>
                </a:lnTo>
                <a:lnTo>
                  <a:pt x="5052" y="78268"/>
                </a:lnTo>
                <a:lnTo>
                  <a:pt x="5147" y="78394"/>
                </a:lnTo>
                <a:lnTo>
                  <a:pt x="5267" y="78519"/>
                </a:lnTo>
                <a:lnTo>
                  <a:pt x="5410" y="78644"/>
                </a:lnTo>
                <a:lnTo>
                  <a:pt x="5576" y="78758"/>
                </a:lnTo>
                <a:lnTo>
                  <a:pt x="5743" y="78872"/>
                </a:lnTo>
                <a:lnTo>
                  <a:pt x="5934" y="78986"/>
                </a:lnTo>
                <a:lnTo>
                  <a:pt x="6124" y="79089"/>
                </a:lnTo>
                <a:lnTo>
                  <a:pt x="6339" y="79191"/>
                </a:lnTo>
                <a:lnTo>
                  <a:pt x="6577" y="79282"/>
                </a:lnTo>
                <a:lnTo>
                  <a:pt x="6839" y="79373"/>
                </a:lnTo>
                <a:lnTo>
                  <a:pt x="7101" y="79453"/>
                </a:lnTo>
                <a:lnTo>
                  <a:pt x="7387" y="79533"/>
                </a:lnTo>
                <a:lnTo>
                  <a:pt x="7697" y="79601"/>
                </a:lnTo>
                <a:lnTo>
                  <a:pt x="8007" y="79658"/>
                </a:lnTo>
                <a:lnTo>
                  <a:pt x="8364" y="79715"/>
                </a:lnTo>
                <a:lnTo>
                  <a:pt x="8722" y="79761"/>
                </a:lnTo>
                <a:lnTo>
                  <a:pt x="9103" y="79806"/>
                </a:lnTo>
                <a:lnTo>
                  <a:pt x="82993" y="86823"/>
                </a:lnTo>
                <a:lnTo>
                  <a:pt x="156882" y="93840"/>
                </a:lnTo>
                <a:lnTo>
                  <a:pt x="193839" y="97337"/>
                </a:lnTo>
                <a:lnTo>
                  <a:pt x="230796" y="100834"/>
                </a:lnTo>
                <a:lnTo>
                  <a:pt x="267753" y="104308"/>
                </a:lnTo>
                <a:lnTo>
                  <a:pt x="304710" y="107771"/>
                </a:lnTo>
                <a:lnTo>
                  <a:pt x="305162" y="107805"/>
                </a:lnTo>
                <a:lnTo>
                  <a:pt x="305615" y="107828"/>
                </a:lnTo>
                <a:lnTo>
                  <a:pt x="306068" y="107828"/>
                </a:lnTo>
                <a:lnTo>
                  <a:pt x="306521" y="107817"/>
                </a:lnTo>
                <a:lnTo>
                  <a:pt x="306973" y="107783"/>
                </a:lnTo>
                <a:lnTo>
                  <a:pt x="307402" y="107737"/>
                </a:lnTo>
                <a:lnTo>
                  <a:pt x="307831" y="107680"/>
                </a:lnTo>
                <a:lnTo>
                  <a:pt x="308260" y="107612"/>
                </a:lnTo>
                <a:lnTo>
                  <a:pt x="308689" y="107532"/>
                </a:lnTo>
                <a:lnTo>
                  <a:pt x="309094" y="107441"/>
                </a:lnTo>
                <a:lnTo>
                  <a:pt x="309475" y="107327"/>
                </a:lnTo>
                <a:lnTo>
                  <a:pt x="309856" y="107213"/>
                </a:lnTo>
                <a:lnTo>
                  <a:pt x="310214" y="107088"/>
                </a:lnTo>
                <a:lnTo>
                  <a:pt x="310547" y="106951"/>
                </a:lnTo>
                <a:lnTo>
                  <a:pt x="310857" y="106803"/>
                </a:lnTo>
                <a:lnTo>
                  <a:pt x="311167" y="106655"/>
                </a:lnTo>
                <a:lnTo>
                  <a:pt x="311429" y="106495"/>
                </a:lnTo>
                <a:lnTo>
                  <a:pt x="311691" y="106325"/>
                </a:lnTo>
                <a:lnTo>
                  <a:pt x="311906" y="106142"/>
                </a:lnTo>
                <a:lnTo>
                  <a:pt x="312096" y="105960"/>
                </a:lnTo>
                <a:lnTo>
                  <a:pt x="312263" y="105778"/>
                </a:lnTo>
                <a:lnTo>
                  <a:pt x="312382" y="105584"/>
                </a:lnTo>
                <a:lnTo>
                  <a:pt x="312478" y="105390"/>
                </a:lnTo>
                <a:lnTo>
                  <a:pt x="312549" y="105185"/>
                </a:lnTo>
                <a:lnTo>
                  <a:pt x="312573" y="104980"/>
                </a:lnTo>
                <a:lnTo>
                  <a:pt x="312573" y="104775"/>
                </a:lnTo>
                <a:lnTo>
                  <a:pt x="312525" y="104559"/>
                </a:lnTo>
                <a:lnTo>
                  <a:pt x="312430" y="104354"/>
                </a:lnTo>
                <a:lnTo>
                  <a:pt x="312287" y="104137"/>
                </a:lnTo>
                <a:lnTo>
                  <a:pt x="312096" y="103921"/>
                </a:lnTo>
                <a:lnTo>
                  <a:pt x="311882" y="103705"/>
                </a:lnTo>
                <a:lnTo>
                  <a:pt x="311596" y="103500"/>
                </a:lnTo>
                <a:lnTo>
                  <a:pt x="306616" y="99991"/>
                </a:lnTo>
                <a:lnTo>
                  <a:pt x="301588" y="96483"/>
                </a:lnTo>
                <a:lnTo>
                  <a:pt x="296537" y="92997"/>
                </a:lnTo>
                <a:lnTo>
                  <a:pt x="291414" y="89523"/>
                </a:lnTo>
                <a:lnTo>
                  <a:pt x="286243" y="86048"/>
                </a:lnTo>
                <a:lnTo>
                  <a:pt x="281025" y="82597"/>
                </a:lnTo>
                <a:lnTo>
                  <a:pt x="278404" y="80877"/>
                </a:lnTo>
                <a:lnTo>
                  <a:pt x="275759" y="79157"/>
                </a:lnTo>
                <a:lnTo>
                  <a:pt x="273114" y="77437"/>
                </a:lnTo>
                <a:lnTo>
                  <a:pt x="270445" y="75728"/>
                </a:lnTo>
                <a:lnTo>
                  <a:pt x="267777" y="74019"/>
                </a:lnTo>
                <a:lnTo>
                  <a:pt x="265084" y="72322"/>
                </a:lnTo>
                <a:lnTo>
                  <a:pt x="262368" y="70625"/>
                </a:lnTo>
                <a:lnTo>
                  <a:pt x="259651" y="68928"/>
                </a:lnTo>
                <a:lnTo>
                  <a:pt x="256935" y="67242"/>
                </a:lnTo>
                <a:lnTo>
                  <a:pt x="254195" y="65556"/>
                </a:lnTo>
                <a:lnTo>
                  <a:pt x="251431" y="63870"/>
                </a:lnTo>
                <a:lnTo>
                  <a:pt x="248667" y="62196"/>
                </a:lnTo>
                <a:lnTo>
                  <a:pt x="245879" y="60521"/>
                </a:lnTo>
                <a:lnTo>
                  <a:pt x="243091" y="58858"/>
                </a:lnTo>
                <a:lnTo>
                  <a:pt x="240279" y="57195"/>
                </a:lnTo>
                <a:lnTo>
                  <a:pt x="237468" y="55543"/>
                </a:lnTo>
                <a:lnTo>
                  <a:pt x="234632" y="53891"/>
                </a:lnTo>
                <a:lnTo>
                  <a:pt x="231773" y="52240"/>
                </a:lnTo>
                <a:lnTo>
                  <a:pt x="228914" y="50611"/>
                </a:lnTo>
                <a:lnTo>
                  <a:pt x="226030" y="48971"/>
                </a:lnTo>
                <a:lnTo>
                  <a:pt x="223147" y="47342"/>
                </a:lnTo>
                <a:lnTo>
                  <a:pt x="220240" y="45724"/>
                </a:lnTo>
                <a:lnTo>
                  <a:pt x="217333" y="44107"/>
                </a:lnTo>
                <a:lnTo>
                  <a:pt x="214403" y="42500"/>
                </a:lnTo>
                <a:lnTo>
                  <a:pt x="211448" y="40894"/>
                </a:lnTo>
                <a:lnTo>
                  <a:pt x="208493" y="39300"/>
                </a:lnTo>
                <a:lnTo>
                  <a:pt x="205515" y="37705"/>
                </a:lnTo>
                <a:lnTo>
                  <a:pt x="202513" y="36121"/>
                </a:lnTo>
                <a:lnTo>
                  <a:pt x="199510" y="34549"/>
                </a:lnTo>
                <a:lnTo>
                  <a:pt x="196484" y="32977"/>
                </a:lnTo>
                <a:lnTo>
                  <a:pt x="193458" y="31417"/>
                </a:lnTo>
                <a:lnTo>
                  <a:pt x="190408" y="29856"/>
                </a:lnTo>
                <a:lnTo>
                  <a:pt x="187334" y="28307"/>
                </a:lnTo>
                <a:lnTo>
                  <a:pt x="184260" y="26769"/>
                </a:lnTo>
                <a:lnTo>
                  <a:pt x="181163" y="25232"/>
                </a:lnTo>
                <a:lnTo>
                  <a:pt x="178041" y="23705"/>
                </a:lnTo>
                <a:lnTo>
                  <a:pt x="174920" y="22190"/>
                </a:lnTo>
                <a:lnTo>
                  <a:pt x="171775" y="20687"/>
                </a:lnTo>
                <a:lnTo>
                  <a:pt x="168629" y="19183"/>
                </a:lnTo>
                <a:lnTo>
                  <a:pt x="165460" y="17691"/>
                </a:lnTo>
                <a:lnTo>
                  <a:pt x="162267" y="16198"/>
                </a:lnTo>
                <a:lnTo>
                  <a:pt x="159051" y="14718"/>
                </a:lnTo>
                <a:lnTo>
                  <a:pt x="155834" y="13248"/>
                </a:lnTo>
                <a:lnTo>
                  <a:pt x="152593" y="11790"/>
                </a:lnTo>
                <a:lnTo>
                  <a:pt x="149353" y="10343"/>
                </a:lnTo>
                <a:lnTo>
                  <a:pt x="146088" y="8897"/>
                </a:lnTo>
                <a:lnTo>
                  <a:pt x="142800" y="7461"/>
                </a:lnTo>
                <a:lnTo>
                  <a:pt x="139512" y="6038"/>
                </a:lnTo>
                <a:lnTo>
                  <a:pt x="136176" y="4625"/>
                </a:lnTo>
                <a:lnTo>
                  <a:pt x="132840" y="3224"/>
                </a:lnTo>
                <a:lnTo>
                  <a:pt x="129504" y="1823"/>
                </a:lnTo>
                <a:lnTo>
                  <a:pt x="126145" y="433"/>
                </a:lnTo>
                <a:lnTo>
                  <a:pt x="125906" y="353"/>
                </a:lnTo>
                <a:lnTo>
                  <a:pt x="125668" y="274"/>
                </a:lnTo>
                <a:lnTo>
                  <a:pt x="125430" y="205"/>
                </a:lnTo>
                <a:lnTo>
                  <a:pt x="125215" y="148"/>
                </a:lnTo>
                <a:lnTo>
                  <a:pt x="124977" y="103"/>
                </a:lnTo>
                <a:lnTo>
                  <a:pt x="124739" y="57"/>
                </a:lnTo>
                <a:lnTo>
                  <a:pt x="124501" y="35"/>
                </a:lnTo>
                <a:lnTo>
                  <a:pt x="124262" y="12"/>
                </a:lnTo>
                <a:lnTo>
                  <a:pt x="1240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 name="Google Shape;285;p15"/>
          <p:cNvGrpSpPr/>
          <p:nvPr/>
        </p:nvGrpSpPr>
        <p:grpSpPr>
          <a:xfrm>
            <a:off x="4373653" y="76204"/>
            <a:ext cx="881421" cy="520583"/>
            <a:chOff x="3863003" y="76204"/>
            <a:chExt cx="881421" cy="520583"/>
          </a:xfrm>
        </p:grpSpPr>
        <p:sp>
          <p:nvSpPr>
            <p:cNvPr id="286" name="Google Shape;286;p15"/>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 name="Google Shape;291;p15"/>
          <p:cNvSpPr/>
          <p:nvPr/>
        </p:nvSpPr>
        <p:spPr>
          <a:xfrm rot="10800000">
            <a:off x="888500" y="4639400"/>
            <a:ext cx="317800" cy="292625"/>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2"/>
        </a:solidFill>
      </p:bgPr>
    </p:bg>
    <p:spTree>
      <p:nvGrpSpPr>
        <p:cNvPr id="292" name="Shape 292"/>
        <p:cNvGrpSpPr/>
        <p:nvPr/>
      </p:nvGrpSpPr>
      <p:grpSpPr>
        <a:xfrm>
          <a:off x="0" y="0"/>
          <a:ext cx="0" cy="0"/>
          <a:chOff x="0" y="0"/>
          <a:chExt cx="0" cy="0"/>
        </a:xfrm>
      </p:grpSpPr>
      <p:sp>
        <p:nvSpPr>
          <p:cNvPr id="293" name="Google Shape;293;p16"/>
          <p:cNvSpPr txBox="1"/>
          <p:nvPr>
            <p:ph type="title"/>
          </p:nvPr>
        </p:nvSpPr>
        <p:spPr>
          <a:xfrm>
            <a:off x="2290025" y="3392700"/>
            <a:ext cx="45639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800"/>
              <a:buNone/>
              <a:defRPr sz="1800">
                <a:solidFill>
                  <a:schemeClr val="lt1"/>
                </a:solidFill>
              </a:defRPr>
            </a:lvl1pPr>
            <a:lvl2pPr lvl="1" rtl="0" algn="ctr">
              <a:spcBef>
                <a:spcPts val="0"/>
              </a:spcBef>
              <a:spcAft>
                <a:spcPts val="0"/>
              </a:spcAft>
              <a:buClr>
                <a:schemeClr val="lt1"/>
              </a:buClr>
              <a:buSzPts val="1800"/>
              <a:buNone/>
              <a:defRPr sz="1800">
                <a:solidFill>
                  <a:schemeClr val="lt1"/>
                </a:solidFill>
              </a:defRPr>
            </a:lvl2pPr>
            <a:lvl3pPr lvl="2" rtl="0" algn="ctr">
              <a:spcBef>
                <a:spcPts val="0"/>
              </a:spcBef>
              <a:spcAft>
                <a:spcPts val="0"/>
              </a:spcAft>
              <a:buClr>
                <a:schemeClr val="lt1"/>
              </a:buClr>
              <a:buSzPts val="1800"/>
              <a:buNone/>
              <a:defRPr sz="1800">
                <a:solidFill>
                  <a:schemeClr val="lt1"/>
                </a:solidFill>
              </a:defRPr>
            </a:lvl3pPr>
            <a:lvl4pPr lvl="3" rtl="0" algn="ctr">
              <a:spcBef>
                <a:spcPts val="0"/>
              </a:spcBef>
              <a:spcAft>
                <a:spcPts val="0"/>
              </a:spcAft>
              <a:buClr>
                <a:schemeClr val="lt1"/>
              </a:buClr>
              <a:buSzPts val="1800"/>
              <a:buNone/>
              <a:defRPr sz="1800">
                <a:solidFill>
                  <a:schemeClr val="lt1"/>
                </a:solidFill>
              </a:defRPr>
            </a:lvl4pPr>
            <a:lvl5pPr lvl="4" rtl="0" algn="ctr">
              <a:spcBef>
                <a:spcPts val="0"/>
              </a:spcBef>
              <a:spcAft>
                <a:spcPts val="0"/>
              </a:spcAft>
              <a:buClr>
                <a:schemeClr val="lt1"/>
              </a:buClr>
              <a:buSzPts val="1800"/>
              <a:buNone/>
              <a:defRPr sz="1800">
                <a:solidFill>
                  <a:schemeClr val="lt1"/>
                </a:solidFill>
              </a:defRPr>
            </a:lvl5pPr>
            <a:lvl6pPr lvl="5" rtl="0" algn="ctr">
              <a:spcBef>
                <a:spcPts val="0"/>
              </a:spcBef>
              <a:spcAft>
                <a:spcPts val="0"/>
              </a:spcAft>
              <a:buClr>
                <a:schemeClr val="lt1"/>
              </a:buClr>
              <a:buSzPts val="1800"/>
              <a:buNone/>
              <a:defRPr sz="1800">
                <a:solidFill>
                  <a:schemeClr val="lt1"/>
                </a:solidFill>
              </a:defRPr>
            </a:lvl6pPr>
            <a:lvl7pPr lvl="6" rtl="0" algn="ctr">
              <a:spcBef>
                <a:spcPts val="0"/>
              </a:spcBef>
              <a:spcAft>
                <a:spcPts val="0"/>
              </a:spcAft>
              <a:buClr>
                <a:schemeClr val="lt1"/>
              </a:buClr>
              <a:buSzPts val="1800"/>
              <a:buNone/>
              <a:defRPr sz="1800">
                <a:solidFill>
                  <a:schemeClr val="lt1"/>
                </a:solidFill>
              </a:defRPr>
            </a:lvl7pPr>
            <a:lvl8pPr lvl="7" rtl="0" algn="ctr">
              <a:spcBef>
                <a:spcPts val="0"/>
              </a:spcBef>
              <a:spcAft>
                <a:spcPts val="0"/>
              </a:spcAft>
              <a:buClr>
                <a:schemeClr val="lt1"/>
              </a:buClr>
              <a:buSzPts val="1800"/>
              <a:buNone/>
              <a:defRPr sz="1800">
                <a:solidFill>
                  <a:schemeClr val="lt1"/>
                </a:solidFill>
              </a:defRPr>
            </a:lvl8pPr>
            <a:lvl9pPr lvl="8" rtl="0" algn="ctr">
              <a:spcBef>
                <a:spcPts val="0"/>
              </a:spcBef>
              <a:spcAft>
                <a:spcPts val="0"/>
              </a:spcAft>
              <a:buClr>
                <a:schemeClr val="lt1"/>
              </a:buClr>
              <a:buSzPts val="1800"/>
              <a:buNone/>
              <a:defRPr sz="1800">
                <a:solidFill>
                  <a:schemeClr val="lt1"/>
                </a:solidFill>
              </a:defRPr>
            </a:lvl9pPr>
          </a:lstStyle>
          <a:p/>
        </p:txBody>
      </p:sp>
      <p:sp>
        <p:nvSpPr>
          <p:cNvPr id="294" name="Google Shape;294;p16"/>
          <p:cNvSpPr txBox="1"/>
          <p:nvPr>
            <p:ph idx="1" type="subTitle"/>
          </p:nvPr>
        </p:nvSpPr>
        <p:spPr>
          <a:xfrm>
            <a:off x="1896150" y="1812600"/>
            <a:ext cx="5351700" cy="1518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sz="2600">
                <a:solidFill>
                  <a:schemeClr val="lt1"/>
                </a:solidFill>
              </a:defRPr>
            </a:lvl1pPr>
            <a:lvl2pPr lvl="1" rtl="0" algn="ctr">
              <a:lnSpc>
                <a:spcPct val="100000"/>
              </a:lnSpc>
              <a:spcBef>
                <a:spcPts val="1600"/>
              </a:spcBef>
              <a:spcAft>
                <a:spcPts val="0"/>
              </a:spcAft>
              <a:buClr>
                <a:schemeClr val="lt1"/>
              </a:buClr>
              <a:buSzPts val="1400"/>
              <a:buNone/>
              <a:defRPr>
                <a:solidFill>
                  <a:schemeClr val="lt1"/>
                </a:solidFill>
              </a:defRPr>
            </a:lvl2pPr>
            <a:lvl3pPr lvl="2" rtl="0" algn="ctr">
              <a:lnSpc>
                <a:spcPct val="100000"/>
              </a:lnSpc>
              <a:spcBef>
                <a:spcPts val="1600"/>
              </a:spcBef>
              <a:spcAft>
                <a:spcPts val="0"/>
              </a:spcAft>
              <a:buClr>
                <a:schemeClr val="lt1"/>
              </a:buClr>
              <a:buSzPts val="1400"/>
              <a:buNone/>
              <a:defRPr>
                <a:solidFill>
                  <a:schemeClr val="lt1"/>
                </a:solidFill>
              </a:defRPr>
            </a:lvl3pPr>
            <a:lvl4pPr lvl="3" rtl="0" algn="ctr">
              <a:lnSpc>
                <a:spcPct val="100000"/>
              </a:lnSpc>
              <a:spcBef>
                <a:spcPts val="1600"/>
              </a:spcBef>
              <a:spcAft>
                <a:spcPts val="0"/>
              </a:spcAft>
              <a:buClr>
                <a:schemeClr val="lt1"/>
              </a:buClr>
              <a:buSzPts val="1400"/>
              <a:buNone/>
              <a:defRPr>
                <a:solidFill>
                  <a:schemeClr val="lt1"/>
                </a:solidFill>
              </a:defRPr>
            </a:lvl4pPr>
            <a:lvl5pPr lvl="4" rtl="0" algn="ctr">
              <a:lnSpc>
                <a:spcPct val="100000"/>
              </a:lnSpc>
              <a:spcBef>
                <a:spcPts val="1600"/>
              </a:spcBef>
              <a:spcAft>
                <a:spcPts val="0"/>
              </a:spcAft>
              <a:buClr>
                <a:schemeClr val="lt1"/>
              </a:buClr>
              <a:buSzPts val="1400"/>
              <a:buNone/>
              <a:defRPr>
                <a:solidFill>
                  <a:schemeClr val="lt1"/>
                </a:solidFill>
              </a:defRPr>
            </a:lvl5pPr>
            <a:lvl6pPr lvl="5" rtl="0" algn="ctr">
              <a:lnSpc>
                <a:spcPct val="100000"/>
              </a:lnSpc>
              <a:spcBef>
                <a:spcPts val="1600"/>
              </a:spcBef>
              <a:spcAft>
                <a:spcPts val="0"/>
              </a:spcAft>
              <a:buClr>
                <a:schemeClr val="lt1"/>
              </a:buClr>
              <a:buSzPts val="1400"/>
              <a:buNone/>
              <a:defRPr>
                <a:solidFill>
                  <a:schemeClr val="lt1"/>
                </a:solidFill>
              </a:defRPr>
            </a:lvl6pPr>
            <a:lvl7pPr lvl="6" rtl="0" algn="ctr">
              <a:lnSpc>
                <a:spcPct val="100000"/>
              </a:lnSpc>
              <a:spcBef>
                <a:spcPts val="1600"/>
              </a:spcBef>
              <a:spcAft>
                <a:spcPts val="0"/>
              </a:spcAft>
              <a:buClr>
                <a:schemeClr val="lt1"/>
              </a:buClr>
              <a:buSzPts val="1400"/>
              <a:buNone/>
              <a:defRPr>
                <a:solidFill>
                  <a:schemeClr val="lt1"/>
                </a:solidFill>
              </a:defRPr>
            </a:lvl7pPr>
            <a:lvl8pPr lvl="7" rtl="0" algn="ctr">
              <a:lnSpc>
                <a:spcPct val="100000"/>
              </a:lnSpc>
              <a:spcBef>
                <a:spcPts val="1600"/>
              </a:spcBef>
              <a:spcAft>
                <a:spcPts val="0"/>
              </a:spcAft>
              <a:buClr>
                <a:schemeClr val="lt1"/>
              </a:buClr>
              <a:buSzPts val="1400"/>
              <a:buNone/>
              <a:defRPr>
                <a:solidFill>
                  <a:schemeClr val="lt1"/>
                </a:solidFill>
              </a:defRPr>
            </a:lvl8pPr>
            <a:lvl9pPr lvl="8" rtl="0" algn="ctr">
              <a:lnSpc>
                <a:spcPct val="100000"/>
              </a:lnSpc>
              <a:spcBef>
                <a:spcPts val="1600"/>
              </a:spcBef>
              <a:spcAft>
                <a:spcPts val="1600"/>
              </a:spcAft>
              <a:buClr>
                <a:schemeClr val="lt1"/>
              </a:buClr>
              <a:buSzPts val="1400"/>
              <a:buNone/>
              <a:defRPr>
                <a:solidFill>
                  <a:schemeClr val="lt1"/>
                </a:solidFill>
              </a:defRPr>
            </a:lvl9pPr>
          </a:lstStyle>
          <a:p/>
        </p:txBody>
      </p:sp>
      <p:sp>
        <p:nvSpPr>
          <p:cNvPr id="295" name="Google Shape;295;p16"/>
          <p:cNvSpPr/>
          <p:nvPr/>
        </p:nvSpPr>
        <p:spPr>
          <a:xfrm rot="10800000">
            <a:off x="6582804" y="4657773"/>
            <a:ext cx="1289220" cy="570377"/>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rot="10800000">
            <a:off x="5504321" y="4515788"/>
            <a:ext cx="798311" cy="533414"/>
          </a:xfrm>
          <a:custGeom>
            <a:rect b="b" l="l" r="r" t="t"/>
            <a:pathLst>
              <a:path extrusionOk="0" h="57854" w="265661">
                <a:moveTo>
                  <a:pt x="6688" y="1"/>
                </a:moveTo>
                <a:lnTo>
                  <a:pt x="6126" y="16"/>
                </a:lnTo>
                <a:lnTo>
                  <a:pt x="5538" y="47"/>
                </a:lnTo>
                <a:lnTo>
                  <a:pt x="4976" y="93"/>
                </a:lnTo>
                <a:lnTo>
                  <a:pt x="4414" y="147"/>
                </a:lnTo>
                <a:lnTo>
                  <a:pt x="3879" y="217"/>
                </a:lnTo>
                <a:lnTo>
                  <a:pt x="3344" y="302"/>
                </a:lnTo>
                <a:lnTo>
                  <a:pt x="2863" y="402"/>
                </a:lnTo>
                <a:lnTo>
                  <a:pt x="2381" y="510"/>
                </a:lnTo>
                <a:lnTo>
                  <a:pt x="1926" y="626"/>
                </a:lnTo>
                <a:lnTo>
                  <a:pt x="1525" y="757"/>
                </a:lnTo>
                <a:lnTo>
                  <a:pt x="1151" y="904"/>
                </a:lnTo>
                <a:lnTo>
                  <a:pt x="830" y="1058"/>
                </a:lnTo>
                <a:lnTo>
                  <a:pt x="562" y="1228"/>
                </a:lnTo>
                <a:lnTo>
                  <a:pt x="428" y="1313"/>
                </a:lnTo>
                <a:lnTo>
                  <a:pt x="321" y="1406"/>
                </a:lnTo>
                <a:lnTo>
                  <a:pt x="241" y="1498"/>
                </a:lnTo>
                <a:lnTo>
                  <a:pt x="161" y="1591"/>
                </a:lnTo>
                <a:lnTo>
                  <a:pt x="107" y="1691"/>
                </a:lnTo>
                <a:lnTo>
                  <a:pt x="54" y="1792"/>
                </a:lnTo>
                <a:lnTo>
                  <a:pt x="27" y="1892"/>
                </a:lnTo>
                <a:lnTo>
                  <a:pt x="27" y="2000"/>
                </a:lnTo>
                <a:lnTo>
                  <a:pt x="0" y="2942"/>
                </a:lnTo>
                <a:lnTo>
                  <a:pt x="27" y="3891"/>
                </a:lnTo>
                <a:lnTo>
                  <a:pt x="81" y="4833"/>
                </a:lnTo>
                <a:lnTo>
                  <a:pt x="188" y="5775"/>
                </a:lnTo>
                <a:lnTo>
                  <a:pt x="321" y="6717"/>
                </a:lnTo>
                <a:lnTo>
                  <a:pt x="482" y="7659"/>
                </a:lnTo>
                <a:lnTo>
                  <a:pt x="696" y="8601"/>
                </a:lnTo>
                <a:lnTo>
                  <a:pt x="910" y="9535"/>
                </a:lnTo>
                <a:lnTo>
                  <a:pt x="1177" y="10476"/>
                </a:lnTo>
                <a:lnTo>
                  <a:pt x="1498" y="11411"/>
                </a:lnTo>
                <a:lnTo>
                  <a:pt x="1819" y="12345"/>
                </a:lnTo>
                <a:lnTo>
                  <a:pt x="2167" y="13279"/>
                </a:lnTo>
                <a:lnTo>
                  <a:pt x="2568" y="14213"/>
                </a:lnTo>
                <a:lnTo>
                  <a:pt x="2996" y="15147"/>
                </a:lnTo>
                <a:lnTo>
                  <a:pt x="3424" y="16081"/>
                </a:lnTo>
                <a:lnTo>
                  <a:pt x="3906" y="17007"/>
                </a:lnTo>
                <a:lnTo>
                  <a:pt x="4414" y="17934"/>
                </a:lnTo>
                <a:lnTo>
                  <a:pt x="4949" y="18868"/>
                </a:lnTo>
                <a:lnTo>
                  <a:pt x="5484" y="19794"/>
                </a:lnTo>
                <a:lnTo>
                  <a:pt x="6073" y="20721"/>
                </a:lnTo>
                <a:lnTo>
                  <a:pt x="6661" y="21647"/>
                </a:lnTo>
                <a:lnTo>
                  <a:pt x="7303" y="22566"/>
                </a:lnTo>
                <a:lnTo>
                  <a:pt x="7945" y="23492"/>
                </a:lnTo>
                <a:lnTo>
                  <a:pt x="8614" y="24411"/>
                </a:lnTo>
                <a:lnTo>
                  <a:pt x="9310" y="25337"/>
                </a:lnTo>
                <a:lnTo>
                  <a:pt x="10005" y="26256"/>
                </a:lnTo>
                <a:lnTo>
                  <a:pt x="10754" y="27175"/>
                </a:lnTo>
                <a:lnTo>
                  <a:pt x="11503" y="28093"/>
                </a:lnTo>
                <a:lnTo>
                  <a:pt x="12252" y="29004"/>
                </a:lnTo>
                <a:lnTo>
                  <a:pt x="13055" y="29923"/>
                </a:lnTo>
                <a:lnTo>
                  <a:pt x="13857" y="30834"/>
                </a:lnTo>
                <a:lnTo>
                  <a:pt x="14660" y="31752"/>
                </a:lnTo>
                <a:lnTo>
                  <a:pt x="14793" y="31868"/>
                </a:lnTo>
                <a:lnTo>
                  <a:pt x="14954" y="31976"/>
                </a:lnTo>
                <a:lnTo>
                  <a:pt x="15114" y="32077"/>
                </a:lnTo>
                <a:lnTo>
                  <a:pt x="15328" y="32177"/>
                </a:lnTo>
                <a:lnTo>
                  <a:pt x="15542" y="32270"/>
                </a:lnTo>
                <a:lnTo>
                  <a:pt x="15783" y="32355"/>
                </a:lnTo>
                <a:lnTo>
                  <a:pt x="16051" y="32432"/>
                </a:lnTo>
                <a:lnTo>
                  <a:pt x="16345" y="32509"/>
                </a:lnTo>
                <a:lnTo>
                  <a:pt x="16639" y="32571"/>
                </a:lnTo>
                <a:lnTo>
                  <a:pt x="16960" y="32640"/>
                </a:lnTo>
                <a:lnTo>
                  <a:pt x="17308" y="32694"/>
                </a:lnTo>
                <a:lnTo>
                  <a:pt x="17656" y="32741"/>
                </a:lnTo>
                <a:lnTo>
                  <a:pt x="18003" y="32787"/>
                </a:lnTo>
                <a:lnTo>
                  <a:pt x="18378" y="32826"/>
                </a:lnTo>
                <a:lnTo>
                  <a:pt x="18752" y="32856"/>
                </a:lnTo>
                <a:lnTo>
                  <a:pt x="19154" y="32887"/>
                </a:lnTo>
                <a:lnTo>
                  <a:pt x="19528" y="32910"/>
                </a:lnTo>
                <a:lnTo>
                  <a:pt x="19929" y="32926"/>
                </a:lnTo>
                <a:lnTo>
                  <a:pt x="20331" y="32934"/>
                </a:lnTo>
                <a:lnTo>
                  <a:pt x="21535" y="32934"/>
                </a:lnTo>
                <a:lnTo>
                  <a:pt x="21936" y="32918"/>
                </a:lnTo>
                <a:lnTo>
                  <a:pt x="22310" y="32903"/>
                </a:lnTo>
                <a:lnTo>
                  <a:pt x="22712" y="32880"/>
                </a:lnTo>
                <a:lnTo>
                  <a:pt x="23086" y="32849"/>
                </a:lnTo>
                <a:lnTo>
                  <a:pt x="23461" y="32818"/>
                </a:lnTo>
                <a:lnTo>
                  <a:pt x="23808" y="32779"/>
                </a:lnTo>
                <a:lnTo>
                  <a:pt x="24156" y="32733"/>
                </a:lnTo>
                <a:lnTo>
                  <a:pt x="24477" y="32679"/>
                </a:lnTo>
                <a:lnTo>
                  <a:pt x="24798" y="32625"/>
                </a:lnTo>
                <a:lnTo>
                  <a:pt x="25119" y="32563"/>
                </a:lnTo>
                <a:lnTo>
                  <a:pt x="29105" y="31722"/>
                </a:lnTo>
                <a:lnTo>
                  <a:pt x="33118" y="30888"/>
                </a:lnTo>
                <a:lnTo>
                  <a:pt x="37157" y="30070"/>
                </a:lnTo>
                <a:lnTo>
                  <a:pt x="41223" y="29267"/>
                </a:lnTo>
                <a:lnTo>
                  <a:pt x="45316" y="28479"/>
                </a:lnTo>
                <a:lnTo>
                  <a:pt x="49435" y="27700"/>
                </a:lnTo>
                <a:lnTo>
                  <a:pt x="53582" y="26935"/>
                </a:lnTo>
                <a:lnTo>
                  <a:pt x="57755" y="26194"/>
                </a:lnTo>
                <a:lnTo>
                  <a:pt x="61955" y="25453"/>
                </a:lnTo>
                <a:lnTo>
                  <a:pt x="66181" y="24735"/>
                </a:lnTo>
                <a:lnTo>
                  <a:pt x="70435" y="24025"/>
                </a:lnTo>
                <a:lnTo>
                  <a:pt x="74715" y="23330"/>
                </a:lnTo>
                <a:lnTo>
                  <a:pt x="79022" y="22651"/>
                </a:lnTo>
                <a:lnTo>
                  <a:pt x="83382" y="21979"/>
                </a:lnTo>
                <a:lnTo>
                  <a:pt x="87742" y="21323"/>
                </a:lnTo>
                <a:lnTo>
                  <a:pt x="92156" y="20682"/>
                </a:lnTo>
                <a:lnTo>
                  <a:pt x="99325" y="33374"/>
                </a:lnTo>
                <a:lnTo>
                  <a:pt x="102910" y="39719"/>
                </a:lnTo>
                <a:lnTo>
                  <a:pt x="106548" y="46065"/>
                </a:lnTo>
                <a:lnTo>
                  <a:pt x="106628" y="46204"/>
                </a:lnTo>
                <a:lnTo>
                  <a:pt x="106762" y="46335"/>
                </a:lnTo>
                <a:lnTo>
                  <a:pt x="106922" y="46467"/>
                </a:lnTo>
                <a:lnTo>
                  <a:pt x="107083" y="46590"/>
                </a:lnTo>
                <a:lnTo>
                  <a:pt x="107270" y="46706"/>
                </a:lnTo>
                <a:lnTo>
                  <a:pt x="107484" y="46814"/>
                </a:lnTo>
                <a:lnTo>
                  <a:pt x="107725" y="46922"/>
                </a:lnTo>
                <a:lnTo>
                  <a:pt x="107992" y="47022"/>
                </a:lnTo>
                <a:lnTo>
                  <a:pt x="108287" y="47123"/>
                </a:lnTo>
                <a:lnTo>
                  <a:pt x="108581" y="47208"/>
                </a:lnTo>
                <a:lnTo>
                  <a:pt x="108875" y="47293"/>
                </a:lnTo>
                <a:lnTo>
                  <a:pt x="109223" y="47370"/>
                </a:lnTo>
                <a:lnTo>
                  <a:pt x="109571" y="47439"/>
                </a:lnTo>
                <a:lnTo>
                  <a:pt x="109919" y="47501"/>
                </a:lnTo>
                <a:lnTo>
                  <a:pt x="110293" y="47563"/>
                </a:lnTo>
                <a:lnTo>
                  <a:pt x="110668" y="47609"/>
                </a:lnTo>
                <a:lnTo>
                  <a:pt x="111069" y="47655"/>
                </a:lnTo>
                <a:lnTo>
                  <a:pt x="111470" y="47694"/>
                </a:lnTo>
                <a:lnTo>
                  <a:pt x="111871" y="47717"/>
                </a:lnTo>
                <a:lnTo>
                  <a:pt x="112273" y="47740"/>
                </a:lnTo>
                <a:lnTo>
                  <a:pt x="112701" y="47756"/>
                </a:lnTo>
                <a:lnTo>
                  <a:pt x="113129" y="47764"/>
                </a:lnTo>
                <a:lnTo>
                  <a:pt x="113557" y="47764"/>
                </a:lnTo>
                <a:lnTo>
                  <a:pt x="113985" y="47756"/>
                </a:lnTo>
                <a:lnTo>
                  <a:pt x="114413" y="47740"/>
                </a:lnTo>
                <a:lnTo>
                  <a:pt x="114841" y="47717"/>
                </a:lnTo>
                <a:lnTo>
                  <a:pt x="115269" y="47679"/>
                </a:lnTo>
                <a:lnTo>
                  <a:pt x="115697" y="47640"/>
                </a:lnTo>
                <a:lnTo>
                  <a:pt x="116125" y="47586"/>
                </a:lnTo>
                <a:lnTo>
                  <a:pt x="116553" y="47532"/>
                </a:lnTo>
                <a:lnTo>
                  <a:pt x="116954" y="47462"/>
                </a:lnTo>
                <a:lnTo>
                  <a:pt x="117382" y="47385"/>
                </a:lnTo>
                <a:lnTo>
                  <a:pt x="133807" y="44097"/>
                </a:lnTo>
                <a:lnTo>
                  <a:pt x="150232" y="40800"/>
                </a:lnTo>
                <a:lnTo>
                  <a:pt x="166657" y="37496"/>
                </a:lnTo>
                <a:lnTo>
                  <a:pt x="174842" y="35836"/>
                </a:lnTo>
                <a:lnTo>
                  <a:pt x="183001" y="34177"/>
                </a:lnTo>
                <a:lnTo>
                  <a:pt x="183590" y="35574"/>
                </a:lnTo>
                <a:lnTo>
                  <a:pt x="184178" y="36971"/>
                </a:lnTo>
                <a:lnTo>
                  <a:pt x="184793" y="38361"/>
                </a:lnTo>
                <a:lnTo>
                  <a:pt x="185462" y="39750"/>
                </a:lnTo>
                <a:lnTo>
                  <a:pt x="186131" y="41148"/>
                </a:lnTo>
                <a:lnTo>
                  <a:pt x="186827" y="42537"/>
                </a:lnTo>
                <a:lnTo>
                  <a:pt x="187576" y="43919"/>
                </a:lnTo>
                <a:lnTo>
                  <a:pt x="188325" y="45309"/>
                </a:lnTo>
                <a:lnTo>
                  <a:pt x="189127" y="46690"/>
                </a:lnTo>
                <a:lnTo>
                  <a:pt x="189930" y="48080"/>
                </a:lnTo>
                <a:lnTo>
                  <a:pt x="190786" y="49462"/>
                </a:lnTo>
                <a:lnTo>
                  <a:pt x="191668" y="50844"/>
                </a:lnTo>
                <a:lnTo>
                  <a:pt x="192578" y="52226"/>
                </a:lnTo>
                <a:lnTo>
                  <a:pt x="193514" y="53608"/>
                </a:lnTo>
                <a:lnTo>
                  <a:pt x="194477" y="54982"/>
                </a:lnTo>
                <a:lnTo>
                  <a:pt x="195494" y="56364"/>
                </a:lnTo>
                <a:lnTo>
                  <a:pt x="195601" y="56487"/>
                </a:lnTo>
                <a:lnTo>
                  <a:pt x="195708" y="56611"/>
                </a:lnTo>
                <a:lnTo>
                  <a:pt x="195868" y="56726"/>
                </a:lnTo>
                <a:lnTo>
                  <a:pt x="196029" y="56834"/>
                </a:lnTo>
                <a:lnTo>
                  <a:pt x="196216" y="56935"/>
                </a:lnTo>
                <a:lnTo>
                  <a:pt x="196403" y="57035"/>
                </a:lnTo>
                <a:lnTo>
                  <a:pt x="196617" y="57136"/>
                </a:lnTo>
                <a:lnTo>
                  <a:pt x="196858" y="57220"/>
                </a:lnTo>
                <a:lnTo>
                  <a:pt x="197099" y="57305"/>
                </a:lnTo>
                <a:lnTo>
                  <a:pt x="197366" y="57383"/>
                </a:lnTo>
                <a:lnTo>
                  <a:pt x="197634" y="57452"/>
                </a:lnTo>
                <a:lnTo>
                  <a:pt x="197901" y="57522"/>
                </a:lnTo>
                <a:lnTo>
                  <a:pt x="198196" y="57583"/>
                </a:lnTo>
                <a:lnTo>
                  <a:pt x="198517" y="57637"/>
                </a:lnTo>
                <a:lnTo>
                  <a:pt x="198838" y="57684"/>
                </a:lnTo>
                <a:lnTo>
                  <a:pt x="199159" y="57730"/>
                </a:lnTo>
                <a:lnTo>
                  <a:pt x="199506" y="57769"/>
                </a:lnTo>
                <a:lnTo>
                  <a:pt x="199854" y="57792"/>
                </a:lnTo>
                <a:lnTo>
                  <a:pt x="200202" y="57823"/>
                </a:lnTo>
                <a:lnTo>
                  <a:pt x="200550" y="57838"/>
                </a:lnTo>
                <a:lnTo>
                  <a:pt x="200924" y="57846"/>
                </a:lnTo>
                <a:lnTo>
                  <a:pt x="201299" y="57853"/>
                </a:lnTo>
                <a:lnTo>
                  <a:pt x="201673" y="57853"/>
                </a:lnTo>
                <a:lnTo>
                  <a:pt x="202048" y="57846"/>
                </a:lnTo>
                <a:lnTo>
                  <a:pt x="202422" y="57830"/>
                </a:lnTo>
                <a:lnTo>
                  <a:pt x="202823" y="57807"/>
                </a:lnTo>
                <a:lnTo>
                  <a:pt x="203198" y="57784"/>
                </a:lnTo>
                <a:lnTo>
                  <a:pt x="203599" y="57745"/>
                </a:lnTo>
                <a:lnTo>
                  <a:pt x="203974" y="57707"/>
                </a:lnTo>
                <a:lnTo>
                  <a:pt x="204375" y="57653"/>
                </a:lnTo>
                <a:lnTo>
                  <a:pt x="204749" y="57599"/>
                </a:lnTo>
                <a:lnTo>
                  <a:pt x="205124" y="57537"/>
                </a:lnTo>
                <a:lnTo>
                  <a:pt x="209083" y="56834"/>
                </a:lnTo>
                <a:lnTo>
                  <a:pt x="213015" y="56124"/>
                </a:lnTo>
                <a:lnTo>
                  <a:pt x="216894" y="55406"/>
                </a:lnTo>
                <a:lnTo>
                  <a:pt x="220746" y="54673"/>
                </a:lnTo>
                <a:lnTo>
                  <a:pt x="224572" y="53932"/>
                </a:lnTo>
                <a:lnTo>
                  <a:pt x="228343" y="53175"/>
                </a:lnTo>
                <a:lnTo>
                  <a:pt x="232089" y="52411"/>
                </a:lnTo>
                <a:lnTo>
                  <a:pt x="235780" y="51631"/>
                </a:lnTo>
                <a:lnTo>
                  <a:pt x="239445" y="50836"/>
                </a:lnTo>
                <a:lnTo>
                  <a:pt x="243083" y="50025"/>
                </a:lnTo>
                <a:lnTo>
                  <a:pt x="246694" y="49207"/>
                </a:lnTo>
                <a:lnTo>
                  <a:pt x="250252" y="48366"/>
                </a:lnTo>
                <a:lnTo>
                  <a:pt x="253783" y="47517"/>
                </a:lnTo>
                <a:lnTo>
                  <a:pt x="255549" y="47084"/>
                </a:lnTo>
                <a:lnTo>
                  <a:pt x="257288" y="46644"/>
                </a:lnTo>
                <a:lnTo>
                  <a:pt x="259026" y="46204"/>
                </a:lnTo>
                <a:lnTo>
                  <a:pt x="260765" y="45756"/>
                </a:lnTo>
                <a:lnTo>
                  <a:pt x="262477" y="45309"/>
                </a:lnTo>
                <a:lnTo>
                  <a:pt x="264189" y="44853"/>
                </a:lnTo>
                <a:lnTo>
                  <a:pt x="264537" y="44753"/>
                </a:lnTo>
                <a:lnTo>
                  <a:pt x="264831" y="44652"/>
                </a:lnTo>
                <a:lnTo>
                  <a:pt x="265072" y="44544"/>
                </a:lnTo>
                <a:lnTo>
                  <a:pt x="265286" y="44429"/>
                </a:lnTo>
                <a:lnTo>
                  <a:pt x="265447" y="44313"/>
                </a:lnTo>
                <a:lnTo>
                  <a:pt x="265554" y="44197"/>
                </a:lnTo>
                <a:lnTo>
                  <a:pt x="265634" y="44081"/>
                </a:lnTo>
                <a:lnTo>
                  <a:pt x="265661" y="43965"/>
                </a:lnTo>
                <a:lnTo>
                  <a:pt x="265661" y="43850"/>
                </a:lnTo>
                <a:lnTo>
                  <a:pt x="265634" y="43734"/>
                </a:lnTo>
                <a:lnTo>
                  <a:pt x="265554" y="43626"/>
                </a:lnTo>
                <a:lnTo>
                  <a:pt x="265447" y="43510"/>
                </a:lnTo>
                <a:lnTo>
                  <a:pt x="265313" y="43402"/>
                </a:lnTo>
                <a:lnTo>
                  <a:pt x="265152" y="43301"/>
                </a:lnTo>
                <a:lnTo>
                  <a:pt x="264965" y="43201"/>
                </a:lnTo>
                <a:lnTo>
                  <a:pt x="264751" y="43108"/>
                </a:lnTo>
                <a:lnTo>
                  <a:pt x="264510" y="43024"/>
                </a:lnTo>
                <a:lnTo>
                  <a:pt x="264243" y="42939"/>
                </a:lnTo>
                <a:lnTo>
                  <a:pt x="263949" y="42869"/>
                </a:lnTo>
                <a:lnTo>
                  <a:pt x="263628" y="42800"/>
                </a:lnTo>
                <a:lnTo>
                  <a:pt x="263307" y="42746"/>
                </a:lnTo>
                <a:lnTo>
                  <a:pt x="262986" y="42699"/>
                </a:lnTo>
                <a:lnTo>
                  <a:pt x="262611" y="42661"/>
                </a:lnTo>
                <a:lnTo>
                  <a:pt x="262263" y="42638"/>
                </a:lnTo>
                <a:lnTo>
                  <a:pt x="261862" y="42622"/>
                </a:lnTo>
                <a:lnTo>
                  <a:pt x="261487" y="42622"/>
                </a:lnTo>
                <a:lnTo>
                  <a:pt x="261086" y="42630"/>
                </a:lnTo>
                <a:lnTo>
                  <a:pt x="260685" y="42653"/>
                </a:lnTo>
                <a:lnTo>
                  <a:pt x="260284" y="42692"/>
                </a:lnTo>
                <a:lnTo>
                  <a:pt x="259856" y="42746"/>
                </a:lnTo>
                <a:lnTo>
                  <a:pt x="259454" y="42815"/>
                </a:lnTo>
                <a:lnTo>
                  <a:pt x="259026" y="42900"/>
                </a:lnTo>
                <a:lnTo>
                  <a:pt x="255843" y="43626"/>
                </a:lnTo>
                <a:lnTo>
                  <a:pt x="252606" y="44336"/>
                </a:lnTo>
                <a:lnTo>
                  <a:pt x="249396" y="45038"/>
                </a:lnTo>
                <a:lnTo>
                  <a:pt x="246159" y="45741"/>
                </a:lnTo>
                <a:lnTo>
                  <a:pt x="242896" y="46428"/>
                </a:lnTo>
                <a:lnTo>
                  <a:pt x="239632" y="47107"/>
                </a:lnTo>
                <a:lnTo>
                  <a:pt x="236342" y="47779"/>
                </a:lnTo>
                <a:lnTo>
                  <a:pt x="233052" y="48435"/>
                </a:lnTo>
                <a:lnTo>
                  <a:pt x="229708" y="49091"/>
                </a:lnTo>
                <a:lnTo>
                  <a:pt x="226391" y="49740"/>
                </a:lnTo>
                <a:lnTo>
                  <a:pt x="223020" y="50373"/>
                </a:lnTo>
                <a:lnTo>
                  <a:pt x="219623" y="50998"/>
                </a:lnTo>
                <a:lnTo>
                  <a:pt x="216225" y="51616"/>
                </a:lnTo>
                <a:lnTo>
                  <a:pt x="212775" y="52226"/>
                </a:lnTo>
                <a:lnTo>
                  <a:pt x="209297" y="52828"/>
                </a:lnTo>
                <a:lnTo>
                  <a:pt x="205819" y="53422"/>
                </a:lnTo>
                <a:lnTo>
                  <a:pt x="204883" y="52010"/>
                </a:lnTo>
                <a:lnTo>
                  <a:pt x="203974" y="50597"/>
                </a:lnTo>
                <a:lnTo>
                  <a:pt x="203118" y="49192"/>
                </a:lnTo>
                <a:lnTo>
                  <a:pt x="202262" y="47779"/>
                </a:lnTo>
                <a:lnTo>
                  <a:pt x="201432" y="46366"/>
                </a:lnTo>
                <a:lnTo>
                  <a:pt x="200630" y="44954"/>
                </a:lnTo>
                <a:lnTo>
                  <a:pt x="199881" y="43533"/>
                </a:lnTo>
                <a:lnTo>
                  <a:pt x="199132" y="42120"/>
                </a:lnTo>
                <a:lnTo>
                  <a:pt x="198410" y="40700"/>
                </a:lnTo>
                <a:lnTo>
                  <a:pt x="197741" y="39279"/>
                </a:lnTo>
                <a:lnTo>
                  <a:pt x="197072" y="37859"/>
                </a:lnTo>
                <a:lnTo>
                  <a:pt x="196457" y="36438"/>
                </a:lnTo>
                <a:lnTo>
                  <a:pt x="195841" y="35018"/>
                </a:lnTo>
                <a:lnTo>
                  <a:pt x="195280" y="33590"/>
                </a:lnTo>
                <a:lnTo>
                  <a:pt x="194745" y="32162"/>
                </a:lnTo>
                <a:lnTo>
                  <a:pt x="194236" y="30733"/>
                </a:lnTo>
                <a:lnTo>
                  <a:pt x="194183" y="30602"/>
                </a:lnTo>
                <a:lnTo>
                  <a:pt x="194076" y="30479"/>
                </a:lnTo>
                <a:lnTo>
                  <a:pt x="193969" y="30355"/>
                </a:lnTo>
                <a:lnTo>
                  <a:pt x="193835" y="30239"/>
                </a:lnTo>
                <a:lnTo>
                  <a:pt x="193648" y="30131"/>
                </a:lnTo>
                <a:lnTo>
                  <a:pt x="193461" y="30023"/>
                </a:lnTo>
                <a:lnTo>
                  <a:pt x="193247" y="29923"/>
                </a:lnTo>
                <a:lnTo>
                  <a:pt x="193006" y="29830"/>
                </a:lnTo>
                <a:lnTo>
                  <a:pt x="192738" y="29745"/>
                </a:lnTo>
                <a:lnTo>
                  <a:pt x="192471" y="29668"/>
                </a:lnTo>
                <a:lnTo>
                  <a:pt x="192177" y="29591"/>
                </a:lnTo>
                <a:lnTo>
                  <a:pt x="191856" y="29521"/>
                </a:lnTo>
                <a:lnTo>
                  <a:pt x="191535" y="29460"/>
                </a:lnTo>
                <a:lnTo>
                  <a:pt x="191187" y="29406"/>
                </a:lnTo>
                <a:lnTo>
                  <a:pt x="190839" y="29352"/>
                </a:lnTo>
                <a:lnTo>
                  <a:pt x="190491" y="29313"/>
                </a:lnTo>
                <a:lnTo>
                  <a:pt x="190117" y="29274"/>
                </a:lnTo>
                <a:lnTo>
                  <a:pt x="189716" y="29244"/>
                </a:lnTo>
                <a:lnTo>
                  <a:pt x="189341" y="29220"/>
                </a:lnTo>
                <a:lnTo>
                  <a:pt x="188940" y="29197"/>
                </a:lnTo>
                <a:lnTo>
                  <a:pt x="188539" y="29189"/>
                </a:lnTo>
                <a:lnTo>
                  <a:pt x="188137" y="29182"/>
                </a:lnTo>
                <a:lnTo>
                  <a:pt x="187736" y="29182"/>
                </a:lnTo>
                <a:lnTo>
                  <a:pt x="187335" y="29189"/>
                </a:lnTo>
                <a:lnTo>
                  <a:pt x="186934" y="29205"/>
                </a:lnTo>
                <a:lnTo>
                  <a:pt x="186532" y="29228"/>
                </a:lnTo>
                <a:lnTo>
                  <a:pt x="186131" y="29259"/>
                </a:lnTo>
                <a:lnTo>
                  <a:pt x="185730" y="29298"/>
                </a:lnTo>
                <a:lnTo>
                  <a:pt x="185355" y="29344"/>
                </a:lnTo>
                <a:lnTo>
                  <a:pt x="184954" y="29390"/>
                </a:lnTo>
                <a:lnTo>
                  <a:pt x="184579" y="29452"/>
                </a:lnTo>
                <a:lnTo>
                  <a:pt x="184232" y="29514"/>
                </a:lnTo>
                <a:lnTo>
                  <a:pt x="175939" y="31119"/>
                </a:lnTo>
                <a:lnTo>
                  <a:pt x="167673" y="32725"/>
                </a:lnTo>
                <a:lnTo>
                  <a:pt x="159407" y="34346"/>
                </a:lnTo>
                <a:lnTo>
                  <a:pt x="151168" y="35968"/>
                </a:lnTo>
                <a:lnTo>
                  <a:pt x="134690" y="39218"/>
                </a:lnTo>
                <a:lnTo>
                  <a:pt x="118238" y="42475"/>
                </a:lnTo>
                <a:lnTo>
                  <a:pt x="114734" y="36230"/>
                </a:lnTo>
                <a:lnTo>
                  <a:pt x="111203" y="29977"/>
                </a:lnTo>
                <a:lnTo>
                  <a:pt x="104140" y="17478"/>
                </a:lnTo>
                <a:lnTo>
                  <a:pt x="104060" y="17370"/>
                </a:lnTo>
                <a:lnTo>
                  <a:pt x="103953" y="17262"/>
                </a:lnTo>
                <a:lnTo>
                  <a:pt x="103846" y="17154"/>
                </a:lnTo>
                <a:lnTo>
                  <a:pt x="103712" y="17046"/>
                </a:lnTo>
                <a:lnTo>
                  <a:pt x="103552" y="16946"/>
                </a:lnTo>
                <a:lnTo>
                  <a:pt x="103365" y="16845"/>
                </a:lnTo>
                <a:lnTo>
                  <a:pt x="103177" y="16745"/>
                </a:lnTo>
                <a:lnTo>
                  <a:pt x="102963" y="16652"/>
                </a:lnTo>
                <a:lnTo>
                  <a:pt x="102749" y="16560"/>
                </a:lnTo>
                <a:lnTo>
                  <a:pt x="102509" y="16467"/>
                </a:lnTo>
                <a:lnTo>
                  <a:pt x="102241" y="16382"/>
                </a:lnTo>
                <a:lnTo>
                  <a:pt x="101974" y="16305"/>
                </a:lnTo>
                <a:lnTo>
                  <a:pt x="101679" y="16228"/>
                </a:lnTo>
                <a:lnTo>
                  <a:pt x="101385" y="16158"/>
                </a:lnTo>
                <a:lnTo>
                  <a:pt x="101091" y="16089"/>
                </a:lnTo>
                <a:lnTo>
                  <a:pt x="100770" y="16027"/>
                </a:lnTo>
                <a:lnTo>
                  <a:pt x="100422" y="15973"/>
                </a:lnTo>
                <a:lnTo>
                  <a:pt x="100101" y="15919"/>
                </a:lnTo>
                <a:lnTo>
                  <a:pt x="99753" y="15873"/>
                </a:lnTo>
                <a:lnTo>
                  <a:pt x="99379" y="15834"/>
                </a:lnTo>
                <a:lnTo>
                  <a:pt x="99031" y="15803"/>
                </a:lnTo>
                <a:lnTo>
                  <a:pt x="98657" y="15772"/>
                </a:lnTo>
                <a:lnTo>
                  <a:pt x="98282" y="15749"/>
                </a:lnTo>
                <a:lnTo>
                  <a:pt x="97908" y="15741"/>
                </a:lnTo>
                <a:lnTo>
                  <a:pt x="97506" y="15734"/>
                </a:lnTo>
                <a:lnTo>
                  <a:pt x="97132" y="15734"/>
                </a:lnTo>
                <a:lnTo>
                  <a:pt x="96730" y="15741"/>
                </a:lnTo>
                <a:lnTo>
                  <a:pt x="96356" y="15757"/>
                </a:lnTo>
                <a:lnTo>
                  <a:pt x="95955" y="15780"/>
                </a:lnTo>
                <a:lnTo>
                  <a:pt x="95553" y="15811"/>
                </a:lnTo>
                <a:lnTo>
                  <a:pt x="95179" y="15849"/>
                </a:lnTo>
                <a:lnTo>
                  <a:pt x="94778" y="15904"/>
                </a:lnTo>
                <a:lnTo>
                  <a:pt x="90203" y="16537"/>
                </a:lnTo>
                <a:lnTo>
                  <a:pt x="85656" y="17193"/>
                </a:lnTo>
                <a:lnTo>
                  <a:pt x="81135" y="17857"/>
                </a:lnTo>
                <a:lnTo>
                  <a:pt x="76641" y="18536"/>
                </a:lnTo>
                <a:lnTo>
                  <a:pt x="72200" y="19231"/>
                </a:lnTo>
                <a:lnTo>
                  <a:pt x="67786" y="19933"/>
                </a:lnTo>
                <a:lnTo>
                  <a:pt x="63399" y="20651"/>
                </a:lnTo>
                <a:lnTo>
                  <a:pt x="59039" y="21385"/>
                </a:lnTo>
                <a:lnTo>
                  <a:pt x="54705" y="22133"/>
                </a:lnTo>
                <a:lnTo>
                  <a:pt x="50425" y="22890"/>
                </a:lnTo>
                <a:lnTo>
                  <a:pt x="46145" y="23662"/>
                </a:lnTo>
                <a:lnTo>
                  <a:pt x="41892" y="24449"/>
                </a:lnTo>
                <a:lnTo>
                  <a:pt x="37692" y="25252"/>
                </a:lnTo>
                <a:lnTo>
                  <a:pt x="33492" y="26063"/>
                </a:lnTo>
                <a:lnTo>
                  <a:pt x="29319" y="26897"/>
                </a:lnTo>
                <a:lnTo>
                  <a:pt x="25173" y="27738"/>
                </a:lnTo>
                <a:lnTo>
                  <a:pt x="24531" y="26928"/>
                </a:lnTo>
                <a:lnTo>
                  <a:pt x="23889" y="26109"/>
                </a:lnTo>
                <a:lnTo>
                  <a:pt x="23273" y="25299"/>
                </a:lnTo>
                <a:lnTo>
                  <a:pt x="22685" y="24488"/>
                </a:lnTo>
                <a:lnTo>
                  <a:pt x="22123" y="23677"/>
                </a:lnTo>
                <a:lnTo>
                  <a:pt x="21588" y="22867"/>
                </a:lnTo>
                <a:lnTo>
                  <a:pt x="21053" y="22056"/>
                </a:lnTo>
                <a:lnTo>
                  <a:pt x="20545" y="21246"/>
                </a:lnTo>
                <a:lnTo>
                  <a:pt x="20063" y="20435"/>
                </a:lnTo>
                <a:lnTo>
                  <a:pt x="19582" y="19617"/>
                </a:lnTo>
                <a:lnTo>
                  <a:pt x="19127" y="18806"/>
                </a:lnTo>
                <a:lnTo>
                  <a:pt x="18699" y="17996"/>
                </a:lnTo>
                <a:lnTo>
                  <a:pt x="17870" y="16367"/>
                </a:lnTo>
                <a:lnTo>
                  <a:pt x="17094" y="14738"/>
                </a:lnTo>
                <a:lnTo>
                  <a:pt x="16398" y="13109"/>
                </a:lnTo>
                <a:lnTo>
                  <a:pt x="15730" y="11472"/>
                </a:lnTo>
                <a:lnTo>
                  <a:pt x="15114" y="9828"/>
                </a:lnTo>
                <a:lnTo>
                  <a:pt x="14553" y="8184"/>
                </a:lnTo>
                <a:lnTo>
                  <a:pt x="14018" y="6539"/>
                </a:lnTo>
                <a:lnTo>
                  <a:pt x="13536" y="4880"/>
                </a:lnTo>
                <a:lnTo>
                  <a:pt x="13055" y="3220"/>
                </a:lnTo>
                <a:lnTo>
                  <a:pt x="12627" y="1552"/>
                </a:lnTo>
                <a:lnTo>
                  <a:pt x="12573" y="1444"/>
                </a:lnTo>
                <a:lnTo>
                  <a:pt x="12520" y="1336"/>
                </a:lnTo>
                <a:lnTo>
                  <a:pt x="12466" y="1236"/>
                </a:lnTo>
                <a:lnTo>
                  <a:pt x="12386" y="1135"/>
                </a:lnTo>
                <a:lnTo>
                  <a:pt x="12279" y="1043"/>
                </a:lnTo>
                <a:lnTo>
                  <a:pt x="12172" y="958"/>
                </a:lnTo>
                <a:lnTo>
                  <a:pt x="12038" y="865"/>
                </a:lnTo>
                <a:lnTo>
                  <a:pt x="11904" y="788"/>
                </a:lnTo>
                <a:lnTo>
                  <a:pt x="11744" y="711"/>
                </a:lnTo>
                <a:lnTo>
                  <a:pt x="11583" y="641"/>
                </a:lnTo>
                <a:lnTo>
                  <a:pt x="11423" y="572"/>
                </a:lnTo>
                <a:lnTo>
                  <a:pt x="11236" y="502"/>
                </a:lnTo>
                <a:lnTo>
                  <a:pt x="11048" y="441"/>
                </a:lnTo>
                <a:lnTo>
                  <a:pt x="10834" y="387"/>
                </a:lnTo>
                <a:lnTo>
                  <a:pt x="10620" y="332"/>
                </a:lnTo>
                <a:lnTo>
                  <a:pt x="10406" y="286"/>
                </a:lnTo>
                <a:lnTo>
                  <a:pt x="9925" y="201"/>
                </a:lnTo>
                <a:lnTo>
                  <a:pt x="9443" y="132"/>
                </a:lnTo>
                <a:lnTo>
                  <a:pt x="8908" y="78"/>
                </a:lnTo>
                <a:lnTo>
                  <a:pt x="8373" y="31"/>
                </a:lnTo>
                <a:lnTo>
                  <a:pt x="7838" y="8"/>
                </a:lnTo>
                <a:lnTo>
                  <a:pt x="72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rot="10800000">
            <a:off x="7895333" y="4417750"/>
            <a:ext cx="591942" cy="545250"/>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rot="10800000">
            <a:off x="6396268" y="4695082"/>
            <a:ext cx="74246" cy="79137"/>
          </a:xfrm>
          <a:custGeom>
            <a:rect b="b" l="l" r="r" t="t"/>
            <a:pathLst>
              <a:path extrusionOk="0" h="11265" w="32422">
                <a:moveTo>
                  <a:pt x="28115" y="1"/>
                </a:moveTo>
                <a:lnTo>
                  <a:pt x="27741" y="9"/>
                </a:lnTo>
                <a:lnTo>
                  <a:pt x="27339" y="32"/>
                </a:lnTo>
                <a:lnTo>
                  <a:pt x="26965" y="55"/>
                </a:lnTo>
                <a:lnTo>
                  <a:pt x="26590" y="94"/>
                </a:lnTo>
                <a:lnTo>
                  <a:pt x="26216" y="148"/>
                </a:lnTo>
                <a:lnTo>
                  <a:pt x="25841" y="209"/>
                </a:lnTo>
                <a:lnTo>
                  <a:pt x="25494" y="279"/>
                </a:lnTo>
                <a:lnTo>
                  <a:pt x="25146" y="364"/>
                </a:lnTo>
                <a:lnTo>
                  <a:pt x="24825" y="464"/>
                </a:lnTo>
                <a:lnTo>
                  <a:pt x="23327" y="966"/>
                </a:lnTo>
                <a:lnTo>
                  <a:pt x="21829" y="1460"/>
                </a:lnTo>
                <a:lnTo>
                  <a:pt x="18752" y="2456"/>
                </a:lnTo>
                <a:lnTo>
                  <a:pt x="15676" y="3444"/>
                </a:lnTo>
                <a:lnTo>
                  <a:pt x="12627" y="4448"/>
                </a:lnTo>
                <a:lnTo>
                  <a:pt x="11102" y="4957"/>
                </a:lnTo>
                <a:lnTo>
                  <a:pt x="9604" y="5467"/>
                </a:lnTo>
                <a:lnTo>
                  <a:pt x="8133" y="5976"/>
                </a:lnTo>
                <a:lnTo>
                  <a:pt x="6661" y="6493"/>
                </a:lnTo>
                <a:lnTo>
                  <a:pt x="5243" y="7011"/>
                </a:lnTo>
                <a:lnTo>
                  <a:pt x="3852" y="7536"/>
                </a:lnTo>
                <a:lnTo>
                  <a:pt x="2488" y="8068"/>
                </a:lnTo>
                <a:lnTo>
                  <a:pt x="1177" y="8609"/>
                </a:lnTo>
                <a:lnTo>
                  <a:pt x="963" y="8701"/>
                </a:lnTo>
                <a:lnTo>
                  <a:pt x="776" y="8786"/>
                </a:lnTo>
                <a:lnTo>
                  <a:pt x="616" y="8879"/>
                </a:lnTo>
                <a:lnTo>
                  <a:pt x="482" y="8964"/>
                </a:lnTo>
                <a:lnTo>
                  <a:pt x="348" y="9056"/>
                </a:lnTo>
                <a:lnTo>
                  <a:pt x="268" y="9141"/>
                </a:lnTo>
                <a:lnTo>
                  <a:pt x="161" y="9226"/>
                </a:lnTo>
                <a:lnTo>
                  <a:pt x="107" y="9319"/>
                </a:lnTo>
                <a:lnTo>
                  <a:pt x="54" y="9404"/>
                </a:lnTo>
                <a:lnTo>
                  <a:pt x="27" y="9489"/>
                </a:lnTo>
                <a:lnTo>
                  <a:pt x="0" y="9566"/>
                </a:lnTo>
                <a:lnTo>
                  <a:pt x="0" y="9651"/>
                </a:lnTo>
                <a:lnTo>
                  <a:pt x="54" y="9813"/>
                </a:lnTo>
                <a:lnTo>
                  <a:pt x="161" y="9967"/>
                </a:lnTo>
                <a:lnTo>
                  <a:pt x="321" y="10114"/>
                </a:lnTo>
                <a:lnTo>
                  <a:pt x="562" y="10261"/>
                </a:lnTo>
                <a:lnTo>
                  <a:pt x="830" y="10400"/>
                </a:lnTo>
                <a:lnTo>
                  <a:pt x="1124" y="10523"/>
                </a:lnTo>
                <a:lnTo>
                  <a:pt x="1498" y="10647"/>
                </a:lnTo>
                <a:lnTo>
                  <a:pt x="1873" y="10762"/>
                </a:lnTo>
                <a:lnTo>
                  <a:pt x="2301" y="10863"/>
                </a:lnTo>
                <a:lnTo>
                  <a:pt x="2756" y="10955"/>
                </a:lnTo>
                <a:lnTo>
                  <a:pt x="3264" y="11033"/>
                </a:lnTo>
                <a:lnTo>
                  <a:pt x="3772" y="11110"/>
                </a:lnTo>
                <a:lnTo>
                  <a:pt x="4307" y="11164"/>
                </a:lnTo>
                <a:lnTo>
                  <a:pt x="4842" y="11210"/>
                </a:lnTo>
                <a:lnTo>
                  <a:pt x="5404" y="11241"/>
                </a:lnTo>
                <a:lnTo>
                  <a:pt x="5992" y="11264"/>
                </a:lnTo>
                <a:lnTo>
                  <a:pt x="6554" y="11264"/>
                </a:lnTo>
                <a:lnTo>
                  <a:pt x="7143" y="11257"/>
                </a:lnTo>
                <a:lnTo>
                  <a:pt x="7731" y="11233"/>
                </a:lnTo>
                <a:lnTo>
                  <a:pt x="8293" y="11187"/>
                </a:lnTo>
                <a:lnTo>
                  <a:pt x="8855" y="11125"/>
                </a:lnTo>
                <a:lnTo>
                  <a:pt x="9417" y="11048"/>
                </a:lnTo>
                <a:lnTo>
                  <a:pt x="9952" y="10955"/>
                </a:lnTo>
                <a:lnTo>
                  <a:pt x="10219" y="10901"/>
                </a:lnTo>
                <a:lnTo>
                  <a:pt x="10487" y="10840"/>
                </a:lnTo>
                <a:lnTo>
                  <a:pt x="10727" y="10778"/>
                </a:lnTo>
                <a:lnTo>
                  <a:pt x="10968" y="10708"/>
                </a:lnTo>
                <a:lnTo>
                  <a:pt x="11209" y="10639"/>
                </a:lnTo>
                <a:lnTo>
                  <a:pt x="11450" y="10562"/>
                </a:lnTo>
                <a:lnTo>
                  <a:pt x="12867" y="10044"/>
                </a:lnTo>
                <a:lnTo>
                  <a:pt x="14232" y="9520"/>
                </a:lnTo>
                <a:lnTo>
                  <a:pt x="15569" y="8995"/>
                </a:lnTo>
                <a:lnTo>
                  <a:pt x="16907" y="8454"/>
                </a:lnTo>
                <a:lnTo>
                  <a:pt x="18191" y="7906"/>
                </a:lnTo>
                <a:lnTo>
                  <a:pt x="19475" y="7358"/>
                </a:lnTo>
                <a:lnTo>
                  <a:pt x="20732" y="6802"/>
                </a:lnTo>
                <a:lnTo>
                  <a:pt x="21963" y="6246"/>
                </a:lnTo>
                <a:lnTo>
                  <a:pt x="24424" y="5119"/>
                </a:lnTo>
                <a:lnTo>
                  <a:pt x="26831" y="3992"/>
                </a:lnTo>
                <a:lnTo>
                  <a:pt x="29265" y="2873"/>
                </a:lnTo>
                <a:lnTo>
                  <a:pt x="31700" y="1761"/>
                </a:lnTo>
                <a:lnTo>
                  <a:pt x="31941" y="1638"/>
                </a:lnTo>
                <a:lnTo>
                  <a:pt x="32128" y="1522"/>
                </a:lnTo>
                <a:lnTo>
                  <a:pt x="32288" y="1398"/>
                </a:lnTo>
                <a:lnTo>
                  <a:pt x="32369" y="1282"/>
                </a:lnTo>
                <a:lnTo>
                  <a:pt x="32422" y="1167"/>
                </a:lnTo>
                <a:lnTo>
                  <a:pt x="32422" y="1059"/>
                </a:lnTo>
                <a:lnTo>
                  <a:pt x="32395" y="950"/>
                </a:lnTo>
                <a:lnTo>
                  <a:pt x="32342" y="842"/>
                </a:lnTo>
                <a:lnTo>
                  <a:pt x="32208" y="750"/>
                </a:lnTo>
                <a:lnTo>
                  <a:pt x="32074" y="649"/>
                </a:lnTo>
                <a:lnTo>
                  <a:pt x="31887" y="564"/>
                </a:lnTo>
                <a:lnTo>
                  <a:pt x="31700" y="480"/>
                </a:lnTo>
                <a:lnTo>
                  <a:pt x="31459" y="402"/>
                </a:lnTo>
                <a:lnTo>
                  <a:pt x="31192" y="325"/>
                </a:lnTo>
                <a:lnTo>
                  <a:pt x="30924" y="263"/>
                </a:lnTo>
                <a:lnTo>
                  <a:pt x="30630" y="202"/>
                </a:lnTo>
                <a:lnTo>
                  <a:pt x="30309" y="148"/>
                </a:lnTo>
                <a:lnTo>
                  <a:pt x="29961" y="101"/>
                </a:lnTo>
                <a:lnTo>
                  <a:pt x="29613" y="63"/>
                </a:lnTo>
                <a:lnTo>
                  <a:pt x="29239" y="40"/>
                </a:lnTo>
                <a:lnTo>
                  <a:pt x="28864" y="16"/>
                </a:lnTo>
                <a:lnTo>
                  <a:pt x="28490" y="9"/>
                </a:lnTo>
                <a:lnTo>
                  <a:pt x="281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rot="10800000">
            <a:off x="6560404" y="4511162"/>
            <a:ext cx="137345" cy="99249"/>
          </a:xfrm>
          <a:custGeom>
            <a:rect b="b" l="l" r="r" t="t"/>
            <a:pathLst>
              <a:path extrusionOk="0" h="14128" w="59976">
                <a:moveTo>
                  <a:pt x="54812" y="0"/>
                </a:moveTo>
                <a:lnTo>
                  <a:pt x="54411" y="15"/>
                </a:lnTo>
                <a:lnTo>
                  <a:pt x="54010" y="46"/>
                </a:lnTo>
                <a:lnTo>
                  <a:pt x="53609" y="85"/>
                </a:lnTo>
                <a:lnTo>
                  <a:pt x="53234" y="139"/>
                </a:lnTo>
                <a:lnTo>
                  <a:pt x="52860" y="216"/>
                </a:lnTo>
                <a:lnTo>
                  <a:pt x="52485" y="301"/>
                </a:lnTo>
                <a:lnTo>
                  <a:pt x="52111" y="401"/>
                </a:lnTo>
                <a:lnTo>
                  <a:pt x="50800" y="818"/>
                </a:lnTo>
                <a:lnTo>
                  <a:pt x="49462" y="1220"/>
                </a:lnTo>
                <a:lnTo>
                  <a:pt x="48125" y="1621"/>
                </a:lnTo>
                <a:lnTo>
                  <a:pt x="46787" y="2007"/>
                </a:lnTo>
                <a:lnTo>
                  <a:pt x="45423" y="2393"/>
                </a:lnTo>
                <a:lnTo>
                  <a:pt x="44059" y="2771"/>
                </a:lnTo>
                <a:lnTo>
                  <a:pt x="42694" y="3134"/>
                </a:lnTo>
                <a:lnTo>
                  <a:pt x="41303" y="3497"/>
                </a:lnTo>
                <a:lnTo>
                  <a:pt x="39912" y="3852"/>
                </a:lnTo>
                <a:lnTo>
                  <a:pt x="38521" y="4207"/>
                </a:lnTo>
                <a:lnTo>
                  <a:pt x="37103" y="4547"/>
                </a:lnTo>
                <a:lnTo>
                  <a:pt x="35686" y="4879"/>
                </a:lnTo>
                <a:lnTo>
                  <a:pt x="34241" y="5211"/>
                </a:lnTo>
                <a:lnTo>
                  <a:pt x="32797" y="5535"/>
                </a:lnTo>
                <a:lnTo>
                  <a:pt x="31325" y="5852"/>
                </a:lnTo>
                <a:lnTo>
                  <a:pt x="29854" y="6160"/>
                </a:lnTo>
                <a:lnTo>
                  <a:pt x="28356" y="6469"/>
                </a:lnTo>
                <a:lnTo>
                  <a:pt x="26831" y="6770"/>
                </a:lnTo>
                <a:lnTo>
                  <a:pt x="25306" y="7064"/>
                </a:lnTo>
                <a:lnTo>
                  <a:pt x="23782" y="7349"/>
                </a:lnTo>
                <a:lnTo>
                  <a:pt x="22230" y="7635"/>
                </a:lnTo>
                <a:lnTo>
                  <a:pt x="20652" y="7913"/>
                </a:lnTo>
                <a:lnTo>
                  <a:pt x="19047" y="8183"/>
                </a:lnTo>
                <a:lnTo>
                  <a:pt x="17442" y="8453"/>
                </a:lnTo>
                <a:lnTo>
                  <a:pt x="15810" y="8716"/>
                </a:lnTo>
                <a:lnTo>
                  <a:pt x="14151" y="8971"/>
                </a:lnTo>
                <a:lnTo>
                  <a:pt x="12493" y="9225"/>
                </a:lnTo>
                <a:lnTo>
                  <a:pt x="10808" y="9472"/>
                </a:lnTo>
                <a:lnTo>
                  <a:pt x="9096" y="9712"/>
                </a:lnTo>
                <a:lnTo>
                  <a:pt x="7357" y="9951"/>
                </a:lnTo>
                <a:lnTo>
                  <a:pt x="5618" y="10183"/>
                </a:lnTo>
                <a:lnTo>
                  <a:pt x="3826" y="10414"/>
                </a:lnTo>
                <a:lnTo>
                  <a:pt x="3451" y="10468"/>
                </a:lnTo>
                <a:lnTo>
                  <a:pt x="3103" y="10522"/>
                </a:lnTo>
                <a:lnTo>
                  <a:pt x="2756" y="10576"/>
                </a:lnTo>
                <a:lnTo>
                  <a:pt x="2461" y="10638"/>
                </a:lnTo>
                <a:lnTo>
                  <a:pt x="2167" y="10700"/>
                </a:lnTo>
                <a:lnTo>
                  <a:pt x="1873" y="10769"/>
                </a:lnTo>
                <a:lnTo>
                  <a:pt x="1632" y="10839"/>
                </a:lnTo>
                <a:lnTo>
                  <a:pt x="1391" y="10908"/>
                </a:lnTo>
                <a:lnTo>
                  <a:pt x="1177" y="10985"/>
                </a:lnTo>
                <a:lnTo>
                  <a:pt x="990" y="11055"/>
                </a:lnTo>
                <a:lnTo>
                  <a:pt x="803" y="11132"/>
                </a:lnTo>
                <a:lnTo>
                  <a:pt x="642" y="11217"/>
                </a:lnTo>
                <a:lnTo>
                  <a:pt x="509" y="11294"/>
                </a:lnTo>
                <a:lnTo>
                  <a:pt x="375" y="11379"/>
                </a:lnTo>
                <a:lnTo>
                  <a:pt x="268" y="11464"/>
                </a:lnTo>
                <a:lnTo>
                  <a:pt x="188" y="11549"/>
                </a:lnTo>
                <a:lnTo>
                  <a:pt x="107" y="11634"/>
                </a:lnTo>
                <a:lnTo>
                  <a:pt x="54" y="11719"/>
                </a:lnTo>
                <a:lnTo>
                  <a:pt x="27" y="11804"/>
                </a:lnTo>
                <a:lnTo>
                  <a:pt x="0" y="11896"/>
                </a:lnTo>
                <a:lnTo>
                  <a:pt x="0" y="12074"/>
                </a:lnTo>
                <a:lnTo>
                  <a:pt x="54" y="12251"/>
                </a:lnTo>
                <a:lnTo>
                  <a:pt x="161" y="12421"/>
                </a:lnTo>
                <a:lnTo>
                  <a:pt x="321" y="12599"/>
                </a:lnTo>
                <a:lnTo>
                  <a:pt x="562" y="12769"/>
                </a:lnTo>
                <a:lnTo>
                  <a:pt x="830" y="12939"/>
                </a:lnTo>
                <a:lnTo>
                  <a:pt x="1151" y="13093"/>
                </a:lnTo>
                <a:lnTo>
                  <a:pt x="1525" y="13247"/>
                </a:lnTo>
                <a:lnTo>
                  <a:pt x="1926" y="13394"/>
                </a:lnTo>
                <a:lnTo>
                  <a:pt x="2381" y="13533"/>
                </a:lnTo>
                <a:lnTo>
                  <a:pt x="2863" y="13657"/>
                </a:lnTo>
                <a:lnTo>
                  <a:pt x="3398" y="13772"/>
                </a:lnTo>
                <a:lnTo>
                  <a:pt x="3959" y="13865"/>
                </a:lnTo>
                <a:lnTo>
                  <a:pt x="4548" y="13958"/>
                </a:lnTo>
                <a:lnTo>
                  <a:pt x="5163" y="14027"/>
                </a:lnTo>
                <a:lnTo>
                  <a:pt x="5484" y="14050"/>
                </a:lnTo>
                <a:lnTo>
                  <a:pt x="5832" y="14073"/>
                </a:lnTo>
                <a:lnTo>
                  <a:pt x="6153" y="14097"/>
                </a:lnTo>
                <a:lnTo>
                  <a:pt x="6501" y="14112"/>
                </a:lnTo>
                <a:lnTo>
                  <a:pt x="6848" y="14120"/>
                </a:lnTo>
                <a:lnTo>
                  <a:pt x="7196" y="14127"/>
                </a:lnTo>
                <a:lnTo>
                  <a:pt x="7544" y="14127"/>
                </a:lnTo>
                <a:lnTo>
                  <a:pt x="7892" y="14120"/>
                </a:lnTo>
                <a:lnTo>
                  <a:pt x="8266" y="14112"/>
                </a:lnTo>
                <a:lnTo>
                  <a:pt x="8641" y="14097"/>
                </a:lnTo>
                <a:lnTo>
                  <a:pt x="9015" y="14073"/>
                </a:lnTo>
                <a:lnTo>
                  <a:pt x="9390" y="14043"/>
                </a:lnTo>
                <a:lnTo>
                  <a:pt x="9764" y="14012"/>
                </a:lnTo>
                <a:lnTo>
                  <a:pt x="10139" y="13973"/>
                </a:lnTo>
                <a:lnTo>
                  <a:pt x="11985" y="13757"/>
                </a:lnTo>
                <a:lnTo>
                  <a:pt x="13830" y="13525"/>
                </a:lnTo>
                <a:lnTo>
                  <a:pt x="15649" y="13286"/>
                </a:lnTo>
                <a:lnTo>
                  <a:pt x="17468" y="13039"/>
                </a:lnTo>
                <a:lnTo>
                  <a:pt x="19261" y="12769"/>
                </a:lnTo>
                <a:lnTo>
                  <a:pt x="21053" y="12499"/>
                </a:lnTo>
                <a:lnTo>
                  <a:pt x="22819" y="12213"/>
                </a:lnTo>
                <a:lnTo>
                  <a:pt x="24584" y="11912"/>
                </a:lnTo>
                <a:lnTo>
                  <a:pt x="26323" y="11611"/>
                </a:lnTo>
                <a:lnTo>
                  <a:pt x="28035" y="11294"/>
                </a:lnTo>
                <a:lnTo>
                  <a:pt x="29720" y="10962"/>
                </a:lnTo>
                <a:lnTo>
                  <a:pt x="31406" y="10630"/>
                </a:lnTo>
                <a:lnTo>
                  <a:pt x="33064" y="10283"/>
                </a:lnTo>
                <a:lnTo>
                  <a:pt x="34696" y="9928"/>
                </a:lnTo>
                <a:lnTo>
                  <a:pt x="36301" y="9557"/>
                </a:lnTo>
                <a:lnTo>
                  <a:pt x="37906" y="9187"/>
                </a:lnTo>
                <a:lnTo>
                  <a:pt x="39457" y="8801"/>
                </a:lnTo>
                <a:lnTo>
                  <a:pt x="41009" y="8415"/>
                </a:lnTo>
                <a:lnTo>
                  <a:pt x="42507" y="8013"/>
                </a:lnTo>
                <a:lnTo>
                  <a:pt x="43978" y="7604"/>
                </a:lnTo>
                <a:lnTo>
                  <a:pt x="45450" y="7187"/>
                </a:lnTo>
                <a:lnTo>
                  <a:pt x="46867" y="6770"/>
                </a:lnTo>
                <a:lnTo>
                  <a:pt x="48258" y="6338"/>
                </a:lnTo>
                <a:lnTo>
                  <a:pt x="49623" y="5898"/>
                </a:lnTo>
                <a:lnTo>
                  <a:pt x="50960" y="5458"/>
                </a:lnTo>
                <a:lnTo>
                  <a:pt x="52244" y="5010"/>
                </a:lnTo>
                <a:lnTo>
                  <a:pt x="53502" y="4555"/>
                </a:lnTo>
                <a:lnTo>
                  <a:pt x="54732" y="4092"/>
                </a:lnTo>
                <a:lnTo>
                  <a:pt x="55936" y="3621"/>
                </a:lnTo>
                <a:lnTo>
                  <a:pt x="57086" y="3150"/>
                </a:lnTo>
                <a:lnTo>
                  <a:pt x="58210" y="2671"/>
                </a:lnTo>
                <a:lnTo>
                  <a:pt x="59280" y="2185"/>
                </a:lnTo>
                <a:lnTo>
                  <a:pt x="59520" y="2061"/>
                </a:lnTo>
                <a:lnTo>
                  <a:pt x="59681" y="1945"/>
                </a:lnTo>
                <a:lnTo>
                  <a:pt x="59815" y="1822"/>
                </a:lnTo>
                <a:lnTo>
                  <a:pt x="59922" y="1698"/>
                </a:lnTo>
                <a:lnTo>
                  <a:pt x="59948" y="1567"/>
                </a:lnTo>
                <a:lnTo>
                  <a:pt x="59975" y="1444"/>
                </a:lnTo>
                <a:lnTo>
                  <a:pt x="59922" y="1328"/>
                </a:lnTo>
                <a:lnTo>
                  <a:pt x="59841" y="1204"/>
                </a:lnTo>
                <a:lnTo>
                  <a:pt x="59734" y="1089"/>
                </a:lnTo>
                <a:lnTo>
                  <a:pt x="59601" y="973"/>
                </a:lnTo>
                <a:lnTo>
                  <a:pt x="59413" y="857"/>
                </a:lnTo>
                <a:lnTo>
                  <a:pt x="59226" y="749"/>
                </a:lnTo>
                <a:lnTo>
                  <a:pt x="58985" y="648"/>
                </a:lnTo>
                <a:lnTo>
                  <a:pt x="58718" y="548"/>
                </a:lnTo>
                <a:lnTo>
                  <a:pt x="58450" y="455"/>
                </a:lnTo>
                <a:lnTo>
                  <a:pt x="58156" y="371"/>
                </a:lnTo>
                <a:lnTo>
                  <a:pt x="57835" y="293"/>
                </a:lnTo>
                <a:lnTo>
                  <a:pt x="57487" y="224"/>
                </a:lnTo>
                <a:lnTo>
                  <a:pt x="57140" y="162"/>
                </a:lnTo>
                <a:lnTo>
                  <a:pt x="56765" y="108"/>
                </a:lnTo>
                <a:lnTo>
                  <a:pt x="56391" y="69"/>
                </a:lnTo>
                <a:lnTo>
                  <a:pt x="55989" y="31"/>
                </a:lnTo>
                <a:lnTo>
                  <a:pt x="55615" y="8"/>
                </a:lnTo>
                <a:lnTo>
                  <a:pt x="5521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rot="10800000">
            <a:off x="6791066" y="4454801"/>
            <a:ext cx="103652" cy="39164"/>
          </a:xfrm>
          <a:custGeom>
            <a:rect b="b" l="l" r="r" t="t"/>
            <a:pathLst>
              <a:path extrusionOk="0" h="5575" w="45263">
                <a:moveTo>
                  <a:pt x="43256" y="1"/>
                </a:moveTo>
                <a:lnTo>
                  <a:pt x="43069" y="8"/>
                </a:lnTo>
                <a:lnTo>
                  <a:pt x="42855" y="16"/>
                </a:lnTo>
                <a:lnTo>
                  <a:pt x="40340" y="186"/>
                </a:lnTo>
                <a:lnTo>
                  <a:pt x="37852" y="333"/>
                </a:lnTo>
                <a:lnTo>
                  <a:pt x="35338" y="479"/>
                </a:lnTo>
                <a:lnTo>
                  <a:pt x="32823" y="611"/>
                </a:lnTo>
                <a:lnTo>
                  <a:pt x="30335" y="734"/>
                </a:lnTo>
                <a:lnTo>
                  <a:pt x="27794" y="850"/>
                </a:lnTo>
                <a:lnTo>
                  <a:pt x="22738" y="1081"/>
                </a:lnTo>
                <a:lnTo>
                  <a:pt x="21508" y="1135"/>
                </a:lnTo>
                <a:lnTo>
                  <a:pt x="20277" y="1182"/>
                </a:lnTo>
                <a:lnTo>
                  <a:pt x="17843" y="1274"/>
                </a:lnTo>
                <a:lnTo>
                  <a:pt x="15382" y="1359"/>
                </a:lnTo>
                <a:lnTo>
                  <a:pt x="12947" y="1452"/>
                </a:lnTo>
                <a:lnTo>
                  <a:pt x="11717" y="1514"/>
                </a:lnTo>
                <a:lnTo>
                  <a:pt x="10513" y="1575"/>
                </a:lnTo>
                <a:lnTo>
                  <a:pt x="9309" y="1645"/>
                </a:lnTo>
                <a:lnTo>
                  <a:pt x="8132" y="1722"/>
                </a:lnTo>
                <a:lnTo>
                  <a:pt x="6929" y="1815"/>
                </a:lnTo>
                <a:lnTo>
                  <a:pt x="5751" y="1915"/>
                </a:lnTo>
                <a:lnTo>
                  <a:pt x="4601" y="2031"/>
                </a:lnTo>
                <a:lnTo>
                  <a:pt x="3451" y="2154"/>
                </a:lnTo>
                <a:lnTo>
                  <a:pt x="3130" y="2201"/>
                </a:lnTo>
                <a:lnTo>
                  <a:pt x="2836" y="2239"/>
                </a:lnTo>
                <a:lnTo>
                  <a:pt x="2568" y="2286"/>
                </a:lnTo>
                <a:lnTo>
                  <a:pt x="2301" y="2332"/>
                </a:lnTo>
                <a:lnTo>
                  <a:pt x="2060" y="2386"/>
                </a:lnTo>
                <a:lnTo>
                  <a:pt x="1819" y="2440"/>
                </a:lnTo>
                <a:lnTo>
                  <a:pt x="1391" y="2548"/>
                </a:lnTo>
                <a:lnTo>
                  <a:pt x="1043" y="2672"/>
                </a:lnTo>
                <a:lnTo>
                  <a:pt x="722" y="2803"/>
                </a:lnTo>
                <a:lnTo>
                  <a:pt x="482" y="2942"/>
                </a:lnTo>
                <a:lnTo>
                  <a:pt x="294" y="3081"/>
                </a:lnTo>
                <a:lnTo>
                  <a:pt x="134" y="3228"/>
                </a:lnTo>
                <a:lnTo>
                  <a:pt x="54" y="3374"/>
                </a:lnTo>
                <a:lnTo>
                  <a:pt x="0" y="3529"/>
                </a:lnTo>
                <a:lnTo>
                  <a:pt x="0" y="3683"/>
                </a:lnTo>
                <a:lnTo>
                  <a:pt x="54" y="3837"/>
                </a:lnTo>
                <a:lnTo>
                  <a:pt x="134" y="3992"/>
                </a:lnTo>
                <a:lnTo>
                  <a:pt x="294" y="4146"/>
                </a:lnTo>
                <a:lnTo>
                  <a:pt x="455" y="4293"/>
                </a:lnTo>
                <a:lnTo>
                  <a:pt x="669" y="4440"/>
                </a:lnTo>
                <a:lnTo>
                  <a:pt x="936" y="4586"/>
                </a:lnTo>
                <a:lnTo>
                  <a:pt x="1231" y="4717"/>
                </a:lnTo>
                <a:lnTo>
                  <a:pt x="1552" y="4849"/>
                </a:lnTo>
                <a:lnTo>
                  <a:pt x="1899" y="4972"/>
                </a:lnTo>
                <a:lnTo>
                  <a:pt x="2301" y="5088"/>
                </a:lnTo>
                <a:lnTo>
                  <a:pt x="2729" y="5196"/>
                </a:lnTo>
                <a:lnTo>
                  <a:pt x="3183" y="5289"/>
                </a:lnTo>
                <a:lnTo>
                  <a:pt x="3665" y="5374"/>
                </a:lnTo>
                <a:lnTo>
                  <a:pt x="4173" y="5443"/>
                </a:lnTo>
                <a:lnTo>
                  <a:pt x="4708" y="5497"/>
                </a:lnTo>
                <a:lnTo>
                  <a:pt x="5243" y="5544"/>
                </a:lnTo>
                <a:lnTo>
                  <a:pt x="5832" y="5567"/>
                </a:lnTo>
                <a:lnTo>
                  <a:pt x="6420" y="5574"/>
                </a:lnTo>
                <a:lnTo>
                  <a:pt x="7036" y="5567"/>
                </a:lnTo>
                <a:lnTo>
                  <a:pt x="7651" y="5544"/>
                </a:lnTo>
                <a:lnTo>
                  <a:pt x="8855" y="5466"/>
                </a:lnTo>
                <a:lnTo>
                  <a:pt x="10005" y="5381"/>
                </a:lnTo>
                <a:lnTo>
                  <a:pt x="11182" y="5281"/>
                </a:lnTo>
                <a:lnTo>
                  <a:pt x="12305" y="5165"/>
                </a:lnTo>
                <a:lnTo>
                  <a:pt x="13456" y="5034"/>
                </a:lnTo>
                <a:lnTo>
                  <a:pt x="14579" y="4903"/>
                </a:lnTo>
                <a:lnTo>
                  <a:pt x="15703" y="4756"/>
                </a:lnTo>
                <a:lnTo>
                  <a:pt x="16799" y="4609"/>
                </a:lnTo>
                <a:lnTo>
                  <a:pt x="19020" y="4293"/>
                </a:lnTo>
                <a:lnTo>
                  <a:pt x="21187" y="3976"/>
                </a:lnTo>
                <a:lnTo>
                  <a:pt x="23380" y="3660"/>
                </a:lnTo>
                <a:lnTo>
                  <a:pt x="24477" y="3505"/>
                </a:lnTo>
                <a:lnTo>
                  <a:pt x="25574" y="3359"/>
                </a:lnTo>
                <a:lnTo>
                  <a:pt x="30202" y="2757"/>
                </a:lnTo>
                <a:lnTo>
                  <a:pt x="32502" y="2456"/>
                </a:lnTo>
                <a:lnTo>
                  <a:pt x="34803" y="2162"/>
                </a:lnTo>
                <a:lnTo>
                  <a:pt x="37103" y="1884"/>
                </a:lnTo>
                <a:lnTo>
                  <a:pt x="39431" y="1606"/>
                </a:lnTo>
                <a:lnTo>
                  <a:pt x="41811" y="1336"/>
                </a:lnTo>
                <a:lnTo>
                  <a:pt x="44192" y="1081"/>
                </a:lnTo>
                <a:lnTo>
                  <a:pt x="44379" y="1058"/>
                </a:lnTo>
                <a:lnTo>
                  <a:pt x="44540" y="1035"/>
                </a:lnTo>
                <a:lnTo>
                  <a:pt x="44700" y="1004"/>
                </a:lnTo>
                <a:lnTo>
                  <a:pt x="44834" y="966"/>
                </a:lnTo>
                <a:lnTo>
                  <a:pt x="44941" y="927"/>
                </a:lnTo>
                <a:lnTo>
                  <a:pt x="45048" y="888"/>
                </a:lnTo>
                <a:lnTo>
                  <a:pt x="45128" y="842"/>
                </a:lnTo>
                <a:lnTo>
                  <a:pt x="45182" y="804"/>
                </a:lnTo>
                <a:lnTo>
                  <a:pt x="45235" y="757"/>
                </a:lnTo>
                <a:lnTo>
                  <a:pt x="45262" y="703"/>
                </a:lnTo>
                <a:lnTo>
                  <a:pt x="45262" y="611"/>
                </a:lnTo>
                <a:lnTo>
                  <a:pt x="45235" y="510"/>
                </a:lnTo>
                <a:lnTo>
                  <a:pt x="45128" y="410"/>
                </a:lnTo>
                <a:lnTo>
                  <a:pt x="44968" y="317"/>
                </a:lnTo>
                <a:lnTo>
                  <a:pt x="44781" y="232"/>
                </a:lnTo>
                <a:lnTo>
                  <a:pt x="44540" y="155"/>
                </a:lnTo>
                <a:lnTo>
                  <a:pt x="44272" y="86"/>
                </a:lnTo>
                <a:lnTo>
                  <a:pt x="44112" y="62"/>
                </a:lnTo>
                <a:lnTo>
                  <a:pt x="43951" y="39"/>
                </a:lnTo>
                <a:lnTo>
                  <a:pt x="43791" y="24"/>
                </a:lnTo>
                <a:lnTo>
                  <a:pt x="43630" y="8"/>
                </a:lnTo>
                <a:lnTo>
                  <a:pt x="4344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rot="10800000">
            <a:off x="8750826" y="4804301"/>
            <a:ext cx="716024" cy="390161"/>
          </a:xfrm>
          <a:custGeom>
            <a:rect b="b" l="l" r="r" t="t"/>
            <a:pathLst>
              <a:path extrusionOk="0" h="43472" w="243753">
                <a:moveTo>
                  <a:pt x="5966" y="1"/>
                </a:moveTo>
                <a:lnTo>
                  <a:pt x="5351" y="8"/>
                </a:lnTo>
                <a:lnTo>
                  <a:pt x="4762" y="24"/>
                </a:lnTo>
                <a:lnTo>
                  <a:pt x="4174" y="62"/>
                </a:lnTo>
                <a:lnTo>
                  <a:pt x="3585" y="109"/>
                </a:lnTo>
                <a:lnTo>
                  <a:pt x="3050" y="170"/>
                </a:lnTo>
                <a:lnTo>
                  <a:pt x="2542" y="248"/>
                </a:lnTo>
                <a:lnTo>
                  <a:pt x="2060" y="340"/>
                </a:lnTo>
                <a:lnTo>
                  <a:pt x="1820" y="394"/>
                </a:lnTo>
                <a:lnTo>
                  <a:pt x="1606" y="448"/>
                </a:lnTo>
                <a:lnTo>
                  <a:pt x="1418" y="510"/>
                </a:lnTo>
                <a:lnTo>
                  <a:pt x="1204" y="572"/>
                </a:lnTo>
                <a:lnTo>
                  <a:pt x="1044" y="634"/>
                </a:lnTo>
                <a:lnTo>
                  <a:pt x="857" y="703"/>
                </a:lnTo>
                <a:lnTo>
                  <a:pt x="723" y="773"/>
                </a:lnTo>
                <a:lnTo>
                  <a:pt x="562" y="850"/>
                </a:lnTo>
                <a:lnTo>
                  <a:pt x="455" y="935"/>
                </a:lnTo>
                <a:lnTo>
                  <a:pt x="322" y="1012"/>
                </a:lnTo>
                <a:lnTo>
                  <a:pt x="241" y="1104"/>
                </a:lnTo>
                <a:lnTo>
                  <a:pt x="161" y="1189"/>
                </a:lnTo>
                <a:lnTo>
                  <a:pt x="81" y="1282"/>
                </a:lnTo>
                <a:lnTo>
                  <a:pt x="54" y="1382"/>
                </a:lnTo>
                <a:lnTo>
                  <a:pt x="27" y="1483"/>
                </a:lnTo>
                <a:lnTo>
                  <a:pt x="1" y="1591"/>
                </a:lnTo>
                <a:lnTo>
                  <a:pt x="27" y="1699"/>
                </a:lnTo>
                <a:lnTo>
                  <a:pt x="54" y="1807"/>
                </a:lnTo>
                <a:lnTo>
                  <a:pt x="402" y="2733"/>
                </a:lnTo>
                <a:lnTo>
                  <a:pt x="803" y="3660"/>
                </a:lnTo>
                <a:lnTo>
                  <a:pt x="1285" y="4586"/>
                </a:lnTo>
                <a:lnTo>
                  <a:pt x="1793" y="5513"/>
                </a:lnTo>
                <a:lnTo>
                  <a:pt x="2355" y="6439"/>
                </a:lnTo>
                <a:lnTo>
                  <a:pt x="2970" y="7358"/>
                </a:lnTo>
                <a:lnTo>
                  <a:pt x="3639" y="8276"/>
                </a:lnTo>
                <a:lnTo>
                  <a:pt x="4361" y="9195"/>
                </a:lnTo>
                <a:lnTo>
                  <a:pt x="5110" y="10106"/>
                </a:lnTo>
                <a:lnTo>
                  <a:pt x="5939" y="11017"/>
                </a:lnTo>
                <a:lnTo>
                  <a:pt x="6822" y="11920"/>
                </a:lnTo>
                <a:lnTo>
                  <a:pt x="7732" y="12823"/>
                </a:lnTo>
                <a:lnTo>
                  <a:pt x="8721" y="13719"/>
                </a:lnTo>
                <a:lnTo>
                  <a:pt x="9738" y="14607"/>
                </a:lnTo>
                <a:lnTo>
                  <a:pt x="10808" y="15494"/>
                </a:lnTo>
                <a:lnTo>
                  <a:pt x="11931" y="16374"/>
                </a:lnTo>
                <a:lnTo>
                  <a:pt x="13108" y="17247"/>
                </a:lnTo>
                <a:lnTo>
                  <a:pt x="14339" y="18111"/>
                </a:lnTo>
                <a:lnTo>
                  <a:pt x="15623" y="18968"/>
                </a:lnTo>
                <a:lnTo>
                  <a:pt x="16961" y="19818"/>
                </a:lnTo>
                <a:lnTo>
                  <a:pt x="18325" y="20667"/>
                </a:lnTo>
                <a:lnTo>
                  <a:pt x="19769" y="21500"/>
                </a:lnTo>
                <a:lnTo>
                  <a:pt x="21241" y="22319"/>
                </a:lnTo>
                <a:lnTo>
                  <a:pt x="22765" y="23137"/>
                </a:lnTo>
                <a:lnTo>
                  <a:pt x="24344" y="23940"/>
                </a:lnTo>
                <a:lnTo>
                  <a:pt x="25975" y="24735"/>
                </a:lnTo>
                <a:lnTo>
                  <a:pt x="27661" y="25523"/>
                </a:lnTo>
                <a:lnTo>
                  <a:pt x="29373" y="26295"/>
                </a:lnTo>
                <a:lnTo>
                  <a:pt x="31165" y="27059"/>
                </a:lnTo>
                <a:lnTo>
                  <a:pt x="32075" y="27437"/>
                </a:lnTo>
                <a:lnTo>
                  <a:pt x="32984" y="27808"/>
                </a:lnTo>
                <a:lnTo>
                  <a:pt x="33920" y="28178"/>
                </a:lnTo>
                <a:lnTo>
                  <a:pt x="34857" y="28549"/>
                </a:lnTo>
                <a:lnTo>
                  <a:pt x="35820" y="28912"/>
                </a:lnTo>
                <a:lnTo>
                  <a:pt x="36783" y="29274"/>
                </a:lnTo>
                <a:lnTo>
                  <a:pt x="37772" y="29630"/>
                </a:lnTo>
                <a:lnTo>
                  <a:pt x="38762" y="29985"/>
                </a:lnTo>
                <a:lnTo>
                  <a:pt x="39779" y="30340"/>
                </a:lnTo>
                <a:lnTo>
                  <a:pt x="40795" y="30687"/>
                </a:lnTo>
                <a:lnTo>
                  <a:pt x="41812" y="31027"/>
                </a:lnTo>
                <a:lnTo>
                  <a:pt x="42855" y="31374"/>
                </a:lnTo>
                <a:lnTo>
                  <a:pt x="43925" y="31706"/>
                </a:lnTo>
                <a:lnTo>
                  <a:pt x="44968" y="32038"/>
                </a:lnTo>
                <a:lnTo>
                  <a:pt x="46065" y="32370"/>
                </a:lnTo>
                <a:lnTo>
                  <a:pt x="47162" y="32694"/>
                </a:lnTo>
                <a:lnTo>
                  <a:pt x="48259" y="33019"/>
                </a:lnTo>
                <a:lnTo>
                  <a:pt x="49382" y="33335"/>
                </a:lnTo>
                <a:lnTo>
                  <a:pt x="50506" y="33652"/>
                </a:lnTo>
                <a:lnTo>
                  <a:pt x="51629" y="33960"/>
                </a:lnTo>
                <a:lnTo>
                  <a:pt x="52780" y="34269"/>
                </a:lnTo>
                <a:lnTo>
                  <a:pt x="53957" y="34570"/>
                </a:lnTo>
                <a:lnTo>
                  <a:pt x="55134" y="34871"/>
                </a:lnTo>
                <a:lnTo>
                  <a:pt x="56311" y="35165"/>
                </a:lnTo>
                <a:lnTo>
                  <a:pt x="57514" y="35458"/>
                </a:lnTo>
                <a:lnTo>
                  <a:pt x="58745" y="35744"/>
                </a:lnTo>
                <a:lnTo>
                  <a:pt x="59975" y="36022"/>
                </a:lnTo>
                <a:lnTo>
                  <a:pt x="61206" y="36300"/>
                </a:lnTo>
                <a:lnTo>
                  <a:pt x="62437" y="36570"/>
                </a:lnTo>
                <a:lnTo>
                  <a:pt x="63721" y="36840"/>
                </a:lnTo>
                <a:lnTo>
                  <a:pt x="64978" y="37102"/>
                </a:lnTo>
                <a:lnTo>
                  <a:pt x="66262" y="37365"/>
                </a:lnTo>
                <a:lnTo>
                  <a:pt x="67573" y="37620"/>
                </a:lnTo>
                <a:lnTo>
                  <a:pt x="68883" y="37867"/>
                </a:lnTo>
                <a:lnTo>
                  <a:pt x="70194" y="38114"/>
                </a:lnTo>
                <a:lnTo>
                  <a:pt x="71532" y="38353"/>
                </a:lnTo>
                <a:lnTo>
                  <a:pt x="72869" y="38592"/>
                </a:lnTo>
                <a:lnTo>
                  <a:pt x="74234" y="38824"/>
                </a:lnTo>
                <a:lnTo>
                  <a:pt x="75598" y="39048"/>
                </a:lnTo>
                <a:lnTo>
                  <a:pt x="76989" y="39264"/>
                </a:lnTo>
                <a:lnTo>
                  <a:pt x="78380" y="39480"/>
                </a:lnTo>
                <a:lnTo>
                  <a:pt x="79798" y="39696"/>
                </a:lnTo>
                <a:lnTo>
                  <a:pt x="81215" y="39897"/>
                </a:lnTo>
                <a:lnTo>
                  <a:pt x="82633" y="40098"/>
                </a:lnTo>
                <a:lnTo>
                  <a:pt x="84078" y="40298"/>
                </a:lnTo>
                <a:lnTo>
                  <a:pt x="85522" y="40484"/>
                </a:lnTo>
                <a:lnTo>
                  <a:pt x="86994" y="40669"/>
                </a:lnTo>
                <a:lnTo>
                  <a:pt x="88465" y="40847"/>
                </a:lnTo>
                <a:lnTo>
                  <a:pt x="89963" y="41024"/>
                </a:lnTo>
                <a:lnTo>
                  <a:pt x="91461" y="41194"/>
                </a:lnTo>
                <a:lnTo>
                  <a:pt x="92959" y="41356"/>
                </a:lnTo>
                <a:lnTo>
                  <a:pt x="94484" y="41510"/>
                </a:lnTo>
                <a:lnTo>
                  <a:pt x="96035" y="41665"/>
                </a:lnTo>
                <a:lnTo>
                  <a:pt x="97587" y="41812"/>
                </a:lnTo>
                <a:lnTo>
                  <a:pt x="99138" y="41950"/>
                </a:lnTo>
                <a:lnTo>
                  <a:pt x="100717" y="42082"/>
                </a:lnTo>
                <a:lnTo>
                  <a:pt x="102295" y="42213"/>
                </a:lnTo>
                <a:lnTo>
                  <a:pt x="103873" y="42336"/>
                </a:lnTo>
                <a:lnTo>
                  <a:pt x="105505" y="42452"/>
                </a:lnTo>
                <a:lnTo>
                  <a:pt x="107110" y="42560"/>
                </a:lnTo>
                <a:lnTo>
                  <a:pt x="108742" y="42668"/>
                </a:lnTo>
                <a:lnTo>
                  <a:pt x="110374" y="42761"/>
                </a:lnTo>
                <a:lnTo>
                  <a:pt x="112032" y="42854"/>
                </a:lnTo>
                <a:lnTo>
                  <a:pt x="113691" y="42939"/>
                </a:lnTo>
                <a:lnTo>
                  <a:pt x="115376" y="43024"/>
                </a:lnTo>
                <a:lnTo>
                  <a:pt x="117061" y="43093"/>
                </a:lnTo>
                <a:lnTo>
                  <a:pt x="118773" y="43163"/>
                </a:lnTo>
                <a:lnTo>
                  <a:pt x="120485" y="43224"/>
                </a:lnTo>
                <a:lnTo>
                  <a:pt x="122197" y="43278"/>
                </a:lnTo>
                <a:lnTo>
                  <a:pt x="123936" y="43325"/>
                </a:lnTo>
                <a:lnTo>
                  <a:pt x="125835" y="43371"/>
                </a:lnTo>
                <a:lnTo>
                  <a:pt x="127708" y="43402"/>
                </a:lnTo>
                <a:lnTo>
                  <a:pt x="129581" y="43433"/>
                </a:lnTo>
                <a:lnTo>
                  <a:pt x="131426" y="43456"/>
                </a:lnTo>
                <a:lnTo>
                  <a:pt x="133245" y="43464"/>
                </a:lnTo>
                <a:lnTo>
                  <a:pt x="135064" y="43471"/>
                </a:lnTo>
                <a:lnTo>
                  <a:pt x="136883" y="43471"/>
                </a:lnTo>
                <a:lnTo>
                  <a:pt x="138676" y="43456"/>
                </a:lnTo>
                <a:lnTo>
                  <a:pt x="140441" y="43440"/>
                </a:lnTo>
                <a:lnTo>
                  <a:pt x="142180" y="43410"/>
                </a:lnTo>
                <a:lnTo>
                  <a:pt x="143946" y="43379"/>
                </a:lnTo>
                <a:lnTo>
                  <a:pt x="145658" y="43340"/>
                </a:lnTo>
                <a:lnTo>
                  <a:pt x="147370" y="43286"/>
                </a:lnTo>
                <a:lnTo>
                  <a:pt x="149082" y="43232"/>
                </a:lnTo>
                <a:lnTo>
                  <a:pt x="150767" y="43170"/>
                </a:lnTo>
                <a:lnTo>
                  <a:pt x="152426" y="43101"/>
                </a:lnTo>
                <a:lnTo>
                  <a:pt x="154084" y="43024"/>
                </a:lnTo>
                <a:lnTo>
                  <a:pt x="155716" y="42939"/>
                </a:lnTo>
                <a:lnTo>
                  <a:pt x="157348" y="42846"/>
                </a:lnTo>
                <a:lnTo>
                  <a:pt x="158953" y="42746"/>
                </a:lnTo>
                <a:lnTo>
                  <a:pt x="160531" y="42638"/>
                </a:lnTo>
                <a:lnTo>
                  <a:pt x="162109" y="42529"/>
                </a:lnTo>
                <a:lnTo>
                  <a:pt x="163688" y="42406"/>
                </a:lnTo>
                <a:lnTo>
                  <a:pt x="165212" y="42282"/>
                </a:lnTo>
                <a:lnTo>
                  <a:pt x="166764" y="42151"/>
                </a:lnTo>
                <a:lnTo>
                  <a:pt x="168262" y="42012"/>
                </a:lnTo>
                <a:lnTo>
                  <a:pt x="169787" y="41866"/>
                </a:lnTo>
                <a:lnTo>
                  <a:pt x="171258" y="41711"/>
                </a:lnTo>
                <a:lnTo>
                  <a:pt x="172729" y="41557"/>
                </a:lnTo>
                <a:lnTo>
                  <a:pt x="174201" y="41387"/>
                </a:lnTo>
                <a:lnTo>
                  <a:pt x="175645" y="41217"/>
                </a:lnTo>
                <a:lnTo>
                  <a:pt x="177063" y="41040"/>
                </a:lnTo>
                <a:lnTo>
                  <a:pt x="178481" y="40854"/>
                </a:lnTo>
                <a:lnTo>
                  <a:pt x="179872" y="40669"/>
                </a:lnTo>
                <a:lnTo>
                  <a:pt x="181263" y="40468"/>
                </a:lnTo>
                <a:lnTo>
                  <a:pt x="182627" y="40268"/>
                </a:lnTo>
                <a:lnTo>
                  <a:pt x="183965" y="40059"/>
                </a:lnTo>
                <a:lnTo>
                  <a:pt x="185302" y="39843"/>
                </a:lnTo>
                <a:lnTo>
                  <a:pt x="186640" y="39627"/>
                </a:lnTo>
                <a:lnTo>
                  <a:pt x="187924" y="39403"/>
                </a:lnTo>
                <a:lnTo>
                  <a:pt x="189234" y="39171"/>
                </a:lnTo>
                <a:lnTo>
                  <a:pt x="190492" y="38932"/>
                </a:lnTo>
                <a:lnTo>
                  <a:pt x="191749" y="38693"/>
                </a:lnTo>
                <a:lnTo>
                  <a:pt x="193006" y="38446"/>
                </a:lnTo>
                <a:lnTo>
                  <a:pt x="194237" y="38191"/>
                </a:lnTo>
                <a:lnTo>
                  <a:pt x="195467" y="37928"/>
                </a:lnTo>
                <a:lnTo>
                  <a:pt x="196644" y="37666"/>
                </a:lnTo>
                <a:lnTo>
                  <a:pt x="197848" y="37396"/>
                </a:lnTo>
                <a:lnTo>
                  <a:pt x="198998" y="37126"/>
                </a:lnTo>
                <a:lnTo>
                  <a:pt x="200175" y="36840"/>
                </a:lnTo>
                <a:lnTo>
                  <a:pt x="201299" y="36562"/>
                </a:lnTo>
                <a:lnTo>
                  <a:pt x="202422" y="36269"/>
                </a:lnTo>
                <a:lnTo>
                  <a:pt x="203546" y="35975"/>
                </a:lnTo>
                <a:lnTo>
                  <a:pt x="204643" y="35674"/>
                </a:lnTo>
                <a:lnTo>
                  <a:pt x="205713" y="35373"/>
                </a:lnTo>
                <a:lnTo>
                  <a:pt x="206783" y="35064"/>
                </a:lnTo>
                <a:lnTo>
                  <a:pt x="207826" y="34748"/>
                </a:lnTo>
                <a:lnTo>
                  <a:pt x="208869" y="34431"/>
                </a:lnTo>
                <a:lnTo>
                  <a:pt x="209886" y="34107"/>
                </a:lnTo>
                <a:lnTo>
                  <a:pt x="210902" y="33775"/>
                </a:lnTo>
                <a:lnTo>
                  <a:pt x="211892" y="33443"/>
                </a:lnTo>
                <a:lnTo>
                  <a:pt x="212855" y="33111"/>
                </a:lnTo>
                <a:lnTo>
                  <a:pt x="213818" y="32772"/>
                </a:lnTo>
                <a:lnTo>
                  <a:pt x="214755" y="32424"/>
                </a:lnTo>
                <a:lnTo>
                  <a:pt x="215691" y="32077"/>
                </a:lnTo>
                <a:lnTo>
                  <a:pt x="216600" y="31722"/>
                </a:lnTo>
                <a:lnTo>
                  <a:pt x="217510" y="31367"/>
                </a:lnTo>
                <a:lnTo>
                  <a:pt x="218393" y="31004"/>
                </a:lnTo>
                <a:lnTo>
                  <a:pt x="219249" y="30641"/>
                </a:lnTo>
                <a:lnTo>
                  <a:pt x="220105" y="30270"/>
                </a:lnTo>
                <a:lnTo>
                  <a:pt x="220934" y="29892"/>
                </a:lnTo>
                <a:lnTo>
                  <a:pt x="221763" y="29514"/>
                </a:lnTo>
                <a:lnTo>
                  <a:pt x="222566" y="29135"/>
                </a:lnTo>
                <a:lnTo>
                  <a:pt x="223368" y="28749"/>
                </a:lnTo>
                <a:lnTo>
                  <a:pt x="224144" y="28363"/>
                </a:lnTo>
                <a:lnTo>
                  <a:pt x="224920" y="27970"/>
                </a:lnTo>
                <a:lnTo>
                  <a:pt x="225669" y="27576"/>
                </a:lnTo>
                <a:lnTo>
                  <a:pt x="226391" y="27182"/>
                </a:lnTo>
                <a:lnTo>
                  <a:pt x="227113" y="26781"/>
                </a:lnTo>
                <a:lnTo>
                  <a:pt x="227809" y="26372"/>
                </a:lnTo>
                <a:lnTo>
                  <a:pt x="228504" y="25963"/>
                </a:lnTo>
                <a:lnTo>
                  <a:pt x="229173" y="25553"/>
                </a:lnTo>
                <a:lnTo>
                  <a:pt x="229815" y="25137"/>
                </a:lnTo>
                <a:lnTo>
                  <a:pt x="230457" y="24720"/>
                </a:lnTo>
                <a:lnTo>
                  <a:pt x="231099" y="24303"/>
                </a:lnTo>
                <a:lnTo>
                  <a:pt x="231714" y="23878"/>
                </a:lnTo>
                <a:lnTo>
                  <a:pt x="232303" y="23446"/>
                </a:lnTo>
                <a:lnTo>
                  <a:pt x="232891" y="23021"/>
                </a:lnTo>
                <a:lnTo>
                  <a:pt x="233453" y="22589"/>
                </a:lnTo>
                <a:lnTo>
                  <a:pt x="233988" y="22149"/>
                </a:lnTo>
                <a:lnTo>
                  <a:pt x="234523" y="21717"/>
                </a:lnTo>
                <a:lnTo>
                  <a:pt x="235058" y="21277"/>
                </a:lnTo>
                <a:lnTo>
                  <a:pt x="235566" y="20837"/>
                </a:lnTo>
                <a:lnTo>
                  <a:pt x="236048" y="20389"/>
                </a:lnTo>
                <a:lnTo>
                  <a:pt x="236529" y="19941"/>
                </a:lnTo>
                <a:lnTo>
                  <a:pt x="236984" y="19493"/>
                </a:lnTo>
                <a:lnTo>
                  <a:pt x="237439" y="19038"/>
                </a:lnTo>
                <a:lnTo>
                  <a:pt x="237867" y="18582"/>
                </a:lnTo>
                <a:lnTo>
                  <a:pt x="238268" y="18127"/>
                </a:lnTo>
                <a:lnTo>
                  <a:pt x="238670" y="17671"/>
                </a:lnTo>
                <a:lnTo>
                  <a:pt x="239071" y="17208"/>
                </a:lnTo>
                <a:lnTo>
                  <a:pt x="239419" y="16753"/>
                </a:lnTo>
                <a:lnTo>
                  <a:pt x="239793" y="16282"/>
                </a:lnTo>
                <a:lnTo>
                  <a:pt x="240114" y="15819"/>
                </a:lnTo>
                <a:lnTo>
                  <a:pt x="240756" y="14885"/>
                </a:lnTo>
                <a:lnTo>
                  <a:pt x="241318" y="13935"/>
                </a:lnTo>
                <a:lnTo>
                  <a:pt x="241826" y="12985"/>
                </a:lnTo>
                <a:lnTo>
                  <a:pt x="242281" y="12036"/>
                </a:lnTo>
                <a:lnTo>
                  <a:pt x="242682" y="11071"/>
                </a:lnTo>
                <a:lnTo>
                  <a:pt x="243003" y="10106"/>
                </a:lnTo>
                <a:lnTo>
                  <a:pt x="243271" y="9141"/>
                </a:lnTo>
                <a:lnTo>
                  <a:pt x="243485" y="8168"/>
                </a:lnTo>
                <a:lnTo>
                  <a:pt x="243618" y="7188"/>
                </a:lnTo>
                <a:lnTo>
                  <a:pt x="243725" y="6215"/>
                </a:lnTo>
                <a:lnTo>
                  <a:pt x="243752" y="5235"/>
                </a:lnTo>
                <a:lnTo>
                  <a:pt x="243699" y="4254"/>
                </a:lnTo>
                <a:lnTo>
                  <a:pt x="243672" y="4108"/>
                </a:lnTo>
                <a:lnTo>
                  <a:pt x="243592" y="3976"/>
                </a:lnTo>
                <a:lnTo>
                  <a:pt x="243485" y="3860"/>
                </a:lnTo>
                <a:lnTo>
                  <a:pt x="243351" y="3745"/>
                </a:lnTo>
                <a:lnTo>
                  <a:pt x="243164" y="3644"/>
                </a:lnTo>
                <a:lnTo>
                  <a:pt x="242950" y="3544"/>
                </a:lnTo>
                <a:lnTo>
                  <a:pt x="242709" y="3459"/>
                </a:lnTo>
                <a:lnTo>
                  <a:pt x="242441" y="3390"/>
                </a:lnTo>
                <a:lnTo>
                  <a:pt x="242147" y="3320"/>
                </a:lnTo>
                <a:lnTo>
                  <a:pt x="241826" y="3258"/>
                </a:lnTo>
                <a:lnTo>
                  <a:pt x="241505" y="3212"/>
                </a:lnTo>
                <a:lnTo>
                  <a:pt x="241157" y="3173"/>
                </a:lnTo>
                <a:lnTo>
                  <a:pt x="240810" y="3143"/>
                </a:lnTo>
                <a:lnTo>
                  <a:pt x="240435" y="3119"/>
                </a:lnTo>
                <a:lnTo>
                  <a:pt x="240061" y="3112"/>
                </a:lnTo>
                <a:lnTo>
                  <a:pt x="239686" y="3104"/>
                </a:lnTo>
                <a:lnTo>
                  <a:pt x="239312" y="3112"/>
                </a:lnTo>
                <a:lnTo>
                  <a:pt x="238937" y="3127"/>
                </a:lnTo>
                <a:lnTo>
                  <a:pt x="238589" y="3150"/>
                </a:lnTo>
                <a:lnTo>
                  <a:pt x="238215" y="3181"/>
                </a:lnTo>
                <a:lnTo>
                  <a:pt x="237867" y="3220"/>
                </a:lnTo>
                <a:lnTo>
                  <a:pt x="237519" y="3266"/>
                </a:lnTo>
                <a:lnTo>
                  <a:pt x="237198" y="3328"/>
                </a:lnTo>
                <a:lnTo>
                  <a:pt x="236904" y="3397"/>
                </a:lnTo>
                <a:lnTo>
                  <a:pt x="236610" y="3475"/>
                </a:lnTo>
                <a:lnTo>
                  <a:pt x="236369" y="3559"/>
                </a:lnTo>
                <a:lnTo>
                  <a:pt x="236128" y="3652"/>
                </a:lnTo>
                <a:lnTo>
                  <a:pt x="235941" y="3752"/>
                </a:lnTo>
                <a:lnTo>
                  <a:pt x="235754" y="3860"/>
                </a:lnTo>
                <a:lnTo>
                  <a:pt x="235620" y="3984"/>
                </a:lnTo>
                <a:lnTo>
                  <a:pt x="235540" y="4115"/>
                </a:lnTo>
                <a:lnTo>
                  <a:pt x="235459" y="4254"/>
                </a:lnTo>
                <a:lnTo>
                  <a:pt x="235245" y="5127"/>
                </a:lnTo>
                <a:lnTo>
                  <a:pt x="234951" y="6007"/>
                </a:lnTo>
                <a:lnTo>
                  <a:pt x="234630" y="6879"/>
                </a:lnTo>
                <a:lnTo>
                  <a:pt x="234282" y="7759"/>
                </a:lnTo>
                <a:lnTo>
                  <a:pt x="233881" y="8631"/>
                </a:lnTo>
                <a:lnTo>
                  <a:pt x="233426" y="9504"/>
                </a:lnTo>
                <a:lnTo>
                  <a:pt x="232945" y="10368"/>
                </a:lnTo>
                <a:lnTo>
                  <a:pt x="232437" y="11233"/>
                </a:lnTo>
                <a:lnTo>
                  <a:pt x="231848" y="12098"/>
                </a:lnTo>
                <a:lnTo>
                  <a:pt x="231260" y="12955"/>
                </a:lnTo>
                <a:lnTo>
                  <a:pt x="230591" y="13804"/>
                </a:lnTo>
                <a:lnTo>
                  <a:pt x="229895" y="14653"/>
                </a:lnTo>
                <a:lnTo>
                  <a:pt x="229146" y="15494"/>
                </a:lnTo>
                <a:lnTo>
                  <a:pt x="228371" y="16328"/>
                </a:lnTo>
                <a:lnTo>
                  <a:pt x="227541" y="17162"/>
                </a:lnTo>
                <a:lnTo>
                  <a:pt x="226659" y="17980"/>
                </a:lnTo>
                <a:lnTo>
                  <a:pt x="225749" y="18791"/>
                </a:lnTo>
                <a:lnTo>
                  <a:pt x="224786" y="19601"/>
                </a:lnTo>
                <a:lnTo>
                  <a:pt x="223769" y="20397"/>
                </a:lnTo>
                <a:lnTo>
                  <a:pt x="222699" y="21184"/>
                </a:lnTo>
                <a:lnTo>
                  <a:pt x="221603" y="21964"/>
                </a:lnTo>
                <a:lnTo>
                  <a:pt x="220452" y="22736"/>
                </a:lnTo>
                <a:lnTo>
                  <a:pt x="219249" y="23492"/>
                </a:lnTo>
                <a:lnTo>
                  <a:pt x="217991" y="24241"/>
                </a:lnTo>
                <a:lnTo>
                  <a:pt x="216681" y="24974"/>
                </a:lnTo>
                <a:lnTo>
                  <a:pt x="215343" y="25700"/>
                </a:lnTo>
                <a:lnTo>
                  <a:pt x="214648" y="26055"/>
                </a:lnTo>
                <a:lnTo>
                  <a:pt x="213952" y="26410"/>
                </a:lnTo>
                <a:lnTo>
                  <a:pt x="213230" y="26758"/>
                </a:lnTo>
                <a:lnTo>
                  <a:pt x="212507" y="27105"/>
                </a:lnTo>
                <a:lnTo>
                  <a:pt x="211758" y="27453"/>
                </a:lnTo>
                <a:lnTo>
                  <a:pt x="211009" y="27792"/>
                </a:lnTo>
                <a:lnTo>
                  <a:pt x="210234" y="28132"/>
                </a:lnTo>
                <a:lnTo>
                  <a:pt x="209458" y="28464"/>
                </a:lnTo>
                <a:lnTo>
                  <a:pt x="208655" y="28796"/>
                </a:lnTo>
                <a:lnTo>
                  <a:pt x="207853" y="29120"/>
                </a:lnTo>
                <a:lnTo>
                  <a:pt x="207024" y="29444"/>
                </a:lnTo>
                <a:lnTo>
                  <a:pt x="206194" y="29768"/>
                </a:lnTo>
                <a:lnTo>
                  <a:pt x="205365" y="30077"/>
                </a:lnTo>
                <a:lnTo>
                  <a:pt x="204509" y="30394"/>
                </a:lnTo>
                <a:lnTo>
                  <a:pt x="203626" y="30703"/>
                </a:lnTo>
                <a:lnTo>
                  <a:pt x="202743" y="31004"/>
                </a:lnTo>
                <a:lnTo>
                  <a:pt x="201861" y="31305"/>
                </a:lnTo>
                <a:lnTo>
                  <a:pt x="200951" y="31598"/>
                </a:lnTo>
                <a:lnTo>
                  <a:pt x="200015" y="31891"/>
                </a:lnTo>
                <a:lnTo>
                  <a:pt x="199079" y="32177"/>
                </a:lnTo>
                <a:lnTo>
                  <a:pt x="198142" y="32463"/>
                </a:lnTo>
                <a:lnTo>
                  <a:pt x="197153" y="32741"/>
                </a:lnTo>
                <a:lnTo>
                  <a:pt x="196190" y="33011"/>
                </a:lnTo>
                <a:lnTo>
                  <a:pt x="195200" y="33281"/>
                </a:lnTo>
                <a:lnTo>
                  <a:pt x="194183" y="33544"/>
                </a:lnTo>
                <a:lnTo>
                  <a:pt x="193167" y="33806"/>
                </a:lnTo>
                <a:lnTo>
                  <a:pt x="192150" y="34061"/>
                </a:lnTo>
                <a:lnTo>
                  <a:pt x="191107" y="34316"/>
                </a:lnTo>
                <a:lnTo>
                  <a:pt x="190037" y="34555"/>
                </a:lnTo>
                <a:lnTo>
                  <a:pt x="188967" y="34802"/>
                </a:lnTo>
                <a:lnTo>
                  <a:pt x="187897" y="35033"/>
                </a:lnTo>
                <a:lnTo>
                  <a:pt x="186773" y="35265"/>
                </a:lnTo>
                <a:lnTo>
                  <a:pt x="185677" y="35497"/>
                </a:lnTo>
                <a:lnTo>
                  <a:pt x="184553" y="35713"/>
                </a:lnTo>
                <a:lnTo>
                  <a:pt x="183403" y="35929"/>
                </a:lnTo>
                <a:lnTo>
                  <a:pt x="182253" y="36145"/>
                </a:lnTo>
                <a:lnTo>
                  <a:pt x="181075" y="36346"/>
                </a:lnTo>
                <a:lnTo>
                  <a:pt x="179898" y="36547"/>
                </a:lnTo>
                <a:lnTo>
                  <a:pt x="178695" y="36740"/>
                </a:lnTo>
                <a:lnTo>
                  <a:pt x="177491" y="36933"/>
                </a:lnTo>
                <a:lnTo>
                  <a:pt x="176260" y="37118"/>
                </a:lnTo>
                <a:lnTo>
                  <a:pt x="175003" y="37295"/>
                </a:lnTo>
                <a:lnTo>
                  <a:pt x="173773" y="37465"/>
                </a:lnTo>
                <a:lnTo>
                  <a:pt x="172489" y="37635"/>
                </a:lnTo>
                <a:lnTo>
                  <a:pt x="171205" y="37797"/>
                </a:lnTo>
                <a:lnTo>
                  <a:pt x="169894" y="37952"/>
                </a:lnTo>
                <a:lnTo>
                  <a:pt x="168583" y="38098"/>
                </a:lnTo>
                <a:lnTo>
                  <a:pt x="167272" y="38245"/>
                </a:lnTo>
                <a:lnTo>
                  <a:pt x="165935" y="38384"/>
                </a:lnTo>
                <a:lnTo>
                  <a:pt x="164570" y="38515"/>
                </a:lnTo>
                <a:lnTo>
                  <a:pt x="163179" y="38639"/>
                </a:lnTo>
                <a:lnTo>
                  <a:pt x="161815" y="38762"/>
                </a:lnTo>
                <a:lnTo>
                  <a:pt x="160397" y="38870"/>
                </a:lnTo>
                <a:lnTo>
                  <a:pt x="158979" y="38978"/>
                </a:lnTo>
                <a:lnTo>
                  <a:pt x="157562" y="39079"/>
                </a:lnTo>
                <a:lnTo>
                  <a:pt x="156117" y="39171"/>
                </a:lnTo>
                <a:lnTo>
                  <a:pt x="154646" y="39264"/>
                </a:lnTo>
                <a:lnTo>
                  <a:pt x="153175" y="39341"/>
                </a:lnTo>
                <a:lnTo>
                  <a:pt x="151677" y="39418"/>
                </a:lnTo>
                <a:lnTo>
                  <a:pt x="150179" y="39488"/>
                </a:lnTo>
                <a:lnTo>
                  <a:pt x="148654" y="39550"/>
                </a:lnTo>
                <a:lnTo>
                  <a:pt x="147102" y="39604"/>
                </a:lnTo>
                <a:lnTo>
                  <a:pt x="145551" y="39650"/>
                </a:lnTo>
                <a:lnTo>
                  <a:pt x="143972" y="39689"/>
                </a:lnTo>
                <a:lnTo>
                  <a:pt x="142394" y="39719"/>
                </a:lnTo>
                <a:lnTo>
                  <a:pt x="140789" y="39750"/>
                </a:lnTo>
                <a:lnTo>
                  <a:pt x="139184" y="39766"/>
                </a:lnTo>
                <a:lnTo>
                  <a:pt x="137552" y="39781"/>
                </a:lnTo>
                <a:lnTo>
                  <a:pt x="135894" y="39789"/>
                </a:lnTo>
                <a:lnTo>
                  <a:pt x="134235" y="39781"/>
                </a:lnTo>
                <a:lnTo>
                  <a:pt x="132577" y="39773"/>
                </a:lnTo>
                <a:lnTo>
                  <a:pt x="130865" y="39758"/>
                </a:lnTo>
                <a:lnTo>
                  <a:pt x="129153" y="39735"/>
                </a:lnTo>
                <a:lnTo>
                  <a:pt x="127441" y="39704"/>
                </a:lnTo>
                <a:lnTo>
                  <a:pt x="125702" y="39665"/>
                </a:lnTo>
                <a:lnTo>
                  <a:pt x="123936" y="39619"/>
                </a:lnTo>
                <a:lnTo>
                  <a:pt x="122385" y="39573"/>
                </a:lnTo>
                <a:lnTo>
                  <a:pt x="120833" y="39519"/>
                </a:lnTo>
                <a:lnTo>
                  <a:pt x="119308" y="39457"/>
                </a:lnTo>
                <a:lnTo>
                  <a:pt x="117784" y="39387"/>
                </a:lnTo>
                <a:lnTo>
                  <a:pt x="116286" y="39318"/>
                </a:lnTo>
                <a:lnTo>
                  <a:pt x="114761" y="39241"/>
                </a:lnTo>
                <a:lnTo>
                  <a:pt x="113289" y="39164"/>
                </a:lnTo>
                <a:lnTo>
                  <a:pt x="111791" y="39071"/>
                </a:lnTo>
                <a:lnTo>
                  <a:pt x="110347" y="38978"/>
                </a:lnTo>
                <a:lnTo>
                  <a:pt x="108876" y="38878"/>
                </a:lnTo>
                <a:lnTo>
                  <a:pt x="107431" y="38778"/>
                </a:lnTo>
                <a:lnTo>
                  <a:pt x="105987" y="38662"/>
                </a:lnTo>
                <a:lnTo>
                  <a:pt x="104569" y="38546"/>
                </a:lnTo>
                <a:lnTo>
                  <a:pt x="103151" y="38430"/>
                </a:lnTo>
                <a:lnTo>
                  <a:pt x="101733" y="38299"/>
                </a:lnTo>
                <a:lnTo>
                  <a:pt x="100342" y="38168"/>
                </a:lnTo>
                <a:lnTo>
                  <a:pt x="98951" y="38036"/>
                </a:lnTo>
                <a:lnTo>
                  <a:pt x="97587" y="37890"/>
                </a:lnTo>
                <a:lnTo>
                  <a:pt x="96223" y="37743"/>
                </a:lnTo>
                <a:lnTo>
                  <a:pt x="94858" y="37589"/>
                </a:lnTo>
                <a:lnTo>
                  <a:pt x="93521" y="37434"/>
                </a:lnTo>
                <a:lnTo>
                  <a:pt x="92183" y="37272"/>
                </a:lnTo>
                <a:lnTo>
                  <a:pt x="90872" y="37102"/>
                </a:lnTo>
                <a:lnTo>
                  <a:pt x="89562" y="36933"/>
                </a:lnTo>
                <a:lnTo>
                  <a:pt x="88251" y="36755"/>
                </a:lnTo>
                <a:lnTo>
                  <a:pt x="86967" y="36577"/>
                </a:lnTo>
                <a:lnTo>
                  <a:pt x="85683" y="36392"/>
                </a:lnTo>
                <a:lnTo>
                  <a:pt x="84426" y="36199"/>
                </a:lnTo>
                <a:lnTo>
                  <a:pt x="83168" y="35998"/>
                </a:lnTo>
                <a:lnTo>
                  <a:pt x="81911" y="35805"/>
                </a:lnTo>
                <a:lnTo>
                  <a:pt x="80680" y="35597"/>
                </a:lnTo>
                <a:lnTo>
                  <a:pt x="79450" y="35389"/>
                </a:lnTo>
                <a:lnTo>
                  <a:pt x="78246" y="35172"/>
                </a:lnTo>
                <a:lnTo>
                  <a:pt x="77042" y="34956"/>
                </a:lnTo>
                <a:lnTo>
                  <a:pt x="75839" y="34732"/>
                </a:lnTo>
                <a:lnTo>
                  <a:pt x="74662" y="34509"/>
                </a:lnTo>
                <a:lnTo>
                  <a:pt x="73485" y="34277"/>
                </a:lnTo>
                <a:lnTo>
                  <a:pt x="72334" y="34045"/>
                </a:lnTo>
                <a:lnTo>
                  <a:pt x="71184" y="33806"/>
                </a:lnTo>
                <a:lnTo>
                  <a:pt x="70060" y="33559"/>
                </a:lnTo>
                <a:lnTo>
                  <a:pt x="68910" y="33312"/>
                </a:lnTo>
                <a:lnTo>
                  <a:pt x="67813" y="33057"/>
                </a:lnTo>
                <a:lnTo>
                  <a:pt x="66690" y="32802"/>
                </a:lnTo>
                <a:lnTo>
                  <a:pt x="65593" y="32548"/>
                </a:lnTo>
                <a:lnTo>
                  <a:pt x="64523" y="32285"/>
                </a:lnTo>
                <a:lnTo>
                  <a:pt x="63453" y="32015"/>
                </a:lnTo>
                <a:lnTo>
                  <a:pt x="62383" y="31745"/>
                </a:lnTo>
                <a:lnTo>
                  <a:pt x="61340" y="31475"/>
                </a:lnTo>
                <a:lnTo>
                  <a:pt x="60296" y="31197"/>
                </a:lnTo>
                <a:lnTo>
                  <a:pt x="59253" y="30911"/>
                </a:lnTo>
                <a:lnTo>
                  <a:pt x="58237" y="30625"/>
                </a:lnTo>
                <a:lnTo>
                  <a:pt x="57220" y="30340"/>
                </a:lnTo>
                <a:lnTo>
                  <a:pt x="56230" y="30046"/>
                </a:lnTo>
                <a:lnTo>
                  <a:pt x="55241" y="29753"/>
                </a:lnTo>
                <a:lnTo>
                  <a:pt x="53315" y="29151"/>
                </a:lnTo>
                <a:lnTo>
                  <a:pt x="51415" y="28533"/>
                </a:lnTo>
                <a:lnTo>
                  <a:pt x="49543" y="27908"/>
                </a:lnTo>
                <a:lnTo>
                  <a:pt x="47750" y="27267"/>
                </a:lnTo>
                <a:lnTo>
                  <a:pt x="45985" y="26619"/>
                </a:lnTo>
                <a:lnTo>
                  <a:pt x="44246" y="25955"/>
                </a:lnTo>
                <a:lnTo>
                  <a:pt x="42588" y="25283"/>
                </a:lnTo>
                <a:lnTo>
                  <a:pt x="40956" y="24596"/>
                </a:lnTo>
                <a:lnTo>
                  <a:pt x="39351" y="23901"/>
                </a:lnTo>
                <a:lnTo>
                  <a:pt x="37826" y="23199"/>
                </a:lnTo>
                <a:lnTo>
                  <a:pt x="36328" y="22481"/>
                </a:lnTo>
                <a:lnTo>
                  <a:pt x="34857" y="21755"/>
                </a:lnTo>
                <a:lnTo>
                  <a:pt x="33466" y="21030"/>
                </a:lnTo>
                <a:lnTo>
                  <a:pt x="32101" y="20288"/>
                </a:lnTo>
                <a:lnTo>
                  <a:pt x="30764" y="19540"/>
                </a:lnTo>
                <a:lnTo>
                  <a:pt x="29480" y="18783"/>
                </a:lnTo>
                <a:lnTo>
                  <a:pt x="28249" y="18019"/>
                </a:lnTo>
                <a:lnTo>
                  <a:pt x="27072" y="17247"/>
                </a:lnTo>
                <a:lnTo>
                  <a:pt x="25922" y="16467"/>
                </a:lnTo>
                <a:lnTo>
                  <a:pt x="24825" y="15687"/>
                </a:lnTo>
                <a:lnTo>
                  <a:pt x="23782" y="14892"/>
                </a:lnTo>
                <a:lnTo>
                  <a:pt x="22792" y="14097"/>
                </a:lnTo>
                <a:lnTo>
                  <a:pt x="21829" y="13302"/>
                </a:lnTo>
                <a:lnTo>
                  <a:pt x="20920" y="12499"/>
                </a:lnTo>
                <a:lnTo>
                  <a:pt x="20037" y="11688"/>
                </a:lnTo>
                <a:lnTo>
                  <a:pt x="19208" y="10878"/>
                </a:lnTo>
                <a:lnTo>
                  <a:pt x="18432" y="10060"/>
                </a:lnTo>
                <a:lnTo>
                  <a:pt x="17710" y="9241"/>
                </a:lnTo>
                <a:lnTo>
                  <a:pt x="17014" y="8423"/>
                </a:lnTo>
                <a:lnTo>
                  <a:pt x="16372" y="7597"/>
                </a:lnTo>
                <a:lnTo>
                  <a:pt x="15783" y="6779"/>
                </a:lnTo>
                <a:lnTo>
                  <a:pt x="15222" y="5953"/>
                </a:lnTo>
                <a:lnTo>
                  <a:pt x="14740" y="5119"/>
                </a:lnTo>
                <a:lnTo>
                  <a:pt x="14259" y="4293"/>
                </a:lnTo>
                <a:lnTo>
                  <a:pt x="13857" y="3467"/>
                </a:lnTo>
                <a:lnTo>
                  <a:pt x="13483" y="2641"/>
                </a:lnTo>
                <a:lnTo>
                  <a:pt x="13189" y="1807"/>
                </a:lnTo>
                <a:lnTo>
                  <a:pt x="13135" y="1699"/>
                </a:lnTo>
                <a:lnTo>
                  <a:pt x="13055" y="1591"/>
                </a:lnTo>
                <a:lnTo>
                  <a:pt x="12975" y="1490"/>
                </a:lnTo>
                <a:lnTo>
                  <a:pt x="12868" y="1390"/>
                </a:lnTo>
                <a:lnTo>
                  <a:pt x="12761" y="1290"/>
                </a:lnTo>
                <a:lnTo>
                  <a:pt x="12627" y="1197"/>
                </a:lnTo>
                <a:lnTo>
                  <a:pt x="12493" y="1104"/>
                </a:lnTo>
                <a:lnTo>
                  <a:pt x="12333" y="1020"/>
                </a:lnTo>
                <a:lnTo>
                  <a:pt x="12172" y="935"/>
                </a:lnTo>
                <a:lnTo>
                  <a:pt x="11985" y="857"/>
                </a:lnTo>
                <a:lnTo>
                  <a:pt x="11771" y="780"/>
                </a:lnTo>
                <a:lnTo>
                  <a:pt x="11584" y="711"/>
                </a:lnTo>
                <a:lnTo>
                  <a:pt x="11129" y="572"/>
                </a:lnTo>
                <a:lnTo>
                  <a:pt x="10647" y="456"/>
                </a:lnTo>
                <a:lnTo>
                  <a:pt x="10112" y="348"/>
                </a:lnTo>
                <a:lnTo>
                  <a:pt x="9577" y="255"/>
                </a:lnTo>
                <a:lnTo>
                  <a:pt x="9016" y="178"/>
                </a:lnTo>
                <a:lnTo>
                  <a:pt x="8427" y="116"/>
                </a:lnTo>
                <a:lnTo>
                  <a:pt x="7812" y="62"/>
                </a:lnTo>
                <a:lnTo>
                  <a:pt x="7197" y="31"/>
                </a:lnTo>
                <a:lnTo>
                  <a:pt x="6581" y="8"/>
                </a:lnTo>
                <a:lnTo>
                  <a:pt x="596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rot="10800000">
            <a:off x="5362504" y="4830432"/>
            <a:ext cx="179263" cy="14749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rot="-10659886">
            <a:off x="433681" y="771866"/>
            <a:ext cx="805122" cy="37743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p:nvPr/>
        </p:nvSpPr>
        <p:spPr>
          <a:xfrm rot="4776125">
            <a:off x="308892" y="4684009"/>
            <a:ext cx="478282" cy="440318"/>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p:nvPr/>
        </p:nvSpPr>
        <p:spPr>
          <a:xfrm rot="10800000">
            <a:off x="956076" y="230411"/>
            <a:ext cx="229373" cy="188565"/>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rot="10800000">
            <a:off x="831092" y="4223209"/>
            <a:ext cx="543762" cy="380280"/>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p:nvPr/>
        </p:nvSpPr>
        <p:spPr>
          <a:xfrm rot="10800000">
            <a:off x="940571" y="4150564"/>
            <a:ext cx="482072" cy="352116"/>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
          <p:cNvSpPr/>
          <p:nvPr/>
        </p:nvSpPr>
        <p:spPr>
          <a:xfrm rot="10800000">
            <a:off x="1444019" y="230407"/>
            <a:ext cx="76003" cy="134283"/>
          </a:xfrm>
          <a:custGeom>
            <a:rect b="b" l="l" r="r" t="t"/>
            <a:pathLst>
              <a:path extrusionOk="0" h="10561" w="18325">
                <a:moveTo>
                  <a:pt x="4574" y="0"/>
                </a:moveTo>
                <a:lnTo>
                  <a:pt x="4173" y="8"/>
                </a:lnTo>
                <a:lnTo>
                  <a:pt x="3772" y="31"/>
                </a:lnTo>
                <a:lnTo>
                  <a:pt x="3397" y="62"/>
                </a:lnTo>
                <a:lnTo>
                  <a:pt x="3023" y="101"/>
                </a:lnTo>
                <a:lnTo>
                  <a:pt x="2648" y="147"/>
                </a:lnTo>
                <a:lnTo>
                  <a:pt x="2274" y="201"/>
                </a:lnTo>
                <a:lnTo>
                  <a:pt x="1926" y="270"/>
                </a:lnTo>
                <a:lnTo>
                  <a:pt x="1605" y="340"/>
                </a:lnTo>
                <a:lnTo>
                  <a:pt x="1311" y="425"/>
                </a:lnTo>
                <a:lnTo>
                  <a:pt x="1043" y="517"/>
                </a:lnTo>
                <a:lnTo>
                  <a:pt x="776" y="610"/>
                </a:lnTo>
                <a:lnTo>
                  <a:pt x="562" y="718"/>
                </a:lnTo>
                <a:lnTo>
                  <a:pt x="375" y="834"/>
                </a:lnTo>
                <a:lnTo>
                  <a:pt x="214" y="957"/>
                </a:lnTo>
                <a:lnTo>
                  <a:pt x="107" y="1089"/>
                </a:lnTo>
                <a:lnTo>
                  <a:pt x="27" y="1220"/>
                </a:lnTo>
                <a:lnTo>
                  <a:pt x="0" y="1367"/>
                </a:lnTo>
                <a:lnTo>
                  <a:pt x="27" y="1668"/>
                </a:lnTo>
                <a:lnTo>
                  <a:pt x="54" y="1961"/>
                </a:lnTo>
                <a:lnTo>
                  <a:pt x="107" y="2254"/>
                </a:lnTo>
                <a:lnTo>
                  <a:pt x="214" y="2555"/>
                </a:lnTo>
                <a:lnTo>
                  <a:pt x="321" y="2849"/>
                </a:lnTo>
                <a:lnTo>
                  <a:pt x="482" y="3150"/>
                </a:lnTo>
                <a:lnTo>
                  <a:pt x="642" y="3443"/>
                </a:lnTo>
                <a:lnTo>
                  <a:pt x="829" y="3737"/>
                </a:lnTo>
                <a:lnTo>
                  <a:pt x="1070" y="4030"/>
                </a:lnTo>
                <a:lnTo>
                  <a:pt x="1311" y="4323"/>
                </a:lnTo>
                <a:lnTo>
                  <a:pt x="1578" y="4617"/>
                </a:lnTo>
                <a:lnTo>
                  <a:pt x="1873" y="4902"/>
                </a:lnTo>
                <a:lnTo>
                  <a:pt x="2194" y="5196"/>
                </a:lnTo>
                <a:lnTo>
                  <a:pt x="2541" y="5481"/>
                </a:lnTo>
                <a:lnTo>
                  <a:pt x="2889" y="5767"/>
                </a:lnTo>
                <a:lnTo>
                  <a:pt x="3264" y="6053"/>
                </a:lnTo>
                <a:lnTo>
                  <a:pt x="3665" y="6330"/>
                </a:lnTo>
                <a:lnTo>
                  <a:pt x="4093" y="6608"/>
                </a:lnTo>
                <a:lnTo>
                  <a:pt x="4548" y="6886"/>
                </a:lnTo>
                <a:lnTo>
                  <a:pt x="5002" y="7157"/>
                </a:lnTo>
                <a:lnTo>
                  <a:pt x="5484" y="7427"/>
                </a:lnTo>
                <a:lnTo>
                  <a:pt x="5966" y="7697"/>
                </a:lnTo>
                <a:lnTo>
                  <a:pt x="6474" y="7959"/>
                </a:lnTo>
                <a:lnTo>
                  <a:pt x="7009" y="8222"/>
                </a:lnTo>
                <a:lnTo>
                  <a:pt x="7544" y="8477"/>
                </a:lnTo>
                <a:lnTo>
                  <a:pt x="8106" y="8731"/>
                </a:lnTo>
                <a:lnTo>
                  <a:pt x="8694" y="8978"/>
                </a:lnTo>
                <a:lnTo>
                  <a:pt x="9283" y="9225"/>
                </a:lnTo>
                <a:lnTo>
                  <a:pt x="9871" y="9465"/>
                </a:lnTo>
                <a:lnTo>
                  <a:pt x="10486" y="9704"/>
                </a:lnTo>
                <a:lnTo>
                  <a:pt x="11128" y="9936"/>
                </a:lnTo>
                <a:lnTo>
                  <a:pt x="11770" y="10160"/>
                </a:lnTo>
                <a:lnTo>
                  <a:pt x="12065" y="10252"/>
                </a:lnTo>
                <a:lnTo>
                  <a:pt x="12359" y="10329"/>
                </a:lnTo>
                <a:lnTo>
                  <a:pt x="12653" y="10391"/>
                </a:lnTo>
                <a:lnTo>
                  <a:pt x="12974" y="10445"/>
                </a:lnTo>
                <a:lnTo>
                  <a:pt x="13322" y="10492"/>
                </a:lnTo>
                <a:lnTo>
                  <a:pt x="13643" y="10522"/>
                </a:lnTo>
                <a:lnTo>
                  <a:pt x="13964" y="10546"/>
                </a:lnTo>
                <a:lnTo>
                  <a:pt x="14312" y="10561"/>
                </a:lnTo>
                <a:lnTo>
                  <a:pt x="14659" y="10561"/>
                </a:lnTo>
                <a:lnTo>
                  <a:pt x="14980" y="10553"/>
                </a:lnTo>
                <a:lnTo>
                  <a:pt x="15301" y="10538"/>
                </a:lnTo>
                <a:lnTo>
                  <a:pt x="15622" y="10515"/>
                </a:lnTo>
                <a:lnTo>
                  <a:pt x="15943" y="10484"/>
                </a:lnTo>
                <a:lnTo>
                  <a:pt x="16238" y="10445"/>
                </a:lnTo>
                <a:lnTo>
                  <a:pt x="16532" y="10399"/>
                </a:lnTo>
                <a:lnTo>
                  <a:pt x="16826" y="10345"/>
                </a:lnTo>
                <a:lnTo>
                  <a:pt x="17067" y="10291"/>
                </a:lnTo>
                <a:lnTo>
                  <a:pt x="17308" y="10221"/>
                </a:lnTo>
                <a:lnTo>
                  <a:pt x="17549" y="10152"/>
                </a:lnTo>
                <a:lnTo>
                  <a:pt x="17736" y="10082"/>
                </a:lnTo>
                <a:lnTo>
                  <a:pt x="17896" y="9997"/>
                </a:lnTo>
                <a:lnTo>
                  <a:pt x="18057" y="9913"/>
                </a:lnTo>
                <a:lnTo>
                  <a:pt x="18164" y="9828"/>
                </a:lnTo>
                <a:lnTo>
                  <a:pt x="18271" y="9735"/>
                </a:lnTo>
                <a:lnTo>
                  <a:pt x="18324" y="9642"/>
                </a:lnTo>
                <a:lnTo>
                  <a:pt x="18324" y="9542"/>
                </a:lnTo>
                <a:lnTo>
                  <a:pt x="18324" y="9442"/>
                </a:lnTo>
                <a:lnTo>
                  <a:pt x="18271" y="9341"/>
                </a:lnTo>
                <a:lnTo>
                  <a:pt x="18164" y="9241"/>
                </a:lnTo>
                <a:lnTo>
                  <a:pt x="18030" y="9133"/>
                </a:lnTo>
                <a:lnTo>
                  <a:pt x="17870" y="9032"/>
                </a:lnTo>
                <a:lnTo>
                  <a:pt x="17629" y="8924"/>
                </a:lnTo>
                <a:lnTo>
                  <a:pt x="17094" y="8693"/>
                </a:lnTo>
                <a:lnTo>
                  <a:pt x="16586" y="8469"/>
                </a:lnTo>
                <a:lnTo>
                  <a:pt x="16077" y="8237"/>
                </a:lnTo>
                <a:lnTo>
                  <a:pt x="15596" y="8006"/>
                </a:lnTo>
                <a:lnTo>
                  <a:pt x="15141" y="7774"/>
                </a:lnTo>
                <a:lnTo>
                  <a:pt x="14713" y="7542"/>
                </a:lnTo>
                <a:lnTo>
                  <a:pt x="14285" y="7311"/>
                </a:lnTo>
                <a:lnTo>
                  <a:pt x="13884" y="7079"/>
                </a:lnTo>
                <a:lnTo>
                  <a:pt x="13509" y="6848"/>
                </a:lnTo>
                <a:lnTo>
                  <a:pt x="13161" y="6608"/>
                </a:lnTo>
                <a:lnTo>
                  <a:pt x="12814" y="6377"/>
                </a:lnTo>
                <a:lnTo>
                  <a:pt x="12466" y="6137"/>
                </a:lnTo>
                <a:lnTo>
                  <a:pt x="12145" y="5898"/>
                </a:lnTo>
                <a:lnTo>
                  <a:pt x="11851" y="5659"/>
                </a:lnTo>
                <a:lnTo>
                  <a:pt x="11316" y="5180"/>
                </a:lnTo>
                <a:lnTo>
                  <a:pt x="10807" y="4694"/>
                </a:lnTo>
                <a:lnTo>
                  <a:pt x="10379" y="4200"/>
                </a:lnTo>
                <a:lnTo>
                  <a:pt x="9978" y="3698"/>
                </a:lnTo>
                <a:lnTo>
                  <a:pt x="9657" y="3188"/>
                </a:lnTo>
                <a:lnTo>
                  <a:pt x="9336" y="2679"/>
                </a:lnTo>
                <a:lnTo>
                  <a:pt x="9095" y="2154"/>
                </a:lnTo>
                <a:lnTo>
                  <a:pt x="8881" y="1621"/>
                </a:lnTo>
                <a:lnTo>
                  <a:pt x="8694" y="1081"/>
                </a:lnTo>
                <a:lnTo>
                  <a:pt x="8614" y="934"/>
                </a:lnTo>
                <a:lnTo>
                  <a:pt x="8507" y="795"/>
                </a:lnTo>
                <a:lnTo>
                  <a:pt x="8346" y="664"/>
                </a:lnTo>
                <a:lnTo>
                  <a:pt x="8159" y="556"/>
                </a:lnTo>
                <a:lnTo>
                  <a:pt x="7945" y="448"/>
                </a:lnTo>
                <a:lnTo>
                  <a:pt x="7704" y="355"/>
                </a:lnTo>
                <a:lnTo>
                  <a:pt x="7437" y="278"/>
                </a:lnTo>
                <a:lnTo>
                  <a:pt x="7116" y="209"/>
                </a:lnTo>
                <a:lnTo>
                  <a:pt x="6795" y="147"/>
                </a:lnTo>
                <a:lnTo>
                  <a:pt x="6447" y="93"/>
                </a:lnTo>
                <a:lnTo>
                  <a:pt x="6099" y="54"/>
                </a:lnTo>
                <a:lnTo>
                  <a:pt x="5725" y="31"/>
                </a:lnTo>
                <a:lnTo>
                  <a:pt x="5350" y="8"/>
                </a:lnTo>
                <a:lnTo>
                  <a:pt x="49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rot="10800000">
            <a:off x="1316162" y="713580"/>
            <a:ext cx="96641" cy="107683"/>
          </a:xfrm>
          <a:custGeom>
            <a:rect b="b" l="l" r="r" t="t"/>
            <a:pathLst>
              <a:path extrusionOk="0" h="8469" w="23301">
                <a:moveTo>
                  <a:pt x="18298" y="0"/>
                </a:moveTo>
                <a:lnTo>
                  <a:pt x="17763" y="8"/>
                </a:lnTo>
                <a:lnTo>
                  <a:pt x="17228" y="15"/>
                </a:lnTo>
                <a:lnTo>
                  <a:pt x="16666" y="39"/>
                </a:lnTo>
                <a:lnTo>
                  <a:pt x="16131" y="70"/>
                </a:lnTo>
                <a:lnTo>
                  <a:pt x="15596" y="108"/>
                </a:lnTo>
                <a:lnTo>
                  <a:pt x="15061" y="162"/>
                </a:lnTo>
                <a:lnTo>
                  <a:pt x="14526" y="216"/>
                </a:lnTo>
                <a:lnTo>
                  <a:pt x="14018" y="278"/>
                </a:lnTo>
                <a:lnTo>
                  <a:pt x="13483" y="347"/>
                </a:lnTo>
                <a:lnTo>
                  <a:pt x="12975" y="425"/>
                </a:lnTo>
                <a:lnTo>
                  <a:pt x="12466" y="510"/>
                </a:lnTo>
                <a:lnTo>
                  <a:pt x="11985" y="594"/>
                </a:lnTo>
                <a:lnTo>
                  <a:pt x="11477" y="687"/>
                </a:lnTo>
                <a:lnTo>
                  <a:pt x="10995" y="787"/>
                </a:lnTo>
                <a:lnTo>
                  <a:pt x="10514" y="896"/>
                </a:lnTo>
                <a:lnTo>
                  <a:pt x="10059" y="1004"/>
                </a:lnTo>
                <a:lnTo>
                  <a:pt x="9149" y="1227"/>
                </a:lnTo>
                <a:lnTo>
                  <a:pt x="8267" y="1467"/>
                </a:lnTo>
                <a:lnTo>
                  <a:pt x="7437" y="1714"/>
                </a:lnTo>
                <a:lnTo>
                  <a:pt x="6635" y="1976"/>
                </a:lnTo>
                <a:lnTo>
                  <a:pt x="5886" y="2231"/>
                </a:lnTo>
                <a:lnTo>
                  <a:pt x="5190" y="2494"/>
                </a:lnTo>
                <a:lnTo>
                  <a:pt x="4575" y="2748"/>
                </a:lnTo>
                <a:lnTo>
                  <a:pt x="3986" y="3003"/>
                </a:lnTo>
                <a:lnTo>
                  <a:pt x="3398" y="3273"/>
                </a:lnTo>
                <a:lnTo>
                  <a:pt x="2863" y="3551"/>
                </a:lnTo>
                <a:lnTo>
                  <a:pt x="2381" y="3837"/>
                </a:lnTo>
                <a:lnTo>
                  <a:pt x="1927" y="4122"/>
                </a:lnTo>
                <a:lnTo>
                  <a:pt x="1525" y="4416"/>
                </a:lnTo>
                <a:lnTo>
                  <a:pt x="1178" y="4709"/>
                </a:lnTo>
                <a:lnTo>
                  <a:pt x="857" y="5010"/>
                </a:lnTo>
                <a:lnTo>
                  <a:pt x="589" y="5319"/>
                </a:lnTo>
                <a:lnTo>
                  <a:pt x="375" y="5620"/>
                </a:lnTo>
                <a:lnTo>
                  <a:pt x="215" y="5929"/>
                </a:lnTo>
                <a:lnTo>
                  <a:pt x="81" y="6245"/>
                </a:lnTo>
                <a:lnTo>
                  <a:pt x="27" y="6554"/>
                </a:lnTo>
                <a:lnTo>
                  <a:pt x="1" y="6871"/>
                </a:lnTo>
                <a:lnTo>
                  <a:pt x="27" y="7187"/>
                </a:lnTo>
                <a:lnTo>
                  <a:pt x="134" y="7504"/>
                </a:lnTo>
                <a:lnTo>
                  <a:pt x="268" y="7820"/>
                </a:lnTo>
                <a:lnTo>
                  <a:pt x="322" y="7897"/>
                </a:lnTo>
                <a:lnTo>
                  <a:pt x="402" y="7967"/>
                </a:lnTo>
                <a:lnTo>
                  <a:pt x="509" y="8036"/>
                </a:lnTo>
                <a:lnTo>
                  <a:pt x="616" y="8098"/>
                </a:lnTo>
                <a:lnTo>
                  <a:pt x="750" y="8152"/>
                </a:lnTo>
                <a:lnTo>
                  <a:pt x="883" y="8206"/>
                </a:lnTo>
                <a:lnTo>
                  <a:pt x="1044" y="8253"/>
                </a:lnTo>
                <a:lnTo>
                  <a:pt x="1204" y="8299"/>
                </a:lnTo>
                <a:lnTo>
                  <a:pt x="1392" y="8338"/>
                </a:lnTo>
                <a:lnTo>
                  <a:pt x="1606" y="8368"/>
                </a:lnTo>
                <a:lnTo>
                  <a:pt x="1793" y="8399"/>
                </a:lnTo>
                <a:lnTo>
                  <a:pt x="2007" y="8422"/>
                </a:lnTo>
                <a:lnTo>
                  <a:pt x="2221" y="8446"/>
                </a:lnTo>
                <a:lnTo>
                  <a:pt x="2435" y="8453"/>
                </a:lnTo>
                <a:lnTo>
                  <a:pt x="2649" y="8469"/>
                </a:lnTo>
                <a:lnTo>
                  <a:pt x="3318" y="8469"/>
                </a:lnTo>
                <a:lnTo>
                  <a:pt x="3532" y="8453"/>
                </a:lnTo>
                <a:lnTo>
                  <a:pt x="3746" y="8438"/>
                </a:lnTo>
                <a:lnTo>
                  <a:pt x="3960" y="8422"/>
                </a:lnTo>
                <a:lnTo>
                  <a:pt x="4174" y="8399"/>
                </a:lnTo>
                <a:lnTo>
                  <a:pt x="4361" y="8368"/>
                </a:lnTo>
                <a:lnTo>
                  <a:pt x="4548" y="8330"/>
                </a:lnTo>
                <a:lnTo>
                  <a:pt x="4709" y="8291"/>
                </a:lnTo>
                <a:lnTo>
                  <a:pt x="4869" y="8245"/>
                </a:lnTo>
                <a:lnTo>
                  <a:pt x="5003" y="8191"/>
                </a:lnTo>
                <a:lnTo>
                  <a:pt x="5137" y="8137"/>
                </a:lnTo>
                <a:lnTo>
                  <a:pt x="5244" y="8067"/>
                </a:lnTo>
                <a:lnTo>
                  <a:pt x="5351" y="8006"/>
                </a:lnTo>
                <a:lnTo>
                  <a:pt x="5431" y="7928"/>
                </a:lnTo>
                <a:lnTo>
                  <a:pt x="5485" y="7851"/>
                </a:lnTo>
                <a:lnTo>
                  <a:pt x="5618" y="7604"/>
                </a:lnTo>
                <a:lnTo>
                  <a:pt x="5779" y="7365"/>
                </a:lnTo>
                <a:lnTo>
                  <a:pt x="5966" y="7133"/>
                </a:lnTo>
                <a:lnTo>
                  <a:pt x="6180" y="6894"/>
                </a:lnTo>
                <a:lnTo>
                  <a:pt x="6421" y="6662"/>
                </a:lnTo>
                <a:lnTo>
                  <a:pt x="6688" y="6438"/>
                </a:lnTo>
                <a:lnTo>
                  <a:pt x="6956" y="6215"/>
                </a:lnTo>
                <a:lnTo>
                  <a:pt x="7277" y="5991"/>
                </a:lnTo>
                <a:lnTo>
                  <a:pt x="7625" y="5775"/>
                </a:lnTo>
                <a:lnTo>
                  <a:pt x="7999" y="5566"/>
                </a:lnTo>
                <a:lnTo>
                  <a:pt x="8374" y="5358"/>
                </a:lnTo>
                <a:lnTo>
                  <a:pt x="8802" y="5149"/>
                </a:lnTo>
                <a:lnTo>
                  <a:pt x="9283" y="4948"/>
                </a:lnTo>
                <a:lnTo>
                  <a:pt x="9765" y="4748"/>
                </a:lnTo>
                <a:lnTo>
                  <a:pt x="10273" y="4555"/>
                </a:lnTo>
                <a:lnTo>
                  <a:pt x="10835" y="4369"/>
                </a:lnTo>
                <a:lnTo>
                  <a:pt x="11423" y="4184"/>
                </a:lnTo>
                <a:lnTo>
                  <a:pt x="12038" y="4022"/>
                </a:lnTo>
                <a:lnTo>
                  <a:pt x="12654" y="3875"/>
                </a:lnTo>
                <a:lnTo>
                  <a:pt x="13296" y="3736"/>
                </a:lnTo>
                <a:lnTo>
                  <a:pt x="13964" y="3605"/>
                </a:lnTo>
                <a:lnTo>
                  <a:pt x="14633" y="3489"/>
                </a:lnTo>
                <a:lnTo>
                  <a:pt x="15329" y="3374"/>
                </a:lnTo>
                <a:lnTo>
                  <a:pt x="15998" y="3266"/>
                </a:lnTo>
                <a:lnTo>
                  <a:pt x="17389" y="3057"/>
                </a:lnTo>
                <a:lnTo>
                  <a:pt x="18780" y="2841"/>
                </a:lnTo>
                <a:lnTo>
                  <a:pt x="19475" y="2725"/>
                </a:lnTo>
                <a:lnTo>
                  <a:pt x="20144" y="2609"/>
                </a:lnTo>
                <a:lnTo>
                  <a:pt x="20813" y="2478"/>
                </a:lnTo>
                <a:lnTo>
                  <a:pt x="21481" y="2331"/>
                </a:lnTo>
                <a:lnTo>
                  <a:pt x="21802" y="2254"/>
                </a:lnTo>
                <a:lnTo>
                  <a:pt x="22097" y="2169"/>
                </a:lnTo>
                <a:lnTo>
                  <a:pt x="22364" y="2077"/>
                </a:lnTo>
                <a:lnTo>
                  <a:pt x="22605" y="1984"/>
                </a:lnTo>
                <a:lnTo>
                  <a:pt x="22792" y="1891"/>
                </a:lnTo>
                <a:lnTo>
                  <a:pt x="22953" y="1799"/>
                </a:lnTo>
                <a:lnTo>
                  <a:pt x="23086" y="1706"/>
                </a:lnTo>
                <a:lnTo>
                  <a:pt x="23167" y="1606"/>
                </a:lnTo>
                <a:lnTo>
                  <a:pt x="23247" y="1513"/>
                </a:lnTo>
                <a:lnTo>
                  <a:pt x="23274" y="1413"/>
                </a:lnTo>
                <a:lnTo>
                  <a:pt x="23300" y="1320"/>
                </a:lnTo>
                <a:lnTo>
                  <a:pt x="23274" y="1220"/>
                </a:lnTo>
                <a:lnTo>
                  <a:pt x="23220" y="1127"/>
                </a:lnTo>
                <a:lnTo>
                  <a:pt x="23140" y="1035"/>
                </a:lnTo>
                <a:lnTo>
                  <a:pt x="23060" y="942"/>
                </a:lnTo>
                <a:lnTo>
                  <a:pt x="22926" y="849"/>
                </a:lnTo>
                <a:lnTo>
                  <a:pt x="22792" y="764"/>
                </a:lnTo>
                <a:lnTo>
                  <a:pt x="22605" y="679"/>
                </a:lnTo>
                <a:lnTo>
                  <a:pt x="22418" y="594"/>
                </a:lnTo>
                <a:lnTo>
                  <a:pt x="22204" y="517"/>
                </a:lnTo>
                <a:lnTo>
                  <a:pt x="21963" y="440"/>
                </a:lnTo>
                <a:lnTo>
                  <a:pt x="21722" y="371"/>
                </a:lnTo>
                <a:lnTo>
                  <a:pt x="21455" y="309"/>
                </a:lnTo>
                <a:lnTo>
                  <a:pt x="21160" y="247"/>
                </a:lnTo>
                <a:lnTo>
                  <a:pt x="20866" y="193"/>
                </a:lnTo>
                <a:lnTo>
                  <a:pt x="20545" y="147"/>
                </a:lnTo>
                <a:lnTo>
                  <a:pt x="20197" y="108"/>
                </a:lnTo>
                <a:lnTo>
                  <a:pt x="19850" y="70"/>
                </a:lnTo>
                <a:lnTo>
                  <a:pt x="19475" y="39"/>
                </a:lnTo>
                <a:lnTo>
                  <a:pt x="19101" y="23"/>
                </a:lnTo>
                <a:lnTo>
                  <a:pt x="18699" y="8"/>
                </a:lnTo>
                <a:lnTo>
                  <a:pt x="1829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6"/>
          <p:cNvSpPr/>
          <p:nvPr/>
        </p:nvSpPr>
        <p:spPr>
          <a:xfrm rot="10800000">
            <a:off x="724597" y="1279215"/>
            <a:ext cx="106512" cy="103767"/>
          </a:xfrm>
          <a:custGeom>
            <a:rect b="b" l="l" r="r" t="t"/>
            <a:pathLst>
              <a:path extrusionOk="0" h="8161" w="25681">
                <a:moveTo>
                  <a:pt x="20839" y="0"/>
                </a:moveTo>
                <a:lnTo>
                  <a:pt x="20438" y="16"/>
                </a:lnTo>
                <a:lnTo>
                  <a:pt x="20036" y="47"/>
                </a:lnTo>
                <a:lnTo>
                  <a:pt x="19635" y="78"/>
                </a:lnTo>
                <a:lnTo>
                  <a:pt x="19234" y="132"/>
                </a:lnTo>
                <a:lnTo>
                  <a:pt x="18859" y="193"/>
                </a:lnTo>
                <a:lnTo>
                  <a:pt x="18485" y="271"/>
                </a:lnTo>
                <a:lnTo>
                  <a:pt x="18137" y="363"/>
                </a:lnTo>
                <a:lnTo>
                  <a:pt x="16880" y="718"/>
                </a:lnTo>
                <a:lnTo>
                  <a:pt x="15649" y="1081"/>
                </a:lnTo>
                <a:lnTo>
                  <a:pt x="14445" y="1452"/>
                </a:lnTo>
                <a:lnTo>
                  <a:pt x="13242" y="1830"/>
                </a:lnTo>
                <a:lnTo>
                  <a:pt x="12091" y="2216"/>
                </a:lnTo>
                <a:lnTo>
                  <a:pt x="10941" y="2602"/>
                </a:lnTo>
                <a:lnTo>
                  <a:pt x="9818" y="2996"/>
                </a:lnTo>
                <a:lnTo>
                  <a:pt x="8721" y="3397"/>
                </a:lnTo>
                <a:lnTo>
                  <a:pt x="7651" y="3799"/>
                </a:lnTo>
                <a:lnTo>
                  <a:pt x="6581" y="4208"/>
                </a:lnTo>
                <a:lnTo>
                  <a:pt x="5537" y="4617"/>
                </a:lnTo>
                <a:lnTo>
                  <a:pt x="4521" y="5034"/>
                </a:lnTo>
                <a:lnTo>
                  <a:pt x="3504" y="5451"/>
                </a:lnTo>
                <a:lnTo>
                  <a:pt x="2515" y="5868"/>
                </a:lnTo>
                <a:lnTo>
                  <a:pt x="1525" y="6292"/>
                </a:lnTo>
                <a:lnTo>
                  <a:pt x="562" y="6717"/>
                </a:lnTo>
                <a:lnTo>
                  <a:pt x="401" y="6802"/>
                </a:lnTo>
                <a:lnTo>
                  <a:pt x="241" y="6894"/>
                </a:lnTo>
                <a:lnTo>
                  <a:pt x="134" y="6979"/>
                </a:lnTo>
                <a:lnTo>
                  <a:pt x="54" y="7072"/>
                </a:lnTo>
                <a:lnTo>
                  <a:pt x="27" y="7157"/>
                </a:lnTo>
                <a:lnTo>
                  <a:pt x="0" y="7242"/>
                </a:lnTo>
                <a:lnTo>
                  <a:pt x="27" y="7327"/>
                </a:lnTo>
                <a:lnTo>
                  <a:pt x="54" y="7412"/>
                </a:lnTo>
                <a:lnTo>
                  <a:pt x="107" y="7489"/>
                </a:lnTo>
                <a:lnTo>
                  <a:pt x="214" y="7566"/>
                </a:lnTo>
                <a:lnTo>
                  <a:pt x="321" y="7643"/>
                </a:lnTo>
                <a:lnTo>
                  <a:pt x="455" y="7713"/>
                </a:lnTo>
                <a:lnTo>
                  <a:pt x="615" y="7774"/>
                </a:lnTo>
                <a:lnTo>
                  <a:pt x="776" y="7844"/>
                </a:lnTo>
                <a:lnTo>
                  <a:pt x="963" y="7898"/>
                </a:lnTo>
                <a:lnTo>
                  <a:pt x="1150" y="7952"/>
                </a:lnTo>
                <a:lnTo>
                  <a:pt x="1391" y="7998"/>
                </a:lnTo>
                <a:lnTo>
                  <a:pt x="1605" y="8045"/>
                </a:lnTo>
                <a:lnTo>
                  <a:pt x="1846" y="8075"/>
                </a:lnTo>
                <a:lnTo>
                  <a:pt x="2087" y="8106"/>
                </a:lnTo>
                <a:lnTo>
                  <a:pt x="2354" y="8129"/>
                </a:lnTo>
                <a:lnTo>
                  <a:pt x="2622" y="8145"/>
                </a:lnTo>
                <a:lnTo>
                  <a:pt x="2889" y="8153"/>
                </a:lnTo>
                <a:lnTo>
                  <a:pt x="3157" y="8160"/>
                </a:lnTo>
                <a:lnTo>
                  <a:pt x="3424" y="8153"/>
                </a:lnTo>
                <a:lnTo>
                  <a:pt x="3718" y="8129"/>
                </a:lnTo>
                <a:lnTo>
                  <a:pt x="3986" y="8106"/>
                </a:lnTo>
                <a:lnTo>
                  <a:pt x="4253" y="8075"/>
                </a:lnTo>
                <a:lnTo>
                  <a:pt x="4521" y="8029"/>
                </a:lnTo>
                <a:lnTo>
                  <a:pt x="4788" y="7975"/>
                </a:lnTo>
                <a:lnTo>
                  <a:pt x="5056" y="7906"/>
                </a:lnTo>
                <a:lnTo>
                  <a:pt x="5323" y="7828"/>
                </a:lnTo>
                <a:lnTo>
                  <a:pt x="7651" y="7072"/>
                </a:lnTo>
                <a:lnTo>
                  <a:pt x="10032" y="6315"/>
                </a:lnTo>
                <a:lnTo>
                  <a:pt x="12439" y="5574"/>
                </a:lnTo>
                <a:lnTo>
                  <a:pt x="14847" y="4833"/>
                </a:lnTo>
                <a:lnTo>
                  <a:pt x="19715" y="3359"/>
                </a:lnTo>
                <a:lnTo>
                  <a:pt x="22150" y="2617"/>
                </a:lnTo>
                <a:lnTo>
                  <a:pt x="24557" y="1876"/>
                </a:lnTo>
                <a:lnTo>
                  <a:pt x="24878" y="1768"/>
                </a:lnTo>
                <a:lnTo>
                  <a:pt x="25146" y="1660"/>
                </a:lnTo>
                <a:lnTo>
                  <a:pt x="25360" y="1552"/>
                </a:lnTo>
                <a:lnTo>
                  <a:pt x="25520" y="1436"/>
                </a:lnTo>
                <a:lnTo>
                  <a:pt x="25627" y="1328"/>
                </a:lnTo>
                <a:lnTo>
                  <a:pt x="25681" y="1220"/>
                </a:lnTo>
                <a:lnTo>
                  <a:pt x="25681" y="1112"/>
                </a:lnTo>
                <a:lnTo>
                  <a:pt x="25654" y="1012"/>
                </a:lnTo>
                <a:lnTo>
                  <a:pt x="25600" y="904"/>
                </a:lnTo>
                <a:lnTo>
                  <a:pt x="25467" y="803"/>
                </a:lnTo>
                <a:lnTo>
                  <a:pt x="25333" y="711"/>
                </a:lnTo>
                <a:lnTo>
                  <a:pt x="25146" y="618"/>
                </a:lnTo>
                <a:lnTo>
                  <a:pt x="24932" y="533"/>
                </a:lnTo>
                <a:lnTo>
                  <a:pt x="24718" y="448"/>
                </a:lnTo>
                <a:lnTo>
                  <a:pt x="24450" y="371"/>
                </a:lnTo>
                <a:lnTo>
                  <a:pt x="24156" y="301"/>
                </a:lnTo>
                <a:lnTo>
                  <a:pt x="23835" y="232"/>
                </a:lnTo>
                <a:lnTo>
                  <a:pt x="23514" y="178"/>
                </a:lnTo>
                <a:lnTo>
                  <a:pt x="23166" y="124"/>
                </a:lnTo>
                <a:lnTo>
                  <a:pt x="22792" y="78"/>
                </a:lnTo>
                <a:lnTo>
                  <a:pt x="22417" y="47"/>
                </a:lnTo>
                <a:lnTo>
                  <a:pt x="22043" y="24"/>
                </a:lnTo>
                <a:lnTo>
                  <a:pt x="216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rot="10800000">
            <a:off x="484636" y="1502145"/>
            <a:ext cx="126814" cy="129579"/>
          </a:xfrm>
          <a:custGeom>
            <a:rect b="b" l="l" r="r" t="t"/>
            <a:pathLst>
              <a:path extrusionOk="0" h="10191" w="30576">
                <a:moveTo>
                  <a:pt x="26189" y="0"/>
                </a:moveTo>
                <a:lnTo>
                  <a:pt x="25841" y="8"/>
                </a:lnTo>
                <a:lnTo>
                  <a:pt x="25493" y="23"/>
                </a:lnTo>
                <a:lnTo>
                  <a:pt x="25146" y="46"/>
                </a:lnTo>
                <a:lnTo>
                  <a:pt x="24825" y="85"/>
                </a:lnTo>
                <a:lnTo>
                  <a:pt x="24504" y="131"/>
                </a:lnTo>
                <a:lnTo>
                  <a:pt x="24209" y="193"/>
                </a:lnTo>
                <a:lnTo>
                  <a:pt x="23915" y="270"/>
                </a:lnTo>
                <a:lnTo>
                  <a:pt x="23621" y="348"/>
                </a:lnTo>
                <a:lnTo>
                  <a:pt x="23353" y="448"/>
                </a:lnTo>
                <a:lnTo>
                  <a:pt x="20732" y="1536"/>
                </a:lnTo>
                <a:lnTo>
                  <a:pt x="18110" y="2609"/>
                </a:lnTo>
                <a:lnTo>
                  <a:pt x="16799" y="3142"/>
                </a:lnTo>
                <a:lnTo>
                  <a:pt x="15489" y="3667"/>
                </a:lnTo>
                <a:lnTo>
                  <a:pt x="14178" y="4192"/>
                </a:lnTo>
                <a:lnTo>
                  <a:pt x="12814" y="4709"/>
                </a:lnTo>
                <a:lnTo>
                  <a:pt x="11449" y="5219"/>
                </a:lnTo>
                <a:lnTo>
                  <a:pt x="10058" y="5728"/>
                </a:lnTo>
                <a:lnTo>
                  <a:pt x="8641" y="6230"/>
                </a:lnTo>
                <a:lnTo>
                  <a:pt x="7169" y="6724"/>
                </a:lnTo>
                <a:lnTo>
                  <a:pt x="5671" y="7211"/>
                </a:lnTo>
                <a:lnTo>
                  <a:pt x="4120" y="7697"/>
                </a:lnTo>
                <a:lnTo>
                  <a:pt x="2515" y="8176"/>
                </a:lnTo>
                <a:lnTo>
                  <a:pt x="856" y="8646"/>
                </a:lnTo>
                <a:lnTo>
                  <a:pt x="615" y="8716"/>
                </a:lnTo>
                <a:lnTo>
                  <a:pt x="428" y="8793"/>
                </a:lnTo>
                <a:lnTo>
                  <a:pt x="268" y="8870"/>
                </a:lnTo>
                <a:lnTo>
                  <a:pt x="161" y="8948"/>
                </a:lnTo>
                <a:lnTo>
                  <a:pt x="54" y="9025"/>
                </a:lnTo>
                <a:lnTo>
                  <a:pt x="27" y="9110"/>
                </a:lnTo>
                <a:lnTo>
                  <a:pt x="0" y="9187"/>
                </a:lnTo>
                <a:lnTo>
                  <a:pt x="0" y="9272"/>
                </a:lnTo>
                <a:lnTo>
                  <a:pt x="54" y="9349"/>
                </a:lnTo>
                <a:lnTo>
                  <a:pt x="107" y="9426"/>
                </a:lnTo>
                <a:lnTo>
                  <a:pt x="214" y="9503"/>
                </a:lnTo>
                <a:lnTo>
                  <a:pt x="321" y="9581"/>
                </a:lnTo>
                <a:lnTo>
                  <a:pt x="455" y="9650"/>
                </a:lnTo>
                <a:lnTo>
                  <a:pt x="615" y="9727"/>
                </a:lnTo>
                <a:lnTo>
                  <a:pt x="803" y="9789"/>
                </a:lnTo>
                <a:lnTo>
                  <a:pt x="990" y="9851"/>
                </a:lnTo>
                <a:lnTo>
                  <a:pt x="1204" y="9913"/>
                </a:lnTo>
                <a:lnTo>
                  <a:pt x="1445" y="9967"/>
                </a:lnTo>
                <a:lnTo>
                  <a:pt x="1685" y="10021"/>
                </a:lnTo>
                <a:lnTo>
                  <a:pt x="1926" y="10067"/>
                </a:lnTo>
                <a:lnTo>
                  <a:pt x="2194" y="10106"/>
                </a:lnTo>
                <a:lnTo>
                  <a:pt x="2461" y="10136"/>
                </a:lnTo>
                <a:lnTo>
                  <a:pt x="2755" y="10160"/>
                </a:lnTo>
                <a:lnTo>
                  <a:pt x="3050" y="10175"/>
                </a:lnTo>
                <a:lnTo>
                  <a:pt x="3317" y="10190"/>
                </a:lnTo>
                <a:lnTo>
                  <a:pt x="3611" y="10190"/>
                </a:lnTo>
                <a:lnTo>
                  <a:pt x="3906" y="10183"/>
                </a:lnTo>
                <a:lnTo>
                  <a:pt x="4200" y="10167"/>
                </a:lnTo>
                <a:lnTo>
                  <a:pt x="4494" y="10144"/>
                </a:lnTo>
                <a:lnTo>
                  <a:pt x="4788" y="10113"/>
                </a:lnTo>
                <a:lnTo>
                  <a:pt x="5083" y="10067"/>
                </a:lnTo>
                <a:lnTo>
                  <a:pt x="5350" y="10013"/>
                </a:lnTo>
                <a:lnTo>
                  <a:pt x="7196" y="9596"/>
                </a:lnTo>
                <a:lnTo>
                  <a:pt x="9042" y="9164"/>
                </a:lnTo>
                <a:lnTo>
                  <a:pt x="10861" y="8716"/>
                </a:lnTo>
                <a:lnTo>
                  <a:pt x="12653" y="8253"/>
                </a:lnTo>
                <a:lnTo>
                  <a:pt x="14419" y="7774"/>
                </a:lnTo>
                <a:lnTo>
                  <a:pt x="16157" y="7280"/>
                </a:lnTo>
                <a:lnTo>
                  <a:pt x="17013" y="7033"/>
                </a:lnTo>
                <a:lnTo>
                  <a:pt x="17843" y="6778"/>
                </a:lnTo>
                <a:lnTo>
                  <a:pt x="18672" y="6516"/>
                </a:lnTo>
                <a:lnTo>
                  <a:pt x="19501" y="6253"/>
                </a:lnTo>
                <a:lnTo>
                  <a:pt x="20304" y="5991"/>
                </a:lnTo>
                <a:lnTo>
                  <a:pt x="21106" y="5721"/>
                </a:lnTo>
                <a:lnTo>
                  <a:pt x="21882" y="5450"/>
                </a:lnTo>
                <a:lnTo>
                  <a:pt x="22631" y="5180"/>
                </a:lnTo>
                <a:lnTo>
                  <a:pt x="23380" y="4902"/>
                </a:lnTo>
                <a:lnTo>
                  <a:pt x="24102" y="4617"/>
                </a:lnTo>
                <a:lnTo>
                  <a:pt x="24798" y="4339"/>
                </a:lnTo>
                <a:lnTo>
                  <a:pt x="25493" y="4053"/>
                </a:lnTo>
                <a:lnTo>
                  <a:pt x="26162" y="3760"/>
                </a:lnTo>
                <a:lnTo>
                  <a:pt x="26804" y="3474"/>
                </a:lnTo>
                <a:lnTo>
                  <a:pt x="27446" y="3181"/>
                </a:lnTo>
                <a:lnTo>
                  <a:pt x="28035" y="2880"/>
                </a:lnTo>
                <a:lnTo>
                  <a:pt x="28623" y="2579"/>
                </a:lnTo>
                <a:lnTo>
                  <a:pt x="29185" y="2278"/>
                </a:lnTo>
                <a:lnTo>
                  <a:pt x="29693" y="1976"/>
                </a:lnTo>
                <a:lnTo>
                  <a:pt x="30201" y="1668"/>
                </a:lnTo>
                <a:lnTo>
                  <a:pt x="30362" y="1560"/>
                </a:lnTo>
                <a:lnTo>
                  <a:pt x="30469" y="1452"/>
                </a:lnTo>
                <a:lnTo>
                  <a:pt x="30549" y="1343"/>
                </a:lnTo>
                <a:lnTo>
                  <a:pt x="30576" y="1235"/>
                </a:lnTo>
                <a:lnTo>
                  <a:pt x="30549" y="1127"/>
                </a:lnTo>
                <a:lnTo>
                  <a:pt x="30522" y="1027"/>
                </a:lnTo>
                <a:lnTo>
                  <a:pt x="30442" y="927"/>
                </a:lnTo>
                <a:lnTo>
                  <a:pt x="30308" y="826"/>
                </a:lnTo>
                <a:lnTo>
                  <a:pt x="30175" y="734"/>
                </a:lnTo>
                <a:lnTo>
                  <a:pt x="30014" y="641"/>
                </a:lnTo>
                <a:lnTo>
                  <a:pt x="29800" y="556"/>
                </a:lnTo>
                <a:lnTo>
                  <a:pt x="29586" y="471"/>
                </a:lnTo>
                <a:lnTo>
                  <a:pt x="29345" y="402"/>
                </a:lnTo>
                <a:lnTo>
                  <a:pt x="29078" y="324"/>
                </a:lnTo>
                <a:lnTo>
                  <a:pt x="28810" y="263"/>
                </a:lnTo>
                <a:lnTo>
                  <a:pt x="28516" y="201"/>
                </a:lnTo>
                <a:lnTo>
                  <a:pt x="28195" y="147"/>
                </a:lnTo>
                <a:lnTo>
                  <a:pt x="27874" y="108"/>
                </a:lnTo>
                <a:lnTo>
                  <a:pt x="27553" y="70"/>
                </a:lnTo>
                <a:lnTo>
                  <a:pt x="27205" y="39"/>
                </a:lnTo>
                <a:lnTo>
                  <a:pt x="26858" y="16"/>
                </a:lnTo>
                <a:lnTo>
                  <a:pt x="2653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rot="10800000">
            <a:off x="347603" y="1720356"/>
            <a:ext cx="92535" cy="132630"/>
          </a:xfrm>
          <a:custGeom>
            <a:rect b="b" l="l" r="r" t="t"/>
            <a:pathLst>
              <a:path extrusionOk="0" h="10431" w="22311">
                <a:moveTo>
                  <a:pt x="18753" y="1"/>
                </a:moveTo>
                <a:lnTo>
                  <a:pt x="18459" y="8"/>
                </a:lnTo>
                <a:lnTo>
                  <a:pt x="18164" y="16"/>
                </a:lnTo>
                <a:lnTo>
                  <a:pt x="17870" y="31"/>
                </a:lnTo>
                <a:lnTo>
                  <a:pt x="17576" y="55"/>
                </a:lnTo>
                <a:lnTo>
                  <a:pt x="17282" y="85"/>
                </a:lnTo>
                <a:lnTo>
                  <a:pt x="17014" y="116"/>
                </a:lnTo>
                <a:lnTo>
                  <a:pt x="16747" y="155"/>
                </a:lnTo>
                <a:lnTo>
                  <a:pt x="16506" y="201"/>
                </a:lnTo>
                <a:lnTo>
                  <a:pt x="16265" y="248"/>
                </a:lnTo>
                <a:lnTo>
                  <a:pt x="16051" y="309"/>
                </a:lnTo>
                <a:lnTo>
                  <a:pt x="15837" y="371"/>
                </a:lnTo>
                <a:lnTo>
                  <a:pt x="15650" y="441"/>
                </a:lnTo>
                <a:lnTo>
                  <a:pt x="15489" y="518"/>
                </a:lnTo>
                <a:lnTo>
                  <a:pt x="15356" y="595"/>
                </a:lnTo>
                <a:lnTo>
                  <a:pt x="14553" y="1151"/>
                </a:lnTo>
                <a:lnTo>
                  <a:pt x="13751" y="1707"/>
                </a:lnTo>
                <a:lnTo>
                  <a:pt x="12226" y="2787"/>
                </a:lnTo>
                <a:lnTo>
                  <a:pt x="11450" y="3320"/>
                </a:lnTo>
                <a:lnTo>
                  <a:pt x="10674" y="3845"/>
                </a:lnTo>
                <a:lnTo>
                  <a:pt x="9898" y="4370"/>
                </a:lnTo>
                <a:lnTo>
                  <a:pt x="9069" y="4887"/>
                </a:lnTo>
                <a:lnTo>
                  <a:pt x="8240" y="5397"/>
                </a:lnTo>
                <a:lnTo>
                  <a:pt x="7357" y="5899"/>
                </a:lnTo>
                <a:lnTo>
                  <a:pt x="6421" y="6408"/>
                </a:lnTo>
                <a:lnTo>
                  <a:pt x="5431" y="6902"/>
                </a:lnTo>
                <a:lnTo>
                  <a:pt x="4896" y="7149"/>
                </a:lnTo>
                <a:lnTo>
                  <a:pt x="4361" y="7396"/>
                </a:lnTo>
                <a:lnTo>
                  <a:pt x="3799" y="7643"/>
                </a:lnTo>
                <a:lnTo>
                  <a:pt x="3211" y="7890"/>
                </a:lnTo>
                <a:lnTo>
                  <a:pt x="2622" y="8137"/>
                </a:lnTo>
                <a:lnTo>
                  <a:pt x="2007" y="8384"/>
                </a:lnTo>
                <a:lnTo>
                  <a:pt x="1338" y="8624"/>
                </a:lnTo>
                <a:lnTo>
                  <a:pt x="670" y="8871"/>
                </a:lnTo>
                <a:lnTo>
                  <a:pt x="482" y="8948"/>
                </a:lnTo>
                <a:lnTo>
                  <a:pt x="322" y="9025"/>
                </a:lnTo>
                <a:lnTo>
                  <a:pt x="215" y="9110"/>
                </a:lnTo>
                <a:lnTo>
                  <a:pt x="108" y="9187"/>
                </a:lnTo>
                <a:lnTo>
                  <a:pt x="54" y="9272"/>
                </a:lnTo>
                <a:lnTo>
                  <a:pt x="1" y="9357"/>
                </a:lnTo>
                <a:lnTo>
                  <a:pt x="1" y="9434"/>
                </a:lnTo>
                <a:lnTo>
                  <a:pt x="27" y="9519"/>
                </a:lnTo>
                <a:lnTo>
                  <a:pt x="54" y="9604"/>
                </a:lnTo>
                <a:lnTo>
                  <a:pt x="134" y="9681"/>
                </a:lnTo>
                <a:lnTo>
                  <a:pt x="215" y="9758"/>
                </a:lnTo>
                <a:lnTo>
                  <a:pt x="349" y="9836"/>
                </a:lnTo>
                <a:lnTo>
                  <a:pt x="482" y="9913"/>
                </a:lnTo>
                <a:lnTo>
                  <a:pt x="616" y="9982"/>
                </a:lnTo>
                <a:lnTo>
                  <a:pt x="803" y="10052"/>
                </a:lnTo>
                <a:lnTo>
                  <a:pt x="964" y="10114"/>
                </a:lnTo>
                <a:lnTo>
                  <a:pt x="1178" y="10168"/>
                </a:lnTo>
                <a:lnTo>
                  <a:pt x="1392" y="10222"/>
                </a:lnTo>
                <a:lnTo>
                  <a:pt x="1606" y="10276"/>
                </a:lnTo>
                <a:lnTo>
                  <a:pt x="1847" y="10314"/>
                </a:lnTo>
                <a:lnTo>
                  <a:pt x="2114" y="10353"/>
                </a:lnTo>
                <a:lnTo>
                  <a:pt x="2355" y="10384"/>
                </a:lnTo>
                <a:lnTo>
                  <a:pt x="2622" y="10407"/>
                </a:lnTo>
                <a:lnTo>
                  <a:pt x="2890" y="10422"/>
                </a:lnTo>
                <a:lnTo>
                  <a:pt x="3157" y="10430"/>
                </a:lnTo>
                <a:lnTo>
                  <a:pt x="3452" y="10430"/>
                </a:lnTo>
                <a:lnTo>
                  <a:pt x="3719" y="10415"/>
                </a:lnTo>
                <a:lnTo>
                  <a:pt x="4013" y="10399"/>
                </a:lnTo>
                <a:lnTo>
                  <a:pt x="4281" y="10368"/>
                </a:lnTo>
                <a:lnTo>
                  <a:pt x="4575" y="10330"/>
                </a:lnTo>
                <a:lnTo>
                  <a:pt x="4843" y="10283"/>
                </a:lnTo>
                <a:lnTo>
                  <a:pt x="5110" y="10222"/>
                </a:lnTo>
                <a:lnTo>
                  <a:pt x="5966" y="9998"/>
                </a:lnTo>
                <a:lnTo>
                  <a:pt x="6822" y="9774"/>
                </a:lnTo>
                <a:lnTo>
                  <a:pt x="7678" y="9550"/>
                </a:lnTo>
                <a:lnTo>
                  <a:pt x="8507" y="9311"/>
                </a:lnTo>
                <a:lnTo>
                  <a:pt x="9310" y="9071"/>
                </a:lnTo>
                <a:lnTo>
                  <a:pt x="10139" y="8824"/>
                </a:lnTo>
                <a:lnTo>
                  <a:pt x="10915" y="8570"/>
                </a:lnTo>
                <a:lnTo>
                  <a:pt x="11691" y="8307"/>
                </a:lnTo>
                <a:lnTo>
                  <a:pt x="12440" y="8045"/>
                </a:lnTo>
                <a:lnTo>
                  <a:pt x="13189" y="7774"/>
                </a:lnTo>
                <a:lnTo>
                  <a:pt x="13911" y="7504"/>
                </a:lnTo>
                <a:lnTo>
                  <a:pt x="14607" y="7226"/>
                </a:lnTo>
                <a:lnTo>
                  <a:pt x="15275" y="6941"/>
                </a:lnTo>
                <a:lnTo>
                  <a:pt x="15944" y="6655"/>
                </a:lnTo>
                <a:lnTo>
                  <a:pt x="16559" y="6362"/>
                </a:lnTo>
                <a:lnTo>
                  <a:pt x="17175" y="6061"/>
                </a:lnTo>
                <a:lnTo>
                  <a:pt x="17736" y="5760"/>
                </a:lnTo>
                <a:lnTo>
                  <a:pt x="18298" y="5458"/>
                </a:lnTo>
                <a:lnTo>
                  <a:pt x="18806" y="5150"/>
                </a:lnTo>
                <a:lnTo>
                  <a:pt x="19288" y="4841"/>
                </a:lnTo>
                <a:lnTo>
                  <a:pt x="19743" y="4524"/>
                </a:lnTo>
                <a:lnTo>
                  <a:pt x="20171" y="4208"/>
                </a:lnTo>
                <a:lnTo>
                  <a:pt x="20545" y="3891"/>
                </a:lnTo>
                <a:lnTo>
                  <a:pt x="20920" y="3567"/>
                </a:lnTo>
                <a:lnTo>
                  <a:pt x="21241" y="3243"/>
                </a:lnTo>
                <a:lnTo>
                  <a:pt x="21508" y="2919"/>
                </a:lnTo>
                <a:lnTo>
                  <a:pt x="21749" y="2587"/>
                </a:lnTo>
                <a:lnTo>
                  <a:pt x="21936" y="2255"/>
                </a:lnTo>
                <a:lnTo>
                  <a:pt x="22097" y="1923"/>
                </a:lnTo>
                <a:lnTo>
                  <a:pt x="22230" y="1583"/>
                </a:lnTo>
                <a:lnTo>
                  <a:pt x="22284" y="1243"/>
                </a:lnTo>
                <a:lnTo>
                  <a:pt x="22311" y="911"/>
                </a:lnTo>
                <a:lnTo>
                  <a:pt x="22311" y="811"/>
                </a:lnTo>
                <a:lnTo>
                  <a:pt x="22257" y="718"/>
                </a:lnTo>
                <a:lnTo>
                  <a:pt x="22177" y="634"/>
                </a:lnTo>
                <a:lnTo>
                  <a:pt x="22097" y="549"/>
                </a:lnTo>
                <a:lnTo>
                  <a:pt x="21963" y="471"/>
                </a:lnTo>
                <a:lnTo>
                  <a:pt x="21802" y="402"/>
                </a:lnTo>
                <a:lnTo>
                  <a:pt x="21615" y="340"/>
                </a:lnTo>
                <a:lnTo>
                  <a:pt x="21428" y="278"/>
                </a:lnTo>
                <a:lnTo>
                  <a:pt x="21214" y="224"/>
                </a:lnTo>
                <a:lnTo>
                  <a:pt x="20973" y="178"/>
                </a:lnTo>
                <a:lnTo>
                  <a:pt x="20732" y="139"/>
                </a:lnTo>
                <a:lnTo>
                  <a:pt x="20492" y="101"/>
                </a:lnTo>
                <a:lnTo>
                  <a:pt x="20197" y="70"/>
                </a:lnTo>
                <a:lnTo>
                  <a:pt x="19930" y="47"/>
                </a:lnTo>
                <a:lnTo>
                  <a:pt x="19636" y="24"/>
                </a:lnTo>
                <a:lnTo>
                  <a:pt x="19341" y="16"/>
                </a:lnTo>
                <a:lnTo>
                  <a:pt x="19047" y="8"/>
                </a:lnTo>
                <a:lnTo>
                  <a:pt x="1875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rot="10800000">
            <a:off x="370567" y="1940151"/>
            <a:ext cx="46601" cy="102190"/>
          </a:xfrm>
          <a:custGeom>
            <a:rect b="b" l="l" r="r" t="t"/>
            <a:pathLst>
              <a:path extrusionOk="0" h="8037" w="11236">
                <a:moveTo>
                  <a:pt x="3318" y="1"/>
                </a:moveTo>
                <a:lnTo>
                  <a:pt x="3023" y="16"/>
                </a:lnTo>
                <a:lnTo>
                  <a:pt x="2756" y="31"/>
                </a:lnTo>
                <a:lnTo>
                  <a:pt x="2462" y="55"/>
                </a:lnTo>
                <a:lnTo>
                  <a:pt x="2194" y="86"/>
                </a:lnTo>
                <a:lnTo>
                  <a:pt x="1953" y="124"/>
                </a:lnTo>
                <a:lnTo>
                  <a:pt x="1686" y="170"/>
                </a:lnTo>
                <a:lnTo>
                  <a:pt x="1472" y="217"/>
                </a:lnTo>
                <a:lnTo>
                  <a:pt x="1231" y="271"/>
                </a:lnTo>
                <a:lnTo>
                  <a:pt x="1017" y="333"/>
                </a:lnTo>
                <a:lnTo>
                  <a:pt x="830" y="402"/>
                </a:lnTo>
                <a:lnTo>
                  <a:pt x="643" y="472"/>
                </a:lnTo>
                <a:lnTo>
                  <a:pt x="482" y="549"/>
                </a:lnTo>
                <a:lnTo>
                  <a:pt x="348" y="634"/>
                </a:lnTo>
                <a:lnTo>
                  <a:pt x="241" y="726"/>
                </a:lnTo>
                <a:lnTo>
                  <a:pt x="134" y="819"/>
                </a:lnTo>
                <a:lnTo>
                  <a:pt x="54" y="912"/>
                </a:lnTo>
                <a:lnTo>
                  <a:pt x="1" y="1020"/>
                </a:lnTo>
                <a:lnTo>
                  <a:pt x="1" y="1128"/>
                </a:lnTo>
                <a:lnTo>
                  <a:pt x="1" y="1328"/>
                </a:lnTo>
                <a:lnTo>
                  <a:pt x="54" y="1529"/>
                </a:lnTo>
                <a:lnTo>
                  <a:pt x="108" y="1730"/>
                </a:lnTo>
                <a:lnTo>
                  <a:pt x="215" y="1931"/>
                </a:lnTo>
                <a:lnTo>
                  <a:pt x="348" y="2131"/>
                </a:lnTo>
                <a:lnTo>
                  <a:pt x="509" y="2332"/>
                </a:lnTo>
                <a:lnTo>
                  <a:pt x="669" y="2533"/>
                </a:lnTo>
                <a:lnTo>
                  <a:pt x="857" y="2733"/>
                </a:lnTo>
                <a:lnTo>
                  <a:pt x="1258" y="3127"/>
                </a:lnTo>
                <a:lnTo>
                  <a:pt x="1686" y="3529"/>
                </a:lnTo>
                <a:lnTo>
                  <a:pt x="2114" y="3915"/>
                </a:lnTo>
                <a:lnTo>
                  <a:pt x="2488" y="4301"/>
                </a:lnTo>
                <a:lnTo>
                  <a:pt x="3291" y="5127"/>
                </a:lnTo>
                <a:lnTo>
                  <a:pt x="3692" y="5536"/>
                </a:lnTo>
                <a:lnTo>
                  <a:pt x="4120" y="5953"/>
                </a:lnTo>
                <a:lnTo>
                  <a:pt x="4548" y="6362"/>
                </a:lnTo>
                <a:lnTo>
                  <a:pt x="5030" y="6763"/>
                </a:lnTo>
                <a:lnTo>
                  <a:pt x="5538" y="7165"/>
                </a:lnTo>
                <a:lnTo>
                  <a:pt x="6100" y="7558"/>
                </a:lnTo>
                <a:lnTo>
                  <a:pt x="6207" y="7636"/>
                </a:lnTo>
                <a:lnTo>
                  <a:pt x="6340" y="7705"/>
                </a:lnTo>
                <a:lnTo>
                  <a:pt x="6501" y="7759"/>
                </a:lnTo>
                <a:lnTo>
                  <a:pt x="6661" y="7813"/>
                </a:lnTo>
                <a:lnTo>
                  <a:pt x="6849" y="7867"/>
                </a:lnTo>
                <a:lnTo>
                  <a:pt x="7036" y="7906"/>
                </a:lnTo>
                <a:lnTo>
                  <a:pt x="7223" y="7944"/>
                </a:lnTo>
                <a:lnTo>
                  <a:pt x="7437" y="7968"/>
                </a:lnTo>
                <a:lnTo>
                  <a:pt x="7651" y="7998"/>
                </a:lnTo>
                <a:lnTo>
                  <a:pt x="7865" y="8014"/>
                </a:lnTo>
                <a:lnTo>
                  <a:pt x="8079" y="8029"/>
                </a:lnTo>
                <a:lnTo>
                  <a:pt x="8293" y="8037"/>
                </a:lnTo>
                <a:lnTo>
                  <a:pt x="8507" y="8037"/>
                </a:lnTo>
                <a:lnTo>
                  <a:pt x="8748" y="8029"/>
                </a:lnTo>
                <a:lnTo>
                  <a:pt x="8962" y="8022"/>
                </a:lnTo>
                <a:lnTo>
                  <a:pt x="9176" y="8006"/>
                </a:lnTo>
                <a:lnTo>
                  <a:pt x="9390" y="7991"/>
                </a:lnTo>
                <a:lnTo>
                  <a:pt x="9604" y="7968"/>
                </a:lnTo>
                <a:lnTo>
                  <a:pt x="9818" y="7937"/>
                </a:lnTo>
                <a:lnTo>
                  <a:pt x="10005" y="7906"/>
                </a:lnTo>
                <a:lnTo>
                  <a:pt x="10193" y="7867"/>
                </a:lnTo>
                <a:lnTo>
                  <a:pt x="10353" y="7829"/>
                </a:lnTo>
                <a:lnTo>
                  <a:pt x="10514" y="7782"/>
                </a:lnTo>
                <a:lnTo>
                  <a:pt x="10674" y="7728"/>
                </a:lnTo>
                <a:lnTo>
                  <a:pt x="10808" y="7674"/>
                </a:lnTo>
                <a:lnTo>
                  <a:pt x="10915" y="7620"/>
                </a:lnTo>
                <a:lnTo>
                  <a:pt x="11022" y="7558"/>
                </a:lnTo>
                <a:lnTo>
                  <a:pt x="11102" y="7489"/>
                </a:lnTo>
                <a:lnTo>
                  <a:pt x="11182" y="7419"/>
                </a:lnTo>
                <a:lnTo>
                  <a:pt x="11209" y="7350"/>
                </a:lnTo>
                <a:lnTo>
                  <a:pt x="11236" y="7273"/>
                </a:lnTo>
                <a:lnTo>
                  <a:pt x="11236" y="7188"/>
                </a:lnTo>
                <a:lnTo>
                  <a:pt x="11129" y="6763"/>
                </a:lnTo>
                <a:lnTo>
                  <a:pt x="10968" y="6339"/>
                </a:lnTo>
                <a:lnTo>
                  <a:pt x="10781" y="5914"/>
                </a:lnTo>
                <a:lnTo>
                  <a:pt x="10567" y="5489"/>
                </a:lnTo>
                <a:lnTo>
                  <a:pt x="10300" y="5065"/>
                </a:lnTo>
                <a:lnTo>
                  <a:pt x="10032" y="4640"/>
                </a:lnTo>
                <a:lnTo>
                  <a:pt x="9497" y="3799"/>
                </a:lnTo>
                <a:lnTo>
                  <a:pt x="9256" y="3405"/>
                </a:lnTo>
                <a:lnTo>
                  <a:pt x="9042" y="2996"/>
                </a:lnTo>
                <a:lnTo>
                  <a:pt x="8828" y="2587"/>
                </a:lnTo>
                <a:lnTo>
                  <a:pt x="8588" y="2178"/>
                </a:lnTo>
                <a:lnTo>
                  <a:pt x="8427" y="1977"/>
                </a:lnTo>
                <a:lnTo>
                  <a:pt x="8266" y="1776"/>
                </a:lnTo>
                <a:lnTo>
                  <a:pt x="8106" y="1575"/>
                </a:lnTo>
                <a:lnTo>
                  <a:pt x="7919" y="1382"/>
                </a:lnTo>
                <a:lnTo>
                  <a:pt x="7705" y="1189"/>
                </a:lnTo>
                <a:lnTo>
                  <a:pt x="7464" y="996"/>
                </a:lnTo>
                <a:lnTo>
                  <a:pt x="7196" y="811"/>
                </a:lnTo>
                <a:lnTo>
                  <a:pt x="6875" y="634"/>
                </a:lnTo>
                <a:lnTo>
                  <a:pt x="6688" y="533"/>
                </a:lnTo>
                <a:lnTo>
                  <a:pt x="6501" y="448"/>
                </a:lnTo>
                <a:lnTo>
                  <a:pt x="6287" y="363"/>
                </a:lnTo>
                <a:lnTo>
                  <a:pt x="6046" y="294"/>
                </a:lnTo>
                <a:lnTo>
                  <a:pt x="5805" y="232"/>
                </a:lnTo>
                <a:lnTo>
                  <a:pt x="5538" y="178"/>
                </a:lnTo>
                <a:lnTo>
                  <a:pt x="5270" y="124"/>
                </a:lnTo>
                <a:lnTo>
                  <a:pt x="5003" y="86"/>
                </a:lnTo>
                <a:lnTo>
                  <a:pt x="4735" y="55"/>
                </a:lnTo>
                <a:lnTo>
                  <a:pt x="4441" y="31"/>
                </a:lnTo>
                <a:lnTo>
                  <a:pt x="4174" y="16"/>
                </a:lnTo>
                <a:lnTo>
                  <a:pt x="387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p:nvPr/>
        </p:nvSpPr>
        <p:spPr>
          <a:xfrm rot="-7465185">
            <a:off x="1854951" y="4352780"/>
            <a:ext cx="102385" cy="109150"/>
          </a:xfrm>
          <a:custGeom>
            <a:rect b="b" l="l" r="r" t="t"/>
            <a:pathLst>
              <a:path extrusionOk="0" h="11265" w="32422">
                <a:moveTo>
                  <a:pt x="28115" y="1"/>
                </a:moveTo>
                <a:lnTo>
                  <a:pt x="27741" y="9"/>
                </a:lnTo>
                <a:lnTo>
                  <a:pt x="27339" y="32"/>
                </a:lnTo>
                <a:lnTo>
                  <a:pt x="26965" y="55"/>
                </a:lnTo>
                <a:lnTo>
                  <a:pt x="26590" y="94"/>
                </a:lnTo>
                <a:lnTo>
                  <a:pt x="26216" y="148"/>
                </a:lnTo>
                <a:lnTo>
                  <a:pt x="25841" y="209"/>
                </a:lnTo>
                <a:lnTo>
                  <a:pt x="25494" y="279"/>
                </a:lnTo>
                <a:lnTo>
                  <a:pt x="25146" y="364"/>
                </a:lnTo>
                <a:lnTo>
                  <a:pt x="24825" y="464"/>
                </a:lnTo>
                <a:lnTo>
                  <a:pt x="23327" y="966"/>
                </a:lnTo>
                <a:lnTo>
                  <a:pt x="21829" y="1460"/>
                </a:lnTo>
                <a:lnTo>
                  <a:pt x="18752" y="2456"/>
                </a:lnTo>
                <a:lnTo>
                  <a:pt x="15676" y="3444"/>
                </a:lnTo>
                <a:lnTo>
                  <a:pt x="12627" y="4448"/>
                </a:lnTo>
                <a:lnTo>
                  <a:pt x="11102" y="4957"/>
                </a:lnTo>
                <a:lnTo>
                  <a:pt x="9604" y="5467"/>
                </a:lnTo>
                <a:lnTo>
                  <a:pt x="8133" y="5976"/>
                </a:lnTo>
                <a:lnTo>
                  <a:pt x="6661" y="6493"/>
                </a:lnTo>
                <a:lnTo>
                  <a:pt x="5243" y="7011"/>
                </a:lnTo>
                <a:lnTo>
                  <a:pt x="3852" y="7536"/>
                </a:lnTo>
                <a:lnTo>
                  <a:pt x="2488" y="8068"/>
                </a:lnTo>
                <a:lnTo>
                  <a:pt x="1177" y="8609"/>
                </a:lnTo>
                <a:lnTo>
                  <a:pt x="963" y="8701"/>
                </a:lnTo>
                <a:lnTo>
                  <a:pt x="776" y="8786"/>
                </a:lnTo>
                <a:lnTo>
                  <a:pt x="616" y="8879"/>
                </a:lnTo>
                <a:lnTo>
                  <a:pt x="482" y="8964"/>
                </a:lnTo>
                <a:lnTo>
                  <a:pt x="348" y="9056"/>
                </a:lnTo>
                <a:lnTo>
                  <a:pt x="268" y="9141"/>
                </a:lnTo>
                <a:lnTo>
                  <a:pt x="161" y="9226"/>
                </a:lnTo>
                <a:lnTo>
                  <a:pt x="107" y="9319"/>
                </a:lnTo>
                <a:lnTo>
                  <a:pt x="54" y="9404"/>
                </a:lnTo>
                <a:lnTo>
                  <a:pt x="27" y="9489"/>
                </a:lnTo>
                <a:lnTo>
                  <a:pt x="0" y="9566"/>
                </a:lnTo>
                <a:lnTo>
                  <a:pt x="0" y="9651"/>
                </a:lnTo>
                <a:lnTo>
                  <a:pt x="54" y="9813"/>
                </a:lnTo>
                <a:lnTo>
                  <a:pt x="161" y="9967"/>
                </a:lnTo>
                <a:lnTo>
                  <a:pt x="321" y="10114"/>
                </a:lnTo>
                <a:lnTo>
                  <a:pt x="562" y="10261"/>
                </a:lnTo>
                <a:lnTo>
                  <a:pt x="830" y="10400"/>
                </a:lnTo>
                <a:lnTo>
                  <a:pt x="1124" y="10523"/>
                </a:lnTo>
                <a:lnTo>
                  <a:pt x="1498" y="10647"/>
                </a:lnTo>
                <a:lnTo>
                  <a:pt x="1873" y="10762"/>
                </a:lnTo>
                <a:lnTo>
                  <a:pt x="2301" y="10863"/>
                </a:lnTo>
                <a:lnTo>
                  <a:pt x="2756" y="10955"/>
                </a:lnTo>
                <a:lnTo>
                  <a:pt x="3264" y="11033"/>
                </a:lnTo>
                <a:lnTo>
                  <a:pt x="3772" y="11110"/>
                </a:lnTo>
                <a:lnTo>
                  <a:pt x="4307" y="11164"/>
                </a:lnTo>
                <a:lnTo>
                  <a:pt x="4842" y="11210"/>
                </a:lnTo>
                <a:lnTo>
                  <a:pt x="5404" y="11241"/>
                </a:lnTo>
                <a:lnTo>
                  <a:pt x="5992" y="11264"/>
                </a:lnTo>
                <a:lnTo>
                  <a:pt x="6554" y="11264"/>
                </a:lnTo>
                <a:lnTo>
                  <a:pt x="7143" y="11257"/>
                </a:lnTo>
                <a:lnTo>
                  <a:pt x="7731" y="11233"/>
                </a:lnTo>
                <a:lnTo>
                  <a:pt x="8293" y="11187"/>
                </a:lnTo>
                <a:lnTo>
                  <a:pt x="8855" y="11125"/>
                </a:lnTo>
                <a:lnTo>
                  <a:pt x="9417" y="11048"/>
                </a:lnTo>
                <a:lnTo>
                  <a:pt x="9952" y="10955"/>
                </a:lnTo>
                <a:lnTo>
                  <a:pt x="10219" y="10901"/>
                </a:lnTo>
                <a:lnTo>
                  <a:pt x="10487" y="10840"/>
                </a:lnTo>
                <a:lnTo>
                  <a:pt x="10727" y="10778"/>
                </a:lnTo>
                <a:lnTo>
                  <a:pt x="10968" y="10708"/>
                </a:lnTo>
                <a:lnTo>
                  <a:pt x="11209" y="10639"/>
                </a:lnTo>
                <a:lnTo>
                  <a:pt x="11450" y="10562"/>
                </a:lnTo>
                <a:lnTo>
                  <a:pt x="12867" y="10044"/>
                </a:lnTo>
                <a:lnTo>
                  <a:pt x="14232" y="9520"/>
                </a:lnTo>
                <a:lnTo>
                  <a:pt x="15569" y="8995"/>
                </a:lnTo>
                <a:lnTo>
                  <a:pt x="16907" y="8454"/>
                </a:lnTo>
                <a:lnTo>
                  <a:pt x="18191" y="7906"/>
                </a:lnTo>
                <a:lnTo>
                  <a:pt x="19475" y="7358"/>
                </a:lnTo>
                <a:lnTo>
                  <a:pt x="20732" y="6802"/>
                </a:lnTo>
                <a:lnTo>
                  <a:pt x="21963" y="6246"/>
                </a:lnTo>
                <a:lnTo>
                  <a:pt x="24424" y="5119"/>
                </a:lnTo>
                <a:lnTo>
                  <a:pt x="26831" y="3992"/>
                </a:lnTo>
                <a:lnTo>
                  <a:pt x="29265" y="2873"/>
                </a:lnTo>
                <a:lnTo>
                  <a:pt x="31700" y="1761"/>
                </a:lnTo>
                <a:lnTo>
                  <a:pt x="31941" y="1638"/>
                </a:lnTo>
                <a:lnTo>
                  <a:pt x="32128" y="1522"/>
                </a:lnTo>
                <a:lnTo>
                  <a:pt x="32288" y="1398"/>
                </a:lnTo>
                <a:lnTo>
                  <a:pt x="32369" y="1282"/>
                </a:lnTo>
                <a:lnTo>
                  <a:pt x="32422" y="1167"/>
                </a:lnTo>
                <a:lnTo>
                  <a:pt x="32422" y="1059"/>
                </a:lnTo>
                <a:lnTo>
                  <a:pt x="32395" y="950"/>
                </a:lnTo>
                <a:lnTo>
                  <a:pt x="32342" y="842"/>
                </a:lnTo>
                <a:lnTo>
                  <a:pt x="32208" y="750"/>
                </a:lnTo>
                <a:lnTo>
                  <a:pt x="32074" y="649"/>
                </a:lnTo>
                <a:lnTo>
                  <a:pt x="31887" y="564"/>
                </a:lnTo>
                <a:lnTo>
                  <a:pt x="31700" y="480"/>
                </a:lnTo>
                <a:lnTo>
                  <a:pt x="31459" y="402"/>
                </a:lnTo>
                <a:lnTo>
                  <a:pt x="31192" y="325"/>
                </a:lnTo>
                <a:lnTo>
                  <a:pt x="30924" y="263"/>
                </a:lnTo>
                <a:lnTo>
                  <a:pt x="30630" y="202"/>
                </a:lnTo>
                <a:lnTo>
                  <a:pt x="30309" y="148"/>
                </a:lnTo>
                <a:lnTo>
                  <a:pt x="29961" y="101"/>
                </a:lnTo>
                <a:lnTo>
                  <a:pt x="29613" y="63"/>
                </a:lnTo>
                <a:lnTo>
                  <a:pt x="29239" y="40"/>
                </a:lnTo>
                <a:lnTo>
                  <a:pt x="28864" y="16"/>
                </a:lnTo>
                <a:lnTo>
                  <a:pt x="28490" y="9"/>
                </a:lnTo>
                <a:lnTo>
                  <a:pt x="281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rot="-7465185">
            <a:off x="2161835" y="4426019"/>
            <a:ext cx="189397" cy="136891"/>
          </a:xfrm>
          <a:custGeom>
            <a:rect b="b" l="l" r="r" t="t"/>
            <a:pathLst>
              <a:path extrusionOk="0" h="14128" w="59976">
                <a:moveTo>
                  <a:pt x="54812" y="0"/>
                </a:moveTo>
                <a:lnTo>
                  <a:pt x="54411" y="15"/>
                </a:lnTo>
                <a:lnTo>
                  <a:pt x="54010" y="46"/>
                </a:lnTo>
                <a:lnTo>
                  <a:pt x="53609" y="85"/>
                </a:lnTo>
                <a:lnTo>
                  <a:pt x="53234" y="139"/>
                </a:lnTo>
                <a:lnTo>
                  <a:pt x="52860" y="216"/>
                </a:lnTo>
                <a:lnTo>
                  <a:pt x="52485" y="301"/>
                </a:lnTo>
                <a:lnTo>
                  <a:pt x="52111" y="401"/>
                </a:lnTo>
                <a:lnTo>
                  <a:pt x="50800" y="818"/>
                </a:lnTo>
                <a:lnTo>
                  <a:pt x="49462" y="1220"/>
                </a:lnTo>
                <a:lnTo>
                  <a:pt x="48125" y="1621"/>
                </a:lnTo>
                <a:lnTo>
                  <a:pt x="46787" y="2007"/>
                </a:lnTo>
                <a:lnTo>
                  <a:pt x="45423" y="2393"/>
                </a:lnTo>
                <a:lnTo>
                  <a:pt x="44059" y="2771"/>
                </a:lnTo>
                <a:lnTo>
                  <a:pt x="42694" y="3134"/>
                </a:lnTo>
                <a:lnTo>
                  <a:pt x="41303" y="3497"/>
                </a:lnTo>
                <a:lnTo>
                  <a:pt x="39912" y="3852"/>
                </a:lnTo>
                <a:lnTo>
                  <a:pt x="38521" y="4207"/>
                </a:lnTo>
                <a:lnTo>
                  <a:pt x="37103" y="4547"/>
                </a:lnTo>
                <a:lnTo>
                  <a:pt x="35686" y="4879"/>
                </a:lnTo>
                <a:lnTo>
                  <a:pt x="34241" y="5211"/>
                </a:lnTo>
                <a:lnTo>
                  <a:pt x="32797" y="5535"/>
                </a:lnTo>
                <a:lnTo>
                  <a:pt x="31325" y="5852"/>
                </a:lnTo>
                <a:lnTo>
                  <a:pt x="29854" y="6160"/>
                </a:lnTo>
                <a:lnTo>
                  <a:pt x="28356" y="6469"/>
                </a:lnTo>
                <a:lnTo>
                  <a:pt x="26831" y="6770"/>
                </a:lnTo>
                <a:lnTo>
                  <a:pt x="25306" y="7064"/>
                </a:lnTo>
                <a:lnTo>
                  <a:pt x="23782" y="7349"/>
                </a:lnTo>
                <a:lnTo>
                  <a:pt x="22230" y="7635"/>
                </a:lnTo>
                <a:lnTo>
                  <a:pt x="20652" y="7913"/>
                </a:lnTo>
                <a:lnTo>
                  <a:pt x="19047" y="8183"/>
                </a:lnTo>
                <a:lnTo>
                  <a:pt x="17442" y="8453"/>
                </a:lnTo>
                <a:lnTo>
                  <a:pt x="15810" y="8716"/>
                </a:lnTo>
                <a:lnTo>
                  <a:pt x="14151" y="8971"/>
                </a:lnTo>
                <a:lnTo>
                  <a:pt x="12493" y="9225"/>
                </a:lnTo>
                <a:lnTo>
                  <a:pt x="10808" y="9472"/>
                </a:lnTo>
                <a:lnTo>
                  <a:pt x="9096" y="9712"/>
                </a:lnTo>
                <a:lnTo>
                  <a:pt x="7357" y="9951"/>
                </a:lnTo>
                <a:lnTo>
                  <a:pt x="5618" y="10183"/>
                </a:lnTo>
                <a:lnTo>
                  <a:pt x="3826" y="10414"/>
                </a:lnTo>
                <a:lnTo>
                  <a:pt x="3451" y="10468"/>
                </a:lnTo>
                <a:lnTo>
                  <a:pt x="3103" y="10522"/>
                </a:lnTo>
                <a:lnTo>
                  <a:pt x="2756" y="10576"/>
                </a:lnTo>
                <a:lnTo>
                  <a:pt x="2461" y="10638"/>
                </a:lnTo>
                <a:lnTo>
                  <a:pt x="2167" y="10700"/>
                </a:lnTo>
                <a:lnTo>
                  <a:pt x="1873" y="10769"/>
                </a:lnTo>
                <a:lnTo>
                  <a:pt x="1632" y="10839"/>
                </a:lnTo>
                <a:lnTo>
                  <a:pt x="1391" y="10908"/>
                </a:lnTo>
                <a:lnTo>
                  <a:pt x="1177" y="10985"/>
                </a:lnTo>
                <a:lnTo>
                  <a:pt x="990" y="11055"/>
                </a:lnTo>
                <a:lnTo>
                  <a:pt x="803" y="11132"/>
                </a:lnTo>
                <a:lnTo>
                  <a:pt x="642" y="11217"/>
                </a:lnTo>
                <a:lnTo>
                  <a:pt x="509" y="11294"/>
                </a:lnTo>
                <a:lnTo>
                  <a:pt x="375" y="11379"/>
                </a:lnTo>
                <a:lnTo>
                  <a:pt x="268" y="11464"/>
                </a:lnTo>
                <a:lnTo>
                  <a:pt x="188" y="11549"/>
                </a:lnTo>
                <a:lnTo>
                  <a:pt x="107" y="11634"/>
                </a:lnTo>
                <a:lnTo>
                  <a:pt x="54" y="11719"/>
                </a:lnTo>
                <a:lnTo>
                  <a:pt x="27" y="11804"/>
                </a:lnTo>
                <a:lnTo>
                  <a:pt x="0" y="11896"/>
                </a:lnTo>
                <a:lnTo>
                  <a:pt x="0" y="12074"/>
                </a:lnTo>
                <a:lnTo>
                  <a:pt x="54" y="12251"/>
                </a:lnTo>
                <a:lnTo>
                  <a:pt x="161" y="12421"/>
                </a:lnTo>
                <a:lnTo>
                  <a:pt x="321" y="12599"/>
                </a:lnTo>
                <a:lnTo>
                  <a:pt x="562" y="12769"/>
                </a:lnTo>
                <a:lnTo>
                  <a:pt x="830" y="12939"/>
                </a:lnTo>
                <a:lnTo>
                  <a:pt x="1151" y="13093"/>
                </a:lnTo>
                <a:lnTo>
                  <a:pt x="1525" y="13247"/>
                </a:lnTo>
                <a:lnTo>
                  <a:pt x="1926" y="13394"/>
                </a:lnTo>
                <a:lnTo>
                  <a:pt x="2381" y="13533"/>
                </a:lnTo>
                <a:lnTo>
                  <a:pt x="2863" y="13657"/>
                </a:lnTo>
                <a:lnTo>
                  <a:pt x="3398" y="13772"/>
                </a:lnTo>
                <a:lnTo>
                  <a:pt x="3959" y="13865"/>
                </a:lnTo>
                <a:lnTo>
                  <a:pt x="4548" y="13958"/>
                </a:lnTo>
                <a:lnTo>
                  <a:pt x="5163" y="14027"/>
                </a:lnTo>
                <a:lnTo>
                  <a:pt x="5484" y="14050"/>
                </a:lnTo>
                <a:lnTo>
                  <a:pt x="5832" y="14073"/>
                </a:lnTo>
                <a:lnTo>
                  <a:pt x="6153" y="14097"/>
                </a:lnTo>
                <a:lnTo>
                  <a:pt x="6501" y="14112"/>
                </a:lnTo>
                <a:lnTo>
                  <a:pt x="6848" y="14120"/>
                </a:lnTo>
                <a:lnTo>
                  <a:pt x="7196" y="14127"/>
                </a:lnTo>
                <a:lnTo>
                  <a:pt x="7544" y="14127"/>
                </a:lnTo>
                <a:lnTo>
                  <a:pt x="7892" y="14120"/>
                </a:lnTo>
                <a:lnTo>
                  <a:pt x="8266" y="14112"/>
                </a:lnTo>
                <a:lnTo>
                  <a:pt x="8641" y="14097"/>
                </a:lnTo>
                <a:lnTo>
                  <a:pt x="9015" y="14073"/>
                </a:lnTo>
                <a:lnTo>
                  <a:pt x="9390" y="14043"/>
                </a:lnTo>
                <a:lnTo>
                  <a:pt x="9764" y="14012"/>
                </a:lnTo>
                <a:lnTo>
                  <a:pt x="10139" y="13973"/>
                </a:lnTo>
                <a:lnTo>
                  <a:pt x="11985" y="13757"/>
                </a:lnTo>
                <a:lnTo>
                  <a:pt x="13830" y="13525"/>
                </a:lnTo>
                <a:lnTo>
                  <a:pt x="15649" y="13286"/>
                </a:lnTo>
                <a:lnTo>
                  <a:pt x="17468" y="13039"/>
                </a:lnTo>
                <a:lnTo>
                  <a:pt x="19261" y="12769"/>
                </a:lnTo>
                <a:lnTo>
                  <a:pt x="21053" y="12499"/>
                </a:lnTo>
                <a:lnTo>
                  <a:pt x="22819" y="12213"/>
                </a:lnTo>
                <a:lnTo>
                  <a:pt x="24584" y="11912"/>
                </a:lnTo>
                <a:lnTo>
                  <a:pt x="26323" y="11611"/>
                </a:lnTo>
                <a:lnTo>
                  <a:pt x="28035" y="11294"/>
                </a:lnTo>
                <a:lnTo>
                  <a:pt x="29720" y="10962"/>
                </a:lnTo>
                <a:lnTo>
                  <a:pt x="31406" y="10630"/>
                </a:lnTo>
                <a:lnTo>
                  <a:pt x="33064" y="10283"/>
                </a:lnTo>
                <a:lnTo>
                  <a:pt x="34696" y="9928"/>
                </a:lnTo>
                <a:lnTo>
                  <a:pt x="36301" y="9557"/>
                </a:lnTo>
                <a:lnTo>
                  <a:pt x="37906" y="9187"/>
                </a:lnTo>
                <a:lnTo>
                  <a:pt x="39457" y="8801"/>
                </a:lnTo>
                <a:lnTo>
                  <a:pt x="41009" y="8415"/>
                </a:lnTo>
                <a:lnTo>
                  <a:pt x="42507" y="8013"/>
                </a:lnTo>
                <a:lnTo>
                  <a:pt x="43978" y="7604"/>
                </a:lnTo>
                <a:lnTo>
                  <a:pt x="45450" y="7187"/>
                </a:lnTo>
                <a:lnTo>
                  <a:pt x="46867" y="6770"/>
                </a:lnTo>
                <a:lnTo>
                  <a:pt x="48258" y="6338"/>
                </a:lnTo>
                <a:lnTo>
                  <a:pt x="49623" y="5898"/>
                </a:lnTo>
                <a:lnTo>
                  <a:pt x="50960" y="5458"/>
                </a:lnTo>
                <a:lnTo>
                  <a:pt x="52244" y="5010"/>
                </a:lnTo>
                <a:lnTo>
                  <a:pt x="53502" y="4555"/>
                </a:lnTo>
                <a:lnTo>
                  <a:pt x="54732" y="4092"/>
                </a:lnTo>
                <a:lnTo>
                  <a:pt x="55936" y="3621"/>
                </a:lnTo>
                <a:lnTo>
                  <a:pt x="57086" y="3150"/>
                </a:lnTo>
                <a:lnTo>
                  <a:pt x="58210" y="2671"/>
                </a:lnTo>
                <a:lnTo>
                  <a:pt x="59280" y="2185"/>
                </a:lnTo>
                <a:lnTo>
                  <a:pt x="59520" y="2061"/>
                </a:lnTo>
                <a:lnTo>
                  <a:pt x="59681" y="1945"/>
                </a:lnTo>
                <a:lnTo>
                  <a:pt x="59815" y="1822"/>
                </a:lnTo>
                <a:lnTo>
                  <a:pt x="59922" y="1698"/>
                </a:lnTo>
                <a:lnTo>
                  <a:pt x="59948" y="1567"/>
                </a:lnTo>
                <a:lnTo>
                  <a:pt x="59975" y="1444"/>
                </a:lnTo>
                <a:lnTo>
                  <a:pt x="59922" y="1328"/>
                </a:lnTo>
                <a:lnTo>
                  <a:pt x="59841" y="1204"/>
                </a:lnTo>
                <a:lnTo>
                  <a:pt x="59734" y="1089"/>
                </a:lnTo>
                <a:lnTo>
                  <a:pt x="59601" y="973"/>
                </a:lnTo>
                <a:lnTo>
                  <a:pt x="59413" y="857"/>
                </a:lnTo>
                <a:lnTo>
                  <a:pt x="59226" y="749"/>
                </a:lnTo>
                <a:lnTo>
                  <a:pt x="58985" y="648"/>
                </a:lnTo>
                <a:lnTo>
                  <a:pt x="58718" y="548"/>
                </a:lnTo>
                <a:lnTo>
                  <a:pt x="58450" y="455"/>
                </a:lnTo>
                <a:lnTo>
                  <a:pt x="58156" y="371"/>
                </a:lnTo>
                <a:lnTo>
                  <a:pt x="57835" y="293"/>
                </a:lnTo>
                <a:lnTo>
                  <a:pt x="57487" y="224"/>
                </a:lnTo>
                <a:lnTo>
                  <a:pt x="57140" y="162"/>
                </a:lnTo>
                <a:lnTo>
                  <a:pt x="56765" y="108"/>
                </a:lnTo>
                <a:lnTo>
                  <a:pt x="56391" y="69"/>
                </a:lnTo>
                <a:lnTo>
                  <a:pt x="55989" y="31"/>
                </a:lnTo>
                <a:lnTo>
                  <a:pt x="55615" y="8"/>
                </a:lnTo>
                <a:lnTo>
                  <a:pt x="5521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p:nvPr/>
        </p:nvSpPr>
        <p:spPr>
          <a:xfrm rot="-7465185">
            <a:off x="2450075" y="4643371"/>
            <a:ext cx="142935" cy="54018"/>
          </a:xfrm>
          <a:custGeom>
            <a:rect b="b" l="l" r="r" t="t"/>
            <a:pathLst>
              <a:path extrusionOk="0" h="5575" w="45263">
                <a:moveTo>
                  <a:pt x="43256" y="1"/>
                </a:moveTo>
                <a:lnTo>
                  <a:pt x="43069" y="8"/>
                </a:lnTo>
                <a:lnTo>
                  <a:pt x="42855" y="16"/>
                </a:lnTo>
                <a:lnTo>
                  <a:pt x="40340" y="186"/>
                </a:lnTo>
                <a:lnTo>
                  <a:pt x="37852" y="333"/>
                </a:lnTo>
                <a:lnTo>
                  <a:pt x="35338" y="479"/>
                </a:lnTo>
                <a:lnTo>
                  <a:pt x="32823" y="611"/>
                </a:lnTo>
                <a:lnTo>
                  <a:pt x="30335" y="734"/>
                </a:lnTo>
                <a:lnTo>
                  <a:pt x="27794" y="850"/>
                </a:lnTo>
                <a:lnTo>
                  <a:pt x="22738" y="1081"/>
                </a:lnTo>
                <a:lnTo>
                  <a:pt x="21508" y="1135"/>
                </a:lnTo>
                <a:lnTo>
                  <a:pt x="20277" y="1182"/>
                </a:lnTo>
                <a:lnTo>
                  <a:pt x="17843" y="1274"/>
                </a:lnTo>
                <a:lnTo>
                  <a:pt x="15382" y="1359"/>
                </a:lnTo>
                <a:lnTo>
                  <a:pt x="12947" y="1452"/>
                </a:lnTo>
                <a:lnTo>
                  <a:pt x="11717" y="1514"/>
                </a:lnTo>
                <a:lnTo>
                  <a:pt x="10513" y="1575"/>
                </a:lnTo>
                <a:lnTo>
                  <a:pt x="9309" y="1645"/>
                </a:lnTo>
                <a:lnTo>
                  <a:pt x="8132" y="1722"/>
                </a:lnTo>
                <a:lnTo>
                  <a:pt x="6929" y="1815"/>
                </a:lnTo>
                <a:lnTo>
                  <a:pt x="5751" y="1915"/>
                </a:lnTo>
                <a:lnTo>
                  <a:pt x="4601" y="2031"/>
                </a:lnTo>
                <a:lnTo>
                  <a:pt x="3451" y="2154"/>
                </a:lnTo>
                <a:lnTo>
                  <a:pt x="3130" y="2201"/>
                </a:lnTo>
                <a:lnTo>
                  <a:pt x="2836" y="2239"/>
                </a:lnTo>
                <a:lnTo>
                  <a:pt x="2568" y="2286"/>
                </a:lnTo>
                <a:lnTo>
                  <a:pt x="2301" y="2332"/>
                </a:lnTo>
                <a:lnTo>
                  <a:pt x="2060" y="2386"/>
                </a:lnTo>
                <a:lnTo>
                  <a:pt x="1819" y="2440"/>
                </a:lnTo>
                <a:lnTo>
                  <a:pt x="1391" y="2548"/>
                </a:lnTo>
                <a:lnTo>
                  <a:pt x="1043" y="2672"/>
                </a:lnTo>
                <a:lnTo>
                  <a:pt x="722" y="2803"/>
                </a:lnTo>
                <a:lnTo>
                  <a:pt x="482" y="2942"/>
                </a:lnTo>
                <a:lnTo>
                  <a:pt x="294" y="3081"/>
                </a:lnTo>
                <a:lnTo>
                  <a:pt x="134" y="3228"/>
                </a:lnTo>
                <a:lnTo>
                  <a:pt x="54" y="3374"/>
                </a:lnTo>
                <a:lnTo>
                  <a:pt x="0" y="3529"/>
                </a:lnTo>
                <a:lnTo>
                  <a:pt x="0" y="3683"/>
                </a:lnTo>
                <a:lnTo>
                  <a:pt x="54" y="3837"/>
                </a:lnTo>
                <a:lnTo>
                  <a:pt x="134" y="3992"/>
                </a:lnTo>
                <a:lnTo>
                  <a:pt x="294" y="4146"/>
                </a:lnTo>
                <a:lnTo>
                  <a:pt x="455" y="4293"/>
                </a:lnTo>
                <a:lnTo>
                  <a:pt x="669" y="4440"/>
                </a:lnTo>
                <a:lnTo>
                  <a:pt x="936" y="4586"/>
                </a:lnTo>
                <a:lnTo>
                  <a:pt x="1231" y="4717"/>
                </a:lnTo>
                <a:lnTo>
                  <a:pt x="1552" y="4849"/>
                </a:lnTo>
                <a:lnTo>
                  <a:pt x="1899" y="4972"/>
                </a:lnTo>
                <a:lnTo>
                  <a:pt x="2301" y="5088"/>
                </a:lnTo>
                <a:lnTo>
                  <a:pt x="2729" y="5196"/>
                </a:lnTo>
                <a:lnTo>
                  <a:pt x="3183" y="5289"/>
                </a:lnTo>
                <a:lnTo>
                  <a:pt x="3665" y="5374"/>
                </a:lnTo>
                <a:lnTo>
                  <a:pt x="4173" y="5443"/>
                </a:lnTo>
                <a:lnTo>
                  <a:pt x="4708" y="5497"/>
                </a:lnTo>
                <a:lnTo>
                  <a:pt x="5243" y="5544"/>
                </a:lnTo>
                <a:lnTo>
                  <a:pt x="5832" y="5567"/>
                </a:lnTo>
                <a:lnTo>
                  <a:pt x="6420" y="5574"/>
                </a:lnTo>
                <a:lnTo>
                  <a:pt x="7036" y="5567"/>
                </a:lnTo>
                <a:lnTo>
                  <a:pt x="7651" y="5544"/>
                </a:lnTo>
                <a:lnTo>
                  <a:pt x="8855" y="5466"/>
                </a:lnTo>
                <a:lnTo>
                  <a:pt x="10005" y="5381"/>
                </a:lnTo>
                <a:lnTo>
                  <a:pt x="11182" y="5281"/>
                </a:lnTo>
                <a:lnTo>
                  <a:pt x="12305" y="5165"/>
                </a:lnTo>
                <a:lnTo>
                  <a:pt x="13456" y="5034"/>
                </a:lnTo>
                <a:lnTo>
                  <a:pt x="14579" y="4903"/>
                </a:lnTo>
                <a:lnTo>
                  <a:pt x="15703" y="4756"/>
                </a:lnTo>
                <a:lnTo>
                  <a:pt x="16799" y="4609"/>
                </a:lnTo>
                <a:lnTo>
                  <a:pt x="19020" y="4293"/>
                </a:lnTo>
                <a:lnTo>
                  <a:pt x="21187" y="3976"/>
                </a:lnTo>
                <a:lnTo>
                  <a:pt x="23380" y="3660"/>
                </a:lnTo>
                <a:lnTo>
                  <a:pt x="24477" y="3505"/>
                </a:lnTo>
                <a:lnTo>
                  <a:pt x="25574" y="3359"/>
                </a:lnTo>
                <a:lnTo>
                  <a:pt x="30202" y="2757"/>
                </a:lnTo>
                <a:lnTo>
                  <a:pt x="32502" y="2456"/>
                </a:lnTo>
                <a:lnTo>
                  <a:pt x="34803" y="2162"/>
                </a:lnTo>
                <a:lnTo>
                  <a:pt x="37103" y="1884"/>
                </a:lnTo>
                <a:lnTo>
                  <a:pt x="39431" y="1606"/>
                </a:lnTo>
                <a:lnTo>
                  <a:pt x="41811" y="1336"/>
                </a:lnTo>
                <a:lnTo>
                  <a:pt x="44192" y="1081"/>
                </a:lnTo>
                <a:lnTo>
                  <a:pt x="44379" y="1058"/>
                </a:lnTo>
                <a:lnTo>
                  <a:pt x="44540" y="1035"/>
                </a:lnTo>
                <a:lnTo>
                  <a:pt x="44700" y="1004"/>
                </a:lnTo>
                <a:lnTo>
                  <a:pt x="44834" y="966"/>
                </a:lnTo>
                <a:lnTo>
                  <a:pt x="44941" y="927"/>
                </a:lnTo>
                <a:lnTo>
                  <a:pt x="45048" y="888"/>
                </a:lnTo>
                <a:lnTo>
                  <a:pt x="45128" y="842"/>
                </a:lnTo>
                <a:lnTo>
                  <a:pt x="45182" y="804"/>
                </a:lnTo>
                <a:lnTo>
                  <a:pt x="45235" y="757"/>
                </a:lnTo>
                <a:lnTo>
                  <a:pt x="45262" y="703"/>
                </a:lnTo>
                <a:lnTo>
                  <a:pt x="45262" y="611"/>
                </a:lnTo>
                <a:lnTo>
                  <a:pt x="45235" y="510"/>
                </a:lnTo>
                <a:lnTo>
                  <a:pt x="45128" y="410"/>
                </a:lnTo>
                <a:lnTo>
                  <a:pt x="44968" y="317"/>
                </a:lnTo>
                <a:lnTo>
                  <a:pt x="44781" y="232"/>
                </a:lnTo>
                <a:lnTo>
                  <a:pt x="44540" y="155"/>
                </a:lnTo>
                <a:lnTo>
                  <a:pt x="44272" y="86"/>
                </a:lnTo>
                <a:lnTo>
                  <a:pt x="44112" y="62"/>
                </a:lnTo>
                <a:lnTo>
                  <a:pt x="43951" y="39"/>
                </a:lnTo>
                <a:lnTo>
                  <a:pt x="43791" y="24"/>
                </a:lnTo>
                <a:lnTo>
                  <a:pt x="43630" y="8"/>
                </a:lnTo>
                <a:lnTo>
                  <a:pt x="4344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p:nvPr/>
        </p:nvSpPr>
        <p:spPr>
          <a:xfrm rot="-7465185">
            <a:off x="2604487" y="4776665"/>
            <a:ext cx="135420" cy="63969"/>
          </a:xfrm>
          <a:custGeom>
            <a:rect b="b" l="l" r="r" t="t"/>
            <a:pathLst>
              <a:path extrusionOk="0" h="6602" w="42883">
                <a:moveTo>
                  <a:pt x="38228" y="1"/>
                </a:moveTo>
                <a:lnTo>
                  <a:pt x="37746" y="8"/>
                </a:lnTo>
                <a:lnTo>
                  <a:pt x="37238" y="24"/>
                </a:lnTo>
                <a:lnTo>
                  <a:pt x="36703" y="55"/>
                </a:lnTo>
                <a:lnTo>
                  <a:pt x="28357" y="734"/>
                </a:lnTo>
                <a:lnTo>
                  <a:pt x="24184" y="1074"/>
                </a:lnTo>
                <a:lnTo>
                  <a:pt x="19984" y="1429"/>
                </a:lnTo>
                <a:lnTo>
                  <a:pt x="15837" y="1792"/>
                </a:lnTo>
                <a:lnTo>
                  <a:pt x="13751" y="1977"/>
                </a:lnTo>
                <a:lnTo>
                  <a:pt x="11691" y="2170"/>
                </a:lnTo>
                <a:lnTo>
                  <a:pt x="9631" y="2371"/>
                </a:lnTo>
                <a:lnTo>
                  <a:pt x="7571" y="2571"/>
                </a:lnTo>
                <a:lnTo>
                  <a:pt x="5538" y="2780"/>
                </a:lnTo>
                <a:lnTo>
                  <a:pt x="3505" y="2996"/>
                </a:lnTo>
                <a:lnTo>
                  <a:pt x="3184" y="3035"/>
                </a:lnTo>
                <a:lnTo>
                  <a:pt x="2890" y="3073"/>
                </a:lnTo>
                <a:lnTo>
                  <a:pt x="2596" y="3119"/>
                </a:lnTo>
                <a:lnTo>
                  <a:pt x="2328" y="3166"/>
                </a:lnTo>
                <a:lnTo>
                  <a:pt x="2087" y="3220"/>
                </a:lnTo>
                <a:lnTo>
                  <a:pt x="1847" y="3274"/>
                </a:lnTo>
                <a:lnTo>
                  <a:pt x="1633" y="3328"/>
                </a:lnTo>
                <a:lnTo>
                  <a:pt x="1419" y="3390"/>
                </a:lnTo>
                <a:lnTo>
                  <a:pt x="1231" y="3451"/>
                </a:lnTo>
                <a:lnTo>
                  <a:pt x="1044" y="3521"/>
                </a:lnTo>
                <a:lnTo>
                  <a:pt x="884" y="3590"/>
                </a:lnTo>
                <a:lnTo>
                  <a:pt x="750" y="3660"/>
                </a:lnTo>
                <a:lnTo>
                  <a:pt x="482" y="3806"/>
                </a:lnTo>
                <a:lnTo>
                  <a:pt x="295" y="3953"/>
                </a:lnTo>
                <a:lnTo>
                  <a:pt x="135" y="4115"/>
                </a:lnTo>
                <a:lnTo>
                  <a:pt x="54" y="4277"/>
                </a:lnTo>
                <a:lnTo>
                  <a:pt x="1" y="4447"/>
                </a:lnTo>
                <a:lnTo>
                  <a:pt x="1" y="4617"/>
                </a:lnTo>
                <a:lnTo>
                  <a:pt x="54" y="4787"/>
                </a:lnTo>
                <a:lnTo>
                  <a:pt x="135" y="4957"/>
                </a:lnTo>
                <a:lnTo>
                  <a:pt x="295" y="5127"/>
                </a:lnTo>
                <a:lnTo>
                  <a:pt x="456" y="5289"/>
                </a:lnTo>
                <a:lnTo>
                  <a:pt x="696" y="5451"/>
                </a:lnTo>
                <a:lnTo>
                  <a:pt x="937" y="5605"/>
                </a:lnTo>
                <a:lnTo>
                  <a:pt x="1231" y="5752"/>
                </a:lnTo>
                <a:lnTo>
                  <a:pt x="1579" y="5891"/>
                </a:lnTo>
                <a:lnTo>
                  <a:pt x="1954" y="6030"/>
                </a:lnTo>
                <a:lnTo>
                  <a:pt x="2355" y="6146"/>
                </a:lnTo>
                <a:lnTo>
                  <a:pt x="2783" y="6261"/>
                </a:lnTo>
                <a:lnTo>
                  <a:pt x="3238" y="6354"/>
                </a:lnTo>
                <a:lnTo>
                  <a:pt x="3746" y="6439"/>
                </a:lnTo>
                <a:lnTo>
                  <a:pt x="4254" y="6508"/>
                </a:lnTo>
                <a:lnTo>
                  <a:pt x="4549" y="6532"/>
                </a:lnTo>
                <a:lnTo>
                  <a:pt x="4816" y="6555"/>
                </a:lnTo>
                <a:lnTo>
                  <a:pt x="5084" y="6578"/>
                </a:lnTo>
                <a:lnTo>
                  <a:pt x="5378" y="6586"/>
                </a:lnTo>
                <a:lnTo>
                  <a:pt x="5672" y="6601"/>
                </a:lnTo>
                <a:lnTo>
                  <a:pt x="6287" y="6601"/>
                </a:lnTo>
                <a:lnTo>
                  <a:pt x="6582" y="6593"/>
                </a:lnTo>
                <a:lnTo>
                  <a:pt x="6903" y="6586"/>
                </a:lnTo>
                <a:lnTo>
                  <a:pt x="7224" y="6570"/>
                </a:lnTo>
                <a:lnTo>
                  <a:pt x="7545" y="6547"/>
                </a:lnTo>
                <a:lnTo>
                  <a:pt x="7892" y="6516"/>
                </a:lnTo>
                <a:lnTo>
                  <a:pt x="9925" y="6323"/>
                </a:lnTo>
                <a:lnTo>
                  <a:pt x="11985" y="6115"/>
                </a:lnTo>
                <a:lnTo>
                  <a:pt x="14018" y="5906"/>
                </a:lnTo>
                <a:lnTo>
                  <a:pt x="16051" y="5682"/>
                </a:lnTo>
                <a:lnTo>
                  <a:pt x="18084" y="5459"/>
                </a:lnTo>
                <a:lnTo>
                  <a:pt x="20117" y="5235"/>
                </a:lnTo>
                <a:lnTo>
                  <a:pt x="24130" y="4764"/>
                </a:lnTo>
                <a:lnTo>
                  <a:pt x="28169" y="4285"/>
                </a:lnTo>
                <a:lnTo>
                  <a:pt x="32182" y="3791"/>
                </a:lnTo>
                <a:lnTo>
                  <a:pt x="40154" y="2811"/>
                </a:lnTo>
                <a:lnTo>
                  <a:pt x="40635" y="2749"/>
                </a:lnTo>
                <a:lnTo>
                  <a:pt x="41063" y="2672"/>
                </a:lnTo>
                <a:lnTo>
                  <a:pt x="41438" y="2587"/>
                </a:lnTo>
                <a:lnTo>
                  <a:pt x="41759" y="2494"/>
                </a:lnTo>
                <a:lnTo>
                  <a:pt x="42053" y="2386"/>
                </a:lnTo>
                <a:lnTo>
                  <a:pt x="42294" y="2278"/>
                </a:lnTo>
                <a:lnTo>
                  <a:pt x="42481" y="2162"/>
                </a:lnTo>
                <a:lnTo>
                  <a:pt x="42641" y="2046"/>
                </a:lnTo>
                <a:lnTo>
                  <a:pt x="42775" y="1923"/>
                </a:lnTo>
                <a:lnTo>
                  <a:pt x="42829" y="1792"/>
                </a:lnTo>
                <a:lnTo>
                  <a:pt x="42882" y="1668"/>
                </a:lnTo>
                <a:lnTo>
                  <a:pt x="42882" y="1537"/>
                </a:lnTo>
                <a:lnTo>
                  <a:pt x="42855" y="1406"/>
                </a:lnTo>
                <a:lnTo>
                  <a:pt x="42775" y="1274"/>
                </a:lnTo>
                <a:lnTo>
                  <a:pt x="42668" y="1143"/>
                </a:lnTo>
                <a:lnTo>
                  <a:pt x="42534" y="1020"/>
                </a:lnTo>
                <a:lnTo>
                  <a:pt x="42347" y="896"/>
                </a:lnTo>
                <a:lnTo>
                  <a:pt x="42160" y="780"/>
                </a:lnTo>
                <a:lnTo>
                  <a:pt x="41919" y="664"/>
                </a:lnTo>
                <a:lnTo>
                  <a:pt x="41678" y="556"/>
                </a:lnTo>
                <a:lnTo>
                  <a:pt x="41384" y="456"/>
                </a:lnTo>
                <a:lnTo>
                  <a:pt x="41063" y="363"/>
                </a:lnTo>
                <a:lnTo>
                  <a:pt x="40715" y="279"/>
                </a:lnTo>
                <a:lnTo>
                  <a:pt x="40368" y="201"/>
                </a:lnTo>
                <a:lnTo>
                  <a:pt x="39966" y="140"/>
                </a:lnTo>
                <a:lnTo>
                  <a:pt x="39565" y="86"/>
                </a:lnTo>
                <a:lnTo>
                  <a:pt x="39137" y="47"/>
                </a:lnTo>
                <a:lnTo>
                  <a:pt x="38682" y="16"/>
                </a:lnTo>
                <a:lnTo>
                  <a:pt x="3822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6"/>
          <p:cNvSpPr/>
          <p:nvPr/>
        </p:nvSpPr>
        <p:spPr>
          <a:xfrm rot="8100000">
            <a:off x="7868732" y="685916"/>
            <a:ext cx="488502" cy="233958"/>
          </a:xfrm>
          <a:custGeom>
            <a:rect b="b" l="l" r="r" t="t"/>
            <a:pathLst>
              <a:path extrusionOk="0" h="40622" w="155072">
                <a:moveTo>
                  <a:pt x="151855" y="1"/>
                </a:moveTo>
                <a:lnTo>
                  <a:pt x="151545" y="12"/>
                </a:lnTo>
                <a:lnTo>
                  <a:pt x="151235" y="35"/>
                </a:lnTo>
                <a:lnTo>
                  <a:pt x="150925" y="69"/>
                </a:lnTo>
                <a:lnTo>
                  <a:pt x="150616" y="126"/>
                </a:lnTo>
                <a:lnTo>
                  <a:pt x="145826" y="1117"/>
                </a:lnTo>
                <a:lnTo>
                  <a:pt x="141061" y="2119"/>
                </a:lnTo>
                <a:lnTo>
                  <a:pt x="136271" y="3122"/>
                </a:lnTo>
                <a:lnTo>
                  <a:pt x="131506" y="4147"/>
                </a:lnTo>
                <a:lnTo>
                  <a:pt x="126740" y="5172"/>
                </a:lnTo>
                <a:lnTo>
                  <a:pt x="121975" y="6209"/>
                </a:lnTo>
                <a:lnTo>
                  <a:pt x="117209" y="7257"/>
                </a:lnTo>
                <a:lnTo>
                  <a:pt x="112444" y="8316"/>
                </a:lnTo>
                <a:lnTo>
                  <a:pt x="107678" y="9387"/>
                </a:lnTo>
                <a:lnTo>
                  <a:pt x="102936" y="10458"/>
                </a:lnTo>
                <a:lnTo>
                  <a:pt x="98195" y="11551"/>
                </a:lnTo>
                <a:lnTo>
                  <a:pt x="93453" y="12656"/>
                </a:lnTo>
                <a:lnTo>
                  <a:pt x="88735" y="13761"/>
                </a:lnTo>
                <a:lnTo>
                  <a:pt x="84017" y="14889"/>
                </a:lnTo>
                <a:lnTo>
                  <a:pt x="79323" y="16016"/>
                </a:lnTo>
                <a:lnTo>
                  <a:pt x="74629" y="17155"/>
                </a:lnTo>
                <a:lnTo>
                  <a:pt x="69959" y="18317"/>
                </a:lnTo>
                <a:lnTo>
                  <a:pt x="65289" y="19479"/>
                </a:lnTo>
                <a:lnTo>
                  <a:pt x="60642" y="20664"/>
                </a:lnTo>
                <a:lnTo>
                  <a:pt x="55996" y="21849"/>
                </a:lnTo>
                <a:lnTo>
                  <a:pt x="51397" y="23056"/>
                </a:lnTo>
                <a:lnTo>
                  <a:pt x="46774" y="24264"/>
                </a:lnTo>
                <a:lnTo>
                  <a:pt x="42200" y="25494"/>
                </a:lnTo>
                <a:lnTo>
                  <a:pt x="37625" y="26735"/>
                </a:lnTo>
                <a:lnTo>
                  <a:pt x="33074" y="27988"/>
                </a:lnTo>
                <a:lnTo>
                  <a:pt x="28546" y="29253"/>
                </a:lnTo>
                <a:lnTo>
                  <a:pt x="24043" y="30529"/>
                </a:lnTo>
                <a:lnTo>
                  <a:pt x="19563" y="31816"/>
                </a:lnTo>
                <a:lnTo>
                  <a:pt x="15107" y="33114"/>
                </a:lnTo>
                <a:lnTo>
                  <a:pt x="10675" y="34436"/>
                </a:lnTo>
                <a:lnTo>
                  <a:pt x="6243" y="35768"/>
                </a:lnTo>
                <a:lnTo>
                  <a:pt x="1859" y="37101"/>
                </a:lnTo>
                <a:lnTo>
                  <a:pt x="1478" y="37238"/>
                </a:lnTo>
                <a:lnTo>
                  <a:pt x="1168" y="37375"/>
                </a:lnTo>
                <a:lnTo>
                  <a:pt x="882" y="37511"/>
                </a:lnTo>
                <a:lnTo>
                  <a:pt x="620" y="37671"/>
                </a:lnTo>
                <a:lnTo>
                  <a:pt x="430" y="37830"/>
                </a:lnTo>
                <a:lnTo>
                  <a:pt x="263" y="37990"/>
                </a:lnTo>
                <a:lnTo>
                  <a:pt x="144" y="38161"/>
                </a:lnTo>
                <a:lnTo>
                  <a:pt x="72" y="38331"/>
                </a:lnTo>
                <a:lnTo>
                  <a:pt x="24" y="38502"/>
                </a:lnTo>
                <a:lnTo>
                  <a:pt x="1" y="38673"/>
                </a:lnTo>
                <a:lnTo>
                  <a:pt x="24" y="38855"/>
                </a:lnTo>
                <a:lnTo>
                  <a:pt x="72" y="39026"/>
                </a:lnTo>
                <a:lnTo>
                  <a:pt x="167" y="39186"/>
                </a:lnTo>
                <a:lnTo>
                  <a:pt x="287" y="39357"/>
                </a:lnTo>
                <a:lnTo>
                  <a:pt x="430" y="39516"/>
                </a:lnTo>
                <a:lnTo>
                  <a:pt x="596" y="39664"/>
                </a:lnTo>
                <a:lnTo>
                  <a:pt x="787" y="39812"/>
                </a:lnTo>
                <a:lnTo>
                  <a:pt x="1001" y="39949"/>
                </a:lnTo>
                <a:lnTo>
                  <a:pt x="1240" y="40074"/>
                </a:lnTo>
                <a:lnTo>
                  <a:pt x="1502" y="40200"/>
                </a:lnTo>
                <a:lnTo>
                  <a:pt x="1788" y="40302"/>
                </a:lnTo>
                <a:lnTo>
                  <a:pt x="2074" y="40393"/>
                </a:lnTo>
                <a:lnTo>
                  <a:pt x="2407" y="40473"/>
                </a:lnTo>
                <a:lnTo>
                  <a:pt x="2741" y="40530"/>
                </a:lnTo>
                <a:lnTo>
                  <a:pt x="3098" y="40576"/>
                </a:lnTo>
                <a:lnTo>
                  <a:pt x="3456" y="40610"/>
                </a:lnTo>
                <a:lnTo>
                  <a:pt x="3837" y="40621"/>
                </a:lnTo>
                <a:lnTo>
                  <a:pt x="4218" y="40610"/>
                </a:lnTo>
                <a:lnTo>
                  <a:pt x="4599" y="40576"/>
                </a:lnTo>
                <a:lnTo>
                  <a:pt x="5004" y="40530"/>
                </a:lnTo>
                <a:lnTo>
                  <a:pt x="5410" y="40450"/>
                </a:lnTo>
                <a:lnTo>
                  <a:pt x="5838" y="40359"/>
                </a:lnTo>
                <a:lnTo>
                  <a:pt x="24162" y="35472"/>
                </a:lnTo>
                <a:lnTo>
                  <a:pt x="42485" y="30597"/>
                </a:lnTo>
                <a:lnTo>
                  <a:pt x="51635" y="28171"/>
                </a:lnTo>
                <a:lnTo>
                  <a:pt x="60809" y="25756"/>
                </a:lnTo>
                <a:lnTo>
                  <a:pt x="69959" y="23352"/>
                </a:lnTo>
                <a:lnTo>
                  <a:pt x="79156" y="20971"/>
                </a:lnTo>
                <a:lnTo>
                  <a:pt x="88354" y="18591"/>
                </a:lnTo>
                <a:lnTo>
                  <a:pt x="97575" y="16233"/>
                </a:lnTo>
                <a:lnTo>
                  <a:pt x="106820" y="13898"/>
                </a:lnTo>
                <a:lnTo>
                  <a:pt x="116089" y="11574"/>
                </a:lnTo>
                <a:lnTo>
                  <a:pt x="120736" y="10423"/>
                </a:lnTo>
                <a:lnTo>
                  <a:pt x="125406" y="9273"/>
                </a:lnTo>
                <a:lnTo>
                  <a:pt x="130076" y="8134"/>
                </a:lnTo>
                <a:lnTo>
                  <a:pt x="134746" y="7006"/>
                </a:lnTo>
                <a:lnTo>
                  <a:pt x="139441" y="5878"/>
                </a:lnTo>
                <a:lnTo>
                  <a:pt x="144135" y="4751"/>
                </a:lnTo>
                <a:lnTo>
                  <a:pt x="148829" y="3646"/>
                </a:lnTo>
                <a:lnTo>
                  <a:pt x="153547" y="2529"/>
                </a:lnTo>
                <a:lnTo>
                  <a:pt x="153856" y="2450"/>
                </a:lnTo>
                <a:lnTo>
                  <a:pt x="154118" y="2370"/>
                </a:lnTo>
                <a:lnTo>
                  <a:pt x="154357" y="2279"/>
                </a:lnTo>
                <a:lnTo>
                  <a:pt x="154547" y="2176"/>
                </a:lnTo>
                <a:lnTo>
                  <a:pt x="154714" y="2062"/>
                </a:lnTo>
                <a:lnTo>
                  <a:pt x="154833" y="1960"/>
                </a:lnTo>
                <a:lnTo>
                  <a:pt x="154952" y="1846"/>
                </a:lnTo>
                <a:lnTo>
                  <a:pt x="155024" y="1721"/>
                </a:lnTo>
                <a:lnTo>
                  <a:pt x="155048" y="1607"/>
                </a:lnTo>
                <a:lnTo>
                  <a:pt x="155072" y="1481"/>
                </a:lnTo>
                <a:lnTo>
                  <a:pt x="155048" y="1356"/>
                </a:lnTo>
                <a:lnTo>
                  <a:pt x="155024" y="1242"/>
                </a:lnTo>
                <a:lnTo>
                  <a:pt x="154952" y="1117"/>
                </a:lnTo>
                <a:lnTo>
                  <a:pt x="154881" y="1003"/>
                </a:lnTo>
                <a:lnTo>
                  <a:pt x="154762" y="878"/>
                </a:lnTo>
                <a:lnTo>
                  <a:pt x="154643" y="775"/>
                </a:lnTo>
                <a:lnTo>
                  <a:pt x="154476" y="661"/>
                </a:lnTo>
                <a:lnTo>
                  <a:pt x="154309" y="559"/>
                </a:lnTo>
                <a:lnTo>
                  <a:pt x="154118" y="468"/>
                </a:lnTo>
                <a:lnTo>
                  <a:pt x="153928" y="376"/>
                </a:lnTo>
                <a:lnTo>
                  <a:pt x="153713" y="285"/>
                </a:lnTo>
                <a:lnTo>
                  <a:pt x="153475" y="217"/>
                </a:lnTo>
                <a:lnTo>
                  <a:pt x="153237" y="149"/>
                </a:lnTo>
                <a:lnTo>
                  <a:pt x="152975" y="103"/>
                </a:lnTo>
                <a:lnTo>
                  <a:pt x="152713" y="57"/>
                </a:lnTo>
                <a:lnTo>
                  <a:pt x="152427" y="23"/>
                </a:lnTo>
                <a:lnTo>
                  <a:pt x="15214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p:nvPr/>
        </p:nvSpPr>
        <p:spPr>
          <a:xfrm rot="8100000">
            <a:off x="8084969" y="728706"/>
            <a:ext cx="429279" cy="208369"/>
          </a:xfrm>
          <a:custGeom>
            <a:rect b="b" l="l" r="r" t="t"/>
            <a:pathLst>
              <a:path extrusionOk="0" h="36179" w="136272">
                <a:moveTo>
                  <a:pt x="133484" y="0"/>
                </a:moveTo>
                <a:lnTo>
                  <a:pt x="133222" y="23"/>
                </a:lnTo>
                <a:lnTo>
                  <a:pt x="132960" y="46"/>
                </a:lnTo>
                <a:lnTo>
                  <a:pt x="132698" y="91"/>
                </a:lnTo>
                <a:lnTo>
                  <a:pt x="132435" y="148"/>
                </a:lnTo>
                <a:lnTo>
                  <a:pt x="116209" y="4192"/>
                </a:lnTo>
                <a:lnTo>
                  <a:pt x="99982" y="8236"/>
                </a:lnTo>
                <a:lnTo>
                  <a:pt x="83779" y="12291"/>
                </a:lnTo>
                <a:lnTo>
                  <a:pt x="67553" y="16324"/>
                </a:lnTo>
                <a:lnTo>
                  <a:pt x="59427" y="18340"/>
                </a:lnTo>
                <a:lnTo>
                  <a:pt x="51302" y="20345"/>
                </a:lnTo>
                <a:lnTo>
                  <a:pt x="43177" y="22338"/>
                </a:lnTo>
                <a:lnTo>
                  <a:pt x="35028" y="24332"/>
                </a:lnTo>
                <a:lnTo>
                  <a:pt x="26855" y="26302"/>
                </a:lnTo>
                <a:lnTo>
                  <a:pt x="18682" y="28261"/>
                </a:lnTo>
                <a:lnTo>
                  <a:pt x="10509" y="30221"/>
                </a:lnTo>
                <a:lnTo>
                  <a:pt x="2288" y="32146"/>
                </a:lnTo>
                <a:lnTo>
                  <a:pt x="1836" y="32271"/>
                </a:lnTo>
                <a:lnTo>
                  <a:pt x="1431" y="32408"/>
                </a:lnTo>
                <a:lnTo>
                  <a:pt x="1073" y="32556"/>
                </a:lnTo>
                <a:lnTo>
                  <a:pt x="787" y="32715"/>
                </a:lnTo>
                <a:lnTo>
                  <a:pt x="525" y="32886"/>
                </a:lnTo>
                <a:lnTo>
                  <a:pt x="334" y="33068"/>
                </a:lnTo>
                <a:lnTo>
                  <a:pt x="192" y="33251"/>
                </a:lnTo>
                <a:lnTo>
                  <a:pt x="72" y="33444"/>
                </a:lnTo>
                <a:lnTo>
                  <a:pt x="25" y="33638"/>
                </a:lnTo>
                <a:lnTo>
                  <a:pt x="1" y="33832"/>
                </a:lnTo>
                <a:lnTo>
                  <a:pt x="25" y="34037"/>
                </a:lnTo>
                <a:lnTo>
                  <a:pt x="96" y="34230"/>
                </a:lnTo>
                <a:lnTo>
                  <a:pt x="192" y="34424"/>
                </a:lnTo>
                <a:lnTo>
                  <a:pt x="334" y="34618"/>
                </a:lnTo>
                <a:lnTo>
                  <a:pt x="501" y="34811"/>
                </a:lnTo>
                <a:lnTo>
                  <a:pt x="692" y="34994"/>
                </a:lnTo>
                <a:lnTo>
                  <a:pt x="930" y="35164"/>
                </a:lnTo>
                <a:lnTo>
                  <a:pt x="1192" y="35335"/>
                </a:lnTo>
                <a:lnTo>
                  <a:pt x="1478" y="35483"/>
                </a:lnTo>
                <a:lnTo>
                  <a:pt x="1788" y="35631"/>
                </a:lnTo>
                <a:lnTo>
                  <a:pt x="2122" y="35757"/>
                </a:lnTo>
                <a:lnTo>
                  <a:pt x="2479" y="35882"/>
                </a:lnTo>
                <a:lnTo>
                  <a:pt x="2860" y="35973"/>
                </a:lnTo>
                <a:lnTo>
                  <a:pt x="3241" y="36053"/>
                </a:lnTo>
                <a:lnTo>
                  <a:pt x="3670" y="36121"/>
                </a:lnTo>
                <a:lnTo>
                  <a:pt x="4099" y="36167"/>
                </a:lnTo>
                <a:lnTo>
                  <a:pt x="4528" y="36178"/>
                </a:lnTo>
                <a:lnTo>
                  <a:pt x="4981" y="36178"/>
                </a:lnTo>
                <a:lnTo>
                  <a:pt x="5457" y="36155"/>
                </a:lnTo>
                <a:lnTo>
                  <a:pt x="5910" y="36098"/>
                </a:lnTo>
                <a:lnTo>
                  <a:pt x="6387" y="36007"/>
                </a:lnTo>
                <a:lnTo>
                  <a:pt x="6887" y="35905"/>
                </a:lnTo>
                <a:lnTo>
                  <a:pt x="22923" y="31724"/>
                </a:lnTo>
                <a:lnTo>
                  <a:pt x="38983" y="27555"/>
                </a:lnTo>
                <a:lnTo>
                  <a:pt x="55043" y="23397"/>
                </a:lnTo>
                <a:lnTo>
                  <a:pt x="71103" y="19228"/>
                </a:lnTo>
                <a:lnTo>
                  <a:pt x="79133" y="17132"/>
                </a:lnTo>
                <a:lnTo>
                  <a:pt x="87139" y="15036"/>
                </a:lnTo>
                <a:lnTo>
                  <a:pt x="95169" y="12940"/>
                </a:lnTo>
                <a:lnTo>
                  <a:pt x="103151" y="10822"/>
                </a:lnTo>
                <a:lnTo>
                  <a:pt x="111133" y="8703"/>
                </a:lnTo>
                <a:lnTo>
                  <a:pt x="119116" y="6573"/>
                </a:lnTo>
                <a:lnTo>
                  <a:pt x="127074" y="4420"/>
                </a:lnTo>
                <a:lnTo>
                  <a:pt x="135009" y="2256"/>
                </a:lnTo>
                <a:lnTo>
                  <a:pt x="135247" y="2187"/>
                </a:lnTo>
                <a:lnTo>
                  <a:pt x="135485" y="2096"/>
                </a:lnTo>
                <a:lnTo>
                  <a:pt x="135676" y="2005"/>
                </a:lnTo>
                <a:lnTo>
                  <a:pt x="135843" y="1914"/>
                </a:lnTo>
                <a:lnTo>
                  <a:pt x="135962" y="1811"/>
                </a:lnTo>
                <a:lnTo>
                  <a:pt x="136081" y="1709"/>
                </a:lnTo>
                <a:lnTo>
                  <a:pt x="136153" y="1606"/>
                </a:lnTo>
                <a:lnTo>
                  <a:pt x="136224" y="1492"/>
                </a:lnTo>
                <a:lnTo>
                  <a:pt x="136248" y="1390"/>
                </a:lnTo>
                <a:lnTo>
                  <a:pt x="136272" y="1276"/>
                </a:lnTo>
                <a:lnTo>
                  <a:pt x="136248" y="1173"/>
                </a:lnTo>
                <a:lnTo>
                  <a:pt x="136224" y="1060"/>
                </a:lnTo>
                <a:lnTo>
                  <a:pt x="136153" y="946"/>
                </a:lnTo>
                <a:lnTo>
                  <a:pt x="136081" y="843"/>
                </a:lnTo>
                <a:lnTo>
                  <a:pt x="135986" y="741"/>
                </a:lnTo>
                <a:lnTo>
                  <a:pt x="135890" y="638"/>
                </a:lnTo>
                <a:lnTo>
                  <a:pt x="135747" y="547"/>
                </a:lnTo>
                <a:lnTo>
                  <a:pt x="135605" y="456"/>
                </a:lnTo>
                <a:lnTo>
                  <a:pt x="135438" y="376"/>
                </a:lnTo>
                <a:lnTo>
                  <a:pt x="135271" y="296"/>
                </a:lnTo>
                <a:lnTo>
                  <a:pt x="135080" y="228"/>
                </a:lnTo>
                <a:lnTo>
                  <a:pt x="134890" y="160"/>
                </a:lnTo>
                <a:lnTo>
                  <a:pt x="134675" y="114"/>
                </a:lnTo>
                <a:lnTo>
                  <a:pt x="134461" y="69"/>
                </a:lnTo>
                <a:lnTo>
                  <a:pt x="134223" y="34"/>
                </a:lnTo>
                <a:lnTo>
                  <a:pt x="133984" y="12"/>
                </a:lnTo>
                <a:lnTo>
                  <a:pt x="13374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6"/>
          <p:cNvSpPr/>
          <p:nvPr/>
        </p:nvSpPr>
        <p:spPr>
          <a:xfrm rot="-900126">
            <a:off x="7899833" y="2751452"/>
            <a:ext cx="339047" cy="643114"/>
          </a:xfrm>
          <a:custGeom>
            <a:rect b="b" l="l" r="r" t="t"/>
            <a:pathLst>
              <a:path extrusionOk="0" h="79462" w="41892">
                <a:moveTo>
                  <a:pt x="2278" y="0"/>
                </a:moveTo>
                <a:lnTo>
                  <a:pt x="2191" y="7"/>
                </a:lnTo>
                <a:lnTo>
                  <a:pt x="2110" y="15"/>
                </a:lnTo>
                <a:lnTo>
                  <a:pt x="2029" y="29"/>
                </a:lnTo>
                <a:lnTo>
                  <a:pt x="1948" y="50"/>
                </a:lnTo>
                <a:lnTo>
                  <a:pt x="1861" y="72"/>
                </a:lnTo>
                <a:lnTo>
                  <a:pt x="1781" y="100"/>
                </a:lnTo>
                <a:lnTo>
                  <a:pt x="1700" y="129"/>
                </a:lnTo>
                <a:lnTo>
                  <a:pt x="1625" y="165"/>
                </a:lnTo>
                <a:lnTo>
                  <a:pt x="1468" y="251"/>
                </a:lnTo>
                <a:lnTo>
                  <a:pt x="1312" y="351"/>
                </a:lnTo>
                <a:lnTo>
                  <a:pt x="1168" y="473"/>
                </a:lnTo>
                <a:lnTo>
                  <a:pt x="1023" y="601"/>
                </a:lnTo>
                <a:lnTo>
                  <a:pt x="891" y="745"/>
                </a:lnTo>
                <a:lnTo>
                  <a:pt x="763" y="895"/>
                </a:lnTo>
                <a:lnTo>
                  <a:pt x="642" y="1059"/>
                </a:lnTo>
                <a:lnTo>
                  <a:pt x="526" y="1238"/>
                </a:lnTo>
                <a:lnTo>
                  <a:pt x="422" y="1424"/>
                </a:lnTo>
                <a:lnTo>
                  <a:pt x="330" y="1618"/>
                </a:lnTo>
                <a:lnTo>
                  <a:pt x="243" y="1818"/>
                </a:lnTo>
                <a:lnTo>
                  <a:pt x="174" y="2019"/>
                </a:lnTo>
                <a:lnTo>
                  <a:pt x="110" y="2233"/>
                </a:lnTo>
                <a:lnTo>
                  <a:pt x="64" y="2448"/>
                </a:lnTo>
                <a:lnTo>
                  <a:pt x="29" y="2670"/>
                </a:lnTo>
                <a:lnTo>
                  <a:pt x="18" y="2784"/>
                </a:lnTo>
                <a:lnTo>
                  <a:pt x="6" y="2892"/>
                </a:lnTo>
                <a:lnTo>
                  <a:pt x="0" y="3006"/>
                </a:lnTo>
                <a:lnTo>
                  <a:pt x="0" y="3121"/>
                </a:lnTo>
                <a:lnTo>
                  <a:pt x="0" y="3228"/>
                </a:lnTo>
                <a:lnTo>
                  <a:pt x="6" y="3343"/>
                </a:lnTo>
                <a:lnTo>
                  <a:pt x="18" y="3457"/>
                </a:lnTo>
                <a:lnTo>
                  <a:pt x="35" y="3572"/>
                </a:lnTo>
                <a:lnTo>
                  <a:pt x="700" y="8216"/>
                </a:lnTo>
                <a:lnTo>
                  <a:pt x="1382" y="12861"/>
                </a:lnTo>
                <a:lnTo>
                  <a:pt x="1723" y="15187"/>
                </a:lnTo>
                <a:lnTo>
                  <a:pt x="2075" y="17513"/>
                </a:lnTo>
                <a:lnTo>
                  <a:pt x="2422" y="19839"/>
                </a:lnTo>
                <a:lnTo>
                  <a:pt x="2780" y="22158"/>
                </a:lnTo>
                <a:lnTo>
                  <a:pt x="3139" y="24484"/>
                </a:lnTo>
                <a:lnTo>
                  <a:pt x="3503" y="26802"/>
                </a:lnTo>
                <a:lnTo>
                  <a:pt x="3873" y="29121"/>
                </a:lnTo>
                <a:lnTo>
                  <a:pt x="4249" y="31440"/>
                </a:lnTo>
                <a:lnTo>
                  <a:pt x="4630" y="33759"/>
                </a:lnTo>
                <a:lnTo>
                  <a:pt x="5017" y="36078"/>
                </a:lnTo>
                <a:lnTo>
                  <a:pt x="5410" y="38396"/>
                </a:lnTo>
                <a:lnTo>
                  <a:pt x="5815" y="40708"/>
                </a:lnTo>
                <a:lnTo>
                  <a:pt x="6219" y="43020"/>
                </a:lnTo>
                <a:lnTo>
                  <a:pt x="6636" y="45324"/>
                </a:lnTo>
                <a:lnTo>
                  <a:pt x="7057" y="47636"/>
                </a:lnTo>
                <a:lnTo>
                  <a:pt x="7485" y="49940"/>
                </a:lnTo>
                <a:lnTo>
                  <a:pt x="7924" y="52237"/>
                </a:lnTo>
                <a:lnTo>
                  <a:pt x="8369" y="54535"/>
                </a:lnTo>
                <a:lnTo>
                  <a:pt x="8826" y="56832"/>
                </a:lnTo>
                <a:lnTo>
                  <a:pt x="9294" y="59129"/>
                </a:lnTo>
                <a:lnTo>
                  <a:pt x="9768" y="61412"/>
                </a:lnTo>
                <a:lnTo>
                  <a:pt x="10248" y="63703"/>
                </a:lnTo>
                <a:lnTo>
                  <a:pt x="10745" y="65986"/>
                </a:lnTo>
                <a:lnTo>
                  <a:pt x="11248" y="68261"/>
                </a:lnTo>
                <a:lnTo>
                  <a:pt x="11768" y="70537"/>
                </a:lnTo>
                <a:lnTo>
                  <a:pt x="12294" y="72806"/>
                </a:lnTo>
                <a:lnTo>
                  <a:pt x="12831" y="75068"/>
                </a:lnTo>
                <a:lnTo>
                  <a:pt x="13380" y="77329"/>
                </a:lnTo>
                <a:lnTo>
                  <a:pt x="13415" y="77451"/>
                </a:lnTo>
                <a:lnTo>
                  <a:pt x="13450" y="77572"/>
                </a:lnTo>
                <a:lnTo>
                  <a:pt x="13496" y="77680"/>
                </a:lnTo>
                <a:lnTo>
                  <a:pt x="13542" y="77780"/>
                </a:lnTo>
                <a:lnTo>
                  <a:pt x="13589" y="77873"/>
                </a:lnTo>
                <a:lnTo>
                  <a:pt x="13641" y="77966"/>
                </a:lnTo>
                <a:lnTo>
                  <a:pt x="13698" y="78052"/>
                </a:lnTo>
                <a:lnTo>
                  <a:pt x="13756" y="78131"/>
                </a:lnTo>
                <a:lnTo>
                  <a:pt x="13808" y="78217"/>
                </a:lnTo>
                <a:lnTo>
                  <a:pt x="13872" y="78302"/>
                </a:lnTo>
                <a:lnTo>
                  <a:pt x="13935" y="78381"/>
                </a:lnTo>
                <a:lnTo>
                  <a:pt x="14005" y="78460"/>
                </a:lnTo>
                <a:lnTo>
                  <a:pt x="14074" y="78524"/>
                </a:lnTo>
                <a:lnTo>
                  <a:pt x="14155" y="78582"/>
                </a:lnTo>
                <a:lnTo>
                  <a:pt x="14236" y="78639"/>
                </a:lnTo>
                <a:lnTo>
                  <a:pt x="14317" y="78682"/>
                </a:lnTo>
                <a:lnTo>
                  <a:pt x="14375" y="78796"/>
                </a:lnTo>
                <a:lnTo>
                  <a:pt x="14438" y="78911"/>
                </a:lnTo>
                <a:lnTo>
                  <a:pt x="14508" y="79011"/>
                </a:lnTo>
                <a:lnTo>
                  <a:pt x="14588" y="79104"/>
                </a:lnTo>
                <a:lnTo>
                  <a:pt x="14675" y="79190"/>
                </a:lnTo>
                <a:lnTo>
                  <a:pt x="14768" y="79261"/>
                </a:lnTo>
                <a:lnTo>
                  <a:pt x="14866" y="79326"/>
                </a:lnTo>
                <a:lnTo>
                  <a:pt x="14970" y="79376"/>
                </a:lnTo>
                <a:lnTo>
                  <a:pt x="15074" y="79419"/>
                </a:lnTo>
                <a:lnTo>
                  <a:pt x="15190" y="79448"/>
                </a:lnTo>
                <a:lnTo>
                  <a:pt x="15311" y="79462"/>
                </a:lnTo>
                <a:lnTo>
                  <a:pt x="15432" y="79462"/>
                </a:lnTo>
                <a:lnTo>
                  <a:pt x="15559" y="79440"/>
                </a:lnTo>
                <a:lnTo>
                  <a:pt x="15687" y="79412"/>
                </a:lnTo>
                <a:lnTo>
                  <a:pt x="15820" y="79362"/>
                </a:lnTo>
                <a:lnTo>
                  <a:pt x="15958" y="79290"/>
                </a:lnTo>
                <a:lnTo>
                  <a:pt x="17530" y="78395"/>
                </a:lnTo>
                <a:lnTo>
                  <a:pt x="19097" y="77479"/>
                </a:lnTo>
                <a:lnTo>
                  <a:pt x="20669" y="76549"/>
                </a:lnTo>
                <a:lnTo>
                  <a:pt x="22229" y="75604"/>
                </a:lnTo>
                <a:lnTo>
                  <a:pt x="23790" y="74652"/>
                </a:lnTo>
                <a:lnTo>
                  <a:pt x="25350" y="73686"/>
                </a:lnTo>
                <a:lnTo>
                  <a:pt x="26905" y="72713"/>
                </a:lnTo>
                <a:lnTo>
                  <a:pt x="28460" y="71733"/>
                </a:lnTo>
                <a:lnTo>
                  <a:pt x="30009" y="70745"/>
                </a:lnTo>
                <a:lnTo>
                  <a:pt x="31552" y="69750"/>
                </a:lnTo>
                <a:lnTo>
                  <a:pt x="34644" y="67753"/>
                </a:lnTo>
                <a:lnTo>
                  <a:pt x="40788" y="63746"/>
                </a:lnTo>
                <a:lnTo>
                  <a:pt x="40938" y="63645"/>
                </a:lnTo>
                <a:lnTo>
                  <a:pt x="41065" y="63531"/>
                </a:lnTo>
                <a:lnTo>
                  <a:pt x="41187" y="63416"/>
                </a:lnTo>
                <a:lnTo>
                  <a:pt x="41297" y="63295"/>
                </a:lnTo>
                <a:lnTo>
                  <a:pt x="41389" y="63166"/>
                </a:lnTo>
                <a:lnTo>
                  <a:pt x="41470" y="63030"/>
                </a:lnTo>
                <a:lnTo>
                  <a:pt x="41545" y="62894"/>
                </a:lnTo>
                <a:lnTo>
                  <a:pt x="41603" y="62751"/>
                </a:lnTo>
                <a:lnTo>
                  <a:pt x="41649" y="62608"/>
                </a:lnTo>
                <a:lnTo>
                  <a:pt x="41690" y="62457"/>
                </a:lnTo>
                <a:lnTo>
                  <a:pt x="41713" y="62307"/>
                </a:lnTo>
                <a:lnTo>
                  <a:pt x="41730" y="62157"/>
                </a:lnTo>
                <a:lnTo>
                  <a:pt x="41736" y="62006"/>
                </a:lnTo>
                <a:lnTo>
                  <a:pt x="41736" y="61849"/>
                </a:lnTo>
                <a:lnTo>
                  <a:pt x="41724" y="61699"/>
                </a:lnTo>
                <a:lnTo>
                  <a:pt x="41701" y="61548"/>
                </a:lnTo>
                <a:lnTo>
                  <a:pt x="41753" y="61420"/>
                </a:lnTo>
                <a:lnTo>
                  <a:pt x="41794" y="61284"/>
                </a:lnTo>
                <a:lnTo>
                  <a:pt x="41828" y="61148"/>
                </a:lnTo>
                <a:lnTo>
                  <a:pt x="41857" y="61005"/>
                </a:lnTo>
                <a:lnTo>
                  <a:pt x="41874" y="60861"/>
                </a:lnTo>
                <a:lnTo>
                  <a:pt x="41886" y="60718"/>
                </a:lnTo>
                <a:lnTo>
                  <a:pt x="41892" y="60568"/>
                </a:lnTo>
                <a:lnTo>
                  <a:pt x="41880" y="60418"/>
                </a:lnTo>
                <a:lnTo>
                  <a:pt x="41869" y="60267"/>
                </a:lnTo>
                <a:lnTo>
                  <a:pt x="41840" y="60117"/>
                </a:lnTo>
                <a:lnTo>
                  <a:pt x="41805" y="59960"/>
                </a:lnTo>
                <a:lnTo>
                  <a:pt x="41759" y="59802"/>
                </a:lnTo>
                <a:lnTo>
                  <a:pt x="41701" y="59645"/>
                </a:lnTo>
                <a:lnTo>
                  <a:pt x="41632" y="59487"/>
                </a:lnTo>
                <a:lnTo>
                  <a:pt x="41557" y="59330"/>
                </a:lnTo>
                <a:lnTo>
                  <a:pt x="41464" y="59165"/>
                </a:lnTo>
                <a:lnTo>
                  <a:pt x="40337" y="57297"/>
                </a:lnTo>
                <a:lnTo>
                  <a:pt x="39204" y="55429"/>
                </a:lnTo>
                <a:lnTo>
                  <a:pt x="38066" y="53569"/>
                </a:lnTo>
                <a:lnTo>
                  <a:pt x="36927" y="51708"/>
                </a:lnTo>
                <a:lnTo>
                  <a:pt x="35777" y="49854"/>
                </a:lnTo>
                <a:lnTo>
                  <a:pt x="34627" y="48008"/>
                </a:lnTo>
                <a:lnTo>
                  <a:pt x="33477" y="46161"/>
                </a:lnTo>
                <a:lnTo>
                  <a:pt x="32315" y="44322"/>
                </a:lnTo>
                <a:lnTo>
                  <a:pt x="31153" y="42483"/>
                </a:lnTo>
                <a:lnTo>
                  <a:pt x="29986" y="40651"/>
                </a:lnTo>
                <a:lnTo>
                  <a:pt x="28818" y="38819"/>
                </a:lnTo>
                <a:lnTo>
                  <a:pt x="27645" y="36994"/>
                </a:lnTo>
                <a:lnTo>
                  <a:pt x="26472" y="35169"/>
                </a:lnTo>
                <a:lnTo>
                  <a:pt x="25292" y="33344"/>
                </a:lnTo>
                <a:lnTo>
                  <a:pt x="24108" y="31526"/>
                </a:lnTo>
                <a:lnTo>
                  <a:pt x="22929" y="29708"/>
                </a:lnTo>
                <a:lnTo>
                  <a:pt x="20547" y="26087"/>
                </a:lnTo>
                <a:lnTo>
                  <a:pt x="18166" y="22473"/>
                </a:lnTo>
                <a:lnTo>
                  <a:pt x="15773" y="18866"/>
                </a:lnTo>
                <a:lnTo>
                  <a:pt x="13369" y="15266"/>
                </a:lnTo>
                <a:lnTo>
                  <a:pt x="10965" y="11666"/>
                </a:lnTo>
                <a:lnTo>
                  <a:pt x="8554" y="8080"/>
                </a:lnTo>
                <a:lnTo>
                  <a:pt x="3728" y="902"/>
                </a:lnTo>
                <a:lnTo>
                  <a:pt x="3653" y="802"/>
                </a:lnTo>
                <a:lnTo>
                  <a:pt x="3578" y="702"/>
                </a:lnTo>
                <a:lnTo>
                  <a:pt x="3503" y="609"/>
                </a:lnTo>
                <a:lnTo>
                  <a:pt x="3428" y="530"/>
                </a:lnTo>
                <a:lnTo>
                  <a:pt x="3347" y="451"/>
                </a:lnTo>
                <a:lnTo>
                  <a:pt x="3266" y="380"/>
                </a:lnTo>
                <a:lnTo>
                  <a:pt x="3191" y="315"/>
                </a:lnTo>
                <a:lnTo>
                  <a:pt x="3110" y="258"/>
                </a:lnTo>
                <a:lnTo>
                  <a:pt x="3023" y="208"/>
                </a:lnTo>
                <a:lnTo>
                  <a:pt x="2942" y="158"/>
                </a:lnTo>
                <a:lnTo>
                  <a:pt x="2861" y="122"/>
                </a:lnTo>
                <a:lnTo>
                  <a:pt x="2780" y="86"/>
                </a:lnTo>
                <a:lnTo>
                  <a:pt x="2694" y="58"/>
                </a:lnTo>
                <a:lnTo>
                  <a:pt x="2613" y="36"/>
                </a:lnTo>
                <a:lnTo>
                  <a:pt x="2526" y="22"/>
                </a:lnTo>
                <a:lnTo>
                  <a:pt x="2445" y="7"/>
                </a:lnTo>
                <a:lnTo>
                  <a:pt x="235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BLANK_1_1_1_2">
    <p:spTree>
      <p:nvGrpSpPr>
        <p:cNvPr id="321" name="Shape 321"/>
        <p:cNvGrpSpPr/>
        <p:nvPr/>
      </p:nvGrpSpPr>
      <p:grpSpPr>
        <a:xfrm>
          <a:off x="0" y="0"/>
          <a:ext cx="0" cy="0"/>
          <a:chOff x="0" y="0"/>
          <a:chExt cx="0" cy="0"/>
        </a:xfrm>
      </p:grpSpPr>
      <p:sp>
        <p:nvSpPr>
          <p:cNvPr id="322" name="Google Shape;322;p17"/>
          <p:cNvSpPr txBox="1"/>
          <p:nvPr>
            <p:ph type="title"/>
          </p:nvPr>
        </p:nvSpPr>
        <p:spPr>
          <a:xfrm flipH="1">
            <a:off x="719996" y="32698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23" name="Google Shape;323;p17"/>
          <p:cNvSpPr txBox="1"/>
          <p:nvPr>
            <p:ph idx="1" type="subTitle"/>
          </p:nvPr>
        </p:nvSpPr>
        <p:spPr>
          <a:xfrm>
            <a:off x="720000" y="3710149"/>
            <a:ext cx="2336400" cy="89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24" name="Google Shape;324;p17"/>
          <p:cNvSpPr txBox="1"/>
          <p:nvPr>
            <p:ph idx="2" type="title"/>
          </p:nvPr>
        </p:nvSpPr>
        <p:spPr>
          <a:xfrm>
            <a:off x="3403800" y="32698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25" name="Google Shape;325;p17"/>
          <p:cNvSpPr txBox="1"/>
          <p:nvPr>
            <p:ph idx="3" type="subTitle"/>
          </p:nvPr>
        </p:nvSpPr>
        <p:spPr>
          <a:xfrm>
            <a:off x="3403803" y="3710149"/>
            <a:ext cx="2336400" cy="89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26" name="Google Shape;326;p17"/>
          <p:cNvSpPr txBox="1"/>
          <p:nvPr>
            <p:ph idx="4" type="title"/>
          </p:nvPr>
        </p:nvSpPr>
        <p:spPr>
          <a:xfrm>
            <a:off x="6087600" y="32698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27" name="Google Shape;327;p17"/>
          <p:cNvSpPr txBox="1"/>
          <p:nvPr>
            <p:ph idx="5" type="subTitle"/>
          </p:nvPr>
        </p:nvSpPr>
        <p:spPr>
          <a:xfrm>
            <a:off x="6087601" y="3710149"/>
            <a:ext cx="2336400" cy="89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28" name="Google Shape;328;p17"/>
          <p:cNvSpPr/>
          <p:nvPr/>
        </p:nvSpPr>
        <p:spPr>
          <a:xfrm flipH="1" rot="10800000">
            <a:off x="8462443" y="676756"/>
            <a:ext cx="457397" cy="421299"/>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flipH="1" rot="10800000">
            <a:off x="8071191" y="150022"/>
            <a:ext cx="552284" cy="386486"/>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7"/>
          <p:cNvSpPr/>
          <p:nvPr/>
        </p:nvSpPr>
        <p:spPr>
          <a:xfrm flipH="1" rot="10800000">
            <a:off x="8022625" y="76195"/>
            <a:ext cx="489627" cy="357863"/>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rot="10800000">
            <a:off x="372571" y="1903223"/>
            <a:ext cx="347426" cy="252593"/>
          </a:xfrm>
          <a:custGeom>
            <a:rect b="b" l="l" r="r" t="t"/>
            <a:pathLst>
              <a:path extrusionOk="0" h="30974" w="77942">
                <a:moveTo>
                  <a:pt x="50492" y="1"/>
                </a:moveTo>
                <a:lnTo>
                  <a:pt x="49991" y="12"/>
                </a:lnTo>
                <a:lnTo>
                  <a:pt x="49515" y="46"/>
                </a:lnTo>
                <a:lnTo>
                  <a:pt x="49038" y="92"/>
                </a:lnTo>
                <a:lnTo>
                  <a:pt x="48585" y="149"/>
                </a:lnTo>
                <a:lnTo>
                  <a:pt x="48133" y="240"/>
                </a:lnTo>
                <a:lnTo>
                  <a:pt x="47704" y="343"/>
                </a:lnTo>
                <a:lnTo>
                  <a:pt x="47299" y="457"/>
                </a:lnTo>
                <a:lnTo>
                  <a:pt x="46941" y="593"/>
                </a:lnTo>
                <a:lnTo>
                  <a:pt x="46584" y="753"/>
                </a:lnTo>
                <a:lnTo>
                  <a:pt x="46274" y="924"/>
                </a:lnTo>
                <a:lnTo>
                  <a:pt x="46012" y="1129"/>
                </a:lnTo>
                <a:lnTo>
                  <a:pt x="45893" y="1231"/>
                </a:lnTo>
                <a:lnTo>
                  <a:pt x="45774" y="1345"/>
                </a:lnTo>
                <a:lnTo>
                  <a:pt x="45678" y="1459"/>
                </a:lnTo>
                <a:lnTo>
                  <a:pt x="45607" y="1573"/>
                </a:lnTo>
                <a:lnTo>
                  <a:pt x="45512" y="1698"/>
                </a:lnTo>
                <a:lnTo>
                  <a:pt x="45464" y="1835"/>
                </a:lnTo>
                <a:lnTo>
                  <a:pt x="45011" y="3042"/>
                </a:lnTo>
                <a:lnTo>
                  <a:pt x="44582" y="4273"/>
                </a:lnTo>
                <a:lnTo>
                  <a:pt x="44225" y="5503"/>
                </a:lnTo>
                <a:lnTo>
                  <a:pt x="43891" y="6756"/>
                </a:lnTo>
                <a:lnTo>
                  <a:pt x="43605" y="8009"/>
                </a:lnTo>
                <a:lnTo>
                  <a:pt x="43367" y="9285"/>
                </a:lnTo>
                <a:lnTo>
                  <a:pt x="43153" y="10549"/>
                </a:lnTo>
                <a:lnTo>
                  <a:pt x="42962" y="11825"/>
                </a:lnTo>
                <a:lnTo>
                  <a:pt x="33502" y="11745"/>
                </a:lnTo>
                <a:lnTo>
                  <a:pt x="24067" y="11643"/>
                </a:lnTo>
                <a:lnTo>
                  <a:pt x="19349" y="11586"/>
                </a:lnTo>
                <a:lnTo>
                  <a:pt x="14631" y="11529"/>
                </a:lnTo>
                <a:lnTo>
                  <a:pt x="9913" y="11449"/>
                </a:lnTo>
                <a:lnTo>
                  <a:pt x="5195" y="11369"/>
                </a:lnTo>
                <a:lnTo>
                  <a:pt x="4576" y="11369"/>
                </a:lnTo>
                <a:lnTo>
                  <a:pt x="4266" y="11381"/>
                </a:lnTo>
                <a:lnTo>
                  <a:pt x="3980" y="11403"/>
                </a:lnTo>
                <a:lnTo>
                  <a:pt x="3694" y="11438"/>
                </a:lnTo>
                <a:lnTo>
                  <a:pt x="3432" y="11472"/>
                </a:lnTo>
                <a:lnTo>
                  <a:pt x="3170" y="11506"/>
                </a:lnTo>
                <a:lnTo>
                  <a:pt x="2931" y="11551"/>
                </a:lnTo>
                <a:lnTo>
                  <a:pt x="2693" y="11608"/>
                </a:lnTo>
                <a:lnTo>
                  <a:pt x="2455" y="11665"/>
                </a:lnTo>
                <a:lnTo>
                  <a:pt x="2240" y="11734"/>
                </a:lnTo>
                <a:lnTo>
                  <a:pt x="2026" y="11802"/>
                </a:lnTo>
                <a:lnTo>
                  <a:pt x="1835" y="11882"/>
                </a:lnTo>
                <a:lnTo>
                  <a:pt x="1645" y="11962"/>
                </a:lnTo>
                <a:lnTo>
                  <a:pt x="1311" y="12132"/>
                </a:lnTo>
                <a:lnTo>
                  <a:pt x="1001" y="12326"/>
                </a:lnTo>
                <a:lnTo>
                  <a:pt x="739" y="12531"/>
                </a:lnTo>
                <a:lnTo>
                  <a:pt x="525" y="12748"/>
                </a:lnTo>
                <a:lnTo>
                  <a:pt x="334" y="12975"/>
                </a:lnTo>
                <a:lnTo>
                  <a:pt x="191" y="13203"/>
                </a:lnTo>
                <a:lnTo>
                  <a:pt x="96" y="13442"/>
                </a:lnTo>
                <a:lnTo>
                  <a:pt x="24" y="13693"/>
                </a:lnTo>
                <a:lnTo>
                  <a:pt x="1" y="13932"/>
                </a:lnTo>
                <a:lnTo>
                  <a:pt x="24" y="14183"/>
                </a:lnTo>
                <a:lnTo>
                  <a:pt x="96" y="14422"/>
                </a:lnTo>
                <a:lnTo>
                  <a:pt x="191" y="14673"/>
                </a:lnTo>
                <a:lnTo>
                  <a:pt x="334" y="14900"/>
                </a:lnTo>
                <a:lnTo>
                  <a:pt x="501" y="15128"/>
                </a:lnTo>
                <a:lnTo>
                  <a:pt x="739" y="15345"/>
                </a:lnTo>
                <a:lnTo>
                  <a:pt x="1001" y="15550"/>
                </a:lnTo>
                <a:lnTo>
                  <a:pt x="1311" y="15732"/>
                </a:lnTo>
                <a:lnTo>
                  <a:pt x="1645" y="15914"/>
                </a:lnTo>
                <a:lnTo>
                  <a:pt x="1835" y="15994"/>
                </a:lnTo>
                <a:lnTo>
                  <a:pt x="2026" y="16062"/>
                </a:lnTo>
                <a:lnTo>
                  <a:pt x="2240" y="16142"/>
                </a:lnTo>
                <a:lnTo>
                  <a:pt x="2455" y="16199"/>
                </a:lnTo>
                <a:lnTo>
                  <a:pt x="2693" y="16256"/>
                </a:lnTo>
                <a:lnTo>
                  <a:pt x="2931" y="16313"/>
                </a:lnTo>
                <a:lnTo>
                  <a:pt x="3170" y="16358"/>
                </a:lnTo>
                <a:lnTo>
                  <a:pt x="3432" y="16404"/>
                </a:lnTo>
                <a:lnTo>
                  <a:pt x="3694" y="16438"/>
                </a:lnTo>
                <a:lnTo>
                  <a:pt x="3980" y="16461"/>
                </a:lnTo>
                <a:lnTo>
                  <a:pt x="4266" y="16484"/>
                </a:lnTo>
                <a:lnTo>
                  <a:pt x="4576" y="16495"/>
                </a:lnTo>
                <a:lnTo>
                  <a:pt x="4885" y="16507"/>
                </a:lnTo>
                <a:lnTo>
                  <a:pt x="5195" y="16507"/>
                </a:lnTo>
                <a:lnTo>
                  <a:pt x="9865" y="16415"/>
                </a:lnTo>
                <a:lnTo>
                  <a:pt x="14512" y="16347"/>
                </a:lnTo>
                <a:lnTo>
                  <a:pt x="19182" y="16279"/>
                </a:lnTo>
                <a:lnTo>
                  <a:pt x="23828" y="16233"/>
                </a:lnTo>
                <a:lnTo>
                  <a:pt x="33145" y="16131"/>
                </a:lnTo>
                <a:lnTo>
                  <a:pt x="42485" y="16051"/>
                </a:lnTo>
                <a:lnTo>
                  <a:pt x="42462" y="16882"/>
                </a:lnTo>
                <a:lnTo>
                  <a:pt x="42438" y="17725"/>
                </a:lnTo>
                <a:lnTo>
                  <a:pt x="42438" y="18557"/>
                </a:lnTo>
                <a:lnTo>
                  <a:pt x="42462" y="19388"/>
                </a:lnTo>
                <a:lnTo>
                  <a:pt x="42509" y="20220"/>
                </a:lnTo>
                <a:lnTo>
                  <a:pt x="42557" y="21052"/>
                </a:lnTo>
                <a:lnTo>
                  <a:pt x="42605" y="21883"/>
                </a:lnTo>
                <a:lnTo>
                  <a:pt x="42700" y="22715"/>
                </a:lnTo>
                <a:lnTo>
                  <a:pt x="42795" y="23535"/>
                </a:lnTo>
                <a:lnTo>
                  <a:pt x="42914" y="24355"/>
                </a:lnTo>
                <a:lnTo>
                  <a:pt x="43034" y="25164"/>
                </a:lnTo>
                <a:lnTo>
                  <a:pt x="43176" y="25984"/>
                </a:lnTo>
                <a:lnTo>
                  <a:pt x="43343" y="26793"/>
                </a:lnTo>
                <a:lnTo>
                  <a:pt x="43534" y="27590"/>
                </a:lnTo>
                <a:lnTo>
                  <a:pt x="43725" y="28387"/>
                </a:lnTo>
                <a:lnTo>
                  <a:pt x="43939" y="29185"/>
                </a:lnTo>
                <a:lnTo>
                  <a:pt x="44010" y="29390"/>
                </a:lnTo>
                <a:lnTo>
                  <a:pt x="44130" y="29595"/>
                </a:lnTo>
                <a:lnTo>
                  <a:pt x="44273" y="29777"/>
                </a:lnTo>
                <a:lnTo>
                  <a:pt x="44439" y="29948"/>
                </a:lnTo>
                <a:lnTo>
                  <a:pt x="44654" y="30107"/>
                </a:lnTo>
                <a:lnTo>
                  <a:pt x="44868" y="30244"/>
                </a:lnTo>
                <a:lnTo>
                  <a:pt x="45130" y="30381"/>
                </a:lnTo>
                <a:lnTo>
                  <a:pt x="45392" y="30506"/>
                </a:lnTo>
                <a:lnTo>
                  <a:pt x="45678" y="30609"/>
                </a:lnTo>
                <a:lnTo>
                  <a:pt x="45988" y="30700"/>
                </a:lnTo>
                <a:lnTo>
                  <a:pt x="46322" y="30780"/>
                </a:lnTo>
                <a:lnTo>
                  <a:pt x="46632" y="30848"/>
                </a:lnTo>
                <a:lnTo>
                  <a:pt x="46989" y="30893"/>
                </a:lnTo>
                <a:lnTo>
                  <a:pt x="47323" y="30939"/>
                </a:lnTo>
                <a:lnTo>
                  <a:pt x="47680" y="30962"/>
                </a:lnTo>
                <a:lnTo>
                  <a:pt x="48014" y="30973"/>
                </a:lnTo>
                <a:lnTo>
                  <a:pt x="48371" y="30973"/>
                </a:lnTo>
                <a:lnTo>
                  <a:pt x="48705" y="30950"/>
                </a:lnTo>
                <a:lnTo>
                  <a:pt x="49038" y="30916"/>
                </a:lnTo>
                <a:lnTo>
                  <a:pt x="49372" y="30871"/>
                </a:lnTo>
                <a:lnTo>
                  <a:pt x="49681" y="30814"/>
                </a:lnTo>
                <a:lnTo>
                  <a:pt x="49991" y="30745"/>
                </a:lnTo>
                <a:lnTo>
                  <a:pt x="50277" y="30654"/>
                </a:lnTo>
                <a:lnTo>
                  <a:pt x="50539" y="30552"/>
                </a:lnTo>
                <a:lnTo>
                  <a:pt x="50778" y="30426"/>
                </a:lnTo>
                <a:lnTo>
                  <a:pt x="50992" y="30301"/>
                </a:lnTo>
                <a:lnTo>
                  <a:pt x="51206" y="30153"/>
                </a:lnTo>
                <a:lnTo>
                  <a:pt x="51373" y="29994"/>
                </a:lnTo>
                <a:lnTo>
                  <a:pt x="51516" y="29811"/>
                </a:lnTo>
                <a:lnTo>
                  <a:pt x="51612" y="29618"/>
                </a:lnTo>
                <a:lnTo>
                  <a:pt x="51683" y="29413"/>
                </a:lnTo>
                <a:lnTo>
                  <a:pt x="51707" y="29185"/>
                </a:lnTo>
                <a:lnTo>
                  <a:pt x="51802" y="27510"/>
                </a:lnTo>
                <a:lnTo>
                  <a:pt x="51921" y="25836"/>
                </a:lnTo>
                <a:lnTo>
                  <a:pt x="52064" y="24184"/>
                </a:lnTo>
                <a:lnTo>
                  <a:pt x="52231" y="22521"/>
                </a:lnTo>
                <a:lnTo>
                  <a:pt x="52422" y="20881"/>
                </a:lnTo>
                <a:lnTo>
                  <a:pt x="52636" y="19229"/>
                </a:lnTo>
                <a:lnTo>
                  <a:pt x="52874" y="17589"/>
                </a:lnTo>
                <a:lnTo>
                  <a:pt x="53136" y="15960"/>
                </a:lnTo>
                <a:lnTo>
                  <a:pt x="63740" y="15857"/>
                </a:lnTo>
                <a:lnTo>
                  <a:pt x="69030" y="15789"/>
                </a:lnTo>
                <a:lnTo>
                  <a:pt x="74319" y="15721"/>
                </a:lnTo>
                <a:lnTo>
                  <a:pt x="74748" y="15709"/>
                </a:lnTo>
                <a:lnTo>
                  <a:pt x="75153" y="15675"/>
                </a:lnTo>
                <a:lnTo>
                  <a:pt x="75535" y="15618"/>
                </a:lnTo>
                <a:lnTo>
                  <a:pt x="75892" y="15550"/>
                </a:lnTo>
                <a:lnTo>
                  <a:pt x="76226" y="15470"/>
                </a:lnTo>
                <a:lnTo>
                  <a:pt x="76511" y="15379"/>
                </a:lnTo>
                <a:lnTo>
                  <a:pt x="76774" y="15265"/>
                </a:lnTo>
                <a:lnTo>
                  <a:pt x="77036" y="15151"/>
                </a:lnTo>
                <a:lnTo>
                  <a:pt x="77226" y="15014"/>
                </a:lnTo>
                <a:lnTo>
                  <a:pt x="77417" y="14878"/>
                </a:lnTo>
                <a:lnTo>
                  <a:pt x="77584" y="14730"/>
                </a:lnTo>
                <a:lnTo>
                  <a:pt x="77703" y="14581"/>
                </a:lnTo>
                <a:lnTo>
                  <a:pt x="77798" y="14422"/>
                </a:lnTo>
                <a:lnTo>
                  <a:pt x="77870" y="14263"/>
                </a:lnTo>
                <a:lnTo>
                  <a:pt x="77917" y="14103"/>
                </a:lnTo>
                <a:lnTo>
                  <a:pt x="77941" y="13932"/>
                </a:lnTo>
                <a:lnTo>
                  <a:pt x="77917" y="13773"/>
                </a:lnTo>
                <a:lnTo>
                  <a:pt x="77870" y="13613"/>
                </a:lnTo>
                <a:lnTo>
                  <a:pt x="77798" y="13442"/>
                </a:lnTo>
                <a:lnTo>
                  <a:pt x="77703" y="13294"/>
                </a:lnTo>
                <a:lnTo>
                  <a:pt x="77584" y="13135"/>
                </a:lnTo>
                <a:lnTo>
                  <a:pt x="77417" y="12998"/>
                </a:lnTo>
                <a:lnTo>
                  <a:pt x="77250" y="12850"/>
                </a:lnTo>
                <a:lnTo>
                  <a:pt x="77036" y="12725"/>
                </a:lnTo>
                <a:lnTo>
                  <a:pt x="76797" y="12599"/>
                </a:lnTo>
                <a:lnTo>
                  <a:pt x="76511" y="12497"/>
                </a:lnTo>
                <a:lnTo>
                  <a:pt x="76226" y="12394"/>
                </a:lnTo>
                <a:lnTo>
                  <a:pt x="75892" y="12315"/>
                </a:lnTo>
                <a:lnTo>
                  <a:pt x="75535" y="12246"/>
                </a:lnTo>
                <a:lnTo>
                  <a:pt x="75153" y="12201"/>
                </a:lnTo>
                <a:lnTo>
                  <a:pt x="74748" y="12167"/>
                </a:lnTo>
                <a:lnTo>
                  <a:pt x="74319" y="12144"/>
                </a:lnTo>
                <a:lnTo>
                  <a:pt x="69220" y="12075"/>
                </a:lnTo>
                <a:lnTo>
                  <a:pt x="64121" y="12018"/>
                </a:lnTo>
                <a:lnTo>
                  <a:pt x="53923" y="11927"/>
                </a:lnTo>
                <a:lnTo>
                  <a:pt x="54399" y="9581"/>
                </a:lnTo>
                <a:lnTo>
                  <a:pt x="54924" y="7246"/>
                </a:lnTo>
                <a:lnTo>
                  <a:pt x="55472" y="4888"/>
                </a:lnTo>
                <a:lnTo>
                  <a:pt x="56067" y="2518"/>
                </a:lnTo>
                <a:lnTo>
                  <a:pt x="56091" y="2382"/>
                </a:lnTo>
                <a:lnTo>
                  <a:pt x="56091" y="2256"/>
                </a:lnTo>
                <a:lnTo>
                  <a:pt x="56091" y="2131"/>
                </a:lnTo>
                <a:lnTo>
                  <a:pt x="56067" y="2006"/>
                </a:lnTo>
                <a:lnTo>
                  <a:pt x="56043" y="1892"/>
                </a:lnTo>
                <a:lnTo>
                  <a:pt x="55996" y="1767"/>
                </a:lnTo>
                <a:lnTo>
                  <a:pt x="55948" y="1664"/>
                </a:lnTo>
                <a:lnTo>
                  <a:pt x="55853" y="1550"/>
                </a:lnTo>
                <a:lnTo>
                  <a:pt x="55686" y="1345"/>
                </a:lnTo>
                <a:lnTo>
                  <a:pt x="55448" y="1151"/>
                </a:lnTo>
                <a:lnTo>
                  <a:pt x="55186" y="969"/>
                </a:lnTo>
                <a:lnTo>
                  <a:pt x="54876" y="798"/>
                </a:lnTo>
                <a:lnTo>
                  <a:pt x="54542" y="650"/>
                </a:lnTo>
                <a:lnTo>
                  <a:pt x="54161" y="514"/>
                </a:lnTo>
                <a:lnTo>
                  <a:pt x="53756" y="400"/>
                </a:lnTo>
                <a:lnTo>
                  <a:pt x="53327" y="297"/>
                </a:lnTo>
                <a:lnTo>
                  <a:pt x="52898" y="206"/>
                </a:lnTo>
                <a:lnTo>
                  <a:pt x="52422" y="126"/>
                </a:lnTo>
                <a:lnTo>
                  <a:pt x="51945" y="69"/>
                </a:lnTo>
                <a:lnTo>
                  <a:pt x="51469" y="35"/>
                </a:lnTo>
                <a:lnTo>
                  <a:pt x="50992" y="12"/>
                </a:lnTo>
                <a:lnTo>
                  <a:pt x="5049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flipH="1" rot="10800000">
            <a:off x="164335" y="793240"/>
            <a:ext cx="197208" cy="165511"/>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flipH="1" rot="10800000">
            <a:off x="453603" y="718419"/>
            <a:ext cx="166554" cy="55774"/>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
          <p:cNvSpPr/>
          <p:nvPr/>
        </p:nvSpPr>
        <p:spPr>
          <a:xfrm flipH="1" rot="10800000">
            <a:off x="751549" y="625144"/>
            <a:ext cx="155622" cy="74627"/>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flipH="1" rot="10800000">
            <a:off x="1189898" y="337735"/>
            <a:ext cx="153259" cy="115333"/>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flipH="1" rot="10800000">
            <a:off x="1451784" y="121257"/>
            <a:ext cx="130609" cy="130091"/>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flipH="1" rot="10800000">
            <a:off x="-473382" y="4518920"/>
            <a:ext cx="1288582" cy="813031"/>
          </a:xfrm>
          <a:custGeom>
            <a:rect b="b" l="l" r="r" t="t"/>
            <a:pathLst>
              <a:path extrusionOk="0" h="107829" w="312573">
                <a:moveTo>
                  <a:pt x="124596" y="4523"/>
                </a:moveTo>
                <a:lnTo>
                  <a:pt x="130267" y="7382"/>
                </a:lnTo>
                <a:lnTo>
                  <a:pt x="135914" y="10241"/>
                </a:lnTo>
                <a:lnTo>
                  <a:pt x="141561" y="13111"/>
                </a:lnTo>
                <a:lnTo>
                  <a:pt x="147185" y="15982"/>
                </a:lnTo>
                <a:lnTo>
                  <a:pt x="152784" y="18853"/>
                </a:lnTo>
                <a:lnTo>
                  <a:pt x="158360" y="21735"/>
                </a:lnTo>
                <a:lnTo>
                  <a:pt x="163912" y="24628"/>
                </a:lnTo>
                <a:lnTo>
                  <a:pt x="169463" y="27533"/>
                </a:lnTo>
                <a:lnTo>
                  <a:pt x="174968" y="30437"/>
                </a:lnTo>
                <a:lnTo>
                  <a:pt x="180448" y="33342"/>
                </a:lnTo>
                <a:lnTo>
                  <a:pt x="185905" y="36269"/>
                </a:lnTo>
                <a:lnTo>
                  <a:pt x="191313" y="39197"/>
                </a:lnTo>
                <a:lnTo>
                  <a:pt x="196722" y="42147"/>
                </a:lnTo>
                <a:lnTo>
                  <a:pt x="202084" y="45098"/>
                </a:lnTo>
                <a:lnTo>
                  <a:pt x="207421" y="48059"/>
                </a:lnTo>
                <a:lnTo>
                  <a:pt x="212735" y="51032"/>
                </a:lnTo>
                <a:lnTo>
                  <a:pt x="218024" y="54028"/>
                </a:lnTo>
                <a:lnTo>
                  <a:pt x="223266" y="57024"/>
                </a:lnTo>
                <a:lnTo>
                  <a:pt x="228485" y="60043"/>
                </a:lnTo>
                <a:lnTo>
                  <a:pt x="233655" y="63073"/>
                </a:lnTo>
                <a:lnTo>
                  <a:pt x="238802" y="66114"/>
                </a:lnTo>
                <a:lnTo>
                  <a:pt x="243901" y="69178"/>
                </a:lnTo>
                <a:lnTo>
                  <a:pt x="248977" y="72242"/>
                </a:lnTo>
                <a:lnTo>
                  <a:pt x="254004" y="75341"/>
                </a:lnTo>
                <a:lnTo>
                  <a:pt x="259008" y="78451"/>
                </a:lnTo>
                <a:lnTo>
                  <a:pt x="263964" y="81572"/>
                </a:lnTo>
                <a:lnTo>
                  <a:pt x="268873" y="84716"/>
                </a:lnTo>
                <a:lnTo>
                  <a:pt x="273734" y="87871"/>
                </a:lnTo>
                <a:lnTo>
                  <a:pt x="276164" y="89466"/>
                </a:lnTo>
                <a:lnTo>
                  <a:pt x="278571" y="91049"/>
                </a:lnTo>
                <a:lnTo>
                  <a:pt x="280977" y="92655"/>
                </a:lnTo>
                <a:lnTo>
                  <a:pt x="283360" y="94250"/>
                </a:lnTo>
                <a:lnTo>
                  <a:pt x="285743" y="95868"/>
                </a:lnTo>
                <a:lnTo>
                  <a:pt x="288102" y="97474"/>
                </a:lnTo>
                <a:lnTo>
                  <a:pt x="290461" y="99091"/>
                </a:lnTo>
                <a:lnTo>
                  <a:pt x="292796" y="100720"/>
                </a:lnTo>
                <a:lnTo>
                  <a:pt x="257745" y="97371"/>
                </a:lnTo>
                <a:lnTo>
                  <a:pt x="222695" y="94034"/>
                </a:lnTo>
                <a:lnTo>
                  <a:pt x="187644" y="90719"/>
                </a:lnTo>
                <a:lnTo>
                  <a:pt x="152593" y="87404"/>
                </a:lnTo>
                <a:lnTo>
                  <a:pt x="82468" y="80786"/>
                </a:lnTo>
                <a:lnTo>
                  <a:pt x="12343" y="74156"/>
                </a:lnTo>
                <a:lnTo>
                  <a:pt x="12153" y="74145"/>
                </a:lnTo>
                <a:lnTo>
                  <a:pt x="11938" y="74133"/>
                </a:lnTo>
                <a:lnTo>
                  <a:pt x="11533" y="74122"/>
                </a:lnTo>
                <a:lnTo>
                  <a:pt x="15346" y="72072"/>
                </a:lnTo>
                <a:lnTo>
                  <a:pt x="19158" y="70010"/>
                </a:lnTo>
                <a:lnTo>
                  <a:pt x="22947" y="67948"/>
                </a:lnTo>
                <a:lnTo>
                  <a:pt x="26711" y="65875"/>
                </a:lnTo>
                <a:lnTo>
                  <a:pt x="30500" y="63790"/>
                </a:lnTo>
                <a:lnTo>
                  <a:pt x="34241" y="61706"/>
                </a:lnTo>
                <a:lnTo>
                  <a:pt x="38006" y="59610"/>
                </a:lnTo>
                <a:lnTo>
                  <a:pt x="41723" y="57502"/>
                </a:lnTo>
                <a:lnTo>
                  <a:pt x="45440" y="55384"/>
                </a:lnTo>
                <a:lnTo>
                  <a:pt x="49157" y="53265"/>
                </a:lnTo>
                <a:lnTo>
                  <a:pt x="52827" y="51146"/>
                </a:lnTo>
                <a:lnTo>
                  <a:pt x="56496" y="49005"/>
                </a:lnTo>
                <a:lnTo>
                  <a:pt x="60142" y="46863"/>
                </a:lnTo>
                <a:lnTo>
                  <a:pt x="63787" y="44710"/>
                </a:lnTo>
                <a:lnTo>
                  <a:pt x="67385" y="42557"/>
                </a:lnTo>
                <a:lnTo>
                  <a:pt x="70983" y="40382"/>
                </a:lnTo>
                <a:lnTo>
                  <a:pt x="74534" y="38206"/>
                </a:lnTo>
                <a:lnTo>
                  <a:pt x="78084" y="36030"/>
                </a:lnTo>
                <a:lnTo>
                  <a:pt x="81587" y="33832"/>
                </a:lnTo>
                <a:lnTo>
                  <a:pt x="85089" y="31633"/>
                </a:lnTo>
                <a:lnTo>
                  <a:pt x="88544" y="29423"/>
                </a:lnTo>
                <a:lnTo>
                  <a:pt x="91976" y="27202"/>
                </a:lnTo>
                <a:lnTo>
                  <a:pt x="95383" y="24970"/>
                </a:lnTo>
                <a:lnTo>
                  <a:pt x="98767" y="22737"/>
                </a:lnTo>
                <a:lnTo>
                  <a:pt x="102126" y="20493"/>
                </a:lnTo>
                <a:lnTo>
                  <a:pt x="105438" y="18237"/>
                </a:lnTo>
                <a:lnTo>
                  <a:pt x="108703" y="15971"/>
                </a:lnTo>
                <a:lnTo>
                  <a:pt x="111967" y="13704"/>
                </a:lnTo>
                <a:lnTo>
                  <a:pt x="115160" y="11426"/>
                </a:lnTo>
                <a:lnTo>
                  <a:pt x="118353" y="9136"/>
                </a:lnTo>
                <a:lnTo>
                  <a:pt x="121474" y="6835"/>
                </a:lnTo>
                <a:lnTo>
                  <a:pt x="124596" y="4523"/>
                </a:lnTo>
                <a:close/>
                <a:moveTo>
                  <a:pt x="123547" y="0"/>
                </a:moveTo>
                <a:lnTo>
                  <a:pt x="123309" y="12"/>
                </a:lnTo>
                <a:lnTo>
                  <a:pt x="123095" y="35"/>
                </a:lnTo>
                <a:lnTo>
                  <a:pt x="122880" y="57"/>
                </a:lnTo>
                <a:lnTo>
                  <a:pt x="122642" y="91"/>
                </a:lnTo>
                <a:lnTo>
                  <a:pt x="122451" y="126"/>
                </a:lnTo>
                <a:lnTo>
                  <a:pt x="122022" y="228"/>
                </a:lnTo>
                <a:lnTo>
                  <a:pt x="121665" y="342"/>
                </a:lnTo>
                <a:lnTo>
                  <a:pt x="121308" y="479"/>
                </a:lnTo>
                <a:lnTo>
                  <a:pt x="120998" y="638"/>
                </a:lnTo>
                <a:lnTo>
                  <a:pt x="120736" y="809"/>
                </a:lnTo>
                <a:lnTo>
                  <a:pt x="120521" y="1003"/>
                </a:lnTo>
                <a:lnTo>
                  <a:pt x="120426" y="1105"/>
                </a:lnTo>
                <a:lnTo>
                  <a:pt x="120355" y="1196"/>
                </a:lnTo>
                <a:lnTo>
                  <a:pt x="120283" y="1299"/>
                </a:lnTo>
                <a:lnTo>
                  <a:pt x="120235" y="1413"/>
                </a:lnTo>
                <a:lnTo>
                  <a:pt x="112849" y="5810"/>
                </a:lnTo>
                <a:lnTo>
                  <a:pt x="105462" y="10218"/>
                </a:lnTo>
                <a:lnTo>
                  <a:pt x="98099" y="14626"/>
                </a:lnTo>
                <a:lnTo>
                  <a:pt x="90760" y="19046"/>
                </a:lnTo>
                <a:lnTo>
                  <a:pt x="76083" y="27886"/>
                </a:lnTo>
                <a:lnTo>
                  <a:pt x="68744" y="32294"/>
                </a:lnTo>
                <a:lnTo>
                  <a:pt x="61405" y="36714"/>
                </a:lnTo>
                <a:lnTo>
                  <a:pt x="54042" y="41111"/>
                </a:lnTo>
                <a:lnTo>
                  <a:pt x="46655" y="45508"/>
                </a:lnTo>
                <a:lnTo>
                  <a:pt x="39221" y="49893"/>
                </a:lnTo>
                <a:lnTo>
                  <a:pt x="31763" y="54267"/>
                </a:lnTo>
                <a:lnTo>
                  <a:pt x="28022" y="56443"/>
                </a:lnTo>
                <a:lnTo>
                  <a:pt x="24257" y="58619"/>
                </a:lnTo>
                <a:lnTo>
                  <a:pt x="20492" y="60794"/>
                </a:lnTo>
                <a:lnTo>
                  <a:pt x="16704" y="62959"/>
                </a:lnTo>
                <a:lnTo>
                  <a:pt x="12915" y="65123"/>
                </a:lnTo>
                <a:lnTo>
                  <a:pt x="9103" y="67276"/>
                </a:lnTo>
                <a:lnTo>
                  <a:pt x="5267" y="69429"/>
                </a:lnTo>
                <a:lnTo>
                  <a:pt x="1430" y="71582"/>
                </a:lnTo>
                <a:lnTo>
                  <a:pt x="1121" y="71753"/>
                </a:lnTo>
                <a:lnTo>
                  <a:pt x="858" y="71935"/>
                </a:lnTo>
                <a:lnTo>
                  <a:pt x="644" y="72129"/>
                </a:lnTo>
                <a:lnTo>
                  <a:pt x="453" y="72311"/>
                </a:lnTo>
                <a:lnTo>
                  <a:pt x="310" y="72493"/>
                </a:lnTo>
                <a:lnTo>
                  <a:pt x="167" y="72687"/>
                </a:lnTo>
                <a:lnTo>
                  <a:pt x="96" y="72880"/>
                </a:lnTo>
                <a:lnTo>
                  <a:pt x="24" y="73063"/>
                </a:lnTo>
                <a:lnTo>
                  <a:pt x="1" y="73256"/>
                </a:lnTo>
                <a:lnTo>
                  <a:pt x="1" y="73439"/>
                </a:lnTo>
                <a:lnTo>
                  <a:pt x="24" y="73632"/>
                </a:lnTo>
                <a:lnTo>
                  <a:pt x="96" y="73814"/>
                </a:lnTo>
                <a:lnTo>
                  <a:pt x="167" y="73997"/>
                </a:lnTo>
                <a:lnTo>
                  <a:pt x="287" y="74168"/>
                </a:lnTo>
                <a:lnTo>
                  <a:pt x="406" y="74338"/>
                </a:lnTo>
                <a:lnTo>
                  <a:pt x="549" y="74509"/>
                </a:lnTo>
                <a:lnTo>
                  <a:pt x="739" y="74680"/>
                </a:lnTo>
                <a:lnTo>
                  <a:pt x="930" y="74840"/>
                </a:lnTo>
                <a:lnTo>
                  <a:pt x="1144" y="74988"/>
                </a:lnTo>
                <a:lnTo>
                  <a:pt x="1359" y="75136"/>
                </a:lnTo>
                <a:lnTo>
                  <a:pt x="1621" y="75272"/>
                </a:lnTo>
                <a:lnTo>
                  <a:pt x="1883" y="75409"/>
                </a:lnTo>
                <a:lnTo>
                  <a:pt x="2145" y="75523"/>
                </a:lnTo>
                <a:lnTo>
                  <a:pt x="2455" y="75648"/>
                </a:lnTo>
                <a:lnTo>
                  <a:pt x="2741" y="75751"/>
                </a:lnTo>
                <a:lnTo>
                  <a:pt x="3051" y="75842"/>
                </a:lnTo>
                <a:lnTo>
                  <a:pt x="3384" y="75933"/>
                </a:lnTo>
                <a:lnTo>
                  <a:pt x="3718" y="76002"/>
                </a:lnTo>
                <a:lnTo>
                  <a:pt x="4051" y="76070"/>
                </a:lnTo>
                <a:lnTo>
                  <a:pt x="4409" y="76115"/>
                </a:lnTo>
                <a:lnTo>
                  <a:pt x="4766" y="76150"/>
                </a:lnTo>
                <a:lnTo>
                  <a:pt x="5124" y="76184"/>
                </a:lnTo>
                <a:lnTo>
                  <a:pt x="4933" y="76457"/>
                </a:lnTo>
                <a:lnTo>
                  <a:pt x="4814" y="76742"/>
                </a:lnTo>
                <a:lnTo>
                  <a:pt x="4718" y="77027"/>
                </a:lnTo>
                <a:lnTo>
                  <a:pt x="4695" y="77311"/>
                </a:lnTo>
                <a:lnTo>
                  <a:pt x="4718" y="77596"/>
                </a:lnTo>
                <a:lnTo>
                  <a:pt x="4766" y="77733"/>
                </a:lnTo>
                <a:lnTo>
                  <a:pt x="4814" y="77870"/>
                </a:lnTo>
                <a:lnTo>
                  <a:pt x="4861" y="78006"/>
                </a:lnTo>
                <a:lnTo>
                  <a:pt x="4957" y="78143"/>
                </a:lnTo>
                <a:lnTo>
                  <a:pt x="5052" y="78268"/>
                </a:lnTo>
                <a:lnTo>
                  <a:pt x="5147" y="78394"/>
                </a:lnTo>
                <a:lnTo>
                  <a:pt x="5267" y="78519"/>
                </a:lnTo>
                <a:lnTo>
                  <a:pt x="5410" y="78644"/>
                </a:lnTo>
                <a:lnTo>
                  <a:pt x="5576" y="78758"/>
                </a:lnTo>
                <a:lnTo>
                  <a:pt x="5743" y="78872"/>
                </a:lnTo>
                <a:lnTo>
                  <a:pt x="5934" y="78986"/>
                </a:lnTo>
                <a:lnTo>
                  <a:pt x="6124" y="79089"/>
                </a:lnTo>
                <a:lnTo>
                  <a:pt x="6339" y="79191"/>
                </a:lnTo>
                <a:lnTo>
                  <a:pt x="6577" y="79282"/>
                </a:lnTo>
                <a:lnTo>
                  <a:pt x="6839" y="79373"/>
                </a:lnTo>
                <a:lnTo>
                  <a:pt x="7101" y="79453"/>
                </a:lnTo>
                <a:lnTo>
                  <a:pt x="7387" y="79533"/>
                </a:lnTo>
                <a:lnTo>
                  <a:pt x="7697" y="79601"/>
                </a:lnTo>
                <a:lnTo>
                  <a:pt x="8007" y="79658"/>
                </a:lnTo>
                <a:lnTo>
                  <a:pt x="8364" y="79715"/>
                </a:lnTo>
                <a:lnTo>
                  <a:pt x="8722" y="79761"/>
                </a:lnTo>
                <a:lnTo>
                  <a:pt x="9103" y="79806"/>
                </a:lnTo>
                <a:lnTo>
                  <a:pt x="82993" y="86823"/>
                </a:lnTo>
                <a:lnTo>
                  <a:pt x="156882" y="93840"/>
                </a:lnTo>
                <a:lnTo>
                  <a:pt x="193839" y="97337"/>
                </a:lnTo>
                <a:lnTo>
                  <a:pt x="230796" y="100834"/>
                </a:lnTo>
                <a:lnTo>
                  <a:pt x="267753" y="104308"/>
                </a:lnTo>
                <a:lnTo>
                  <a:pt x="304710" y="107771"/>
                </a:lnTo>
                <a:lnTo>
                  <a:pt x="305162" y="107805"/>
                </a:lnTo>
                <a:lnTo>
                  <a:pt x="305615" y="107828"/>
                </a:lnTo>
                <a:lnTo>
                  <a:pt x="306068" y="107828"/>
                </a:lnTo>
                <a:lnTo>
                  <a:pt x="306521" y="107817"/>
                </a:lnTo>
                <a:lnTo>
                  <a:pt x="306973" y="107783"/>
                </a:lnTo>
                <a:lnTo>
                  <a:pt x="307402" y="107737"/>
                </a:lnTo>
                <a:lnTo>
                  <a:pt x="307831" y="107680"/>
                </a:lnTo>
                <a:lnTo>
                  <a:pt x="308260" y="107612"/>
                </a:lnTo>
                <a:lnTo>
                  <a:pt x="308689" y="107532"/>
                </a:lnTo>
                <a:lnTo>
                  <a:pt x="309094" y="107441"/>
                </a:lnTo>
                <a:lnTo>
                  <a:pt x="309475" y="107327"/>
                </a:lnTo>
                <a:lnTo>
                  <a:pt x="309856" y="107213"/>
                </a:lnTo>
                <a:lnTo>
                  <a:pt x="310214" y="107088"/>
                </a:lnTo>
                <a:lnTo>
                  <a:pt x="310547" y="106951"/>
                </a:lnTo>
                <a:lnTo>
                  <a:pt x="310857" y="106803"/>
                </a:lnTo>
                <a:lnTo>
                  <a:pt x="311167" y="106655"/>
                </a:lnTo>
                <a:lnTo>
                  <a:pt x="311429" y="106495"/>
                </a:lnTo>
                <a:lnTo>
                  <a:pt x="311691" y="106325"/>
                </a:lnTo>
                <a:lnTo>
                  <a:pt x="311906" y="106142"/>
                </a:lnTo>
                <a:lnTo>
                  <a:pt x="312096" y="105960"/>
                </a:lnTo>
                <a:lnTo>
                  <a:pt x="312263" y="105778"/>
                </a:lnTo>
                <a:lnTo>
                  <a:pt x="312382" y="105584"/>
                </a:lnTo>
                <a:lnTo>
                  <a:pt x="312478" y="105390"/>
                </a:lnTo>
                <a:lnTo>
                  <a:pt x="312549" y="105185"/>
                </a:lnTo>
                <a:lnTo>
                  <a:pt x="312573" y="104980"/>
                </a:lnTo>
                <a:lnTo>
                  <a:pt x="312573" y="104775"/>
                </a:lnTo>
                <a:lnTo>
                  <a:pt x="312525" y="104559"/>
                </a:lnTo>
                <a:lnTo>
                  <a:pt x="312430" y="104354"/>
                </a:lnTo>
                <a:lnTo>
                  <a:pt x="312287" y="104137"/>
                </a:lnTo>
                <a:lnTo>
                  <a:pt x="312096" y="103921"/>
                </a:lnTo>
                <a:lnTo>
                  <a:pt x="311882" y="103705"/>
                </a:lnTo>
                <a:lnTo>
                  <a:pt x="311596" y="103500"/>
                </a:lnTo>
                <a:lnTo>
                  <a:pt x="306616" y="99991"/>
                </a:lnTo>
                <a:lnTo>
                  <a:pt x="301588" y="96483"/>
                </a:lnTo>
                <a:lnTo>
                  <a:pt x="296537" y="92997"/>
                </a:lnTo>
                <a:lnTo>
                  <a:pt x="291414" y="89523"/>
                </a:lnTo>
                <a:lnTo>
                  <a:pt x="286243" y="86048"/>
                </a:lnTo>
                <a:lnTo>
                  <a:pt x="281025" y="82597"/>
                </a:lnTo>
                <a:lnTo>
                  <a:pt x="278404" y="80877"/>
                </a:lnTo>
                <a:lnTo>
                  <a:pt x="275759" y="79157"/>
                </a:lnTo>
                <a:lnTo>
                  <a:pt x="273114" y="77437"/>
                </a:lnTo>
                <a:lnTo>
                  <a:pt x="270445" y="75728"/>
                </a:lnTo>
                <a:lnTo>
                  <a:pt x="267777" y="74019"/>
                </a:lnTo>
                <a:lnTo>
                  <a:pt x="265084" y="72322"/>
                </a:lnTo>
                <a:lnTo>
                  <a:pt x="262368" y="70625"/>
                </a:lnTo>
                <a:lnTo>
                  <a:pt x="259651" y="68928"/>
                </a:lnTo>
                <a:lnTo>
                  <a:pt x="256935" y="67242"/>
                </a:lnTo>
                <a:lnTo>
                  <a:pt x="254195" y="65556"/>
                </a:lnTo>
                <a:lnTo>
                  <a:pt x="251431" y="63870"/>
                </a:lnTo>
                <a:lnTo>
                  <a:pt x="248667" y="62196"/>
                </a:lnTo>
                <a:lnTo>
                  <a:pt x="245879" y="60521"/>
                </a:lnTo>
                <a:lnTo>
                  <a:pt x="243091" y="58858"/>
                </a:lnTo>
                <a:lnTo>
                  <a:pt x="240279" y="57195"/>
                </a:lnTo>
                <a:lnTo>
                  <a:pt x="237468" y="55543"/>
                </a:lnTo>
                <a:lnTo>
                  <a:pt x="234632" y="53891"/>
                </a:lnTo>
                <a:lnTo>
                  <a:pt x="231773" y="52240"/>
                </a:lnTo>
                <a:lnTo>
                  <a:pt x="228914" y="50611"/>
                </a:lnTo>
                <a:lnTo>
                  <a:pt x="226030" y="48971"/>
                </a:lnTo>
                <a:lnTo>
                  <a:pt x="223147" y="47342"/>
                </a:lnTo>
                <a:lnTo>
                  <a:pt x="220240" y="45724"/>
                </a:lnTo>
                <a:lnTo>
                  <a:pt x="217333" y="44107"/>
                </a:lnTo>
                <a:lnTo>
                  <a:pt x="214403" y="42500"/>
                </a:lnTo>
                <a:lnTo>
                  <a:pt x="211448" y="40894"/>
                </a:lnTo>
                <a:lnTo>
                  <a:pt x="208493" y="39300"/>
                </a:lnTo>
                <a:lnTo>
                  <a:pt x="205515" y="37705"/>
                </a:lnTo>
                <a:lnTo>
                  <a:pt x="202513" y="36121"/>
                </a:lnTo>
                <a:lnTo>
                  <a:pt x="199510" y="34549"/>
                </a:lnTo>
                <a:lnTo>
                  <a:pt x="196484" y="32977"/>
                </a:lnTo>
                <a:lnTo>
                  <a:pt x="193458" y="31417"/>
                </a:lnTo>
                <a:lnTo>
                  <a:pt x="190408" y="29856"/>
                </a:lnTo>
                <a:lnTo>
                  <a:pt x="187334" y="28307"/>
                </a:lnTo>
                <a:lnTo>
                  <a:pt x="184260" y="26769"/>
                </a:lnTo>
                <a:lnTo>
                  <a:pt x="181163" y="25232"/>
                </a:lnTo>
                <a:lnTo>
                  <a:pt x="178041" y="23705"/>
                </a:lnTo>
                <a:lnTo>
                  <a:pt x="174920" y="22190"/>
                </a:lnTo>
                <a:lnTo>
                  <a:pt x="171775" y="20687"/>
                </a:lnTo>
                <a:lnTo>
                  <a:pt x="168629" y="19183"/>
                </a:lnTo>
                <a:lnTo>
                  <a:pt x="165460" y="17691"/>
                </a:lnTo>
                <a:lnTo>
                  <a:pt x="162267" y="16198"/>
                </a:lnTo>
                <a:lnTo>
                  <a:pt x="159051" y="14718"/>
                </a:lnTo>
                <a:lnTo>
                  <a:pt x="155834" y="13248"/>
                </a:lnTo>
                <a:lnTo>
                  <a:pt x="152593" y="11790"/>
                </a:lnTo>
                <a:lnTo>
                  <a:pt x="149353" y="10343"/>
                </a:lnTo>
                <a:lnTo>
                  <a:pt x="146088" y="8897"/>
                </a:lnTo>
                <a:lnTo>
                  <a:pt x="142800" y="7461"/>
                </a:lnTo>
                <a:lnTo>
                  <a:pt x="139512" y="6038"/>
                </a:lnTo>
                <a:lnTo>
                  <a:pt x="136176" y="4625"/>
                </a:lnTo>
                <a:lnTo>
                  <a:pt x="132840" y="3224"/>
                </a:lnTo>
                <a:lnTo>
                  <a:pt x="129504" y="1823"/>
                </a:lnTo>
                <a:lnTo>
                  <a:pt x="126145" y="433"/>
                </a:lnTo>
                <a:lnTo>
                  <a:pt x="125906" y="353"/>
                </a:lnTo>
                <a:lnTo>
                  <a:pt x="125668" y="274"/>
                </a:lnTo>
                <a:lnTo>
                  <a:pt x="125430" y="205"/>
                </a:lnTo>
                <a:lnTo>
                  <a:pt x="125215" y="148"/>
                </a:lnTo>
                <a:lnTo>
                  <a:pt x="124977" y="103"/>
                </a:lnTo>
                <a:lnTo>
                  <a:pt x="124739" y="57"/>
                </a:lnTo>
                <a:lnTo>
                  <a:pt x="124501" y="35"/>
                </a:lnTo>
                <a:lnTo>
                  <a:pt x="124262" y="12"/>
                </a:lnTo>
                <a:lnTo>
                  <a:pt x="1240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rot="10800000">
            <a:off x="8330727" y="2602482"/>
            <a:ext cx="878674" cy="587218"/>
          </a:xfrm>
          <a:custGeom>
            <a:rect b="b" l="l" r="r" t="t"/>
            <a:pathLst>
              <a:path extrusionOk="0" h="57854" w="265661">
                <a:moveTo>
                  <a:pt x="6688" y="1"/>
                </a:moveTo>
                <a:lnTo>
                  <a:pt x="6126" y="16"/>
                </a:lnTo>
                <a:lnTo>
                  <a:pt x="5538" y="47"/>
                </a:lnTo>
                <a:lnTo>
                  <a:pt x="4976" y="93"/>
                </a:lnTo>
                <a:lnTo>
                  <a:pt x="4414" y="147"/>
                </a:lnTo>
                <a:lnTo>
                  <a:pt x="3879" y="217"/>
                </a:lnTo>
                <a:lnTo>
                  <a:pt x="3344" y="302"/>
                </a:lnTo>
                <a:lnTo>
                  <a:pt x="2863" y="402"/>
                </a:lnTo>
                <a:lnTo>
                  <a:pt x="2381" y="510"/>
                </a:lnTo>
                <a:lnTo>
                  <a:pt x="1926" y="626"/>
                </a:lnTo>
                <a:lnTo>
                  <a:pt x="1525" y="757"/>
                </a:lnTo>
                <a:lnTo>
                  <a:pt x="1151" y="904"/>
                </a:lnTo>
                <a:lnTo>
                  <a:pt x="830" y="1058"/>
                </a:lnTo>
                <a:lnTo>
                  <a:pt x="562" y="1228"/>
                </a:lnTo>
                <a:lnTo>
                  <a:pt x="428" y="1313"/>
                </a:lnTo>
                <a:lnTo>
                  <a:pt x="321" y="1406"/>
                </a:lnTo>
                <a:lnTo>
                  <a:pt x="241" y="1498"/>
                </a:lnTo>
                <a:lnTo>
                  <a:pt x="161" y="1591"/>
                </a:lnTo>
                <a:lnTo>
                  <a:pt x="107" y="1691"/>
                </a:lnTo>
                <a:lnTo>
                  <a:pt x="54" y="1792"/>
                </a:lnTo>
                <a:lnTo>
                  <a:pt x="27" y="1892"/>
                </a:lnTo>
                <a:lnTo>
                  <a:pt x="27" y="2000"/>
                </a:lnTo>
                <a:lnTo>
                  <a:pt x="0" y="2942"/>
                </a:lnTo>
                <a:lnTo>
                  <a:pt x="27" y="3891"/>
                </a:lnTo>
                <a:lnTo>
                  <a:pt x="81" y="4833"/>
                </a:lnTo>
                <a:lnTo>
                  <a:pt x="188" y="5775"/>
                </a:lnTo>
                <a:lnTo>
                  <a:pt x="321" y="6717"/>
                </a:lnTo>
                <a:lnTo>
                  <a:pt x="482" y="7659"/>
                </a:lnTo>
                <a:lnTo>
                  <a:pt x="696" y="8601"/>
                </a:lnTo>
                <a:lnTo>
                  <a:pt x="910" y="9535"/>
                </a:lnTo>
                <a:lnTo>
                  <a:pt x="1177" y="10476"/>
                </a:lnTo>
                <a:lnTo>
                  <a:pt x="1498" y="11411"/>
                </a:lnTo>
                <a:lnTo>
                  <a:pt x="1819" y="12345"/>
                </a:lnTo>
                <a:lnTo>
                  <a:pt x="2167" y="13279"/>
                </a:lnTo>
                <a:lnTo>
                  <a:pt x="2568" y="14213"/>
                </a:lnTo>
                <a:lnTo>
                  <a:pt x="2996" y="15147"/>
                </a:lnTo>
                <a:lnTo>
                  <a:pt x="3424" y="16081"/>
                </a:lnTo>
                <a:lnTo>
                  <a:pt x="3906" y="17007"/>
                </a:lnTo>
                <a:lnTo>
                  <a:pt x="4414" y="17934"/>
                </a:lnTo>
                <a:lnTo>
                  <a:pt x="4949" y="18868"/>
                </a:lnTo>
                <a:lnTo>
                  <a:pt x="5484" y="19794"/>
                </a:lnTo>
                <a:lnTo>
                  <a:pt x="6073" y="20721"/>
                </a:lnTo>
                <a:lnTo>
                  <a:pt x="6661" y="21647"/>
                </a:lnTo>
                <a:lnTo>
                  <a:pt x="7303" y="22566"/>
                </a:lnTo>
                <a:lnTo>
                  <a:pt x="7945" y="23492"/>
                </a:lnTo>
                <a:lnTo>
                  <a:pt x="8614" y="24411"/>
                </a:lnTo>
                <a:lnTo>
                  <a:pt x="9310" y="25337"/>
                </a:lnTo>
                <a:lnTo>
                  <a:pt x="10005" y="26256"/>
                </a:lnTo>
                <a:lnTo>
                  <a:pt x="10754" y="27175"/>
                </a:lnTo>
                <a:lnTo>
                  <a:pt x="11503" y="28093"/>
                </a:lnTo>
                <a:lnTo>
                  <a:pt x="12252" y="29004"/>
                </a:lnTo>
                <a:lnTo>
                  <a:pt x="13055" y="29923"/>
                </a:lnTo>
                <a:lnTo>
                  <a:pt x="13857" y="30834"/>
                </a:lnTo>
                <a:lnTo>
                  <a:pt x="14660" y="31752"/>
                </a:lnTo>
                <a:lnTo>
                  <a:pt x="14793" y="31868"/>
                </a:lnTo>
                <a:lnTo>
                  <a:pt x="14954" y="31976"/>
                </a:lnTo>
                <a:lnTo>
                  <a:pt x="15114" y="32077"/>
                </a:lnTo>
                <a:lnTo>
                  <a:pt x="15328" y="32177"/>
                </a:lnTo>
                <a:lnTo>
                  <a:pt x="15542" y="32270"/>
                </a:lnTo>
                <a:lnTo>
                  <a:pt x="15783" y="32355"/>
                </a:lnTo>
                <a:lnTo>
                  <a:pt x="16051" y="32432"/>
                </a:lnTo>
                <a:lnTo>
                  <a:pt x="16345" y="32509"/>
                </a:lnTo>
                <a:lnTo>
                  <a:pt x="16639" y="32571"/>
                </a:lnTo>
                <a:lnTo>
                  <a:pt x="16960" y="32640"/>
                </a:lnTo>
                <a:lnTo>
                  <a:pt x="17308" y="32694"/>
                </a:lnTo>
                <a:lnTo>
                  <a:pt x="17656" y="32741"/>
                </a:lnTo>
                <a:lnTo>
                  <a:pt x="18003" y="32787"/>
                </a:lnTo>
                <a:lnTo>
                  <a:pt x="18378" y="32826"/>
                </a:lnTo>
                <a:lnTo>
                  <a:pt x="18752" y="32856"/>
                </a:lnTo>
                <a:lnTo>
                  <a:pt x="19154" y="32887"/>
                </a:lnTo>
                <a:lnTo>
                  <a:pt x="19528" y="32910"/>
                </a:lnTo>
                <a:lnTo>
                  <a:pt x="19929" y="32926"/>
                </a:lnTo>
                <a:lnTo>
                  <a:pt x="20331" y="32934"/>
                </a:lnTo>
                <a:lnTo>
                  <a:pt x="21535" y="32934"/>
                </a:lnTo>
                <a:lnTo>
                  <a:pt x="21936" y="32918"/>
                </a:lnTo>
                <a:lnTo>
                  <a:pt x="22310" y="32903"/>
                </a:lnTo>
                <a:lnTo>
                  <a:pt x="22712" y="32880"/>
                </a:lnTo>
                <a:lnTo>
                  <a:pt x="23086" y="32849"/>
                </a:lnTo>
                <a:lnTo>
                  <a:pt x="23461" y="32818"/>
                </a:lnTo>
                <a:lnTo>
                  <a:pt x="23808" y="32779"/>
                </a:lnTo>
                <a:lnTo>
                  <a:pt x="24156" y="32733"/>
                </a:lnTo>
                <a:lnTo>
                  <a:pt x="24477" y="32679"/>
                </a:lnTo>
                <a:lnTo>
                  <a:pt x="24798" y="32625"/>
                </a:lnTo>
                <a:lnTo>
                  <a:pt x="25119" y="32563"/>
                </a:lnTo>
                <a:lnTo>
                  <a:pt x="29105" y="31722"/>
                </a:lnTo>
                <a:lnTo>
                  <a:pt x="33118" y="30888"/>
                </a:lnTo>
                <a:lnTo>
                  <a:pt x="37157" y="30070"/>
                </a:lnTo>
                <a:lnTo>
                  <a:pt x="41223" y="29267"/>
                </a:lnTo>
                <a:lnTo>
                  <a:pt x="45316" y="28479"/>
                </a:lnTo>
                <a:lnTo>
                  <a:pt x="49435" y="27700"/>
                </a:lnTo>
                <a:lnTo>
                  <a:pt x="53582" y="26935"/>
                </a:lnTo>
                <a:lnTo>
                  <a:pt x="57755" y="26194"/>
                </a:lnTo>
                <a:lnTo>
                  <a:pt x="61955" y="25453"/>
                </a:lnTo>
                <a:lnTo>
                  <a:pt x="66181" y="24735"/>
                </a:lnTo>
                <a:lnTo>
                  <a:pt x="70435" y="24025"/>
                </a:lnTo>
                <a:lnTo>
                  <a:pt x="74715" y="23330"/>
                </a:lnTo>
                <a:lnTo>
                  <a:pt x="79022" y="22651"/>
                </a:lnTo>
                <a:lnTo>
                  <a:pt x="83382" y="21979"/>
                </a:lnTo>
                <a:lnTo>
                  <a:pt x="87742" y="21323"/>
                </a:lnTo>
                <a:lnTo>
                  <a:pt x="92156" y="20682"/>
                </a:lnTo>
                <a:lnTo>
                  <a:pt x="99325" y="33374"/>
                </a:lnTo>
                <a:lnTo>
                  <a:pt x="102910" y="39719"/>
                </a:lnTo>
                <a:lnTo>
                  <a:pt x="106548" y="46065"/>
                </a:lnTo>
                <a:lnTo>
                  <a:pt x="106628" y="46204"/>
                </a:lnTo>
                <a:lnTo>
                  <a:pt x="106762" y="46335"/>
                </a:lnTo>
                <a:lnTo>
                  <a:pt x="106922" y="46467"/>
                </a:lnTo>
                <a:lnTo>
                  <a:pt x="107083" y="46590"/>
                </a:lnTo>
                <a:lnTo>
                  <a:pt x="107270" y="46706"/>
                </a:lnTo>
                <a:lnTo>
                  <a:pt x="107484" y="46814"/>
                </a:lnTo>
                <a:lnTo>
                  <a:pt x="107725" y="46922"/>
                </a:lnTo>
                <a:lnTo>
                  <a:pt x="107992" y="47022"/>
                </a:lnTo>
                <a:lnTo>
                  <a:pt x="108287" y="47123"/>
                </a:lnTo>
                <a:lnTo>
                  <a:pt x="108581" y="47208"/>
                </a:lnTo>
                <a:lnTo>
                  <a:pt x="108875" y="47293"/>
                </a:lnTo>
                <a:lnTo>
                  <a:pt x="109223" y="47370"/>
                </a:lnTo>
                <a:lnTo>
                  <a:pt x="109571" y="47439"/>
                </a:lnTo>
                <a:lnTo>
                  <a:pt x="109919" y="47501"/>
                </a:lnTo>
                <a:lnTo>
                  <a:pt x="110293" y="47563"/>
                </a:lnTo>
                <a:lnTo>
                  <a:pt x="110668" y="47609"/>
                </a:lnTo>
                <a:lnTo>
                  <a:pt x="111069" y="47655"/>
                </a:lnTo>
                <a:lnTo>
                  <a:pt x="111470" y="47694"/>
                </a:lnTo>
                <a:lnTo>
                  <a:pt x="111871" y="47717"/>
                </a:lnTo>
                <a:lnTo>
                  <a:pt x="112273" y="47740"/>
                </a:lnTo>
                <a:lnTo>
                  <a:pt x="112701" y="47756"/>
                </a:lnTo>
                <a:lnTo>
                  <a:pt x="113129" y="47764"/>
                </a:lnTo>
                <a:lnTo>
                  <a:pt x="113557" y="47764"/>
                </a:lnTo>
                <a:lnTo>
                  <a:pt x="113985" y="47756"/>
                </a:lnTo>
                <a:lnTo>
                  <a:pt x="114413" y="47740"/>
                </a:lnTo>
                <a:lnTo>
                  <a:pt x="114841" y="47717"/>
                </a:lnTo>
                <a:lnTo>
                  <a:pt x="115269" y="47679"/>
                </a:lnTo>
                <a:lnTo>
                  <a:pt x="115697" y="47640"/>
                </a:lnTo>
                <a:lnTo>
                  <a:pt x="116125" y="47586"/>
                </a:lnTo>
                <a:lnTo>
                  <a:pt x="116553" y="47532"/>
                </a:lnTo>
                <a:lnTo>
                  <a:pt x="116954" y="47462"/>
                </a:lnTo>
                <a:lnTo>
                  <a:pt x="117382" y="47385"/>
                </a:lnTo>
                <a:lnTo>
                  <a:pt x="133807" y="44097"/>
                </a:lnTo>
                <a:lnTo>
                  <a:pt x="150232" y="40800"/>
                </a:lnTo>
                <a:lnTo>
                  <a:pt x="166657" y="37496"/>
                </a:lnTo>
                <a:lnTo>
                  <a:pt x="174842" y="35836"/>
                </a:lnTo>
                <a:lnTo>
                  <a:pt x="183001" y="34177"/>
                </a:lnTo>
                <a:lnTo>
                  <a:pt x="183590" y="35574"/>
                </a:lnTo>
                <a:lnTo>
                  <a:pt x="184178" y="36971"/>
                </a:lnTo>
                <a:lnTo>
                  <a:pt x="184793" y="38361"/>
                </a:lnTo>
                <a:lnTo>
                  <a:pt x="185462" y="39750"/>
                </a:lnTo>
                <a:lnTo>
                  <a:pt x="186131" y="41148"/>
                </a:lnTo>
                <a:lnTo>
                  <a:pt x="186827" y="42537"/>
                </a:lnTo>
                <a:lnTo>
                  <a:pt x="187576" y="43919"/>
                </a:lnTo>
                <a:lnTo>
                  <a:pt x="188325" y="45309"/>
                </a:lnTo>
                <a:lnTo>
                  <a:pt x="189127" y="46690"/>
                </a:lnTo>
                <a:lnTo>
                  <a:pt x="189930" y="48080"/>
                </a:lnTo>
                <a:lnTo>
                  <a:pt x="190786" y="49462"/>
                </a:lnTo>
                <a:lnTo>
                  <a:pt x="191668" y="50844"/>
                </a:lnTo>
                <a:lnTo>
                  <a:pt x="192578" y="52226"/>
                </a:lnTo>
                <a:lnTo>
                  <a:pt x="193514" y="53608"/>
                </a:lnTo>
                <a:lnTo>
                  <a:pt x="194477" y="54982"/>
                </a:lnTo>
                <a:lnTo>
                  <a:pt x="195494" y="56364"/>
                </a:lnTo>
                <a:lnTo>
                  <a:pt x="195601" y="56487"/>
                </a:lnTo>
                <a:lnTo>
                  <a:pt x="195708" y="56611"/>
                </a:lnTo>
                <a:lnTo>
                  <a:pt x="195868" y="56726"/>
                </a:lnTo>
                <a:lnTo>
                  <a:pt x="196029" y="56834"/>
                </a:lnTo>
                <a:lnTo>
                  <a:pt x="196216" y="56935"/>
                </a:lnTo>
                <a:lnTo>
                  <a:pt x="196403" y="57035"/>
                </a:lnTo>
                <a:lnTo>
                  <a:pt x="196617" y="57136"/>
                </a:lnTo>
                <a:lnTo>
                  <a:pt x="196858" y="57220"/>
                </a:lnTo>
                <a:lnTo>
                  <a:pt x="197099" y="57305"/>
                </a:lnTo>
                <a:lnTo>
                  <a:pt x="197366" y="57383"/>
                </a:lnTo>
                <a:lnTo>
                  <a:pt x="197634" y="57452"/>
                </a:lnTo>
                <a:lnTo>
                  <a:pt x="197901" y="57522"/>
                </a:lnTo>
                <a:lnTo>
                  <a:pt x="198196" y="57583"/>
                </a:lnTo>
                <a:lnTo>
                  <a:pt x="198517" y="57637"/>
                </a:lnTo>
                <a:lnTo>
                  <a:pt x="198838" y="57684"/>
                </a:lnTo>
                <a:lnTo>
                  <a:pt x="199159" y="57730"/>
                </a:lnTo>
                <a:lnTo>
                  <a:pt x="199506" y="57769"/>
                </a:lnTo>
                <a:lnTo>
                  <a:pt x="199854" y="57792"/>
                </a:lnTo>
                <a:lnTo>
                  <a:pt x="200202" y="57823"/>
                </a:lnTo>
                <a:lnTo>
                  <a:pt x="200550" y="57838"/>
                </a:lnTo>
                <a:lnTo>
                  <a:pt x="200924" y="57846"/>
                </a:lnTo>
                <a:lnTo>
                  <a:pt x="201299" y="57853"/>
                </a:lnTo>
                <a:lnTo>
                  <a:pt x="201673" y="57853"/>
                </a:lnTo>
                <a:lnTo>
                  <a:pt x="202048" y="57846"/>
                </a:lnTo>
                <a:lnTo>
                  <a:pt x="202422" y="57830"/>
                </a:lnTo>
                <a:lnTo>
                  <a:pt x="202823" y="57807"/>
                </a:lnTo>
                <a:lnTo>
                  <a:pt x="203198" y="57784"/>
                </a:lnTo>
                <a:lnTo>
                  <a:pt x="203599" y="57745"/>
                </a:lnTo>
                <a:lnTo>
                  <a:pt x="203974" y="57707"/>
                </a:lnTo>
                <a:lnTo>
                  <a:pt x="204375" y="57653"/>
                </a:lnTo>
                <a:lnTo>
                  <a:pt x="204749" y="57599"/>
                </a:lnTo>
                <a:lnTo>
                  <a:pt x="205124" y="57537"/>
                </a:lnTo>
                <a:lnTo>
                  <a:pt x="209083" y="56834"/>
                </a:lnTo>
                <a:lnTo>
                  <a:pt x="213015" y="56124"/>
                </a:lnTo>
                <a:lnTo>
                  <a:pt x="216894" y="55406"/>
                </a:lnTo>
                <a:lnTo>
                  <a:pt x="220746" y="54673"/>
                </a:lnTo>
                <a:lnTo>
                  <a:pt x="224572" y="53932"/>
                </a:lnTo>
                <a:lnTo>
                  <a:pt x="228343" y="53175"/>
                </a:lnTo>
                <a:lnTo>
                  <a:pt x="232089" y="52411"/>
                </a:lnTo>
                <a:lnTo>
                  <a:pt x="235780" y="51631"/>
                </a:lnTo>
                <a:lnTo>
                  <a:pt x="239445" y="50836"/>
                </a:lnTo>
                <a:lnTo>
                  <a:pt x="243083" y="50025"/>
                </a:lnTo>
                <a:lnTo>
                  <a:pt x="246694" y="49207"/>
                </a:lnTo>
                <a:lnTo>
                  <a:pt x="250252" y="48366"/>
                </a:lnTo>
                <a:lnTo>
                  <a:pt x="253783" y="47517"/>
                </a:lnTo>
                <a:lnTo>
                  <a:pt x="255549" y="47084"/>
                </a:lnTo>
                <a:lnTo>
                  <a:pt x="257288" y="46644"/>
                </a:lnTo>
                <a:lnTo>
                  <a:pt x="259026" y="46204"/>
                </a:lnTo>
                <a:lnTo>
                  <a:pt x="260765" y="45756"/>
                </a:lnTo>
                <a:lnTo>
                  <a:pt x="262477" y="45309"/>
                </a:lnTo>
                <a:lnTo>
                  <a:pt x="264189" y="44853"/>
                </a:lnTo>
                <a:lnTo>
                  <a:pt x="264537" y="44753"/>
                </a:lnTo>
                <a:lnTo>
                  <a:pt x="264831" y="44652"/>
                </a:lnTo>
                <a:lnTo>
                  <a:pt x="265072" y="44544"/>
                </a:lnTo>
                <a:lnTo>
                  <a:pt x="265286" y="44429"/>
                </a:lnTo>
                <a:lnTo>
                  <a:pt x="265447" y="44313"/>
                </a:lnTo>
                <a:lnTo>
                  <a:pt x="265554" y="44197"/>
                </a:lnTo>
                <a:lnTo>
                  <a:pt x="265634" y="44081"/>
                </a:lnTo>
                <a:lnTo>
                  <a:pt x="265661" y="43965"/>
                </a:lnTo>
                <a:lnTo>
                  <a:pt x="265661" y="43850"/>
                </a:lnTo>
                <a:lnTo>
                  <a:pt x="265634" y="43734"/>
                </a:lnTo>
                <a:lnTo>
                  <a:pt x="265554" y="43626"/>
                </a:lnTo>
                <a:lnTo>
                  <a:pt x="265447" y="43510"/>
                </a:lnTo>
                <a:lnTo>
                  <a:pt x="265313" y="43402"/>
                </a:lnTo>
                <a:lnTo>
                  <a:pt x="265152" y="43301"/>
                </a:lnTo>
                <a:lnTo>
                  <a:pt x="264965" y="43201"/>
                </a:lnTo>
                <a:lnTo>
                  <a:pt x="264751" y="43108"/>
                </a:lnTo>
                <a:lnTo>
                  <a:pt x="264510" y="43024"/>
                </a:lnTo>
                <a:lnTo>
                  <a:pt x="264243" y="42939"/>
                </a:lnTo>
                <a:lnTo>
                  <a:pt x="263949" y="42869"/>
                </a:lnTo>
                <a:lnTo>
                  <a:pt x="263628" y="42800"/>
                </a:lnTo>
                <a:lnTo>
                  <a:pt x="263307" y="42746"/>
                </a:lnTo>
                <a:lnTo>
                  <a:pt x="262986" y="42699"/>
                </a:lnTo>
                <a:lnTo>
                  <a:pt x="262611" y="42661"/>
                </a:lnTo>
                <a:lnTo>
                  <a:pt x="262263" y="42638"/>
                </a:lnTo>
                <a:lnTo>
                  <a:pt x="261862" y="42622"/>
                </a:lnTo>
                <a:lnTo>
                  <a:pt x="261487" y="42622"/>
                </a:lnTo>
                <a:lnTo>
                  <a:pt x="261086" y="42630"/>
                </a:lnTo>
                <a:lnTo>
                  <a:pt x="260685" y="42653"/>
                </a:lnTo>
                <a:lnTo>
                  <a:pt x="260284" y="42692"/>
                </a:lnTo>
                <a:lnTo>
                  <a:pt x="259856" y="42746"/>
                </a:lnTo>
                <a:lnTo>
                  <a:pt x="259454" y="42815"/>
                </a:lnTo>
                <a:lnTo>
                  <a:pt x="259026" y="42900"/>
                </a:lnTo>
                <a:lnTo>
                  <a:pt x="255843" y="43626"/>
                </a:lnTo>
                <a:lnTo>
                  <a:pt x="252606" y="44336"/>
                </a:lnTo>
                <a:lnTo>
                  <a:pt x="249396" y="45038"/>
                </a:lnTo>
                <a:lnTo>
                  <a:pt x="246159" y="45741"/>
                </a:lnTo>
                <a:lnTo>
                  <a:pt x="242896" y="46428"/>
                </a:lnTo>
                <a:lnTo>
                  <a:pt x="239632" y="47107"/>
                </a:lnTo>
                <a:lnTo>
                  <a:pt x="236342" y="47779"/>
                </a:lnTo>
                <a:lnTo>
                  <a:pt x="233052" y="48435"/>
                </a:lnTo>
                <a:lnTo>
                  <a:pt x="229708" y="49091"/>
                </a:lnTo>
                <a:lnTo>
                  <a:pt x="226391" y="49740"/>
                </a:lnTo>
                <a:lnTo>
                  <a:pt x="223020" y="50373"/>
                </a:lnTo>
                <a:lnTo>
                  <a:pt x="219623" y="50998"/>
                </a:lnTo>
                <a:lnTo>
                  <a:pt x="216225" y="51616"/>
                </a:lnTo>
                <a:lnTo>
                  <a:pt x="212775" y="52226"/>
                </a:lnTo>
                <a:lnTo>
                  <a:pt x="209297" y="52828"/>
                </a:lnTo>
                <a:lnTo>
                  <a:pt x="205819" y="53422"/>
                </a:lnTo>
                <a:lnTo>
                  <a:pt x="204883" y="52010"/>
                </a:lnTo>
                <a:lnTo>
                  <a:pt x="203974" y="50597"/>
                </a:lnTo>
                <a:lnTo>
                  <a:pt x="203118" y="49192"/>
                </a:lnTo>
                <a:lnTo>
                  <a:pt x="202262" y="47779"/>
                </a:lnTo>
                <a:lnTo>
                  <a:pt x="201432" y="46366"/>
                </a:lnTo>
                <a:lnTo>
                  <a:pt x="200630" y="44954"/>
                </a:lnTo>
                <a:lnTo>
                  <a:pt x="199881" y="43533"/>
                </a:lnTo>
                <a:lnTo>
                  <a:pt x="199132" y="42120"/>
                </a:lnTo>
                <a:lnTo>
                  <a:pt x="198410" y="40700"/>
                </a:lnTo>
                <a:lnTo>
                  <a:pt x="197741" y="39279"/>
                </a:lnTo>
                <a:lnTo>
                  <a:pt x="197072" y="37859"/>
                </a:lnTo>
                <a:lnTo>
                  <a:pt x="196457" y="36438"/>
                </a:lnTo>
                <a:lnTo>
                  <a:pt x="195841" y="35018"/>
                </a:lnTo>
                <a:lnTo>
                  <a:pt x="195280" y="33590"/>
                </a:lnTo>
                <a:lnTo>
                  <a:pt x="194745" y="32162"/>
                </a:lnTo>
                <a:lnTo>
                  <a:pt x="194236" y="30733"/>
                </a:lnTo>
                <a:lnTo>
                  <a:pt x="194183" y="30602"/>
                </a:lnTo>
                <a:lnTo>
                  <a:pt x="194076" y="30479"/>
                </a:lnTo>
                <a:lnTo>
                  <a:pt x="193969" y="30355"/>
                </a:lnTo>
                <a:lnTo>
                  <a:pt x="193835" y="30239"/>
                </a:lnTo>
                <a:lnTo>
                  <a:pt x="193648" y="30131"/>
                </a:lnTo>
                <a:lnTo>
                  <a:pt x="193461" y="30023"/>
                </a:lnTo>
                <a:lnTo>
                  <a:pt x="193247" y="29923"/>
                </a:lnTo>
                <a:lnTo>
                  <a:pt x="193006" y="29830"/>
                </a:lnTo>
                <a:lnTo>
                  <a:pt x="192738" y="29745"/>
                </a:lnTo>
                <a:lnTo>
                  <a:pt x="192471" y="29668"/>
                </a:lnTo>
                <a:lnTo>
                  <a:pt x="192177" y="29591"/>
                </a:lnTo>
                <a:lnTo>
                  <a:pt x="191856" y="29521"/>
                </a:lnTo>
                <a:lnTo>
                  <a:pt x="191535" y="29460"/>
                </a:lnTo>
                <a:lnTo>
                  <a:pt x="191187" y="29406"/>
                </a:lnTo>
                <a:lnTo>
                  <a:pt x="190839" y="29352"/>
                </a:lnTo>
                <a:lnTo>
                  <a:pt x="190491" y="29313"/>
                </a:lnTo>
                <a:lnTo>
                  <a:pt x="190117" y="29274"/>
                </a:lnTo>
                <a:lnTo>
                  <a:pt x="189716" y="29244"/>
                </a:lnTo>
                <a:lnTo>
                  <a:pt x="189341" y="29220"/>
                </a:lnTo>
                <a:lnTo>
                  <a:pt x="188940" y="29197"/>
                </a:lnTo>
                <a:lnTo>
                  <a:pt x="188539" y="29189"/>
                </a:lnTo>
                <a:lnTo>
                  <a:pt x="188137" y="29182"/>
                </a:lnTo>
                <a:lnTo>
                  <a:pt x="187736" y="29182"/>
                </a:lnTo>
                <a:lnTo>
                  <a:pt x="187335" y="29189"/>
                </a:lnTo>
                <a:lnTo>
                  <a:pt x="186934" y="29205"/>
                </a:lnTo>
                <a:lnTo>
                  <a:pt x="186532" y="29228"/>
                </a:lnTo>
                <a:lnTo>
                  <a:pt x="186131" y="29259"/>
                </a:lnTo>
                <a:lnTo>
                  <a:pt x="185730" y="29298"/>
                </a:lnTo>
                <a:lnTo>
                  <a:pt x="185355" y="29344"/>
                </a:lnTo>
                <a:lnTo>
                  <a:pt x="184954" y="29390"/>
                </a:lnTo>
                <a:lnTo>
                  <a:pt x="184579" y="29452"/>
                </a:lnTo>
                <a:lnTo>
                  <a:pt x="184232" y="29514"/>
                </a:lnTo>
                <a:lnTo>
                  <a:pt x="175939" y="31119"/>
                </a:lnTo>
                <a:lnTo>
                  <a:pt x="167673" y="32725"/>
                </a:lnTo>
                <a:lnTo>
                  <a:pt x="159407" y="34346"/>
                </a:lnTo>
                <a:lnTo>
                  <a:pt x="151168" y="35968"/>
                </a:lnTo>
                <a:lnTo>
                  <a:pt x="134690" y="39218"/>
                </a:lnTo>
                <a:lnTo>
                  <a:pt x="118238" y="42475"/>
                </a:lnTo>
                <a:lnTo>
                  <a:pt x="114734" y="36230"/>
                </a:lnTo>
                <a:lnTo>
                  <a:pt x="111203" y="29977"/>
                </a:lnTo>
                <a:lnTo>
                  <a:pt x="104140" y="17478"/>
                </a:lnTo>
                <a:lnTo>
                  <a:pt x="104060" y="17370"/>
                </a:lnTo>
                <a:lnTo>
                  <a:pt x="103953" y="17262"/>
                </a:lnTo>
                <a:lnTo>
                  <a:pt x="103846" y="17154"/>
                </a:lnTo>
                <a:lnTo>
                  <a:pt x="103712" y="17046"/>
                </a:lnTo>
                <a:lnTo>
                  <a:pt x="103552" y="16946"/>
                </a:lnTo>
                <a:lnTo>
                  <a:pt x="103365" y="16845"/>
                </a:lnTo>
                <a:lnTo>
                  <a:pt x="103177" y="16745"/>
                </a:lnTo>
                <a:lnTo>
                  <a:pt x="102963" y="16652"/>
                </a:lnTo>
                <a:lnTo>
                  <a:pt x="102749" y="16560"/>
                </a:lnTo>
                <a:lnTo>
                  <a:pt x="102509" y="16467"/>
                </a:lnTo>
                <a:lnTo>
                  <a:pt x="102241" y="16382"/>
                </a:lnTo>
                <a:lnTo>
                  <a:pt x="101974" y="16305"/>
                </a:lnTo>
                <a:lnTo>
                  <a:pt x="101679" y="16228"/>
                </a:lnTo>
                <a:lnTo>
                  <a:pt x="101385" y="16158"/>
                </a:lnTo>
                <a:lnTo>
                  <a:pt x="101091" y="16089"/>
                </a:lnTo>
                <a:lnTo>
                  <a:pt x="100770" y="16027"/>
                </a:lnTo>
                <a:lnTo>
                  <a:pt x="100422" y="15973"/>
                </a:lnTo>
                <a:lnTo>
                  <a:pt x="100101" y="15919"/>
                </a:lnTo>
                <a:lnTo>
                  <a:pt x="99753" y="15873"/>
                </a:lnTo>
                <a:lnTo>
                  <a:pt x="99379" y="15834"/>
                </a:lnTo>
                <a:lnTo>
                  <a:pt x="99031" y="15803"/>
                </a:lnTo>
                <a:lnTo>
                  <a:pt x="98657" y="15772"/>
                </a:lnTo>
                <a:lnTo>
                  <a:pt x="98282" y="15749"/>
                </a:lnTo>
                <a:lnTo>
                  <a:pt x="97908" y="15741"/>
                </a:lnTo>
                <a:lnTo>
                  <a:pt x="97506" y="15734"/>
                </a:lnTo>
                <a:lnTo>
                  <a:pt x="97132" y="15734"/>
                </a:lnTo>
                <a:lnTo>
                  <a:pt x="96730" y="15741"/>
                </a:lnTo>
                <a:lnTo>
                  <a:pt x="96356" y="15757"/>
                </a:lnTo>
                <a:lnTo>
                  <a:pt x="95955" y="15780"/>
                </a:lnTo>
                <a:lnTo>
                  <a:pt x="95553" y="15811"/>
                </a:lnTo>
                <a:lnTo>
                  <a:pt x="95179" y="15849"/>
                </a:lnTo>
                <a:lnTo>
                  <a:pt x="94778" y="15904"/>
                </a:lnTo>
                <a:lnTo>
                  <a:pt x="90203" y="16537"/>
                </a:lnTo>
                <a:lnTo>
                  <a:pt x="85656" y="17193"/>
                </a:lnTo>
                <a:lnTo>
                  <a:pt x="81135" y="17857"/>
                </a:lnTo>
                <a:lnTo>
                  <a:pt x="76641" y="18536"/>
                </a:lnTo>
                <a:lnTo>
                  <a:pt x="72200" y="19231"/>
                </a:lnTo>
                <a:lnTo>
                  <a:pt x="67786" y="19933"/>
                </a:lnTo>
                <a:lnTo>
                  <a:pt x="63399" y="20651"/>
                </a:lnTo>
                <a:lnTo>
                  <a:pt x="59039" y="21385"/>
                </a:lnTo>
                <a:lnTo>
                  <a:pt x="54705" y="22133"/>
                </a:lnTo>
                <a:lnTo>
                  <a:pt x="50425" y="22890"/>
                </a:lnTo>
                <a:lnTo>
                  <a:pt x="46145" y="23662"/>
                </a:lnTo>
                <a:lnTo>
                  <a:pt x="41892" y="24449"/>
                </a:lnTo>
                <a:lnTo>
                  <a:pt x="37692" y="25252"/>
                </a:lnTo>
                <a:lnTo>
                  <a:pt x="33492" y="26063"/>
                </a:lnTo>
                <a:lnTo>
                  <a:pt x="29319" y="26897"/>
                </a:lnTo>
                <a:lnTo>
                  <a:pt x="25173" y="27738"/>
                </a:lnTo>
                <a:lnTo>
                  <a:pt x="24531" y="26928"/>
                </a:lnTo>
                <a:lnTo>
                  <a:pt x="23889" y="26109"/>
                </a:lnTo>
                <a:lnTo>
                  <a:pt x="23273" y="25299"/>
                </a:lnTo>
                <a:lnTo>
                  <a:pt x="22685" y="24488"/>
                </a:lnTo>
                <a:lnTo>
                  <a:pt x="22123" y="23677"/>
                </a:lnTo>
                <a:lnTo>
                  <a:pt x="21588" y="22867"/>
                </a:lnTo>
                <a:lnTo>
                  <a:pt x="21053" y="22056"/>
                </a:lnTo>
                <a:lnTo>
                  <a:pt x="20545" y="21246"/>
                </a:lnTo>
                <a:lnTo>
                  <a:pt x="20063" y="20435"/>
                </a:lnTo>
                <a:lnTo>
                  <a:pt x="19582" y="19617"/>
                </a:lnTo>
                <a:lnTo>
                  <a:pt x="19127" y="18806"/>
                </a:lnTo>
                <a:lnTo>
                  <a:pt x="18699" y="17996"/>
                </a:lnTo>
                <a:lnTo>
                  <a:pt x="17870" y="16367"/>
                </a:lnTo>
                <a:lnTo>
                  <a:pt x="17094" y="14738"/>
                </a:lnTo>
                <a:lnTo>
                  <a:pt x="16398" y="13109"/>
                </a:lnTo>
                <a:lnTo>
                  <a:pt x="15730" y="11472"/>
                </a:lnTo>
                <a:lnTo>
                  <a:pt x="15114" y="9828"/>
                </a:lnTo>
                <a:lnTo>
                  <a:pt x="14553" y="8184"/>
                </a:lnTo>
                <a:lnTo>
                  <a:pt x="14018" y="6539"/>
                </a:lnTo>
                <a:lnTo>
                  <a:pt x="13536" y="4880"/>
                </a:lnTo>
                <a:lnTo>
                  <a:pt x="13055" y="3220"/>
                </a:lnTo>
                <a:lnTo>
                  <a:pt x="12627" y="1552"/>
                </a:lnTo>
                <a:lnTo>
                  <a:pt x="12573" y="1444"/>
                </a:lnTo>
                <a:lnTo>
                  <a:pt x="12520" y="1336"/>
                </a:lnTo>
                <a:lnTo>
                  <a:pt x="12466" y="1236"/>
                </a:lnTo>
                <a:lnTo>
                  <a:pt x="12386" y="1135"/>
                </a:lnTo>
                <a:lnTo>
                  <a:pt x="12279" y="1043"/>
                </a:lnTo>
                <a:lnTo>
                  <a:pt x="12172" y="958"/>
                </a:lnTo>
                <a:lnTo>
                  <a:pt x="12038" y="865"/>
                </a:lnTo>
                <a:lnTo>
                  <a:pt x="11904" y="788"/>
                </a:lnTo>
                <a:lnTo>
                  <a:pt x="11744" y="711"/>
                </a:lnTo>
                <a:lnTo>
                  <a:pt x="11583" y="641"/>
                </a:lnTo>
                <a:lnTo>
                  <a:pt x="11423" y="572"/>
                </a:lnTo>
                <a:lnTo>
                  <a:pt x="11236" y="502"/>
                </a:lnTo>
                <a:lnTo>
                  <a:pt x="11048" y="441"/>
                </a:lnTo>
                <a:lnTo>
                  <a:pt x="10834" y="387"/>
                </a:lnTo>
                <a:lnTo>
                  <a:pt x="10620" y="332"/>
                </a:lnTo>
                <a:lnTo>
                  <a:pt x="10406" y="286"/>
                </a:lnTo>
                <a:lnTo>
                  <a:pt x="9925" y="201"/>
                </a:lnTo>
                <a:lnTo>
                  <a:pt x="9443" y="132"/>
                </a:lnTo>
                <a:lnTo>
                  <a:pt x="8908" y="78"/>
                </a:lnTo>
                <a:lnTo>
                  <a:pt x="8373" y="31"/>
                </a:lnTo>
                <a:lnTo>
                  <a:pt x="7838" y="8"/>
                </a:lnTo>
                <a:lnTo>
                  <a:pt x="725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
          <p:cNvSpPr/>
          <p:nvPr/>
        </p:nvSpPr>
        <p:spPr>
          <a:xfrm rot="10800000">
            <a:off x="-250184" y="14698"/>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rot="10800000">
            <a:off x="5611999" y="1393446"/>
            <a:ext cx="410251" cy="377829"/>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txBox="1"/>
          <p:nvPr>
            <p:ph idx="6"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42" name="Shape 342"/>
        <p:cNvGrpSpPr/>
        <p:nvPr/>
      </p:nvGrpSpPr>
      <p:grpSpPr>
        <a:xfrm>
          <a:off x="0" y="0"/>
          <a:ext cx="0" cy="0"/>
          <a:chOff x="0" y="0"/>
          <a:chExt cx="0" cy="0"/>
        </a:xfrm>
      </p:grpSpPr>
      <p:sp>
        <p:nvSpPr>
          <p:cNvPr id="343" name="Google Shape;343;p18"/>
          <p:cNvSpPr txBox="1"/>
          <p:nvPr>
            <p:ph type="title"/>
          </p:nvPr>
        </p:nvSpPr>
        <p:spPr>
          <a:xfrm>
            <a:off x="984125" y="1158525"/>
            <a:ext cx="3138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4" name="Google Shape;344;p18"/>
          <p:cNvSpPr txBox="1"/>
          <p:nvPr>
            <p:ph idx="1" type="subTitle"/>
          </p:nvPr>
        </p:nvSpPr>
        <p:spPr>
          <a:xfrm>
            <a:off x="984131" y="1897452"/>
            <a:ext cx="3138300" cy="99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5" name="Google Shape;345;p18"/>
          <p:cNvSpPr txBox="1"/>
          <p:nvPr>
            <p:ph idx="2" type="title"/>
          </p:nvPr>
        </p:nvSpPr>
        <p:spPr>
          <a:xfrm>
            <a:off x="5021375" y="1158525"/>
            <a:ext cx="3138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6" name="Google Shape;346;p18"/>
          <p:cNvSpPr txBox="1"/>
          <p:nvPr>
            <p:ph idx="3" type="subTitle"/>
          </p:nvPr>
        </p:nvSpPr>
        <p:spPr>
          <a:xfrm>
            <a:off x="5021375" y="1897452"/>
            <a:ext cx="3138300" cy="99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7" name="Google Shape;347;p18"/>
          <p:cNvSpPr txBox="1"/>
          <p:nvPr>
            <p:ph idx="4" type="title"/>
          </p:nvPr>
        </p:nvSpPr>
        <p:spPr>
          <a:xfrm>
            <a:off x="984125" y="3000708"/>
            <a:ext cx="3138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8" name="Google Shape;348;p18"/>
          <p:cNvSpPr txBox="1"/>
          <p:nvPr>
            <p:ph idx="5" type="subTitle"/>
          </p:nvPr>
        </p:nvSpPr>
        <p:spPr>
          <a:xfrm>
            <a:off x="984131" y="3663424"/>
            <a:ext cx="3138300" cy="103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9" name="Google Shape;349;p18"/>
          <p:cNvSpPr txBox="1"/>
          <p:nvPr>
            <p:ph idx="6" type="title"/>
          </p:nvPr>
        </p:nvSpPr>
        <p:spPr>
          <a:xfrm>
            <a:off x="5021375" y="3000706"/>
            <a:ext cx="3138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50" name="Google Shape;350;p18"/>
          <p:cNvSpPr txBox="1"/>
          <p:nvPr>
            <p:ph idx="7" type="subTitle"/>
          </p:nvPr>
        </p:nvSpPr>
        <p:spPr>
          <a:xfrm>
            <a:off x="5021375" y="3663421"/>
            <a:ext cx="3138300" cy="103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1" name="Google Shape;351;p18"/>
          <p:cNvSpPr/>
          <p:nvPr/>
        </p:nvSpPr>
        <p:spPr>
          <a:xfrm flipH="1" rot="-9974628">
            <a:off x="-91495" y="4189051"/>
            <a:ext cx="494362" cy="330240"/>
          </a:xfrm>
          <a:custGeom>
            <a:rect b="b" l="l" r="r" t="t"/>
            <a:pathLst>
              <a:path extrusionOk="0" h="57854" w="265661">
                <a:moveTo>
                  <a:pt x="6688" y="1"/>
                </a:moveTo>
                <a:lnTo>
                  <a:pt x="6126" y="16"/>
                </a:lnTo>
                <a:lnTo>
                  <a:pt x="5538" y="47"/>
                </a:lnTo>
                <a:lnTo>
                  <a:pt x="4976" y="93"/>
                </a:lnTo>
                <a:lnTo>
                  <a:pt x="4414" y="147"/>
                </a:lnTo>
                <a:lnTo>
                  <a:pt x="3879" y="217"/>
                </a:lnTo>
                <a:lnTo>
                  <a:pt x="3344" y="302"/>
                </a:lnTo>
                <a:lnTo>
                  <a:pt x="2863" y="402"/>
                </a:lnTo>
                <a:lnTo>
                  <a:pt x="2381" y="510"/>
                </a:lnTo>
                <a:lnTo>
                  <a:pt x="1926" y="626"/>
                </a:lnTo>
                <a:lnTo>
                  <a:pt x="1525" y="757"/>
                </a:lnTo>
                <a:lnTo>
                  <a:pt x="1151" y="904"/>
                </a:lnTo>
                <a:lnTo>
                  <a:pt x="830" y="1058"/>
                </a:lnTo>
                <a:lnTo>
                  <a:pt x="562" y="1228"/>
                </a:lnTo>
                <a:lnTo>
                  <a:pt x="428" y="1313"/>
                </a:lnTo>
                <a:lnTo>
                  <a:pt x="321" y="1406"/>
                </a:lnTo>
                <a:lnTo>
                  <a:pt x="241" y="1498"/>
                </a:lnTo>
                <a:lnTo>
                  <a:pt x="161" y="1591"/>
                </a:lnTo>
                <a:lnTo>
                  <a:pt x="107" y="1691"/>
                </a:lnTo>
                <a:lnTo>
                  <a:pt x="54" y="1792"/>
                </a:lnTo>
                <a:lnTo>
                  <a:pt x="27" y="1892"/>
                </a:lnTo>
                <a:lnTo>
                  <a:pt x="27" y="2000"/>
                </a:lnTo>
                <a:lnTo>
                  <a:pt x="0" y="2942"/>
                </a:lnTo>
                <a:lnTo>
                  <a:pt x="27" y="3891"/>
                </a:lnTo>
                <a:lnTo>
                  <a:pt x="81" y="4833"/>
                </a:lnTo>
                <a:lnTo>
                  <a:pt x="188" y="5775"/>
                </a:lnTo>
                <a:lnTo>
                  <a:pt x="321" y="6717"/>
                </a:lnTo>
                <a:lnTo>
                  <a:pt x="482" y="7659"/>
                </a:lnTo>
                <a:lnTo>
                  <a:pt x="696" y="8601"/>
                </a:lnTo>
                <a:lnTo>
                  <a:pt x="910" y="9535"/>
                </a:lnTo>
                <a:lnTo>
                  <a:pt x="1177" y="10476"/>
                </a:lnTo>
                <a:lnTo>
                  <a:pt x="1498" y="11411"/>
                </a:lnTo>
                <a:lnTo>
                  <a:pt x="1819" y="12345"/>
                </a:lnTo>
                <a:lnTo>
                  <a:pt x="2167" y="13279"/>
                </a:lnTo>
                <a:lnTo>
                  <a:pt x="2568" y="14213"/>
                </a:lnTo>
                <a:lnTo>
                  <a:pt x="2996" y="15147"/>
                </a:lnTo>
                <a:lnTo>
                  <a:pt x="3424" y="16081"/>
                </a:lnTo>
                <a:lnTo>
                  <a:pt x="3906" y="17007"/>
                </a:lnTo>
                <a:lnTo>
                  <a:pt x="4414" y="17934"/>
                </a:lnTo>
                <a:lnTo>
                  <a:pt x="4949" y="18868"/>
                </a:lnTo>
                <a:lnTo>
                  <a:pt x="5484" y="19794"/>
                </a:lnTo>
                <a:lnTo>
                  <a:pt x="6073" y="20721"/>
                </a:lnTo>
                <a:lnTo>
                  <a:pt x="6661" y="21647"/>
                </a:lnTo>
                <a:lnTo>
                  <a:pt x="7303" y="22566"/>
                </a:lnTo>
                <a:lnTo>
                  <a:pt x="7945" y="23492"/>
                </a:lnTo>
                <a:lnTo>
                  <a:pt x="8614" y="24411"/>
                </a:lnTo>
                <a:lnTo>
                  <a:pt x="9310" y="25337"/>
                </a:lnTo>
                <a:lnTo>
                  <a:pt x="10005" y="26256"/>
                </a:lnTo>
                <a:lnTo>
                  <a:pt x="10754" y="27175"/>
                </a:lnTo>
                <a:lnTo>
                  <a:pt x="11503" y="28093"/>
                </a:lnTo>
                <a:lnTo>
                  <a:pt x="12252" y="29004"/>
                </a:lnTo>
                <a:lnTo>
                  <a:pt x="13055" y="29923"/>
                </a:lnTo>
                <a:lnTo>
                  <a:pt x="13857" y="30834"/>
                </a:lnTo>
                <a:lnTo>
                  <a:pt x="14660" y="31752"/>
                </a:lnTo>
                <a:lnTo>
                  <a:pt x="14793" y="31868"/>
                </a:lnTo>
                <a:lnTo>
                  <a:pt x="14954" y="31976"/>
                </a:lnTo>
                <a:lnTo>
                  <a:pt x="15114" y="32077"/>
                </a:lnTo>
                <a:lnTo>
                  <a:pt x="15328" y="32177"/>
                </a:lnTo>
                <a:lnTo>
                  <a:pt x="15542" y="32270"/>
                </a:lnTo>
                <a:lnTo>
                  <a:pt x="15783" y="32355"/>
                </a:lnTo>
                <a:lnTo>
                  <a:pt x="16051" y="32432"/>
                </a:lnTo>
                <a:lnTo>
                  <a:pt x="16345" y="32509"/>
                </a:lnTo>
                <a:lnTo>
                  <a:pt x="16639" y="32571"/>
                </a:lnTo>
                <a:lnTo>
                  <a:pt x="16960" y="32640"/>
                </a:lnTo>
                <a:lnTo>
                  <a:pt x="17308" y="32694"/>
                </a:lnTo>
                <a:lnTo>
                  <a:pt x="17656" y="32741"/>
                </a:lnTo>
                <a:lnTo>
                  <a:pt x="18003" y="32787"/>
                </a:lnTo>
                <a:lnTo>
                  <a:pt x="18378" y="32826"/>
                </a:lnTo>
                <a:lnTo>
                  <a:pt x="18752" y="32856"/>
                </a:lnTo>
                <a:lnTo>
                  <a:pt x="19154" y="32887"/>
                </a:lnTo>
                <a:lnTo>
                  <a:pt x="19528" y="32910"/>
                </a:lnTo>
                <a:lnTo>
                  <a:pt x="19929" y="32926"/>
                </a:lnTo>
                <a:lnTo>
                  <a:pt x="20331" y="32934"/>
                </a:lnTo>
                <a:lnTo>
                  <a:pt x="21535" y="32934"/>
                </a:lnTo>
                <a:lnTo>
                  <a:pt x="21936" y="32918"/>
                </a:lnTo>
                <a:lnTo>
                  <a:pt x="22310" y="32903"/>
                </a:lnTo>
                <a:lnTo>
                  <a:pt x="22712" y="32880"/>
                </a:lnTo>
                <a:lnTo>
                  <a:pt x="23086" y="32849"/>
                </a:lnTo>
                <a:lnTo>
                  <a:pt x="23461" y="32818"/>
                </a:lnTo>
                <a:lnTo>
                  <a:pt x="23808" y="32779"/>
                </a:lnTo>
                <a:lnTo>
                  <a:pt x="24156" y="32733"/>
                </a:lnTo>
                <a:lnTo>
                  <a:pt x="24477" y="32679"/>
                </a:lnTo>
                <a:lnTo>
                  <a:pt x="24798" y="32625"/>
                </a:lnTo>
                <a:lnTo>
                  <a:pt x="25119" y="32563"/>
                </a:lnTo>
                <a:lnTo>
                  <a:pt x="29105" y="31722"/>
                </a:lnTo>
                <a:lnTo>
                  <a:pt x="33118" y="30888"/>
                </a:lnTo>
                <a:lnTo>
                  <a:pt x="37157" y="30070"/>
                </a:lnTo>
                <a:lnTo>
                  <a:pt x="41223" y="29267"/>
                </a:lnTo>
                <a:lnTo>
                  <a:pt x="45316" y="28479"/>
                </a:lnTo>
                <a:lnTo>
                  <a:pt x="49435" y="27700"/>
                </a:lnTo>
                <a:lnTo>
                  <a:pt x="53582" y="26935"/>
                </a:lnTo>
                <a:lnTo>
                  <a:pt x="57755" y="26194"/>
                </a:lnTo>
                <a:lnTo>
                  <a:pt x="61955" y="25453"/>
                </a:lnTo>
                <a:lnTo>
                  <a:pt x="66181" y="24735"/>
                </a:lnTo>
                <a:lnTo>
                  <a:pt x="70435" y="24025"/>
                </a:lnTo>
                <a:lnTo>
                  <a:pt x="74715" y="23330"/>
                </a:lnTo>
                <a:lnTo>
                  <a:pt x="79022" y="22651"/>
                </a:lnTo>
                <a:lnTo>
                  <a:pt x="83382" y="21979"/>
                </a:lnTo>
                <a:lnTo>
                  <a:pt x="87742" y="21323"/>
                </a:lnTo>
                <a:lnTo>
                  <a:pt x="92156" y="20682"/>
                </a:lnTo>
                <a:lnTo>
                  <a:pt x="99325" y="33374"/>
                </a:lnTo>
                <a:lnTo>
                  <a:pt x="102910" y="39719"/>
                </a:lnTo>
                <a:lnTo>
                  <a:pt x="106548" y="46065"/>
                </a:lnTo>
                <a:lnTo>
                  <a:pt x="106628" y="46204"/>
                </a:lnTo>
                <a:lnTo>
                  <a:pt x="106762" y="46335"/>
                </a:lnTo>
                <a:lnTo>
                  <a:pt x="106922" y="46467"/>
                </a:lnTo>
                <a:lnTo>
                  <a:pt x="107083" y="46590"/>
                </a:lnTo>
                <a:lnTo>
                  <a:pt x="107270" y="46706"/>
                </a:lnTo>
                <a:lnTo>
                  <a:pt x="107484" y="46814"/>
                </a:lnTo>
                <a:lnTo>
                  <a:pt x="107725" y="46922"/>
                </a:lnTo>
                <a:lnTo>
                  <a:pt x="107992" y="47022"/>
                </a:lnTo>
                <a:lnTo>
                  <a:pt x="108287" y="47123"/>
                </a:lnTo>
                <a:lnTo>
                  <a:pt x="108581" y="47208"/>
                </a:lnTo>
                <a:lnTo>
                  <a:pt x="108875" y="47293"/>
                </a:lnTo>
                <a:lnTo>
                  <a:pt x="109223" y="47370"/>
                </a:lnTo>
                <a:lnTo>
                  <a:pt x="109571" y="47439"/>
                </a:lnTo>
                <a:lnTo>
                  <a:pt x="109919" y="47501"/>
                </a:lnTo>
                <a:lnTo>
                  <a:pt x="110293" y="47563"/>
                </a:lnTo>
                <a:lnTo>
                  <a:pt x="110668" y="47609"/>
                </a:lnTo>
                <a:lnTo>
                  <a:pt x="111069" y="47655"/>
                </a:lnTo>
                <a:lnTo>
                  <a:pt x="111470" y="47694"/>
                </a:lnTo>
                <a:lnTo>
                  <a:pt x="111871" y="47717"/>
                </a:lnTo>
                <a:lnTo>
                  <a:pt x="112273" y="47740"/>
                </a:lnTo>
                <a:lnTo>
                  <a:pt x="112701" y="47756"/>
                </a:lnTo>
                <a:lnTo>
                  <a:pt x="113129" y="47764"/>
                </a:lnTo>
                <a:lnTo>
                  <a:pt x="113557" y="47764"/>
                </a:lnTo>
                <a:lnTo>
                  <a:pt x="113985" y="47756"/>
                </a:lnTo>
                <a:lnTo>
                  <a:pt x="114413" y="47740"/>
                </a:lnTo>
                <a:lnTo>
                  <a:pt x="114841" y="47717"/>
                </a:lnTo>
                <a:lnTo>
                  <a:pt x="115269" y="47679"/>
                </a:lnTo>
                <a:lnTo>
                  <a:pt x="115697" y="47640"/>
                </a:lnTo>
                <a:lnTo>
                  <a:pt x="116125" y="47586"/>
                </a:lnTo>
                <a:lnTo>
                  <a:pt x="116553" y="47532"/>
                </a:lnTo>
                <a:lnTo>
                  <a:pt x="116954" y="47462"/>
                </a:lnTo>
                <a:lnTo>
                  <a:pt x="117382" y="47385"/>
                </a:lnTo>
                <a:lnTo>
                  <a:pt x="133807" y="44097"/>
                </a:lnTo>
                <a:lnTo>
                  <a:pt x="150232" y="40800"/>
                </a:lnTo>
                <a:lnTo>
                  <a:pt x="166657" y="37496"/>
                </a:lnTo>
                <a:lnTo>
                  <a:pt x="174842" y="35836"/>
                </a:lnTo>
                <a:lnTo>
                  <a:pt x="183001" y="34177"/>
                </a:lnTo>
                <a:lnTo>
                  <a:pt x="183590" y="35574"/>
                </a:lnTo>
                <a:lnTo>
                  <a:pt x="184178" y="36971"/>
                </a:lnTo>
                <a:lnTo>
                  <a:pt x="184793" y="38361"/>
                </a:lnTo>
                <a:lnTo>
                  <a:pt x="185462" y="39750"/>
                </a:lnTo>
                <a:lnTo>
                  <a:pt x="186131" y="41148"/>
                </a:lnTo>
                <a:lnTo>
                  <a:pt x="186827" y="42537"/>
                </a:lnTo>
                <a:lnTo>
                  <a:pt x="187576" y="43919"/>
                </a:lnTo>
                <a:lnTo>
                  <a:pt x="188325" y="45309"/>
                </a:lnTo>
                <a:lnTo>
                  <a:pt x="189127" y="46690"/>
                </a:lnTo>
                <a:lnTo>
                  <a:pt x="189930" y="48080"/>
                </a:lnTo>
                <a:lnTo>
                  <a:pt x="190786" y="49462"/>
                </a:lnTo>
                <a:lnTo>
                  <a:pt x="191668" y="50844"/>
                </a:lnTo>
                <a:lnTo>
                  <a:pt x="192578" y="52226"/>
                </a:lnTo>
                <a:lnTo>
                  <a:pt x="193514" y="53608"/>
                </a:lnTo>
                <a:lnTo>
                  <a:pt x="194477" y="54982"/>
                </a:lnTo>
                <a:lnTo>
                  <a:pt x="195494" y="56364"/>
                </a:lnTo>
                <a:lnTo>
                  <a:pt x="195601" y="56487"/>
                </a:lnTo>
                <a:lnTo>
                  <a:pt x="195708" y="56611"/>
                </a:lnTo>
                <a:lnTo>
                  <a:pt x="195868" y="56726"/>
                </a:lnTo>
                <a:lnTo>
                  <a:pt x="196029" y="56834"/>
                </a:lnTo>
                <a:lnTo>
                  <a:pt x="196216" y="56935"/>
                </a:lnTo>
                <a:lnTo>
                  <a:pt x="196403" y="57035"/>
                </a:lnTo>
                <a:lnTo>
                  <a:pt x="196617" y="57136"/>
                </a:lnTo>
                <a:lnTo>
                  <a:pt x="196858" y="57220"/>
                </a:lnTo>
                <a:lnTo>
                  <a:pt x="197099" y="57305"/>
                </a:lnTo>
                <a:lnTo>
                  <a:pt x="197366" y="57383"/>
                </a:lnTo>
                <a:lnTo>
                  <a:pt x="197634" y="57452"/>
                </a:lnTo>
                <a:lnTo>
                  <a:pt x="197901" y="57522"/>
                </a:lnTo>
                <a:lnTo>
                  <a:pt x="198196" y="57583"/>
                </a:lnTo>
                <a:lnTo>
                  <a:pt x="198517" y="57637"/>
                </a:lnTo>
                <a:lnTo>
                  <a:pt x="198838" y="57684"/>
                </a:lnTo>
                <a:lnTo>
                  <a:pt x="199159" y="57730"/>
                </a:lnTo>
                <a:lnTo>
                  <a:pt x="199506" y="57769"/>
                </a:lnTo>
                <a:lnTo>
                  <a:pt x="199854" y="57792"/>
                </a:lnTo>
                <a:lnTo>
                  <a:pt x="200202" y="57823"/>
                </a:lnTo>
                <a:lnTo>
                  <a:pt x="200550" y="57838"/>
                </a:lnTo>
                <a:lnTo>
                  <a:pt x="200924" y="57846"/>
                </a:lnTo>
                <a:lnTo>
                  <a:pt x="201299" y="57853"/>
                </a:lnTo>
                <a:lnTo>
                  <a:pt x="201673" y="57853"/>
                </a:lnTo>
                <a:lnTo>
                  <a:pt x="202048" y="57846"/>
                </a:lnTo>
                <a:lnTo>
                  <a:pt x="202422" y="57830"/>
                </a:lnTo>
                <a:lnTo>
                  <a:pt x="202823" y="57807"/>
                </a:lnTo>
                <a:lnTo>
                  <a:pt x="203198" y="57784"/>
                </a:lnTo>
                <a:lnTo>
                  <a:pt x="203599" y="57745"/>
                </a:lnTo>
                <a:lnTo>
                  <a:pt x="203974" y="57707"/>
                </a:lnTo>
                <a:lnTo>
                  <a:pt x="204375" y="57653"/>
                </a:lnTo>
                <a:lnTo>
                  <a:pt x="204749" y="57599"/>
                </a:lnTo>
                <a:lnTo>
                  <a:pt x="205124" y="57537"/>
                </a:lnTo>
                <a:lnTo>
                  <a:pt x="209083" y="56834"/>
                </a:lnTo>
                <a:lnTo>
                  <a:pt x="213015" y="56124"/>
                </a:lnTo>
                <a:lnTo>
                  <a:pt x="216894" y="55406"/>
                </a:lnTo>
                <a:lnTo>
                  <a:pt x="220746" y="54673"/>
                </a:lnTo>
                <a:lnTo>
                  <a:pt x="224572" y="53932"/>
                </a:lnTo>
                <a:lnTo>
                  <a:pt x="228343" y="53175"/>
                </a:lnTo>
                <a:lnTo>
                  <a:pt x="232089" y="52411"/>
                </a:lnTo>
                <a:lnTo>
                  <a:pt x="235780" y="51631"/>
                </a:lnTo>
                <a:lnTo>
                  <a:pt x="239445" y="50836"/>
                </a:lnTo>
                <a:lnTo>
                  <a:pt x="243083" y="50025"/>
                </a:lnTo>
                <a:lnTo>
                  <a:pt x="246694" y="49207"/>
                </a:lnTo>
                <a:lnTo>
                  <a:pt x="250252" y="48366"/>
                </a:lnTo>
                <a:lnTo>
                  <a:pt x="253783" y="47517"/>
                </a:lnTo>
                <a:lnTo>
                  <a:pt x="255549" y="47084"/>
                </a:lnTo>
                <a:lnTo>
                  <a:pt x="257288" y="46644"/>
                </a:lnTo>
                <a:lnTo>
                  <a:pt x="259026" y="46204"/>
                </a:lnTo>
                <a:lnTo>
                  <a:pt x="260765" y="45756"/>
                </a:lnTo>
                <a:lnTo>
                  <a:pt x="262477" y="45309"/>
                </a:lnTo>
                <a:lnTo>
                  <a:pt x="264189" y="44853"/>
                </a:lnTo>
                <a:lnTo>
                  <a:pt x="264537" y="44753"/>
                </a:lnTo>
                <a:lnTo>
                  <a:pt x="264831" y="44652"/>
                </a:lnTo>
                <a:lnTo>
                  <a:pt x="265072" y="44544"/>
                </a:lnTo>
                <a:lnTo>
                  <a:pt x="265286" y="44429"/>
                </a:lnTo>
                <a:lnTo>
                  <a:pt x="265447" y="44313"/>
                </a:lnTo>
                <a:lnTo>
                  <a:pt x="265554" y="44197"/>
                </a:lnTo>
                <a:lnTo>
                  <a:pt x="265634" y="44081"/>
                </a:lnTo>
                <a:lnTo>
                  <a:pt x="265661" y="43965"/>
                </a:lnTo>
                <a:lnTo>
                  <a:pt x="265661" y="43850"/>
                </a:lnTo>
                <a:lnTo>
                  <a:pt x="265634" y="43734"/>
                </a:lnTo>
                <a:lnTo>
                  <a:pt x="265554" y="43626"/>
                </a:lnTo>
                <a:lnTo>
                  <a:pt x="265447" y="43510"/>
                </a:lnTo>
                <a:lnTo>
                  <a:pt x="265313" y="43402"/>
                </a:lnTo>
                <a:lnTo>
                  <a:pt x="265152" y="43301"/>
                </a:lnTo>
                <a:lnTo>
                  <a:pt x="264965" y="43201"/>
                </a:lnTo>
                <a:lnTo>
                  <a:pt x="264751" y="43108"/>
                </a:lnTo>
                <a:lnTo>
                  <a:pt x="264510" y="43024"/>
                </a:lnTo>
                <a:lnTo>
                  <a:pt x="264243" y="42939"/>
                </a:lnTo>
                <a:lnTo>
                  <a:pt x="263949" y="42869"/>
                </a:lnTo>
                <a:lnTo>
                  <a:pt x="263628" y="42800"/>
                </a:lnTo>
                <a:lnTo>
                  <a:pt x="263307" y="42746"/>
                </a:lnTo>
                <a:lnTo>
                  <a:pt x="262986" y="42699"/>
                </a:lnTo>
                <a:lnTo>
                  <a:pt x="262611" y="42661"/>
                </a:lnTo>
                <a:lnTo>
                  <a:pt x="262263" y="42638"/>
                </a:lnTo>
                <a:lnTo>
                  <a:pt x="261862" y="42622"/>
                </a:lnTo>
                <a:lnTo>
                  <a:pt x="261487" y="42622"/>
                </a:lnTo>
                <a:lnTo>
                  <a:pt x="261086" y="42630"/>
                </a:lnTo>
                <a:lnTo>
                  <a:pt x="260685" y="42653"/>
                </a:lnTo>
                <a:lnTo>
                  <a:pt x="260284" y="42692"/>
                </a:lnTo>
                <a:lnTo>
                  <a:pt x="259856" y="42746"/>
                </a:lnTo>
                <a:lnTo>
                  <a:pt x="259454" y="42815"/>
                </a:lnTo>
                <a:lnTo>
                  <a:pt x="259026" y="42900"/>
                </a:lnTo>
                <a:lnTo>
                  <a:pt x="255843" y="43626"/>
                </a:lnTo>
                <a:lnTo>
                  <a:pt x="252606" y="44336"/>
                </a:lnTo>
                <a:lnTo>
                  <a:pt x="249396" y="45038"/>
                </a:lnTo>
                <a:lnTo>
                  <a:pt x="246159" y="45741"/>
                </a:lnTo>
                <a:lnTo>
                  <a:pt x="242896" y="46428"/>
                </a:lnTo>
                <a:lnTo>
                  <a:pt x="239632" y="47107"/>
                </a:lnTo>
                <a:lnTo>
                  <a:pt x="236342" y="47779"/>
                </a:lnTo>
                <a:lnTo>
                  <a:pt x="233052" y="48435"/>
                </a:lnTo>
                <a:lnTo>
                  <a:pt x="229708" y="49091"/>
                </a:lnTo>
                <a:lnTo>
                  <a:pt x="226391" y="49740"/>
                </a:lnTo>
                <a:lnTo>
                  <a:pt x="223020" y="50373"/>
                </a:lnTo>
                <a:lnTo>
                  <a:pt x="219623" y="50998"/>
                </a:lnTo>
                <a:lnTo>
                  <a:pt x="216225" y="51616"/>
                </a:lnTo>
                <a:lnTo>
                  <a:pt x="212775" y="52226"/>
                </a:lnTo>
                <a:lnTo>
                  <a:pt x="209297" y="52828"/>
                </a:lnTo>
                <a:lnTo>
                  <a:pt x="205819" y="53422"/>
                </a:lnTo>
                <a:lnTo>
                  <a:pt x="204883" y="52010"/>
                </a:lnTo>
                <a:lnTo>
                  <a:pt x="203974" y="50597"/>
                </a:lnTo>
                <a:lnTo>
                  <a:pt x="203118" y="49192"/>
                </a:lnTo>
                <a:lnTo>
                  <a:pt x="202262" y="47779"/>
                </a:lnTo>
                <a:lnTo>
                  <a:pt x="201432" y="46366"/>
                </a:lnTo>
                <a:lnTo>
                  <a:pt x="200630" y="44954"/>
                </a:lnTo>
                <a:lnTo>
                  <a:pt x="199881" y="43533"/>
                </a:lnTo>
                <a:lnTo>
                  <a:pt x="199132" y="42120"/>
                </a:lnTo>
                <a:lnTo>
                  <a:pt x="198410" y="40700"/>
                </a:lnTo>
                <a:lnTo>
                  <a:pt x="197741" y="39279"/>
                </a:lnTo>
                <a:lnTo>
                  <a:pt x="197072" y="37859"/>
                </a:lnTo>
                <a:lnTo>
                  <a:pt x="196457" y="36438"/>
                </a:lnTo>
                <a:lnTo>
                  <a:pt x="195841" y="35018"/>
                </a:lnTo>
                <a:lnTo>
                  <a:pt x="195280" y="33590"/>
                </a:lnTo>
                <a:lnTo>
                  <a:pt x="194745" y="32162"/>
                </a:lnTo>
                <a:lnTo>
                  <a:pt x="194236" y="30733"/>
                </a:lnTo>
                <a:lnTo>
                  <a:pt x="194183" y="30602"/>
                </a:lnTo>
                <a:lnTo>
                  <a:pt x="194076" y="30479"/>
                </a:lnTo>
                <a:lnTo>
                  <a:pt x="193969" y="30355"/>
                </a:lnTo>
                <a:lnTo>
                  <a:pt x="193835" y="30239"/>
                </a:lnTo>
                <a:lnTo>
                  <a:pt x="193648" y="30131"/>
                </a:lnTo>
                <a:lnTo>
                  <a:pt x="193461" y="30023"/>
                </a:lnTo>
                <a:lnTo>
                  <a:pt x="193247" y="29923"/>
                </a:lnTo>
                <a:lnTo>
                  <a:pt x="193006" y="29830"/>
                </a:lnTo>
                <a:lnTo>
                  <a:pt x="192738" y="29745"/>
                </a:lnTo>
                <a:lnTo>
                  <a:pt x="192471" y="29668"/>
                </a:lnTo>
                <a:lnTo>
                  <a:pt x="192177" y="29591"/>
                </a:lnTo>
                <a:lnTo>
                  <a:pt x="191856" y="29521"/>
                </a:lnTo>
                <a:lnTo>
                  <a:pt x="191535" y="29460"/>
                </a:lnTo>
                <a:lnTo>
                  <a:pt x="191187" y="29406"/>
                </a:lnTo>
                <a:lnTo>
                  <a:pt x="190839" y="29352"/>
                </a:lnTo>
                <a:lnTo>
                  <a:pt x="190491" y="29313"/>
                </a:lnTo>
                <a:lnTo>
                  <a:pt x="190117" y="29274"/>
                </a:lnTo>
                <a:lnTo>
                  <a:pt x="189716" y="29244"/>
                </a:lnTo>
                <a:lnTo>
                  <a:pt x="189341" y="29220"/>
                </a:lnTo>
                <a:lnTo>
                  <a:pt x="188940" y="29197"/>
                </a:lnTo>
                <a:lnTo>
                  <a:pt x="188539" y="29189"/>
                </a:lnTo>
                <a:lnTo>
                  <a:pt x="188137" y="29182"/>
                </a:lnTo>
                <a:lnTo>
                  <a:pt x="187736" y="29182"/>
                </a:lnTo>
                <a:lnTo>
                  <a:pt x="187335" y="29189"/>
                </a:lnTo>
                <a:lnTo>
                  <a:pt x="186934" y="29205"/>
                </a:lnTo>
                <a:lnTo>
                  <a:pt x="186532" y="29228"/>
                </a:lnTo>
                <a:lnTo>
                  <a:pt x="186131" y="29259"/>
                </a:lnTo>
                <a:lnTo>
                  <a:pt x="185730" y="29298"/>
                </a:lnTo>
                <a:lnTo>
                  <a:pt x="185355" y="29344"/>
                </a:lnTo>
                <a:lnTo>
                  <a:pt x="184954" y="29390"/>
                </a:lnTo>
                <a:lnTo>
                  <a:pt x="184579" y="29452"/>
                </a:lnTo>
                <a:lnTo>
                  <a:pt x="184232" y="29514"/>
                </a:lnTo>
                <a:lnTo>
                  <a:pt x="175939" y="31119"/>
                </a:lnTo>
                <a:lnTo>
                  <a:pt x="167673" y="32725"/>
                </a:lnTo>
                <a:lnTo>
                  <a:pt x="159407" y="34346"/>
                </a:lnTo>
                <a:lnTo>
                  <a:pt x="151168" y="35968"/>
                </a:lnTo>
                <a:lnTo>
                  <a:pt x="134690" y="39218"/>
                </a:lnTo>
                <a:lnTo>
                  <a:pt x="118238" y="42475"/>
                </a:lnTo>
                <a:lnTo>
                  <a:pt x="114734" y="36230"/>
                </a:lnTo>
                <a:lnTo>
                  <a:pt x="111203" y="29977"/>
                </a:lnTo>
                <a:lnTo>
                  <a:pt x="104140" y="17478"/>
                </a:lnTo>
                <a:lnTo>
                  <a:pt x="104060" y="17370"/>
                </a:lnTo>
                <a:lnTo>
                  <a:pt x="103953" y="17262"/>
                </a:lnTo>
                <a:lnTo>
                  <a:pt x="103846" y="17154"/>
                </a:lnTo>
                <a:lnTo>
                  <a:pt x="103712" y="17046"/>
                </a:lnTo>
                <a:lnTo>
                  <a:pt x="103552" y="16946"/>
                </a:lnTo>
                <a:lnTo>
                  <a:pt x="103365" y="16845"/>
                </a:lnTo>
                <a:lnTo>
                  <a:pt x="103177" y="16745"/>
                </a:lnTo>
                <a:lnTo>
                  <a:pt x="102963" y="16652"/>
                </a:lnTo>
                <a:lnTo>
                  <a:pt x="102749" y="16560"/>
                </a:lnTo>
                <a:lnTo>
                  <a:pt x="102509" y="16467"/>
                </a:lnTo>
                <a:lnTo>
                  <a:pt x="102241" y="16382"/>
                </a:lnTo>
                <a:lnTo>
                  <a:pt x="101974" y="16305"/>
                </a:lnTo>
                <a:lnTo>
                  <a:pt x="101679" y="16228"/>
                </a:lnTo>
                <a:lnTo>
                  <a:pt x="101385" y="16158"/>
                </a:lnTo>
                <a:lnTo>
                  <a:pt x="101091" y="16089"/>
                </a:lnTo>
                <a:lnTo>
                  <a:pt x="100770" y="16027"/>
                </a:lnTo>
                <a:lnTo>
                  <a:pt x="100422" y="15973"/>
                </a:lnTo>
                <a:lnTo>
                  <a:pt x="100101" y="15919"/>
                </a:lnTo>
                <a:lnTo>
                  <a:pt x="99753" y="15873"/>
                </a:lnTo>
                <a:lnTo>
                  <a:pt x="99379" y="15834"/>
                </a:lnTo>
                <a:lnTo>
                  <a:pt x="99031" y="15803"/>
                </a:lnTo>
                <a:lnTo>
                  <a:pt x="98657" y="15772"/>
                </a:lnTo>
                <a:lnTo>
                  <a:pt x="98282" y="15749"/>
                </a:lnTo>
                <a:lnTo>
                  <a:pt x="97908" y="15741"/>
                </a:lnTo>
                <a:lnTo>
                  <a:pt x="97506" y="15734"/>
                </a:lnTo>
                <a:lnTo>
                  <a:pt x="97132" y="15734"/>
                </a:lnTo>
                <a:lnTo>
                  <a:pt x="96730" y="15741"/>
                </a:lnTo>
                <a:lnTo>
                  <a:pt x="96356" y="15757"/>
                </a:lnTo>
                <a:lnTo>
                  <a:pt x="95955" y="15780"/>
                </a:lnTo>
                <a:lnTo>
                  <a:pt x="95553" y="15811"/>
                </a:lnTo>
                <a:lnTo>
                  <a:pt x="95179" y="15849"/>
                </a:lnTo>
                <a:lnTo>
                  <a:pt x="94778" y="15904"/>
                </a:lnTo>
                <a:lnTo>
                  <a:pt x="90203" y="16537"/>
                </a:lnTo>
                <a:lnTo>
                  <a:pt x="85656" y="17193"/>
                </a:lnTo>
                <a:lnTo>
                  <a:pt x="81135" y="17857"/>
                </a:lnTo>
                <a:lnTo>
                  <a:pt x="76641" y="18536"/>
                </a:lnTo>
                <a:lnTo>
                  <a:pt x="72200" y="19231"/>
                </a:lnTo>
                <a:lnTo>
                  <a:pt x="67786" y="19933"/>
                </a:lnTo>
                <a:lnTo>
                  <a:pt x="63399" y="20651"/>
                </a:lnTo>
                <a:lnTo>
                  <a:pt x="59039" y="21385"/>
                </a:lnTo>
                <a:lnTo>
                  <a:pt x="54705" y="22133"/>
                </a:lnTo>
                <a:lnTo>
                  <a:pt x="50425" y="22890"/>
                </a:lnTo>
                <a:lnTo>
                  <a:pt x="46145" y="23662"/>
                </a:lnTo>
                <a:lnTo>
                  <a:pt x="41892" y="24449"/>
                </a:lnTo>
                <a:lnTo>
                  <a:pt x="37692" y="25252"/>
                </a:lnTo>
                <a:lnTo>
                  <a:pt x="33492" y="26063"/>
                </a:lnTo>
                <a:lnTo>
                  <a:pt x="29319" y="26897"/>
                </a:lnTo>
                <a:lnTo>
                  <a:pt x="25173" y="27738"/>
                </a:lnTo>
                <a:lnTo>
                  <a:pt x="24531" y="26928"/>
                </a:lnTo>
                <a:lnTo>
                  <a:pt x="23889" y="26109"/>
                </a:lnTo>
                <a:lnTo>
                  <a:pt x="23273" y="25299"/>
                </a:lnTo>
                <a:lnTo>
                  <a:pt x="22685" y="24488"/>
                </a:lnTo>
                <a:lnTo>
                  <a:pt x="22123" y="23677"/>
                </a:lnTo>
                <a:lnTo>
                  <a:pt x="21588" y="22867"/>
                </a:lnTo>
                <a:lnTo>
                  <a:pt x="21053" y="22056"/>
                </a:lnTo>
                <a:lnTo>
                  <a:pt x="20545" y="21246"/>
                </a:lnTo>
                <a:lnTo>
                  <a:pt x="20063" y="20435"/>
                </a:lnTo>
                <a:lnTo>
                  <a:pt x="19582" y="19617"/>
                </a:lnTo>
                <a:lnTo>
                  <a:pt x="19127" y="18806"/>
                </a:lnTo>
                <a:lnTo>
                  <a:pt x="18699" y="17996"/>
                </a:lnTo>
                <a:lnTo>
                  <a:pt x="17870" y="16367"/>
                </a:lnTo>
                <a:lnTo>
                  <a:pt x="17094" y="14738"/>
                </a:lnTo>
                <a:lnTo>
                  <a:pt x="16398" y="13109"/>
                </a:lnTo>
                <a:lnTo>
                  <a:pt x="15730" y="11472"/>
                </a:lnTo>
                <a:lnTo>
                  <a:pt x="15114" y="9828"/>
                </a:lnTo>
                <a:lnTo>
                  <a:pt x="14553" y="8184"/>
                </a:lnTo>
                <a:lnTo>
                  <a:pt x="14018" y="6539"/>
                </a:lnTo>
                <a:lnTo>
                  <a:pt x="13536" y="4880"/>
                </a:lnTo>
                <a:lnTo>
                  <a:pt x="13055" y="3220"/>
                </a:lnTo>
                <a:lnTo>
                  <a:pt x="12627" y="1552"/>
                </a:lnTo>
                <a:lnTo>
                  <a:pt x="12573" y="1444"/>
                </a:lnTo>
                <a:lnTo>
                  <a:pt x="12520" y="1336"/>
                </a:lnTo>
                <a:lnTo>
                  <a:pt x="12466" y="1236"/>
                </a:lnTo>
                <a:lnTo>
                  <a:pt x="12386" y="1135"/>
                </a:lnTo>
                <a:lnTo>
                  <a:pt x="12279" y="1043"/>
                </a:lnTo>
                <a:lnTo>
                  <a:pt x="12172" y="958"/>
                </a:lnTo>
                <a:lnTo>
                  <a:pt x="12038" y="865"/>
                </a:lnTo>
                <a:lnTo>
                  <a:pt x="11904" y="788"/>
                </a:lnTo>
                <a:lnTo>
                  <a:pt x="11744" y="711"/>
                </a:lnTo>
                <a:lnTo>
                  <a:pt x="11583" y="641"/>
                </a:lnTo>
                <a:lnTo>
                  <a:pt x="11423" y="572"/>
                </a:lnTo>
                <a:lnTo>
                  <a:pt x="11236" y="502"/>
                </a:lnTo>
                <a:lnTo>
                  <a:pt x="11048" y="441"/>
                </a:lnTo>
                <a:lnTo>
                  <a:pt x="10834" y="387"/>
                </a:lnTo>
                <a:lnTo>
                  <a:pt x="10620" y="332"/>
                </a:lnTo>
                <a:lnTo>
                  <a:pt x="10406" y="286"/>
                </a:lnTo>
                <a:lnTo>
                  <a:pt x="9925" y="201"/>
                </a:lnTo>
                <a:lnTo>
                  <a:pt x="9443" y="132"/>
                </a:lnTo>
                <a:lnTo>
                  <a:pt x="8908" y="78"/>
                </a:lnTo>
                <a:lnTo>
                  <a:pt x="8373" y="31"/>
                </a:lnTo>
                <a:lnTo>
                  <a:pt x="7838" y="8"/>
                </a:lnTo>
                <a:lnTo>
                  <a:pt x="725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flipH="1" rot="10800000">
            <a:off x="8010209" y="721314"/>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flipH="1" rot="10800000">
            <a:off x="8598128" y="4168432"/>
            <a:ext cx="179263" cy="14749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rot="1151188">
            <a:off x="8296525" y="1391049"/>
            <a:ext cx="559957" cy="427688"/>
          </a:xfrm>
          <a:custGeom>
            <a:rect b="b" l="l" r="r" t="t"/>
            <a:pathLst>
              <a:path extrusionOk="0" h="49275" w="64514">
                <a:moveTo>
                  <a:pt x="5774" y="4767"/>
                </a:moveTo>
                <a:lnTo>
                  <a:pt x="12513" y="5497"/>
                </a:lnTo>
                <a:lnTo>
                  <a:pt x="19247" y="6234"/>
                </a:lnTo>
                <a:lnTo>
                  <a:pt x="25986" y="6978"/>
                </a:lnTo>
                <a:lnTo>
                  <a:pt x="32719" y="7730"/>
                </a:lnTo>
                <a:lnTo>
                  <a:pt x="46192" y="9240"/>
                </a:lnTo>
                <a:lnTo>
                  <a:pt x="52925" y="9984"/>
                </a:lnTo>
                <a:lnTo>
                  <a:pt x="59664" y="10729"/>
                </a:lnTo>
                <a:lnTo>
                  <a:pt x="57572" y="15631"/>
                </a:lnTo>
                <a:lnTo>
                  <a:pt x="55480" y="20526"/>
                </a:lnTo>
                <a:lnTo>
                  <a:pt x="51295" y="30317"/>
                </a:lnTo>
                <a:lnTo>
                  <a:pt x="50908" y="31211"/>
                </a:lnTo>
                <a:lnTo>
                  <a:pt x="50509" y="32120"/>
                </a:lnTo>
                <a:lnTo>
                  <a:pt x="49700" y="33945"/>
                </a:lnTo>
                <a:lnTo>
                  <a:pt x="49290" y="34868"/>
                </a:lnTo>
                <a:lnTo>
                  <a:pt x="48885" y="35799"/>
                </a:lnTo>
                <a:lnTo>
                  <a:pt x="48486" y="36736"/>
                </a:lnTo>
                <a:lnTo>
                  <a:pt x="48099" y="37681"/>
                </a:lnTo>
                <a:lnTo>
                  <a:pt x="47908" y="38153"/>
                </a:lnTo>
                <a:lnTo>
                  <a:pt x="47723" y="38633"/>
                </a:lnTo>
                <a:lnTo>
                  <a:pt x="47538" y="39112"/>
                </a:lnTo>
                <a:lnTo>
                  <a:pt x="47365" y="39592"/>
                </a:lnTo>
                <a:lnTo>
                  <a:pt x="47192" y="40071"/>
                </a:lnTo>
                <a:lnTo>
                  <a:pt x="47024" y="40558"/>
                </a:lnTo>
                <a:lnTo>
                  <a:pt x="46862" y="41045"/>
                </a:lnTo>
                <a:lnTo>
                  <a:pt x="46706" y="41531"/>
                </a:lnTo>
                <a:lnTo>
                  <a:pt x="46556" y="42018"/>
                </a:lnTo>
                <a:lnTo>
                  <a:pt x="46411" y="42512"/>
                </a:lnTo>
                <a:lnTo>
                  <a:pt x="46278" y="43006"/>
                </a:lnTo>
                <a:lnTo>
                  <a:pt x="46151" y="43499"/>
                </a:lnTo>
                <a:lnTo>
                  <a:pt x="46030" y="44000"/>
                </a:lnTo>
                <a:lnTo>
                  <a:pt x="45920" y="44501"/>
                </a:lnTo>
                <a:lnTo>
                  <a:pt x="45816" y="45002"/>
                </a:lnTo>
                <a:lnTo>
                  <a:pt x="45724" y="45503"/>
                </a:lnTo>
                <a:lnTo>
                  <a:pt x="45082" y="44766"/>
                </a:lnTo>
                <a:lnTo>
                  <a:pt x="44440" y="44036"/>
                </a:lnTo>
                <a:lnTo>
                  <a:pt x="43793" y="43313"/>
                </a:lnTo>
                <a:lnTo>
                  <a:pt x="43140" y="42590"/>
                </a:lnTo>
                <a:lnTo>
                  <a:pt x="42487" y="41868"/>
                </a:lnTo>
                <a:lnTo>
                  <a:pt x="41828" y="41159"/>
                </a:lnTo>
                <a:lnTo>
                  <a:pt x="41169" y="40443"/>
                </a:lnTo>
                <a:lnTo>
                  <a:pt x="40504" y="39742"/>
                </a:lnTo>
                <a:lnTo>
                  <a:pt x="39840" y="39041"/>
                </a:lnTo>
                <a:lnTo>
                  <a:pt x="39169" y="38339"/>
                </a:lnTo>
                <a:lnTo>
                  <a:pt x="37823" y="36951"/>
                </a:lnTo>
                <a:lnTo>
                  <a:pt x="36470" y="35570"/>
                </a:lnTo>
                <a:lnTo>
                  <a:pt x="35106" y="34203"/>
                </a:lnTo>
                <a:lnTo>
                  <a:pt x="33742" y="32843"/>
                </a:lnTo>
                <a:lnTo>
                  <a:pt x="32372" y="31490"/>
                </a:lnTo>
                <a:lnTo>
                  <a:pt x="31003" y="30138"/>
                </a:lnTo>
                <a:lnTo>
                  <a:pt x="29627" y="28792"/>
                </a:lnTo>
                <a:lnTo>
                  <a:pt x="26876" y="26108"/>
                </a:lnTo>
                <a:lnTo>
                  <a:pt x="25506" y="24763"/>
                </a:lnTo>
                <a:lnTo>
                  <a:pt x="24136" y="23417"/>
                </a:lnTo>
                <a:lnTo>
                  <a:pt x="23576" y="22866"/>
                </a:lnTo>
                <a:lnTo>
                  <a:pt x="23003" y="22315"/>
                </a:lnTo>
                <a:lnTo>
                  <a:pt x="22431" y="21771"/>
                </a:lnTo>
                <a:lnTo>
                  <a:pt x="21853" y="21220"/>
                </a:lnTo>
                <a:lnTo>
                  <a:pt x="20680" y="20118"/>
                </a:lnTo>
                <a:lnTo>
                  <a:pt x="19489" y="19016"/>
                </a:lnTo>
                <a:lnTo>
                  <a:pt x="17097" y="16805"/>
                </a:lnTo>
                <a:lnTo>
                  <a:pt x="15894" y="15681"/>
                </a:lnTo>
                <a:lnTo>
                  <a:pt x="14698" y="14550"/>
                </a:lnTo>
                <a:lnTo>
                  <a:pt x="14103" y="13978"/>
                </a:lnTo>
                <a:lnTo>
                  <a:pt x="13507" y="13405"/>
                </a:lnTo>
                <a:lnTo>
                  <a:pt x="12918" y="12825"/>
                </a:lnTo>
                <a:lnTo>
                  <a:pt x="12334" y="12239"/>
                </a:lnTo>
                <a:lnTo>
                  <a:pt x="11750" y="11652"/>
                </a:lnTo>
                <a:lnTo>
                  <a:pt x="11172" y="11058"/>
                </a:lnTo>
                <a:lnTo>
                  <a:pt x="10600" y="10457"/>
                </a:lnTo>
                <a:lnTo>
                  <a:pt x="10034" y="9855"/>
                </a:lnTo>
                <a:lnTo>
                  <a:pt x="9473" y="9240"/>
                </a:lnTo>
                <a:lnTo>
                  <a:pt x="8918" y="8624"/>
                </a:lnTo>
                <a:lnTo>
                  <a:pt x="8375" y="8002"/>
                </a:lnTo>
                <a:lnTo>
                  <a:pt x="7837" y="7365"/>
                </a:lnTo>
                <a:lnTo>
                  <a:pt x="7306" y="6728"/>
                </a:lnTo>
                <a:lnTo>
                  <a:pt x="6786" y="6084"/>
                </a:lnTo>
                <a:lnTo>
                  <a:pt x="6277" y="5425"/>
                </a:lnTo>
                <a:lnTo>
                  <a:pt x="5774" y="4767"/>
                </a:lnTo>
                <a:close/>
                <a:moveTo>
                  <a:pt x="1659" y="1"/>
                </a:moveTo>
                <a:lnTo>
                  <a:pt x="1543" y="8"/>
                </a:lnTo>
                <a:lnTo>
                  <a:pt x="1434" y="29"/>
                </a:lnTo>
                <a:lnTo>
                  <a:pt x="1324" y="58"/>
                </a:lnTo>
                <a:lnTo>
                  <a:pt x="1214" y="101"/>
                </a:lnTo>
                <a:lnTo>
                  <a:pt x="1110" y="151"/>
                </a:lnTo>
                <a:lnTo>
                  <a:pt x="1006" y="208"/>
                </a:lnTo>
                <a:lnTo>
                  <a:pt x="908" y="280"/>
                </a:lnTo>
                <a:lnTo>
                  <a:pt x="809" y="358"/>
                </a:lnTo>
                <a:lnTo>
                  <a:pt x="717" y="444"/>
                </a:lnTo>
                <a:lnTo>
                  <a:pt x="630" y="544"/>
                </a:lnTo>
                <a:lnTo>
                  <a:pt x="549" y="645"/>
                </a:lnTo>
                <a:lnTo>
                  <a:pt x="468" y="752"/>
                </a:lnTo>
                <a:lnTo>
                  <a:pt x="393" y="866"/>
                </a:lnTo>
                <a:lnTo>
                  <a:pt x="324" y="981"/>
                </a:lnTo>
                <a:lnTo>
                  <a:pt x="260" y="1103"/>
                </a:lnTo>
                <a:lnTo>
                  <a:pt x="208" y="1231"/>
                </a:lnTo>
                <a:lnTo>
                  <a:pt x="156" y="1367"/>
                </a:lnTo>
                <a:lnTo>
                  <a:pt x="110" y="1496"/>
                </a:lnTo>
                <a:lnTo>
                  <a:pt x="75" y="1632"/>
                </a:lnTo>
                <a:lnTo>
                  <a:pt x="46" y="1775"/>
                </a:lnTo>
                <a:lnTo>
                  <a:pt x="23" y="1911"/>
                </a:lnTo>
                <a:lnTo>
                  <a:pt x="6" y="2055"/>
                </a:lnTo>
                <a:lnTo>
                  <a:pt x="0" y="2198"/>
                </a:lnTo>
                <a:lnTo>
                  <a:pt x="0" y="2334"/>
                </a:lnTo>
                <a:lnTo>
                  <a:pt x="12" y="2477"/>
                </a:lnTo>
                <a:lnTo>
                  <a:pt x="29" y="2613"/>
                </a:lnTo>
                <a:lnTo>
                  <a:pt x="58" y="2749"/>
                </a:lnTo>
                <a:lnTo>
                  <a:pt x="93" y="2885"/>
                </a:lnTo>
                <a:lnTo>
                  <a:pt x="139" y="3014"/>
                </a:lnTo>
                <a:lnTo>
                  <a:pt x="197" y="3142"/>
                </a:lnTo>
                <a:lnTo>
                  <a:pt x="266" y="3264"/>
                </a:lnTo>
                <a:lnTo>
                  <a:pt x="526" y="3686"/>
                </a:lnTo>
                <a:lnTo>
                  <a:pt x="786" y="4101"/>
                </a:lnTo>
                <a:lnTo>
                  <a:pt x="1052" y="4516"/>
                </a:lnTo>
                <a:lnTo>
                  <a:pt x="1324" y="4924"/>
                </a:lnTo>
                <a:lnTo>
                  <a:pt x="1595" y="5332"/>
                </a:lnTo>
                <a:lnTo>
                  <a:pt x="1873" y="5733"/>
                </a:lnTo>
                <a:lnTo>
                  <a:pt x="2150" y="6134"/>
                </a:lnTo>
                <a:lnTo>
                  <a:pt x="2433" y="6527"/>
                </a:lnTo>
                <a:lnTo>
                  <a:pt x="2722" y="6921"/>
                </a:lnTo>
                <a:lnTo>
                  <a:pt x="3011" y="7308"/>
                </a:lnTo>
                <a:lnTo>
                  <a:pt x="3306" y="7701"/>
                </a:lnTo>
                <a:lnTo>
                  <a:pt x="3601" y="8081"/>
                </a:lnTo>
                <a:lnTo>
                  <a:pt x="3901" y="8460"/>
                </a:lnTo>
                <a:lnTo>
                  <a:pt x="4202" y="8839"/>
                </a:lnTo>
                <a:lnTo>
                  <a:pt x="4503" y="9218"/>
                </a:lnTo>
                <a:lnTo>
                  <a:pt x="4815" y="9591"/>
                </a:lnTo>
                <a:lnTo>
                  <a:pt x="5433" y="10328"/>
                </a:lnTo>
                <a:lnTo>
                  <a:pt x="6069" y="11051"/>
                </a:lnTo>
                <a:lnTo>
                  <a:pt x="6705" y="11766"/>
                </a:lnTo>
                <a:lnTo>
                  <a:pt x="7358" y="12475"/>
                </a:lnTo>
                <a:lnTo>
                  <a:pt x="8011" y="13176"/>
                </a:lnTo>
                <a:lnTo>
                  <a:pt x="8676" y="13870"/>
                </a:lnTo>
                <a:lnTo>
                  <a:pt x="9346" y="14557"/>
                </a:lnTo>
                <a:lnTo>
                  <a:pt x="10022" y="15237"/>
                </a:lnTo>
                <a:lnTo>
                  <a:pt x="10698" y="15903"/>
                </a:lnTo>
                <a:lnTo>
                  <a:pt x="11380" y="16576"/>
                </a:lnTo>
                <a:lnTo>
                  <a:pt x="12068" y="17234"/>
                </a:lnTo>
                <a:lnTo>
                  <a:pt x="12762" y="17892"/>
                </a:lnTo>
                <a:lnTo>
                  <a:pt x="14143" y="19195"/>
                </a:lnTo>
                <a:lnTo>
                  <a:pt x="15530" y="20490"/>
                </a:lnTo>
                <a:lnTo>
                  <a:pt x="16912" y="21771"/>
                </a:lnTo>
                <a:lnTo>
                  <a:pt x="18287" y="23060"/>
                </a:lnTo>
                <a:lnTo>
                  <a:pt x="18969" y="23697"/>
                </a:lnTo>
                <a:lnTo>
                  <a:pt x="19645" y="24341"/>
                </a:lnTo>
                <a:lnTo>
                  <a:pt x="20316" y="24992"/>
                </a:lnTo>
                <a:lnTo>
                  <a:pt x="20981" y="25636"/>
                </a:lnTo>
                <a:lnTo>
                  <a:pt x="22472" y="27096"/>
                </a:lnTo>
                <a:lnTo>
                  <a:pt x="23957" y="28563"/>
                </a:lnTo>
                <a:lnTo>
                  <a:pt x="26934" y="31512"/>
                </a:lnTo>
                <a:lnTo>
                  <a:pt x="28419" y="32986"/>
                </a:lnTo>
                <a:lnTo>
                  <a:pt x="29910" y="34460"/>
                </a:lnTo>
                <a:lnTo>
                  <a:pt x="31407" y="35920"/>
                </a:lnTo>
                <a:lnTo>
                  <a:pt x="32910" y="37380"/>
                </a:lnTo>
                <a:lnTo>
                  <a:pt x="34418" y="38826"/>
                </a:lnTo>
                <a:lnTo>
                  <a:pt x="35176" y="39542"/>
                </a:lnTo>
                <a:lnTo>
                  <a:pt x="35933" y="40257"/>
                </a:lnTo>
                <a:lnTo>
                  <a:pt x="36690" y="40973"/>
                </a:lnTo>
                <a:lnTo>
                  <a:pt x="37453" y="41682"/>
                </a:lnTo>
                <a:lnTo>
                  <a:pt x="38216" y="42383"/>
                </a:lnTo>
                <a:lnTo>
                  <a:pt x="38984" y="43077"/>
                </a:lnTo>
                <a:lnTo>
                  <a:pt x="39753" y="43771"/>
                </a:lnTo>
                <a:lnTo>
                  <a:pt x="40528" y="44458"/>
                </a:lnTo>
                <a:lnTo>
                  <a:pt x="41302" y="45145"/>
                </a:lnTo>
                <a:lnTo>
                  <a:pt x="42082" y="45818"/>
                </a:lnTo>
                <a:lnTo>
                  <a:pt x="42863" y="46491"/>
                </a:lnTo>
                <a:lnTo>
                  <a:pt x="43649" y="47156"/>
                </a:lnTo>
                <a:lnTo>
                  <a:pt x="44435" y="47815"/>
                </a:lnTo>
                <a:lnTo>
                  <a:pt x="45226" y="48459"/>
                </a:lnTo>
                <a:lnTo>
                  <a:pt x="45278" y="48495"/>
                </a:lnTo>
                <a:lnTo>
                  <a:pt x="45330" y="48523"/>
                </a:lnTo>
                <a:lnTo>
                  <a:pt x="45429" y="48559"/>
                </a:lnTo>
                <a:lnTo>
                  <a:pt x="45446" y="48638"/>
                </a:lnTo>
                <a:lnTo>
                  <a:pt x="45475" y="48702"/>
                </a:lnTo>
                <a:lnTo>
                  <a:pt x="45504" y="48774"/>
                </a:lnTo>
                <a:lnTo>
                  <a:pt x="45533" y="48831"/>
                </a:lnTo>
                <a:lnTo>
                  <a:pt x="45573" y="48896"/>
                </a:lnTo>
                <a:lnTo>
                  <a:pt x="45614" y="48946"/>
                </a:lnTo>
                <a:lnTo>
                  <a:pt x="45654" y="48996"/>
                </a:lnTo>
                <a:lnTo>
                  <a:pt x="45700" y="49046"/>
                </a:lnTo>
                <a:lnTo>
                  <a:pt x="45752" y="49089"/>
                </a:lnTo>
                <a:lnTo>
                  <a:pt x="45804" y="49125"/>
                </a:lnTo>
                <a:lnTo>
                  <a:pt x="45856" y="49160"/>
                </a:lnTo>
                <a:lnTo>
                  <a:pt x="45914" y="49189"/>
                </a:lnTo>
                <a:lnTo>
                  <a:pt x="45972" y="49218"/>
                </a:lnTo>
                <a:lnTo>
                  <a:pt x="46030" y="49239"/>
                </a:lnTo>
                <a:lnTo>
                  <a:pt x="46088" y="49253"/>
                </a:lnTo>
                <a:lnTo>
                  <a:pt x="46151" y="49268"/>
                </a:lnTo>
                <a:lnTo>
                  <a:pt x="46209" y="49275"/>
                </a:lnTo>
                <a:lnTo>
                  <a:pt x="46336" y="49275"/>
                </a:lnTo>
                <a:lnTo>
                  <a:pt x="46394" y="49268"/>
                </a:lnTo>
                <a:lnTo>
                  <a:pt x="46458" y="49253"/>
                </a:lnTo>
                <a:lnTo>
                  <a:pt x="46515" y="49239"/>
                </a:lnTo>
                <a:lnTo>
                  <a:pt x="46573" y="49218"/>
                </a:lnTo>
                <a:lnTo>
                  <a:pt x="46631" y="49189"/>
                </a:lnTo>
                <a:lnTo>
                  <a:pt x="46683" y="49153"/>
                </a:lnTo>
                <a:lnTo>
                  <a:pt x="46741" y="49117"/>
                </a:lnTo>
                <a:lnTo>
                  <a:pt x="46787" y="49074"/>
                </a:lnTo>
                <a:lnTo>
                  <a:pt x="46839" y="49024"/>
                </a:lnTo>
                <a:lnTo>
                  <a:pt x="46879" y="48974"/>
                </a:lnTo>
                <a:lnTo>
                  <a:pt x="46926" y="48910"/>
                </a:lnTo>
                <a:lnTo>
                  <a:pt x="46960" y="48845"/>
                </a:lnTo>
                <a:lnTo>
                  <a:pt x="46995" y="48774"/>
                </a:lnTo>
                <a:lnTo>
                  <a:pt x="48047" y="46412"/>
                </a:lnTo>
                <a:lnTo>
                  <a:pt x="49105" y="44058"/>
                </a:lnTo>
                <a:lnTo>
                  <a:pt x="50168" y="41710"/>
                </a:lnTo>
                <a:lnTo>
                  <a:pt x="51243" y="39363"/>
                </a:lnTo>
                <a:lnTo>
                  <a:pt x="52330" y="37022"/>
                </a:lnTo>
                <a:lnTo>
                  <a:pt x="53416" y="34682"/>
                </a:lnTo>
                <a:lnTo>
                  <a:pt x="55595" y="30002"/>
                </a:lnTo>
                <a:lnTo>
                  <a:pt x="57786" y="25321"/>
                </a:lnTo>
                <a:lnTo>
                  <a:pt x="58872" y="22981"/>
                </a:lnTo>
                <a:lnTo>
                  <a:pt x="59959" y="20633"/>
                </a:lnTo>
                <a:lnTo>
                  <a:pt x="61040" y="18286"/>
                </a:lnTo>
                <a:lnTo>
                  <a:pt x="62115" y="15939"/>
                </a:lnTo>
                <a:lnTo>
                  <a:pt x="63178" y="13584"/>
                </a:lnTo>
                <a:lnTo>
                  <a:pt x="64236" y="11222"/>
                </a:lnTo>
                <a:lnTo>
                  <a:pt x="64317" y="11029"/>
                </a:lnTo>
                <a:lnTo>
                  <a:pt x="64380" y="10836"/>
                </a:lnTo>
                <a:lnTo>
                  <a:pt x="64432" y="10650"/>
                </a:lnTo>
                <a:lnTo>
                  <a:pt x="64473" y="10464"/>
                </a:lnTo>
                <a:lnTo>
                  <a:pt x="64496" y="10278"/>
                </a:lnTo>
                <a:lnTo>
                  <a:pt x="64513" y="10092"/>
                </a:lnTo>
                <a:lnTo>
                  <a:pt x="64513" y="9913"/>
                </a:lnTo>
                <a:lnTo>
                  <a:pt x="64508" y="9741"/>
                </a:lnTo>
                <a:lnTo>
                  <a:pt x="64484" y="9569"/>
                </a:lnTo>
                <a:lnTo>
                  <a:pt x="64456" y="9397"/>
                </a:lnTo>
                <a:lnTo>
                  <a:pt x="64421" y="9233"/>
                </a:lnTo>
                <a:lnTo>
                  <a:pt x="64375" y="9068"/>
                </a:lnTo>
                <a:lnTo>
                  <a:pt x="64317" y="8918"/>
                </a:lnTo>
                <a:lnTo>
                  <a:pt x="64253" y="8768"/>
                </a:lnTo>
                <a:lnTo>
                  <a:pt x="64184" y="8617"/>
                </a:lnTo>
                <a:lnTo>
                  <a:pt x="64103" y="8481"/>
                </a:lnTo>
                <a:lnTo>
                  <a:pt x="64074" y="8274"/>
                </a:lnTo>
                <a:lnTo>
                  <a:pt x="64039" y="8066"/>
                </a:lnTo>
                <a:lnTo>
                  <a:pt x="63987" y="7866"/>
                </a:lnTo>
                <a:lnTo>
                  <a:pt x="63930" y="7665"/>
                </a:lnTo>
                <a:lnTo>
                  <a:pt x="63854" y="7479"/>
                </a:lnTo>
                <a:lnTo>
                  <a:pt x="63768" y="7293"/>
                </a:lnTo>
                <a:lnTo>
                  <a:pt x="63722" y="7207"/>
                </a:lnTo>
                <a:lnTo>
                  <a:pt x="63670" y="7114"/>
                </a:lnTo>
                <a:lnTo>
                  <a:pt x="63618" y="7036"/>
                </a:lnTo>
                <a:lnTo>
                  <a:pt x="63560" y="6950"/>
                </a:lnTo>
                <a:lnTo>
                  <a:pt x="63502" y="6878"/>
                </a:lnTo>
                <a:lnTo>
                  <a:pt x="63438" y="6799"/>
                </a:lnTo>
                <a:lnTo>
                  <a:pt x="63375" y="6728"/>
                </a:lnTo>
                <a:lnTo>
                  <a:pt x="63305" y="6663"/>
                </a:lnTo>
                <a:lnTo>
                  <a:pt x="63236" y="6592"/>
                </a:lnTo>
                <a:lnTo>
                  <a:pt x="63161" y="6535"/>
                </a:lnTo>
                <a:lnTo>
                  <a:pt x="63080" y="6477"/>
                </a:lnTo>
                <a:lnTo>
                  <a:pt x="62999" y="6420"/>
                </a:lnTo>
                <a:lnTo>
                  <a:pt x="62918" y="6377"/>
                </a:lnTo>
                <a:lnTo>
                  <a:pt x="62831" y="6327"/>
                </a:lnTo>
                <a:lnTo>
                  <a:pt x="62739" y="6291"/>
                </a:lnTo>
                <a:lnTo>
                  <a:pt x="62647" y="6256"/>
                </a:lnTo>
                <a:lnTo>
                  <a:pt x="62554" y="6227"/>
                </a:lnTo>
                <a:lnTo>
                  <a:pt x="62450" y="6198"/>
                </a:lnTo>
                <a:lnTo>
                  <a:pt x="62352" y="6177"/>
                </a:lnTo>
                <a:lnTo>
                  <a:pt x="62248" y="6163"/>
                </a:lnTo>
                <a:lnTo>
                  <a:pt x="58468" y="5747"/>
                </a:lnTo>
                <a:lnTo>
                  <a:pt x="54688" y="5339"/>
                </a:lnTo>
                <a:lnTo>
                  <a:pt x="50914" y="4932"/>
                </a:lnTo>
                <a:lnTo>
                  <a:pt x="47134" y="4531"/>
                </a:lnTo>
                <a:lnTo>
                  <a:pt x="43354" y="4137"/>
                </a:lnTo>
                <a:lnTo>
                  <a:pt x="39574" y="3751"/>
                </a:lnTo>
                <a:lnTo>
                  <a:pt x="32020" y="2985"/>
                </a:lnTo>
                <a:lnTo>
                  <a:pt x="24460" y="2233"/>
                </a:lnTo>
                <a:lnTo>
                  <a:pt x="16894" y="1489"/>
                </a:lnTo>
                <a:lnTo>
                  <a:pt x="1775" y="8"/>
                </a:lnTo>
                <a:lnTo>
                  <a:pt x="165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rot="-9204418">
            <a:off x="224620" y="446285"/>
            <a:ext cx="680816" cy="187424"/>
          </a:xfrm>
          <a:custGeom>
            <a:rect b="b" l="l" r="r" t="t"/>
            <a:pathLst>
              <a:path extrusionOk="0" h="26681" w="297334">
                <a:moveTo>
                  <a:pt x="7036" y="1"/>
                </a:moveTo>
                <a:lnTo>
                  <a:pt x="6662" y="8"/>
                </a:lnTo>
                <a:lnTo>
                  <a:pt x="6287" y="16"/>
                </a:lnTo>
                <a:lnTo>
                  <a:pt x="5939" y="39"/>
                </a:lnTo>
                <a:lnTo>
                  <a:pt x="5618" y="62"/>
                </a:lnTo>
                <a:lnTo>
                  <a:pt x="5271" y="86"/>
                </a:lnTo>
                <a:lnTo>
                  <a:pt x="4976" y="124"/>
                </a:lnTo>
                <a:lnTo>
                  <a:pt x="4682" y="163"/>
                </a:lnTo>
                <a:lnTo>
                  <a:pt x="4388" y="201"/>
                </a:lnTo>
                <a:lnTo>
                  <a:pt x="4120" y="248"/>
                </a:lnTo>
                <a:lnTo>
                  <a:pt x="3853" y="302"/>
                </a:lnTo>
                <a:lnTo>
                  <a:pt x="3612" y="356"/>
                </a:lnTo>
                <a:lnTo>
                  <a:pt x="3398" y="417"/>
                </a:lnTo>
                <a:lnTo>
                  <a:pt x="3184" y="479"/>
                </a:lnTo>
                <a:lnTo>
                  <a:pt x="2970" y="541"/>
                </a:lnTo>
                <a:lnTo>
                  <a:pt x="2783" y="610"/>
                </a:lnTo>
                <a:lnTo>
                  <a:pt x="2596" y="680"/>
                </a:lnTo>
                <a:lnTo>
                  <a:pt x="2435" y="757"/>
                </a:lnTo>
                <a:lnTo>
                  <a:pt x="2141" y="919"/>
                </a:lnTo>
                <a:lnTo>
                  <a:pt x="1927" y="1081"/>
                </a:lnTo>
                <a:lnTo>
                  <a:pt x="1740" y="1259"/>
                </a:lnTo>
                <a:lnTo>
                  <a:pt x="1606" y="1444"/>
                </a:lnTo>
                <a:lnTo>
                  <a:pt x="1526" y="1629"/>
                </a:lnTo>
                <a:lnTo>
                  <a:pt x="1526" y="1815"/>
                </a:lnTo>
                <a:lnTo>
                  <a:pt x="1552" y="2008"/>
                </a:lnTo>
                <a:lnTo>
                  <a:pt x="1633" y="2201"/>
                </a:lnTo>
                <a:lnTo>
                  <a:pt x="1766" y="2394"/>
                </a:lnTo>
                <a:lnTo>
                  <a:pt x="1954" y="2579"/>
                </a:lnTo>
                <a:lnTo>
                  <a:pt x="2194" y="2764"/>
                </a:lnTo>
                <a:lnTo>
                  <a:pt x="2489" y="2942"/>
                </a:lnTo>
                <a:lnTo>
                  <a:pt x="2836" y="3119"/>
                </a:lnTo>
                <a:lnTo>
                  <a:pt x="3238" y="3282"/>
                </a:lnTo>
                <a:lnTo>
                  <a:pt x="3692" y="3436"/>
                </a:lnTo>
                <a:lnTo>
                  <a:pt x="3933" y="3505"/>
                </a:lnTo>
                <a:lnTo>
                  <a:pt x="4174" y="3575"/>
                </a:lnTo>
                <a:lnTo>
                  <a:pt x="4441" y="3644"/>
                </a:lnTo>
                <a:lnTo>
                  <a:pt x="4736" y="3706"/>
                </a:lnTo>
                <a:lnTo>
                  <a:pt x="5030" y="3768"/>
                </a:lnTo>
                <a:lnTo>
                  <a:pt x="5324" y="3822"/>
                </a:lnTo>
                <a:lnTo>
                  <a:pt x="5645" y="3876"/>
                </a:lnTo>
                <a:lnTo>
                  <a:pt x="5993" y="3922"/>
                </a:lnTo>
                <a:lnTo>
                  <a:pt x="6341" y="3961"/>
                </a:lnTo>
                <a:lnTo>
                  <a:pt x="6689" y="3999"/>
                </a:lnTo>
                <a:lnTo>
                  <a:pt x="7063" y="4038"/>
                </a:lnTo>
                <a:lnTo>
                  <a:pt x="7438" y="4061"/>
                </a:lnTo>
                <a:lnTo>
                  <a:pt x="7839" y="4092"/>
                </a:lnTo>
                <a:lnTo>
                  <a:pt x="8267" y="4108"/>
                </a:lnTo>
                <a:lnTo>
                  <a:pt x="16880" y="4440"/>
                </a:lnTo>
                <a:lnTo>
                  <a:pt x="25494" y="4764"/>
                </a:lnTo>
                <a:lnTo>
                  <a:pt x="34108" y="5080"/>
                </a:lnTo>
                <a:lnTo>
                  <a:pt x="42748" y="5389"/>
                </a:lnTo>
                <a:lnTo>
                  <a:pt x="51389" y="5698"/>
                </a:lnTo>
                <a:lnTo>
                  <a:pt x="60029" y="6007"/>
                </a:lnTo>
                <a:lnTo>
                  <a:pt x="68670" y="6300"/>
                </a:lnTo>
                <a:lnTo>
                  <a:pt x="77310" y="6593"/>
                </a:lnTo>
                <a:lnTo>
                  <a:pt x="85977" y="6879"/>
                </a:lnTo>
                <a:lnTo>
                  <a:pt x="94618" y="7165"/>
                </a:lnTo>
                <a:lnTo>
                  <a:pt x="103285" y="7443"/>
                </a:lnTo>
                <a:lnTo>
                  <a:pt x="111952" y="7713"/>
                </a:lnTo>
                <a:lnTo>
                  <a:pt x="120619" y="7975"/>
                </a:lnTo>
                <a:lnTo>
                  <a:pt x="129287" y="8230"/>
                </a:lnTo>
                <a:lnTo>
                  <a:pt x="137954" y="8485"/>
                </a:lnTo>
                <a:lnTo>
                  <a:pt x="146621" y="8732"/>
                </a:lnTo>
                <a:lnTo>
                  <a:pt x="155315" y="8971"/>
                </a:lnTo>
                <a:lnTo>
                  <a:pt x="163982" y="9203"/>
                </a:lnTo>
                <a:lnTo>
                  <a:pt x="172676" y="9434"/>
                </a:lnTo>
                <a:lnTo>
                  <a:pt x="181343" y="9650"/>
                </a:lnTo>
                <a:lnTo>
                  <a:pt x="190037" y="9867"/>
                </a:lnTo>
                <a:lnTo>
                  <a:pt x="198704" y="10075"/>
                </a:lnTo>
                <a:lnTo>
                  <a:pt x="207398" y="10276"/>
                </a:lnTo>
                <a:lnTo>
                  <a:pt x="216092" y="10469"/>
                </a:lnTo>
                <a:lnTo>
                  <a:pt x="224759" y="10654"/>
                </a:lnTo>
                <a:lnTo>
                  <a:pt x="233453" y="10832"/>
                </a:lnTo>
                <a:lnTo>
                  <a:pt x="242121" y="11009"/>
                </a:lnTo>
                <a:lnTo>
                  <a:pt x="250815" y="11171"/>
                </a:lnTo>
                <a:lnTo>
                  <a:pt x="259508" y="11333"/>
                </a:lnTo>
                <a:lnTo>
                  <a:pt x="268176" y="11480"/>
                </a:lnTo>
                <a:lnTo>
                  <a:pt x="276870" y="11627"/>
                </a:lnTo>
                <a:lnTo>
                  <a:pt x="285537" y="11758"/>
                </a:lnTo>
                <a:lnTo>
                  <a:pt x="285350" y="12491"/>
                </a:lnTo>
                <a:lnTo>
                  <a:pt x="285136" y="13217"/>
                </a:lnTo>
                <a:lnTo>
                  <a:pt x="284895" y="13943"/>
                </a:lnTo>
                <a:lnTo>
                  <a:pt x="284627" y="14661"/>
                </a:lnTo>
                <a:lnTo>
                  <a:pt x="284360" y="15379"/>
                </a:lnTo>
                <a:lnTo>
                  <a:pt x="284066" y="16097"/>
                </a:lnTo>
                <a:lnTo>
                  <a:pt x="283745" y="16815"/>
                </a:lnTo>
                <a:lnTo>
                  <a:pt x="283397" y="17525"/>
                </a:lnTo>
                <a:lnTo>
                  <a:pt x="283049" y="18235"/>
                </a:lnTo>
                <a:lnTo>
                  <a:pt x="282648" y="18945"/>
                </a:lnTo>
                <a:lnTo>
                  <a:pt x="282220" y="19655"/>
                </a:lnTo>
                <a:lnTo>
                  <a:pt x="281738" y="20358"/>
                </a:lnTo>
                <a:lnTo>
                  <a:pt x="281257" y="21068"/>
                </a:lnTo>
                <a:lnTo>
                  <a:pt x="280722" y="21771"/>
                </a:lnTo>
                <a:lnTo>
                  <a:pt x="280133" y="22481"/>
                </a:lnTo>
                <a:lnTo>
                  <a:pt x="279545" y="23183"/>
                </a:lnTo>
                <a:lnTo>
                  <a:pt x="271118" y="22828"/>
                </a:lnTo>
                <a:lnTo>
                  <a:pt x="262692" y="22481"/>
                </a:lnTo>
                <a:lnTo>
                  <a:pt x="254239" y="22141"/>
                </a:lnTo>
                <a:lnTo>
                  <a:pt x="245812" y="21809"/>
                </a:lnTo>
                <a:lnTo>
                  <a:pt x="237359" y="21485"/>
                </a:lnTo>
                <a:lnTo>
                  <a:pt x="228933" y="21169"/>
                </a:lnTo>
                <a:lnTo>
                  <a:pt x="220479" y="20852"/>
                </a:lnTo>
                <a:lnTo>
                  <a:pt x="212026" y="20551"/>
                </a:lnTo>
                <a:lnTo>
                  <a:pt x="195120" y="19957"/>
                </a:lnTo>
                <a:lnTo>
                  <a:pt x="178187" y="19378"/>
                </a:lnTo>
                <a:lnTo>
                  <a:pt x="161254" y="18799"/>
                </a:lnTo>
                <a:lnTo>
                  <a:pt x="144320" y="18235"/>
                </a:lnTo>
                <a:lnTo>
                  <a:pt x="127414" y="17664"/>
                </a:lnTo>
                <a:lnTo>
                  <a:pt x="110481" y="17085"/>
                </a:lnTo>
                <a:lnTo>
                  <a:pt x="93548" y="16490"/>
                </a:lnTo>
                <a:lnTo>
                  <a:pt x="85095" y="16189"/>
                </a:lnTo>
                <a:lnTo>
                  <a:pt x="76641" y="15880"/>
                </a:lnTo>
                <a:lnTo>
                  <a:pt x="68188" y="15564"/>
                </a:lnTo>
                <a:lnTo>
                  <a:pt x="59735" y="15247"/>
                </a:lnTo>
                <a:lnTo>
                  <a:pt x="51282" y="14915"/>
                </a:lnTo>
                <a:lnTo>
                  <a:pt x="42855" y="14583"/>
                </a:lnTo>
                <a:lnTo>
                  <a:pt x="34402" y="14236"/>
                </a:lnTo>
                <a:lnTo>
                  <a:pt x="25976" y="13881"/>
                </a:lnTo>
                <a:lnTo>
                  <a:pt x="17549" y="13518"/>
                </a:lnTo>
                <a:lnTo>
                  <a:pt x="9123" y="13140"/>
                </a:lnTo>
                <a:lnTo>
                  <a:pt x="8695" y="13124"/>
                </a:lnTo>
                <a:lnTo>
                  <a:pt x="8294" y="13117"/>
                </a:lnTo>
                <a:lnTo>
                  <a:pt x="7464" y="13117"/>
                </a:lnTo>
                <a:lnTo>
                  <a:pt x="7090" y="13124"/>
                </a:lnTo>
                <a:lnTo>
                  <a:pt x="6689" y="13140"/>
                </a:lnTo>
                <a:lnTo>
                  <a:pt x="6314" y="13163"/>
                </a:lnTo>
                <a:lnTo>
                  <a:pt x="5966" y="13186"/>
                </a:lnTo>
                <a:lnTo>
                  <a:pt x="5592" y="13217"/>
                </a:lnTo>
                <a:lnTo>
                  <a:pt x="5244" y="13248"/>
                </a:lnTo>
                <a:lnTo>
                  <a:pt x="4923" y="13287"/>
                </a:lnTo>
                <a:lnTo>
                  <a:pt x="4575" y="13333"/>
                </a:lnTo>
                <a:lnTo>
                  <a:pt x="4254" y="13379"/>
                </a:lnTo>
                <a:lnTo>
                  <a:pt x="3960" y="13433"/>
                </a:lnTo>
                <a:lnTo>
                  <a:pt x="3666" y="13487"/>
                </a:lnTo>
                <a:lnTo>
                  <a:pt x="3371" y="13549"/>
                </a:lnTo>
                <a:lnTo>
                  <a:pt x="2810" y="13680"/>
                </a:lnTo>
                <a:lnTo>
                  <a:pt x="2328" y="13827"/>
                </a:lnTo>
                <a:lnTo>
                  <a:pt x="1873" y="13974"/>
                </a:lnTo>
                <a:lnTo>
                  <a:pt x="1445" y="14143"/>
                </a:lnTo>
                <a:lnTo>
                  <a:pt x="1098" y="14313"/>
                </a:lnTo>
                <a:lnTo>
                  <a:pt x="777" y="14491"/>
                </a:lnTo>
                <a:lnTo>
                  <a:pt x="509" y="14676"/>
                </a:lnTo>
                <a:lnTo>
                  <a:pt x="295" y="14861"/>
                </a:lnTo>
                <a:lnTo>
                  <a:pt x="135" y="15054"/>
                </a:lnTo>
                <a:lnTo>
                  <a:pt x="28" y="15247"/>
                </a:lnTo>
                <a:lnTo>
                  <a:pt x="1" y="15433"/>
                </a:lnTo>
                <a:lnTo>
                  <a:pt x="1" y="15626"/>
                </a:lnTo>
                <a:lnTo>
                  <a:pt x="81" y="15811"/>
                </a:lnTo>
                <a:lnTo>
                  <a:pt x="135" y="15896"/>
                </a:lnTo>
                <a:lnTo>
                  <a:pt x="215" y="15988"/>
                </a:lnTo>
                <a:lnTo>
                  <a:pt x="295" y="16073"/>
                </a:lnTo>
                <a:lnTo>
                  <a:pt x="402" y="16158"/>
                </a:lnTo>
                <a:lnTo>
                  <a:pt x="536" y="16243"/>
                </a:lnTo>
                <a:lnTo>
                  <a:pt x="670" y="16328"/>
                </a:lnTo>
                <a:lnTo>
                  <a:pt x="830" y="16405"/>
                </a:lnTo>
                <a:lnTo>
                  <a:pt x="991" y="16483"/>
                </a:lnTo>
                <a:lnTo>
                  <a:pt x="1178" y="16560"/>
                </a:lnTo>
                <a:lnTo>
                  <a:pt x="1392" y="16629"/>
                </a:lnTo>
                <a:lnTo>
                  <a:pt x="1633" y="16699"/>
                </a:lnTo>
                <a:lnTo>
                  <a:pt x="1873" y="16760"/>
                </a:lnTo>
                <a:lnTo>
                  <a:pt x="2114" y="16822"/>
                </a:lnTo>
                <a:lnTo>
                  <a:pt x="2382" y="16876"/>
                </a:lnTo>
                <a:lnTo>
                  <a:pt x="2676" y="16930"/>
                </a:lnTo>
                <a:lnTo>
                  <a:pt x="2997" y="16984"/>
                </a:lnTo>
                <a:lnTo>
                  <a:pt x="3318" y="17031"/>
                </a:lnTo>
                <a:lnTo>
                  <a:pt x="3666" y="17069"/>
                </a:lnTo>
                <a:lnTo>
                  <a:pt x="4040" y="17108"/>
                </a:lnTo>
                <a:lnTo>
                  <a:pt x="4441" y="17139"/>
                </a:lnTo>
                <a:lnTo>
                  <a:pt x="4843" y="17170"/>
                </a:lnTo>
                <a:lnTo>
                  <a:pt x="5271" y="17185"/>
                </a:lnTo>
                <a:lnTo>
                  <a:pt x="22124" y="17942"/>
                </a:lnTo>
                <a:lnTo>
                  <a:pt x="39057" y="18690"/>
                </a:lnTo>
                <a:lnTo>
                  <a:pt x="56017" y="19432"/>
                </a:lnTo>
                <a:lnTo>
                  <a:pt x="64523" y="19802"/>
                </a:lnTo>
                <a:lnTo>
                  <a:pt x="73030" y="20165"/>
                </a:lnTo>
                <a:lnTo>
                  <a:pt x="81537" y="20520"/>
                </a:lnTo>
                <a:lnTo>
                  <a:pt x="90070" y="20875"/>
                </a:lnTo>
                <a:lnTo>
                  <a:pt x="98604" y="21223"/>
                </a:lnTo>
                <a:lnTo>
                  <a:pt x="107164" y="21562"/>
                </a:lnTo>
                <a:lnTo>
                  <a:pt x="115724" y="21894"/>
                </a:lnTo>
                <a:lnTo>
                  <a:pt x="124257" y="22211"/>
                </a:lnTo>
                <a:lnTo>
                  <a:pt x="132844" y="22527"/>
                </a:lnTo>
                <a:lnTo>
                  <a:pt x="141405" y="22828"/>
                </a:lnTo>
                <a:lnTo>
                  <a:pt x="149965" y="23122"/>
                </a:lnTo>
                <a:lnTo>
                  <a:pt x="158552" y="23407"/>
                </a:lnTo>
                <a:lnTo>
                  <a:pt x="167112" y="23678"/>
                </a:lnTo>
                <a:lnTo>
                  <a:pt x="175699" y="23932"/>
                </a:lnTo>
                <a:lnTo>
                  <a:pt x="184286" y="24179"/>
                </a:lnTo>
                <a:lnTo>
                  <a:pt x="192846" y="24403"/>
                </a:lnTo>
                <a:lnTo>
                  <a:pt x="201433" y="24619"/>
                </a:lnTo>
                <a:lnTo>
                  <a:pt x="210020" y="24820"/>
                </a:lnTo>
                <a:lnTo>
                  <a:pt x="218580" y="24998"/>
                </a:lnTo>
                <a:lnTo>
                  <a:pt x="227167" y="25167"/>
                </a:lnTo>
                <a:lnTo>
                  <a:pt x="235727" y="25314"/>
                </a:lnTo>
                <a:lnTo>
                  <a:pt x="240007" y="25376"/>
                </a:lnTo>
                <a:lnTo>
                  <a:pt x="244287" y="25438"/>
                </a:lnTo>
                <a:lnTo>
                  <a:pt x="248567" y="25499"/>
                </a:lnTo>
                <a:lnTo>
                  <a:pt x="252848" y="25553"/>
                </a:lnTo>
                <a:lnTo>
                  <a:pt x="257128" y="25600"/>
                </a:lnTo>
                <a:lnTo>
                  <a:pt x="261408" y="25638"/>
                </a:lnTo>
                <a:lnTo>
                  <a:pt x="265688" y="25677"/>
                </a:lnTo>
                <a:lnTo>
                  <a:pt x="269968" y="25708"/>
                </a:lnTo>
                <a:lnTo>
                  <a:pt x="274248" y="25731"/>
                </a:lnTo>
                <a:lnTo>
                  <a:pt x="278501" y="25754"/>
                </a:lnTo>
                <a:lnTo>
                  <a:pt x="278715" y="25862"/>
                </a:lnTo>
                <a:lnTo>
                  <a:pt x="278929" y="25963"/>
                </a:lnTo>
                <a:lnTo>
                  <a:pt x="279170" y="26055"/>
                </a:lnTo>
                <a:lnTo>
                  <a:pt x="279438" y="26140"/>
                </a:lnTo>
                <a:lnTo>
                  <a:pt x="279732" y="26225"/>
                </a:lnTo>
                <a:lnTo>
                  <a:pt x="280053" y="26302"/>
                </a:lnTo>
                <a:lnTo>
                  <a:pt x="280401" y="26372"/>
                </a:lnTo>
                <a:lnTo>
                  <a:pt x="280748" y="26434"/>
                </a:lnTo>
                <a:lnTo>
                  <a:pt x="281123" y="26488"/>
                </a:lnTo>
                <a:lnTo>
                  <a:pt x="281497" y="26534"/>
                </a:lnTo>
                <a:lnTo>
                  <a:pt x="281872" y="26580"/>
                </a:lnTo>
                <a:lnTo>
                  <a:pt x="282273" y="26611"/>
                </a:lnTo>
                <a:lnTo>
                  <a:pt x="282675" y="26642"/>
                </a:lnTo>
                <a:lnTo>
                  <a:pt x="283103" y="26657"/>
                </a:lnTo>
                <a:lnTo>
                  <a:pt x="283504" y="26673"/>
                </a:lnTo>
                <a:lnTo>
                  <a:pt x="283932" y="26681"/>
                </a:lnTo>
                <a:lnTo>
                  <a:pt x="284333" y="26673"/>
                </a:lnTo>
                <a:lnTo>
                  <a:pt x="284734" y="26665"/>
                </a:lnTo>
                <a:lnTo>
                  <a:pt x="285162" y="26642"/>
                </a:lnTo>
                <a:lnTo>
                  <a:pt x="285537" y="26611"/>
                </a:lnTo>
                <a:lnTo>
                  <a:pt x="285938" y="26572"/>
                </a:lnTo>
                <a:lnTo>
                  <a:pt x="286313" y="26526"/>
                </a:lnTo>
                <a:lnTo>
                  <a:pt x="286687" y="26472"/>
                </a:lnTo>
                <a:lnTo>
                  <a:pt x="287035" y="26410"/>
                </a:lnTo>
                <a:lnTo>
                  <a:pt x="287356" y="26333"/>
                </a:lnTo>
                <a:lnTo>
                  <a:pt x="287677" y="26248"/>
                </a:lnTo>
                <a:lnTo>
                  <a:pt x="287971" y="26156"/>
                </a:lnTo>
                <a:lnTo>
                  <a:pt x="288239" y="26055"/>
                </a:lnTo>
                <a:lnTo>
                  <a:pt x="288506" y="25939"/>
                </a:lnTo>
                <a:lnTo>
                  <a:pt x="288720" y="25816"/>
                </a:lnTo>
                <a:lnTo>
                  <a:pt x="288907" y="25685"/>
                </a:lnTo>
                <a:lnTo>
                  <a:pt x="289068" y="25538"/>
                </a:lnTo>
                <a:lnTo>
                  <a:pt x="289095" y="25523"/>
                </a:lnTo>
                <a:lnTo>
                  <a:pt x="289309" y="25453"/>
                </a:lnTo>
                <a:lnTo>
                  <a:pt x="289523" y="25384"/>
                </a:lnTo>
                <a:lnTo>
                  <a:pt x="289710" y="25314"/>
                </a:lnTo>
                <a:lnTo>
                  <a:pt x="289870" y="25237"/>
                </a:lnTo>
                <a:lnTo>
                  <a:pt x="290031" y="25152"/>
                </a:lnTo>
                <a:lnTo>
                  <a:pt x="290165" y="25067"/>
                </a:lnTo>
                <a:lnTo>
                  <a:pt x="290272" y="24982"/>
                </a:lnTo>
                <a:lnTo>
                  <a:pt x="290352" y="24890"/>
                </a:lnTo>
                <a:lnTo>
                  <a:pt x="290432" y="24805"/>
                </a:lnTo>
                <a:lnTo>
                  <a:pt x="290486" y="24712"/>
                </a:lnTo>
                <a:lnTo>
                  <a:pt x="290512" y="24619"/>
                </a:lnTo>
                <a:lnTo>
                  <a:pt x="290512" y="24527"/>
                </a:lnTo>
                <a:lnTo>
                  <a:pt x="290486" y="24442"/>
                </a:lnTo>
                <a:lnTo>
                  <a:pt x="290459" y="24349"/>
                </a:lnTo>
                <a:lnTo>
                  <a:pt x="290405" y="24264"/>
                </a:lnTo>
                <a:lnTo>
                  <a:pt x="290325" y="24179"/>
                </a:lnTo>
                <a:lnTo>
                  <a:pt x="290940" y="23423"/>
                </a:lnTo>
                <a:lnTo>
                  <a:pt x="291556" y="22666"/>
                </a:lnTo>
                <a:lnTo>
                  <a:pt x="292091" y="21902"/>
                </a:lnTo>
                <a:lnTo>
                  <a:pt x="292599" y="21138"/>
                </a:lnTo>
                <a:lnTo>
                  <a:pt x="293080" y="20366"/>
                </a:lnTo>
                <a:lnTo>
                  <a:pt x="293482" y="19594"/>
                </a:lnTo>
                <a:lnTo>
                  <a:pt x="293830" y="18822"/>
                </a:lnTo>
                <a:lnTo>
                  <a:pt x="294124" y="18042"/>
                </a:lnTo>
                <a:lnTo>
                  <a:pt x="294365" y="17262"/>
                </a:lnTo>
                <a:lnTo>
                  <a:pt x="294552" y="16483"/>
                </a:lnTo>
                <a:lnTo>
                  <a:pt x="294632" y="16097"/>
                </a:lnTo>
                <a:lnTo>
                  <a:pt x="294686" y="15711"/>
                </a:lnTo>
                <a:lnTo>
                  <a:pt x="294712" y="15317"/>
                </a:lnTo>
                <a:lnTo>
                  <a:pt x="294739" y="14931"/>
                </a:lnTo>
                <a:lnTo>
                  <a:pt x="294739" y="14537"/>
                </a:lnTo>
                <a:lnTo>
                  <a:pt x="294712" y="14151"/>
                </a:lnTo>
                <a:lnTo>
                  <a:pt x="294686" y="13765"/>
                </a:lnTo>
                <a:lnTo>
                  <a:pt x="294632" y="13379"/>
                </a:lnTo>
                <a:lnTo>
                  <a:pt x="294579" y="12985"/>
                </a:lnTo>
                <a:lnTo>
                  <a:pt x="294472" y="12599"/>
                </a:lnTo>
                <a:lnTo>
                  <a:pt x="294365" y="12213"/>
                </a:lnTo>
                <a:lnTo>
                  <a:pt x="294258" y="11827"/>
                </a:lnTo>
                <a:lnTo>
                  <a:pt x="294659" y="11797"/>
                </a:lnTo>
                <a:lnTo>
                  <a:pt x="295060" y="11758"/>
                </a:lnTo>
                <a:lnTo>
                  <a:pt x="295408" y="11704"/>
                </a:lnTo>
                <a:lnTo>
                  <a:pt x="295729" y="11642"/>
                </a:lnTo>
                <a:lnTo>
                  <a:pt x="296023" y="11580"/>
                </a:lnTo>
                <a:lnTo>
                  <a:pt x="296291" y="11503"/>
                </a:lnTo>
                <a:lnTo>
                  <a:pt x="296531" y="11418"/>
                </a:lnTo>
                <a:lnTo>
                  <a:pt x="296719" y="11333"/>
                </a:lnTo>
                <a:lnTo>
                  <a:pt x="296906" y="11241"/>
                </a:lnTo>
                <a:lnTo>
                  <a:pt x="297066" y="11140"/>
                </a:lnTo>
                <a:lnTo>
                  <a:pt x="297173" y="11040"/>
                </a:lnTo>
                <a:lnTo>
                  <a:pt x="297254" y="10932"/>
                </a:lnTo>
                <a:lnTo>
                  <a:pt x="297307" y="10824"/>
                </a:lnTo>
                <a:lnTo>
                  <a:pt x="297334" y="10716"/>
                </a:lnTo>
                <a:lnTo>
                  <a:pt x="297334" y="10608"/>
                </a:lnTo>
                <a:lnTo>
                  <a:pt x="297307" y="10500"/>
                </a:lnTo>
                <a:lnTo>
                  <a:pt x="297254" y="10384"/>
                </a:lnTo>
                <a:lnTo>
                  <a:pt x="297173" y="10276"/>
                </a:lnTo>
                <a:lnTo>
                  <a:pt x="297066" y="10168"/>
                </a:lnTo>
                <a:lnTo>
                  <a:pt x="296906" y="10060"/>
                </a:lnTo>
                <a:lnTo>
                  <a:pt x="296745" y="9959"/>
                </a:lnTo>
                <a:lnTo>
                  <a:pt x="296558" y="9859"/>
                </a:lnTo>
                <a:lnTo>
                  <a:pt x="296317" y="9766"/>
                </a:lnTo>
                <a:lnTo>
                  <a:pt x="296050" y="9681"/>
                </a:lnTo>
                <a:lnTo>
                  <a:pt x="295782" y="9596"/>
                </a:lnTo>
                <a:lnTo>
                  <a:pt x="295461" y="9519"/>
                </a:lnTo>
                <a:lnTo>
                  <a:pt x="295114" y="9450"/>
                </a:lnTo>
                <a:lnTo>
                  <a:pt x="294766" y="9388"/>
                </a:lnTo>
                <a:lnTo>
                  <a:pt x="294365" y="9342"/>
                </a:lnTo>
                <a:lnTo>
                  <a:pt x="293937" y="9295"/>
                </a:lnTo>
                <a:lnTo>
                  <a:pt x="293482" y="9264"/>
                </a:lnTo>
                <a:lnTo>
                  <a:pt x="293000" y="9241"/>
                </a:lnTo>
                <a:lnTo>
                  <a:pt x="257395" y="8099"/>
                </a:lnTo>
                <a:lnTo>
                  <a:pt x="221817" y="6956"/>
                </a:lnTo>
                <a:lnTo>
                  <a:pt x="150607" y="4694"/>
                </a:lnTo>
                <a:lnTo>
                  <a:pt x="115002" y="3552"/>
                </a:lnTo>
                <a:lnTo>
                  <a:pt x="79423" y="2394"/>
                </a:lnTo>
                <a:lnTo>
                  <a:pt x="61634" y="1807"/>
                </a:lnTo>
                <a:lnTo>
                  <a:pt x="43845" y="1220"/>
                </a:lnTo>
                <a:lnTo>
                  <a:pt x="26056" y="618"/>
                </a:lnTo>
                <a:lnTo>
                  <a:pt x="8267" y="16"/>
                </a:lnTo>
                <a:lnTo>
                  <a:pt x="7839" y="8"/>
                </a:lnTo>
                <a:lnTo>
                  <a:pt x="74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6" name="Google Shape;356;p18"/>
          <p:cNvGrpSpPr/>
          <p:nvPr/>
        </p:nvGrpSpPr>
        <p:grpSpPr>
          <a:xfrm>
            <a:off x="8247053" y="2773354"/>
            <a:ext cx="881421" cy="520583"/>
            <a:chOff x="3863003" y="76204"/>
            <a:chExt cx="881421" cy="520583"/>
          </a:xfrm>
        </p:grpSpPr>
        <p:sp>
          <p:nvSpPr>
            <p:cNvPr id="357" name="Google Shape;357;p18"/>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8" name="Google Shape;358;p18"/>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59" name="Google Shape;359;p18"/>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60" name="Google Shape;360;p18"/>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61" name="Google Shape;361;p18"/>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
        <p:nvSpPr>
          <p:cNvPr id="362" name="Google Shape;362;p18"/>
          <p:cNvSpPr txBox="1"/>
          <p:nvPr>
            <p:ph idx="8"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
    <p:spTree>
      <p:nvGrpSpPr>
        <p:cNvPr id="363" name="Shape 363"/>
        <p:cNvGrpSpPr/>
        <p:nvPr/>
      </p:nvGrpSpPr>
      <p:grpSpPr>
        <a:xfrm>
          <a:off x="0" y="0"/>
          <a:ext cx="0" cy="0"/>
          <a:chOff x="0" y="0"/>
          <a:chExt cx="0" cy="0"/>
        </a:xfrm>
      </p:grpSpPr>
      <p:sp>
        <p:nvSpPr>
          <p:cNvPr id="364" name="Google Shape;364;p19"/>
          <p:cNvSpPr txBox="1"/>
          <p:nvPr>
            <p:ph type="title"/>
          </p:nvPr>
        </p:nvSpPr>
        <p:spPr>
          <a:xfrm>
            <a:off x="720000" y="1480600"/>
            <a:ext cx="2192700" cy="527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400"/>
              <a:buNone/>
              <a:defRPr sz="3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5" name="Google Shape;365;p19"/>
          <p:cNvSpPr txBox="1"/>
          <p:nvPr>
            <p:ph idx="1" type="subTitle"/>
          </p:nvPr>
        </p:nvSpPr>
        <p:spPr>
          <a:xfrm>
            <a:off x="720000" y="2067125"/>
            <a:ext cx="21927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66" name="Google Shape;366;p19"/>
          <p:cNvSpPr txBox="1"/>
          <p:nvPr>
            <p:ph idx="2" type="title"/>
          </p:nvPr>
        </p:nvSpPr>
        <p:spPr>
          <a:xfrm>
            <a:off x="6231300" y="1480600"/>
            <a:ext cx="2192700" cy="5277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2400"/>
              <a:buNone/>
              <a:defRPr sz="3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7" name="Google Shape;367;p19"/>
          <p:cNvSpPr txBox="1"/>
          <p:nvPr>
            <p:ph idx="3" type="subTitle"/>
          </p:nvPr>
        </p:nvSpPr>
        <p:spPr>
          <a:xfrm>
            <a:off x="6231300" y="2067125"/>
            <a:ext cx="21927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68" name="Google Shape;368;p19"/>
          <p:cNvSpPr txBox="1"/>
          <p:nvPr>
            <p:ph idx="4" type="title"/>
          </p:nvPr>
        </p:nvSpPr>
        <p:spPr>
          <a:xfrm>
            <a:off x="720000" y="3279325"/>
            <a:ext cx="2192700" cy="5277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400"/>
              <a:buNone/>
              <a:defRPr sz="3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9" name="Google Shape;369;p19"/>
          <p:cNvSpPr txBox="1"/>
          <p:nvPr>
            <p:ph idx="5" type="subTitle"/>
          </p:nvPr>
        </p:nvSpPr>
        <p:spPr>
          <a:xfrm>
            <a:off x="720000" y="3865850"/>
            <a:ext cx="21927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0" name="Google Shape;370;p19"/>
          <p:cNvSpPr txBox="1"/>
          <p:nvPr>
            <p:ph idx="6" type="title"/>
          </p:nvPr>
        </p:nvSpPr>
        <p:spPr>
          <a:xfrm>
            <a:off x="6231300" y="3279325"/>
            <a:ext cx="2192700" cy="527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400"/>
              <a:buNone/>
              <a:defRPr sz="3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71" name="Google Shape;371;p19"/>
          <p:cNvSpPr txBox="1"/>
          <p:nvPr>
            <p:ph idx="7" type="subTitle"/>
          </p:nvPr>
        </p:nvSpPr>
        <p:spPr>
          <a:xfrm>
            <a:off x="6231300" y="3865850"/>
            <a:ext cx="21927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2" name="Google Shape;372;p19"/>
          <p:cNvSpPr/>
          <p:nvPr/>
        </p:nvSpPr>
        <p:spPr>
          <a:xfrm flipH="1" rot="10800000">
            <a:off x="588263" y="299573"/>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p:nvPr/>
        </p:nvSpPr>
        <p:spPr>
          <a:xfrm rot="10800000">
            <a:off x="8143570" y="813706"/>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txBox="1"/>
          <p:nvPr>
            <p:ph idx="8"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75" name="Shape 375"/>
        <p:cNvGrpSpPr/>
        <p:nvPr/>
      </p:nvGrpSpPr>
      <p:grpSpPr>
        <a:xfrm>
          <a:off x="0" y="0"/>
          <a:ext cx="0" cy="0"/>
          <a:chOff x="0" y="0"/>
          <a:chExt cx="0" cy="0"/>
        </a:xfrm>
      </p:grpSpPr>
      <p:sp>
        <p:nvSpPr>
          <p:cNvPr id="376" name="Google Shape;376;p20"/>
          <p:cNvSpPr/>
          <p:nvPr/>
        </p:nvSpPr>
        <p:spPr>
          <a:xfrm>
            <a:off x="-100" y="2771100"/>
            <a:ext cx="9144000" cy="23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txBox="1"/>
          <p:nvPr>
            <p:ph type="title"/>
          </p:nvPr>
        </p:nvSpPr>
        <p:spPr>
          <a:xfrm>
            <a:off x="720000" y="171165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78" name="Google Shape;378;p20"/>
          <p:cNvSpPr txBox="1"/>
          <p:nvPr>
            <p:ph idx="1" type="subTitle"/>
          </p:nvPr>
        </p:nvSpPr>
        <p:spPr>
          <a:xfrm>
            <a:off x="720000" y="2086950"/>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9" name="Google Shape;379;p20"/>
          <p:cNvSpPr txBox="1"/>
          <p:nvPr>
            <p:ph idx="2" type="title"/>
          </p:nvPr>
        </p:nvSpPr>
        <p:spPr>
          <a:xfrm>
            <a:off x="3419269" y="171165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80" name="Google Shape;380;p20"/>
          <p:cNvSpPr txBox="1"/>
          <p:nvPr>
            <p:ph idx="3" type="subTitle"/>
          </p:nvPr>
        </p:nvSpPr>
        <p:spPr>
          <a:xfrm>
            <a:off x="3419271" y="2086950"/>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81" name="Google Shape;381;p20"/>
          <p:cNvSpPr txBox="1"/>
          <p:nvPr>
            <p:ph idx="4" type="title"/>
          </p:nvPr>
        </p:nvSpPr>
        <p:spPr>
          <a:xfrm>
            <a:off x="719975" y="366310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82" name="Google Shape;382;p20"/>
          <p:cNvSpPr txBox="1"/>
          <p:nvPr>
            <p:ph idx="5" type="subTitle"/>
          </p:nvPr>
        </p:nvSpPr>
        <p:spPr>
          <a:xfrm>
            <a:off x="720000" y="4045975"/>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83" name="Google Shape;383;p20"/>
          <p:cNvSpPr txBox="1"/>
          <p:nvPr>
            <p:ph idx="6" type="title"/>
          </p:nvPr>
        </p:nvSpPr>
        <p:spPr>
          <a:xfrm>
            <a:off x="3419244" y="366310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84" name="Google Shape;384;p20"/>
          <p:cNvSpPr txBox="1"/>
          <p:nvPr>
            <p:ph idx="7" type="subTitle"/>
          </p:nvPr>
        </p:nvSpPr>
        <p:spPr>
          <a:xfrm>
            <a:off x="3419271" y="4045975"/>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85" name="Google Shape;385;p20"/>
          <p:cNvSpPr txBox="1"/>
          <p:nvPr>
            <p:ph idx="8" type="title"/>
          </p:nvPr>
        </p:nvSpPr>
        <p:spPr>
          <a:xfrm>
            <a:off x="6118545" y="171165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86" name="Google Shape;386;p20"/>
          <p:cNvSpPr txBox="1"/>
          <p:nvPr>
            <p:ph idx="9" type="subTitle"/>
          </p:nvPr>
        </p:nvSpPr>
        <p:spPr>
          <a:xfrm>
            <a:off x="6118549" y="2086950"/>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87" name="Google Shape;387;p20"/>
          <p:cNvSpPr txBox="1"/>
          <p:nvPr>
            <p:ph idx="13" type="title"/>
          </p:nvPr>
        </p:nvSpPr>
        <p:spPr>
          <a:xfrm>
            <a:off x="6118520" y="3663100"/>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88" name="Google Shape;388;p20"/>
          <p:cNvSpPr txBox="1"/>
          <p:nvPr>
            <p:ph idx="14" type="subTitle"/>
          </p:nvPr>
        </p:nvSpPr>
        <p:spPr>
          <a:xfrm>
            <a:off x="6118549" y="4045975"/>
            <a:ext cx="2305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89" name="Google Shape;389;p20"/>
          <p:cNvSpPr/>
          <p:nvPr/>
        </p:nvSpPr>
        <p:spPr>
          <a:xfrm flipH="1" rot="10800000">
            <a:off x="8413525" y="4523914"/>
            <a:ext cx="577190" cy="474636"/>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0"/>
          <p:cNvSpPr/>
          <p:nvPr/>
        </p:nvSpPr>
        <p:spPr>
          <a:xfrm flipH="1" rot="10800000">
            <a:off x="221950" y="4508898"/>
            <a:ext cx="398694" cy="367227"/>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p:nvPr/>
        </p:nvSpPr>
        <p:spPr>
          <a:xfrm flipH="1" rot="10800000">
            <a:off x="8676511" y="642424"/>
            <a:ext cx="355060" cy="326917"/>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0"/>
          <p:cNvSpPr/>
          <p:nvPr/>
        </p:nvSpPr>
        <p:spPr>
          <a:xfrm flipH="1" rot="10800000">
            <a:off x="8039342" y="573214"/>
            <a:ext cx="195072" cy="160410"/>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0"/>
          <p:cNvSpPr/>
          <p:nvPr/>
        </p:nvSpPr>
        <p:spPr>
          <a:xfrm flipH="1" rot="10800000">
            <a:off x="8372919" y="233707"/>
            <a:ext cx="428717" cy="299902"/>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flipH="1" rot="10800000">
            <a:off x="8335234" y="176423"/>
            <a:ext cx="380079" cy="277692"/>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0"/>
          <p:cNvSpPr/>
          <p:nvPr/>
        </p:nvSpPr>
        <p:spPr>
          <a:xfrm flipH="1" rot="10800000">
            <a:off x="310348" y="320792"/>
            <a:ext cx="544988" cy="379834"/>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0"/>
          <p:cNvSpPr txBox="1"/>
          <p:nvPr>
            <p:ph idx="15"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2"/>
        </a:solidFill>
      </p:bgPr>
    </p:bg>
    <p:spTree>
      <p:nvGrpSpPr>
        <p:cNvPr id="397" name="Shape 397"/>
        <p:cNvGrpSpPr/>
        <p:nvPr/>
      </p:nvGrpSpPr>
      <p:grpSpPr>
        <a:xfrm>
          <a:off x="0" y="0"/>
          <a:ext cx="0" cy="0"/>
          <a:chOff x="0" y="0"/>
          <a:chExt cx="0" cy="0"/>
        </a:xfrm>
      </p:grpSpPr>
      <p:sp>
        <p:nvSpPr>
          <p:cNvPr id="398" name="Google Shape;398;p21"/>
          <p:cNvSpPr txBox="1"/>
          <p:nvPr>
            <p:ph hasCustomPrompt="1" type="title"/>
          </p:nvPr>
        </p:nvSpPr>
        <p:spPr>
          <a:xfrm>
            <a:off x="3479875" y="1387675"/>
            <a:ext cx="4885800" cy="828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99" name="Google Shape;399;p21"/>
          <p:cNvSpPr txBox="1"/>
          <p:nvPr>
            <p:ph idx="1" type="subTitle"/>
          </p:nvPr>
        </p:nvSpPr>
        <p:spPr>
          <a:xfrm>
            <a:off x="3479875" y="2093700"/>
            <a:ext cx="4885800" cy="445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0" name="Google Shape;400;p21"/>
          <p:cNvSpPr txBox="1"/>
          <p:nvPr>
            <p:ph hasCustomPrompt="1" idx="2" type="title"/>
          </p:nvPr>
        </p:nvSpPr>
        <p:spPr>
          <a:xfrm>
            <a:off x="3479875" y="2843825"/>
            <a:ext cx="4885800" cy="828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01" name="Google Shape;401;p21"/>
          <p:cNvSpPr txBox="1"/>
          <p:nvPr>
            <p:ph idx="3" type="subTitle"/>
          </p:nvPr>
        </p:nvSpPr>
        <p:spPr>
          <a:xfrm>
            <a:off x="3479875" y="3549850"/>
            <a:ext cx="4885800" cy="445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02" name="Google Shape;402;p21"/>
          <p:cNvSpPr/>
          <p:nvPr/>
        </p:nvSpPr>
        <p:spPr>
          <a:xfrm>
            <a:off x="-45350" y="2224150"/>
            <a:ext cx="3386225" cy="2939800"/>
          </a:xfrm>
          <a:custGeom>
            <a:rect b="b" l="l" r="r" t="t"/>
            <a:pathLst>
              <a:path extrusionOk="0" h="117592" w="135449">
                <a:moveTo>
                  <a:pt x="109317" y="12195"/>
                </a:moveTo>
                <a:lnTo>
                  <a:pt x="135449" y="74040"/>
                </a:lnTo>
                <a:lnTo>
                  <a:pt x="70555" y="116721"/>
                </a:lnTo>
                <a:lnTo>
                  <a:pt x="0" y="117592"/>
                </a:lnTo>
                <a:lnTo>
                  <a:pt x="435" y="37891"/>
                </a:lnTo>
                <a:lnTo>
                  <a:pt x="53134" y="0"/>
                </a:lnTo>
                <a:close/>
              </a:path>
            </a:pathLst>
          </a:custGeom>
          <a:solidFill>
            <a:schemeClr val="lt1"/>
          </a:solidFill>
          <a:ln>
            <a:noFill/>
          </a:ln>
        </p:spPr>
      </p:sp>
      <p:sp>
        <p:nvSpPr>
          <p:cNvPr id="403" name="Google Shape;403;p21"/>
          <p:cNvSpPr/>
          <p:nvPr/>
        </p:nvSpPr>
        <p:spPr>
          <a:xfrm rot="10800000">
            <a:off x="2967823" y="730123"/>
            <a:ext cx="641976" cy="52779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1"/>
          <p:cNvSpPr/>
          <p:nvPr/>
        </p:nvSpPr>
        <p:spPr>
          <a:xfrm rot="10800000">
            <a:off x="104637" y="159488"/>
            <a:ext cx="478299" cy="440290"/>
          </a:xfrm>
          <a:custGeom>
            <a:rect b="b" l="l" r="r" t="t"/>
            <a:pathLst>
              <a:path extrusionOk="0" h="32602" w="108581">
                <a:moveTo>
                  <a:pt x="64442" y="0"/>
                </a:moveTo>
                <a:lnTo>
                  <a:pt x="62276" y="8"/>
                </a:lnTo>
                <a:lnTo>
                  <a:pt x="60135" y="23"/>
                </a:lnTo>
                <a:lnTo>
                  <a:pt x="57995" y="54"/>
                </a:lnTo>
                <a:lnTo>
                  <a:pt x="55855" y="108"/>
                </a:lnTo>
                <a:lnTo>
                  <a:pt x="53742" y="170"/>
                </a:lnTo>
                <a:lnTo>
                  <a:pt x="51629" y="247"/>
                </a:lnTo>
                <a:lnTo>
                  <a:pt x="49515" y="340"/>
                </a:lnTo>
                <a:lnTo>
                  <a:pt x="47456" y="448"/>
                </a:lnTo>
                <a:lnTo>
                  <a:pt x="45396" y="572"/>
                </a:lnTo>
                <a:lnTo>
                  <a:pt x="43363" y="718"/>
                </a:lnTo>
                <a:lnTo>
                  <a:pt x="41357" y="873"/>
                </a:lnTo>
                <a:lnTo>
                  <a:pt x="39350" y="1042"/>
                </a:lnTo>
                <a:lnTo>
                  <a:pt x="37397" y="1228"/>
                </a:lnTo>
                <a:lnTo>
                  <a:pt x="35471" y="1428"/>
                </a:lnTo>
                <a:lnTo>
                  <a:pt x="33572" y="1652"/>
                </a:lnTo>
                <a:lnTo>
                  <a:pt x="31700" y="1884"/>
                </a:lnTo>
                <a:lnTo>
                  <a:pt x="30763" y="2007"/>
                </a:lnTo>
                <a:lnTo>
                  <a:pt x="29854" y="2139"/>
                </a:lnTo>
                <a:lnTo>
                  <a:pt x="28944" y="2270"/>
                </a:lnTo>
                <a:lnTo>
                  <a:pt x="28061" y="2401"/>
                </a:lnTo>
                <a:lnTo>
                  <a:pt x="27179" y="2540"/>
                </a:lnTo>
                <a:lnTo>
                  <a:pt x="26296" y="2687"/>
                </a:lnTo>
                <a:lnTo>
                  <a:pt x="25440" y="2833"/>
                </a:lnTo>
                <a:lnTo>
                  <a:pt x="24584" y="2988"/>
                </a:lnTo>
                <a:lnTo>
                  <a:pt x="23728" y="3142"/>
                </a:lnTo>
                <a:lnTo>
                  <a:pt x="22899" y="3297"/>
                </a:lnTo>
                <a:lnTo>
                  <a:pt x="22069" y="3466"/>
                </a:lnTo>
                <a:lnTo>
                  <a:pt x="21267" y="3629"/>
                </a:lnTo>
                <a:lnTo>
                  <a:pt x="20464" y="3806"/>
                </a:lnTo>
                <a:lnTo>
                  <a:pt x="19662" y="3984"/>
                </a:lnTo>
                <a:lnTo>
                  <a:pt x="18886" y="4161"/>
                </a:lnTo>
                <a:lnTo>
                  <a:pt x="18137" y="4347"/>
                </a:lnTo>
                <a:lnTo>
                  <a:pt x="17361" y="4532"/>
                </a:lnTo>
                <a:lnTo>
                  <a:pt x="16639" y="4725"/>
                </a:lnTo>
                <a:lnTo>
                  <a:pt x="15890" y="4926"/>
                </a:lnTo>
                <a:lnTo>
                  <a:pt x="15194" y="5126"/>
                </a:lnTo>
                <a:lnTo>
                  <a:pt x="14499" y="5327"/>
                </a:lnTo>
                <a:lnTo>
                  <a:pt x="13803" y="5535"/>
                </a:lnTo>
                <a:lnTo>
                  <a:pt x="13135" y="5752"/>
                </a:lnTo>
                <a:lnTo>
                  <a:pt x="12466" y="5968"/>
                </a:lnTo>
                <a:lnTo>
                  <a:pt x="11824" y="6192"/>
                </a:lnTo>
                <a:lnTo>
                  <a:pt x="11182" y="6415"/>
                </a:lnTo>
                <a:lnTo>
                  <a:pt x="10567" y="6647"/>
                </a:lnTo>
                <a:lnTo>
                  <a:pt x="9978" y="6886"/>
                </a:lnTo>
                <a:lnTo>
                  <a:pt x="9390" y="7126"/>
                </a:lnTo>
                <a:lnTo>
                  <a:pt x="8801" y="7365"/>
                </a:lnTo>
                <a:lnTo>
                  <a:pt x="8239" y="7612"/>
                </a:lnTo>
                <a:lnTo>
                  <a:pt x="7704" y="7867"/>
                </a:lnTo>
                <a:lnTo>
                  <a:pt x="7196" y="8122"/>
                </a:lnTo>
                <a:lnTo>
                  <a:pt x="6688" y="8384"/>
                </a:lnTo>
                <a:lnTo>
                  <a:pt x="6179" y="8647"/>
                </a:lnTo>
                <a:lnTo>
                  <a:pt x="5698" y="8917"/>
                </a:lnTo>
                <a:lnTo>
                  <a:pt x="5243" y="9187"/>
                </a:lnTo>
                <a:lnTo>
                  <a:pt x="4815" y="9465"/>
                </a:lnTo>
                <a:lnTo>
                  <a:pt x="4387" y="9750"/>
                </a:lnTo>
                <a:lnTo>
                  <a:pt x="3986" y="10036"/>
                </a:lnTo>
                <a:lnTo>
                  <a:pt x="3611" y="10329"/>
                </a:lnTo>
                <a:lnTo>
                  <a:pt x="3237" y="10623"/>
                </a:lnTo>
                <a:lnTo>
                  <a:pt x="2889" y="10924"/>
                </a:lnTo>
                <a:lnTo>
                  <a:pt x="2541" y="11225"/>
                </a:lnTo>
                <a:lnTo>
                  <a:pt x="2247" y="11534"/>
                </a:lnTo>
                <a:lnTo>
                  <a:pt x="1953" y="11843"/>
                </a:lnTo>
                <a:lnTo>
                  <a:pt x="1659" y="12167"/>
                </a:lnTo>
                <a:lnTo>
                  <a:pt x="1418" y="12483"/>
                </a:lnTo>
                <a:lnTo>
                  <a:pt x="1177" y="12808"/>
                </a:lnTo>
                <a:lnTo>
                  <a:pt x="963" y="13140"/>
                </a:lnTo>
                <a:lnTo>
                  <a:pt x="776" y="13479"/>
                </a:lnTo>
                <a:lnTo>
                  <a:pt x="589" y="13819"/>
                </a:lnTo>
                <a:lnTo>
                  <a:pt x="455" y="14159"/>
                </a:lnTo>
                <a:lnTo>
                  <a:pt x="321" y="14506"/>
                </a:lnTo>
                <a:lnTo>
                  <a:pt x="187" y="14861"/>
                </a:lnTo>
                <a:lnTo>
                  <a:pt x="107" y="15216"/>
                </a:lnTo>
                <a:lnTo>
                  <a:pt x="54" y="15517"/>
                </a:lnTo>
                <a:lnTo>
                  <a:pt x="27" y="15818"/>
                </a:lnTo>
                <a:lnTo>
                  <a:pt x="0" y="16119"/>
                </a:lnTo>
                <a:lnTo>
                  <a:pt x="0" y="16420"/>
                </a:lnTo>
                <a:lnTo>
                  <a:pt x="0" y="16714"/>
                </a:lnTo>
                <a:lnTo>
                  <a:pt x="54" y="17007"/>
                </a:lnTo>
                <a:lnTo>
                  <a:pt x="107" y="17301"/>
                </a:lnTo>
                <a:lnTo>
                  <a:pt x="161" y="17586"/>
                </a:lnTo>
                <a:lnTo>
                  <a:pt x="241" y="17872"/>
                </a:lnTo>
                <a:lnTo>
                  <a:pt x="348" y="18157"/>
                </a:lnTo>
                <a:lnTo>
                  <a:pt x="482" y="18443"/>
                </a:lnTo>
                <a:lnTo>
                  <a:pt x="615" y="18721"/>
                </a:lnTo>
                <a:lnTo>
                  <a:pt x="776" y="18999"/>
                </a:lnTo>
                <a:lnTo>
                  <a:pt x="936" y="19277"/>
                </a:lnTo>
                <a:lnTo>
                  <a:pt x="1124" y="19555"/>
                </a:lnTo>
                <a:lnTo>
                  <a:pt x="1338" y="19825"/>
                </a:lnTo>
                <a:lnTo>
                  <a:pt x="1552" y="20095"/>
                </a:lnTo>
                <a:lnTo>
                  <a:pt x="1792" y="20365"/>
                </a:lnTo>
                <a:lnTo>
                  <a:pt x="2033" y="20636"/>
                </a:lnTo>
                <a:lnTo>
                  <a:pt x="2301" y="20898"/>
                </a:lnTo>
                <a:lnTo>
                  <a:pt x="2595" y="21160"/>
                </a:lnTo>
                <a:lnTo>
                  <a:pt x="2889" y="21415"/>
                </a:lnTo>
                <a:lnTo>
                  <a:pt x="3210" y="21678"/>
                </a:lnTo>
                <a:lnTo>
                  <a:pt x="3531" y="21932"/>
                </a:lnTo>
                <a:lnTo>
                  <a:pt x="3879" y="22180"/>
                </a:lnTo>
                <a:lnTo>
                  <a:pt x="4227" y="22434"/>
                </a:lnTo>
                <a:lnTo>
                  <a:pt x="4601" y="22681"/>
                </a:lnTo>
                <a:lnTo>
                  <a:pt x="4976" y="22921"/>
                </a:lnTo>
                <a:lnTo>
                  <a:pt x="5377" y="23168"/>
                </a:lnTo>
                <a:lnTo>
                  <a:pt x="5778" y="23407"/>
                </a:lnTo>
                <a:lnTo>
                  <a:pt x="6661" y="23878"/>
                </a:lnTo>
                <a:lnTo>
                  <a:pt x="7571" y="24341"/>
                </a:lnTo>
                <a:lnTo>
                  <a:pt x="8534" y="24797"/>
                </a:lnTo>
                <a:lnTo>
                  <a:pt x="9550" y="25237"/>
                </a:lnTo>
                <a:lnTo>
                  <a:pt x="10620" y="25669"/>
                </a:lnTo>
                <a:lnTo>
                  <a:pt x="11744" y="26086"/>
                </a:lnTo>
                <a:lnTo>
                  <a:pt x="12894" y="26495"/>
                </a:lnTo>
                <a:lnTo>
                  <a:pt x="14098" y="26889"/>
                </a:lnTo>
                <a:lnTo>
                  <a:pt x="15355" y="27275"/>
                </a:lnTo>
                <a:lnTo>
                  <a:pt x="16639" y="27653"/>
                </a:lnTo>
                <a:lnTo>
                  <a:pt x="17977" y="28008"/>
                </a:lnTo>
                <a:lnTo>
                  <a:pt x="19341" y="28363"/>
                </a:lnTo>
                <a:lnTo>
                  <a:pt x="20759" y="28695"/>
                </a:lnTo>
                <a:lnTo>
                  <a:pt x="22203" y="29019"/>
                </a:lnTo>
                <a:lnTo>
                  <a:pt x="23674" y="29336"/>
                </a:lnTo>
                <a:lnTo>
                  <a:pt x="25199" y="29637"/>
                </a:lnTo>
                <a:lnTo>
                  <a:pt x="26724" y="29923"/>
                </a:lnTo>
                <a:lnTo>
                  <a:pt x="28302" y="30193"/>
                </a:lnTo>
                <a:lnTo>
                  <a:pt x="29907" y="30448"/>
                </a:lnTo>
                <a:lnTo>
                  <a:pt x="31539" y="30695"/>
                </a:lnTo>
                <a:lnTo>
                  <a:pt x="33198" y="30926"/>
                </a:lnTo>
                <a:lnTo>
                  <a:pt x="34883" y="31142"/>
                </a:lnTo>
                <a:lnTo>
                  <a:pt x="36595" y="31351"/>
                </a:lnTo>
                <a:lnTo>
                  <a:pt x="38334" y="31536"/>
                </a:lnTo>
                <a:lnTo>
                  <a:pt x="40073" y="31714"/>
                </a:lnTo>
                <a:lnTo>
                  <a:pt x="41865" y="31868"/>
                </a:lnTo>
                <a:lnTo>
                  <a:pt x="43657" y="32015"/>
                </a:lnTo>
                <a:lnTo>
                  <a:pt x="45449" y="32138"/>
                </a:lnTo>
                <a:lnTo>
                  <a:pt x="47268" y="32254"/>
                </a:lnTo>
                <a:lnTo>
                  <a:pt x="49114" y="32354"/>
                </a:lnTo>
                <a:lnTo>
                  <a:pt x="50960" y="32432"/>
                </a:lnTo>
                <a:lnTo>
                  <a:pt x="52833" y="32501"/>
                </a:lnTo>
                <a:lnTo>
                  <a:pt x="54705" y="32547"/>
                </a:lnTo>
                <a:lnTo>
                  <a:pt x="56578" y="32586"/>
                </a:lnTo>
                <a:lnTo>
                  <a:pt x="58477" y="32601"/>
                </a:lnTo>
                <a:lnTo>
                  <a:pt x="60349" y="32601"/>
                </a:lnTo>
                <a:lnTo>
                  <a:pt x="62249" y="32586"/>
                </a:lnTo>
                <a:lnTo>
                  <a:pt x="64148" y="32547"/>
                </a:lnTo>
                <a:lnTo>
                  <a:pt x="66047" y="32501"/>
                </a:lnTo>
                <a:lnTo>
                  <a:pt x="67973" y="32432"/>
                </a:lnTo>
                <a:lnTo>
                  <a:pt x="69873" y="32339"/>
                </a:lnTo>
                <a:lnTo>
                  <a:pt x="71772" y="32239"/>
                </a:lnTo>
                <a:lnTo>
                  <a:pt x="73671" y="32115"/>
                </a:lnTo>
                <a:lnTo>
                  <a:pt x="75544" y="31976"/>
                </a:lnTo>
                <a:lnTo>
                  <a:pt x="77443" y="31814"/>
                </a:lnTo>
                <a:lnTo>
                  <a:pt x="78379" y="31729"/>
                </a:lnTo>
                <a:lnTo>
                  <a:pt x="79316" y="31636"/>
                </a:lnTo>
                <a:lnTo>
                  <a:pt x="80252" y="31536"/>
                </a:lnTo>
                <a:lnTo>
                  <a:pt x="81188" y="31436"/>
                </a:lnTo>
                <a:lnTo>
                  <a:pt x="82098" y="31335"/>
                </a:lnTo>
                <a:lnTo>
                  <a:pt x="83034" y="31220"/>
                </a:lnTo>
                <a:lnTo>
                  <a:pt x="83970" y="31104"/>
                </a:lnTo>
                <a:lnTo>
                  <a:pt x="84880" y="30988"/>
                </a:lnTo>
                <a:lnTo>
                  <a:pt x="85228" y="30934"/>
                </a:lnTo>
                <a:lnTo>
                  <a:pt x="85549" y="30872"/>
                </a:lnTo>
                <a:lnTo>
                  <a:pt x="85816" y="30810"/>
                </a:lnTo>
                <a:lnTo>
                  <a:pt x="86057" y="30733"/>
                </a:lnTo>
                <a:lnTo>
                  <a:pt x="86271" y="30664"/>
                </a:lnTo>
                <a:lnTo>
                  <a:pt x="86431" y="30579"/>
                </a:lnTo>
                <a:lnTo>
                  <a:pt x="86565" y="30494"/>
                </a:lnTo>
                <a:lnTo>
                  <a:pt x="86672" y="30409"/>
                </a:lnTo>
                <a:lnTo>
                  <a:pt x="86752" y="30316"/>
                </a:lnTo>
                <a:lnTo>
                  <a:pt x="86779" y="30224"/>
                </a:lnTo>
                <a:lnTo>
                  <a:pt x="86779" y="30131"/>
                </a:lnTo>
                <a:lnTo>
                  <a:pt x="86779" y="30038"/>
                </a:lnTo>
                <a:lnTo>
                  <a:pt x="86726" y="29946"/>
                </a:lnTo>
                <a:lnTo>
                  <a:pt x="86645" y="29853"/>
                </a:lnTo>
                <a:lnTo>
                  <a:pt x="86565" y="29760"/>
                </a:lnTo>
                <a:lnTo>
                  <a:pt x="86431" y="29668"/>
                </a:lnTo>
                <a:lnTo>
                  <a:pt x="86271" y="29583"/>
                </a:lnTo>
                <a:lnTo>
                  <a:pt x="86110" y="29498"/>
                </a:lnTo>
                <a:lnTo>
                  <a:pt x="85923" y="29413"/>
                </a:lnTo>
                <a:lnTo>
                  <a:pt x="85709" y="29344"/>
                </a:lnTo>
                <a:lnTo>
                  <a:pt x="85468" y="29266"/>
                </a:lnTo>
                <a:lnTo>
                  <a:pt x="85228" y="29205"/>
                </a:lnTo>
                <a:lnTo>
                  <a:pt x="84960" y="29143"/>
                </a:lnTo>
                <a:lnTo>
                  <a:pt x="84693" y="29089"/>
                </a:lnTo>
                <a:lnTo>
                  <a:pt x="84372" y="29043"/>
                </a:lnTo>
                <a:lnTo>
                  <a:pt x="84077" y="29004"/>
                </a:lnTo>
                <a:lnTo>
                  <a:pt x="83756" y="28981"/>
                </a:lnTo>
                <a:lnTo>
                  <a:pt x="83408" y="28958"/>
                </a:lnTo>
                <a:lnTo>
                  <a:pt x="83061" y="28950"/>
                </a:lnTo>
                <a:lnTo>
                  <a:pt x="82713" y="28950"/>
                </a:lnTo>
                <a:lnTo>
                  <a:pt x="82338" y="28965"/>
                </a:lnTo>
                <a:lnTo>
                  <a:pt x="81964" y="28988"/>
                </a:lnTo>
                <a:lnTo>
                  <a:pt x="80386" y="29104"/>
                </a:lnTo>
                <a:lnTo>
                  <a:pt x="78807" y="29205"/>
                </a:lnTo>
                <a:lnTo>
                  <a:pt x="77202" y="29297"/>
                </a:lnTo>
                <a:lnTo>
                  <a:pt x="75624" y="29382"/>
                </a:lnTo>
                <a:lnTo>
                  <a:pt x="74019" y="29452"/>
                </a:lnTo>
                <a:lnTo>
                  <a:pt x="72387" y="29513"/>
                </a:lnTo>
                <a:lnTo>
                  <a:pt x="70782" y="29560"/>
                </a:lnTo>
                <a:lnTo>
                  <a:pt x="69150" y="29598"/>
                </a:lnTo>
                <a:lnTo>
                  <a:pt x="67545" y="29622"/>
                </a:lnTo>
                <a:lnTo>
                  <a:pt x="65914" y="29637"/>
                </a:lnTo>
                <a:lnTo>
                  <a:pt x="64309" y="29637"/>
                </a:lnTo>
                <a:lnTo>
                  <a:pt x="62677" y="29629"/>
                </a:lnTo>
                <a:lnTo>
                  <a:pt x="61072" y="29614"/>
                </a:lnTo>
                <a:lnTo>
                  <a:pt x="59467" y="29583"/>
                </a:lnTo>
                <a:lnTo>
                  <a:pt x="57862" y="29544"/>
                </a:lnTo>
                <a:lnTo>
                  <a:pt x="56257" y="29490"/>
                </a:lnTo>
                <a:lnTo>
                  <a:pt x="54678" y="29429"/>
                </a:lnTo>
                <a:lnTo>
                  <a:pt x="53100" y="29351"/>
                </a:lnTo>
                <a:lnTo>
                  <a:pt x="51522" y="29266"/>
                </a:lnTo>
                <a:lnTo>
                  <a:pt x="49970" y="29174"/>
                </a:lnTo>
                <a:lnTo>
                  <a:pt x="48419" y="29066"/>
                </a:lnTo>
                <a:lnTo>
                  <a:pt x="46894" y="28950"/>
                </a:lnTo>
                <a:lnTo>
                  <a:pt x="45396" y="28819"/>
                </a:lnTo>
                <a:lnTo>
                  <a:pt x="43898" y="28680"/>
                </a:lnTo>
                <a:lnTo>
                  <a:pt x="42427" y="28533"/>
                </a:lnTo>
                <a:lnTo>
                  <a:pt x="40955" y="28371"/>
                </a:lnTo>
                <a:lnTo>
                  <a:pt x="39537" y="28201"/>
                </a:lnTo>
                <a:lnTo>
                  <a:pt x="38120" y="28016"/>
                </a:lnTo>
                <a:lnTo>
                  <a:pt x="36729" y="27830"/>
                </a:lnTo>
                <a:lnTo>
                  <a:pt x="35364" y="27622"/>
                </a:lnTo>
                <a:lnTo>
                  <a:pt x="34027" y="27414"/>
                </a:lnTo>
                <a:lnTo>
                  <a:pt x="32716" y="27190"/>
                </a:lnTo>
                <a:lnTo>
                  <a:pt x="31432" y="26958"/>
                </a:lnTo>
                <a:lnTo>
                  <a:pt x="30175" y="26711"/>
                </a:lnTo>
                <a:lnTo>
                  <a:pt x="28944" y="26456"/>
                </a:lnTo>
                <a:lnTo>
                  <a:pt x="27740" y="26194"/>
                </a:lnTo>
                <a:lnTo>
                  <a:pt x="26590" y="25916"/>
                </a:lnTo>
                <a:lnTo>
                  <a:pt x="25467" y="25630"/>
                </a:lnTo>
                <a:lnTo>
                  <a:pt x="24370" y="25337"/>
                </a:lnTo>
                <a:lnTo>
                  <a:pt x="23327" y="25028"/>
                </a:lnTo>
                <a:lnTo>
                  <a:pt x="22310" y="24712"/>
                </a:lnTo>
                <a:lnTo>
                  <a:pt x="21320" y="24387"/>
                </a:lnTo>
                <a:lnTo>
                  <a:pt x="20384" y="24055"/>
                </a:lnTo>
                <a:lnTo>
                  <a:pt x="19501" y="23708"/>
                </a:lnTo>
                <a:lnTo>
                  <a:pt x="18645" y="23353"/>
                </a:lnTo>
                <a:lnTo>
                  <a:pt x="17843" y="22990"/>
                </a:lnTo>
                <a:lnTo>
                  <a:pt x="17094" y="22612"/>
                </a:lnTo>
                <a:lnTo>
                  <a:pt x="16371" y="22226"/>
                </a:lnTo>
                <a:lnTo>
                  <a:pt x="15703" y="21832"/>
                </a:lnTo>
                <a:lnTo>
                  <a:pt x="15087" y="21423"/>
                </a:lnTo>
                <a:lnTo>
                  <a:pt x="14526" y="21014"/>
                </a:lnTo>
                <a:lnTo>
                  <a:pt x="14017" y="20589"/>
                </a:lnTo>
                <a:lnTo>
                  <a:pt x="13563" y="20149"/>
                </a:lnTo>
                <a:lnTo>
                  <a:pt x="13161" y="19709"/>
                </a:lnTo>
                <a:lnTo>
                  <a:pt x="12814" y="19254"/>
                </a:lnTo>
                <a:lnTo>
                  <a:pt x="12519" y="18790"/>
                </a:lnTo>
                <a:lnTo>
                  <a:pt x="12279" y="18320"/>
                </a:lnTo>
                <a:lnTo>
                  <a:pt x="12118" y="17833"/>
                </a:lnTo>
                <a:lnTo>
                  <a:pt x="12011" y="17347"/>
                </a:lnTo>
                <a:lnTo>
                  <a:pt x="11958" y="16845"/>
                </a:lnTo>
                <a:lnTo>
                  <a:pt x="11958" y="16336"/>
                </a:lnTo>
                <a:lnTo>
                  <a:pt x="12038" y="15811"/>
                </a:lnTo>
                <a:lnTo>
                  <a:pt x="12172" y="15286"/>
                </a:lnTo>
                <a:lnTo>
                  <a:pt x="12386" y="14745"/>
                </a:lnTo>
                <a:lnTo>
                  <a:pt x="12519" y="14436"/>
                </a:lnTo>
                <a:lnTo>
                  <a:pt x="12707" y="14128"/>
                </a:lnTo>
                <a:lnTo>
                  <a:pt x="12867" y="13834"/>
                </a:lnTo>
                <a:lnTo>
                  <a:pt x="13081" y="13533"/>
                </a:lnTo>
                <a:lnTo>
                  <a:pt x="13268" y="13248"/>
                </a:lnTo>
                <a:lnTo>
                  <a:pt x="13509" y="12962"/>
                </a:lnTo>
                <a:lnTo>
                  <a:pt x="13750" y="12684"/>
                </a:lnTo>
                <a:lnTo>
                  <a:pt x="14017" y="12414"/>
                </a:lnTo>
                <a:lnTo>
                  <a:pt x="14285" y="12144"/>
                </a:lnTo>
                <a:lnTo>
                  <a:pt x="14552" y="11881"/>
                </a:lnTo>
                <a:lnTo>
                  <a:pt x="14873" y="11619"/>
                </a:lnTo>
                <a:lnTo>
                  <a:pt x="15168" y="11364"/>
                </a:lnTo>
                <a:lnTo>
                  <a:pt x="15515" y="11117"/>
                </a:lnTo>
                <a:lnTo>
                  <a:pt x="15863" y="10870"/>
                </a:lnTo>
                <a:lnTo>
                  <a:pt x="16211" y="10631"/>
                </a:lnTo>
                <a:lnTo>
                  <a:pt x="16585" y="10399"/>
                </a:lnTo>
                <a:lnTo>
                  <a:pt x="16960" y="10167"/>
                </a:lnTo>
                <a:lnTo>
                  <a:pt x="17361" y="9943"/>
                </a:lnTo>
                <a:lnTo>
                  <a:pt x="17762" y="9727"/>
                </a:lnTo>
                <a:lnTo>
                  <a:pt x="18191" y="9511"/>
                </a:lnTo>
                <a:lnTo>
                  <a:pt x="18619" y="9303"/>
                </a:lnTo>
                <a:lnTo>
                  <a:pt x="19073" y="9094"/>
                </a:lnTo>
                <a:lnTo>
                  <a:pt x="19528" y="8894"/>
                </a:lnTo>
                <a:lnTo>
                  <a:pt x="20010" y="8693"/>
                </a:lnTo>
                <a:lnTo>
                  <a:pt x="20491" y="8500"/>
                </a:lnTo>
                <a:lnTo>
                  <a:pt x="20999" y="8315"/>
                </a:lnTo>
                <a:lnTo>
                  <a:pt x="21508" y="8129"/>
                </a:lnTo>
                <a:lnTo>
                  <a:pt x="22016" y="7952"/>
                </a:lnTo>
                <a:lnTo>
                  <a:pt x="22551" y="7774"/>
                </a:lnTo>
                <a:lnTo>
                  <a:pt x="23086" y="7604"/>
                </a:lnTo>
                <a:lnTo>
                  <a:pt x="23648" y="7442"/>
                </a:lnTo>
                <a:lnTo>
                  <a:pt x="24209" y="7280"/>
                </a:lnTo>
                <a:lnTo>
                  <a:pt x="24798" y="7118"/>
                </a:lnTo>
                <a:lnTo>
                  <a:pt x="25360" y="6964"/>
                </a:lnTo>
                <a:lnTo>
                  <a:pt x="25975" y="6817"/>
                </a:lnTo>
                <a:lnTo>
                  <a:pt x="26563" y="6670"/>
                </a:lnTo>
                <a:lnTo>
                  <a:pt x="27179" y="6531"/>
                </a:lnTo>
                <a:lnTo>
                  <a:pt x="27821" y="6392"/>
                </a:lnTo>
                <a:lnTo>
                  <a:pt x="28463" y="6261"/>
                </a:lnTo>
                <a:lnTo>
                  <a:pt x="29105" y="6130"/>
                </a:lnTo>
                <a:lnTo>
                  <a:pt x="29747" y="6006"/>
                </a:lnTo>
                <a:lnTo>
                  <a:pt x="30416" y="5883"/>
                </a:lnTo>
                <a:lnTo>
                  <a:pt x="31753" y="5651"/>
                </a:lnTo>
                <a:lnTo>
                  <a:pt x="33144" y="5435"/>
                </a:lnTo>
                <a:lnTo>
                  <a:pt x="34562" y="5234"/>
                </a:lnTo>
                <a:lnTo>
                  <a:pt x="36006" y="5041"/>
                </a:lnTo>
                <a:lnTo>
                  <a:pt x="37478" y="4872"/>
                </a:lnTo>
                <a:lnTo>
                  <a:pt x="39002" y="4709"/>
                </a:lnTo>
                <a:lnTo>
                  <a:pt x="40527" y="4563"/>
                </a:lnTo>
                <a:lnTo>
                  <a:pt x="42079" y="4431"/>
                </a:lnTo>
                <a:lnTo>
                  <a:pt x="43684" y="4308"/>
                </a:lnTo>
                <a:lnTo>
                  <a:pt x="45289" y="4208"/>
                </a:lnTo>
                <a:lnTo>
                  <a:pt x="46894" y="4107"/>
                </a:lnTo>
                <a:lnTo>
                  <a:pt x="48552" y="4030"/>
                </a:lnTo>
                <a:lnTo>
                  <a:pt x="50211" y="3953"/>
                </a:lnTo>
                <a:lnTo>
                  <a:pt x="51896" y="3899"/>
                </a:lnTo>
                <a:lnTo>
                  <a:pt x="53582" y="3845"/>
                </a:lnTo>
                <a:lnTo>
                  <a:pt x="55294" y="3814"/>
                </a:lnTo>
                <a:lnTo>
                  <a:pt x="57032" y="3783"/>
                </a:lnTo>
                <a:lnTo>
                  <a:pt x="58771" y="3768"/>
                </a:lnTo>
                <a:lnTo>
                  <a:pt x="60510" y="3760"/>
                </a:lnTo>
                <a:lnTo>
                  <a:pt x="62249" y="3768"/>
                </a:lnTo>
                <a:lnTo>
                  <a:pt x="64014" y="3783"/>
                </a:lnTo>
                <a:lnTo>
                  <a:pt x="65780" y="3798"/>
                </a:lnTo>
                <a:lnTo>
                  <a:pt x="67545" y="3837"/>
                </a:lnTo>
                <a:lnTo>
                  <a:pt x="69338" y="3876"/>
                </a:lnTo>
                <a:lnTo>
                  <a:pt x="71103" y="3922"/>
                </a:lnTo>
                <a:lnTo>
                  <a:pt x="72869" y="3976"/>
                </a:lnTo>
                <a:lnTo>
                  <a:pt x="74661" y="4038"/>
                </a:lnTo>
                <a:lnTo>
                  <a:pt x="76427" y="4115"/>
                </a:lnTo>
                <a:lnTo>
                  <a:pt x="78192" y="4192"/>
                </a:lnTo>
                <a:lnTo>
                  <a:pt x="79958" y="4277"/>
                </a:lnTo>
                <a:lnTo>
                  <a:pt x="81696" y="4370"/>
                </a:lnTo>
                <a:lnTo>
                  <a:pt x="83435" y="4470"/>
                </a:lnTo>
                <a:lnTo>
                  <a:pt x="85174" y="4570"/>
                </a:lnTo>
                <a:lnTo>
                  <a:pt x="86886" y="4679"/>
                </a:lnTo>
                <a:lnTo>
                  <a:pt x="88598" y="4794"/>
                </a:lnTo>
                <a:lnTo>
                  <a:pt x="90310" y="4918"/>
                </a:lnTo>
                <a:lnTo>
                  <a:pt x="91995" y="5041"/>
                </a:lnTo>
                <a:lnTo>
                  <a:pt x="93654" y="5173"/>
                </a:lnTo>
                <a:lnTo>
                  <a:pt x="95286" y="5304"/>
                </a:lnTo>
                <a:lnTo>
                  <a:pt x="96918" y="5443"/>
                </a:lnTo>
                <a:lnTo>
                  <a:pt x="98523" y="5582"/>
                </a:lnTo>
                <a:lnTo>
                  <a:pt x="100101" y="5728"/>
                </a:lnTo>
                <a:lnTo>
                  <a:pt x="101652" y="5875"/>
                </a:lnTo>
                <a:lnTo>
                  <a:pt x="102214" y="5921"/>
                </a:lnTo>
                <a:lnTo>
                  <a:pt x="102749" y="5945"/>
                </a:lnTo>
                <a:lnTo>
                  <a:pt x="103257" y="5952"/>
                </a:lnTo>
                <a:lnTo>
                  <a:pt x="103766" y="5945"/>
                </a:lnTo>
                <a:lnTo>
                  <a:pt x="104247" y="5929"/>
                </a:lnTo>
                <a:lnTo>
                  <a:pt x="104729" y="5891"/>
                </a:lnTo>
                <a:lnTo>
                  <a:pt x="105183" y="5844"/>
                </a:lnTo>
                <a:lnTo>
                  <a:pt x="105611" y="5775"/>
                </a:lnTo>
                <a:lnTo>
                  <a:pt x="106013" y="5705"/>
                </a:lnTo>
                <a:lnTo>
                  <a:pt x="106387" y="5620"/>
                </a:lnTo>
                <a:lnTo>
                  <a:pt x="106735" y="5528"/>
                </a:lnTo>
                <a:lnTo>
                  <a:pt x="107083" y="5427"/>
                </a:lnTo>
                <a:lnTo>
                  <a:pt x="107377" y="5312"/>
                </a:lnTo>
                <a:lnTo>
                  <a:pt x="107645" y="5196"/>
                </a:lnTo>
                <a:lnTo>
                  <a:pt x="107885" y="5072"/>
                </a:lnTo>
                <a:lnTo>
                  <a:pt x="108099" y="4949"/>
                </a:lnTo>
                <a:lnTo>
                  <a:pt x="108260" y="4817"/>
                </a:lnTo>
                <a:lnTo>
                  <a:pt x="108394" y="4679"/>
                </a:lnTo>
                <a:lnTo>
                  <a:pt x="108501" y="4540"/>
                </a:lnTo>
                <a:lnTo>
                  <a:pt x="108554" y="4401"/>
                </a:lnTo>
                <a:lnTo>
                  <a:pt x="108581" y="4262"/>
                </a:lnTo>
                <a:lnTo>
                  <a:pt x="108581" y="4123"/>
                </a:lnTo>
                <a:lnTo>
                  <a:pt x="108527" y="3984"/>
                </a:lnTo>
                <a:lnTo>
                  <a:pt x="108420" y="3845"/>
                </a:lnTo>
                <a:lnTo>
                  <a:pt x="108287" y="3714"/>
                </a:lnTo>
                <a:lnTo>
                  <a:pt x="108099" y="3590"/>
                </a:lnTo>
                <a:lnTo>
                  <a:pt x="107859" y="3466"/>
                </a:lnTo>
                <a:lnTo>
                  <a:pt x="107564" y="3343"/>
                </a:lnTo>
                <a:lnTo>
                  <a:pt x="107243" y="3235"/>
                </a:lnTo>
                <a:lnTo>
                  <a:pt x="106842" y="3135"/>
                </a:lnTo>
                <a:lnTo>
                  <a:pt x="106414" y="3034"/>
                </a:lnTo>
                <a:lnTo>
                  <a:pt x="105933" y="2949"/>
                </a:lnTo>
                <a:lnTo>
                  <a:pt x="104033" y="2671"/>
                </a:lnTo>
                <a:lnTo>
                  <a:pt x="102134" y="2409"/>
                </a:lnTo>
                <a:lnTo>
                  <a:pt x="100181" y="2154"/>
                </a:lnTo>
                <a:lnTo>
                  <a:pt x="98228" y="1915"/>
                </a:lnTo>
                <a:lnTo>
                  <a:pt x="96222" y="1691"/>
                </a:lnTo>
                <a:lnTo>
                  <a:pt x="94189" y="1482"/>
                </a:lnTo>
                <a:lnTo>
                  <a:pt x="92156" y="1282"/>
                </a:lnTo>
                <a:lnTo>
                  <a:pt x="90096" y="1096"/>
                </a:lnTo>
                <a:lnTo>
                  <a:pt x="88010" y="927"/>
                </a:lnTo>
                <a:lnTo>
                  <a:pt x="85923" y="772"/>
                </a:lnTo>
                <a:lnTo>
                  <a:pt x="83810" y="633"/>
                </a:lnTo>
                <a:lnTo>
                  <a:pt x="81670" y="502"/>
                </a:lnTo>
                <a:lnTo>
                  <a:pt x="79530" y="386"/>
                </a:lnTo>
                <a:lnTo>
                  <a:pt x="77390" y="294"/>
                </a:lnTo>
                <a:lnTo>
                  <a:pt x="75250" y="209"/>
                </a:lnTo>
                <a:lnTo>
                  <a:pt x="73083" y="139"/>
                </a:lnTo>
                <a:lnTo>
                  <a:pt x="70916" y="77"/>
                </a:lnTo>
                <a:lnTo>
                  <a:pt x="68749" y="39"/>
                </a:lnTo>
                <a:lnTo>
                  <a:pt x="66609" y="16"/>
                </a:lnTo>
                <a:lnTo>
                  <a:pt x="6444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1"/>
          <p:cNvSpPr/>
          <p:nvPr/>
        </p:nvSpPr>
        <p:spPr>
          <a:xfrm rot="10800000">
            <a:off x="1623476" y="355861"/>
            <a:ext cx="229373" cy="188565"/>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1"/>
          <p:cNvSpPr/>
          <p:nvPr/>
        </p:nvSpPr>
        <p:spPr>
          <a:xfrm rot="10800000">
            <a:off x="568001" y="3831494"/>
            <a:ext cx="303979" cy="242305"/>
          </a:xfrm>
          <a:custGeom>
            <a:rect b="b" l="l" r="r" t="t"/>
            <a:pathLst>
              <a:path extrusionOk="0" h="24164" w="92960">
                <a:moveTo>
                  <a:pt x="50479" y="1"/>
                </a:moveTo>
                <a:lnTo>
                  <a:pt x="50051" y="8"/>
                </a:lnTo>
                <a:lnTo>
                  <a:pt x="49623" y="24"/>
                </a:lnTo>
                <a:lnTo>
                  <a:pt x="49195" y="39"/>
                </a:lnTo>
                <a:lnTo>
                  <a:pt x="48767" y="62"/>
                </a:lnTo>
                <a:lnTo>
                  <a:pt x="48366" y="85"/>
                </a:lnTo>
                <a:lnTo>
                  <a:pt x="47938" y="116"/>
                </a:lnTo>
                <a:lnTo>
                  <a:pt x="47537" y="155"/>
                </a:lnTo>
                <a:lnTo>
                  <a:pt x="47135" y="194"/>
                </a:lnTo>
                <a:lnTo>
                  <a:pt x="46761" y="240"/>
                </a:lnTo>
                <a:lnTo>
                  <a:pt x="46386" y="286"/>
                </a:lnTo>
                <a:lnTo>
                  <a:pt x="46012" y="340"/>
                </a:lnTo>
                <a:lnTo>
                  <a:pt x="45637" y="402"/>
                </a:lnTo>
                <a:lnTo>
                  <a:pt x="45316" y="471"/>
                </a:lnTo>
                <a:lnTo>
                  <a:pt x="44969" y="533"/>
                </a:lnTo>
                <a:lnTo>
                  <a:pt x="44648" y="610"/>
                </a:lnTo>
                <a:lnTo>
                  <a:pt x="44353" y="688"/>
                </a:lnTo>
                <a:lnTo>
                  <a:pt x="44059" y="773"/>
                </a:lnTo>
                <a:lnTo>
                  <a:pt x="43792" y="857"/>
                </a:lnTo>
                <a:lnTo>
                  <a:pt x="43524" y="950"/>
                </a:lnTo>
                <a:lnTo>
                  <a:pt x="43283" y="1050"/>
                </a:lnTo>
                <a:lnTo>
                  <a:pt x="43069" y="1151"/>
                </a:lnTo>
                <a:lnTo>
                  <a:pt x="42882" y="1259"/>
                </a:lnTo>
                <a:lnTo>
                  <a:pt x="42695" y="1375"/>
                </a:lnTo>
                <a:lnTo>
                  <a:pt x="42534" y="1490"/>
                </a:lnTo>
                <a:lnTo>
                  <a:pt x="42400" y="1614"/>
                </a:lnTo>
                <a:lnTo>
                  <a:pt x="42293" y="1738"/>
                </a:lnTo>
                <a:lnTo>
                  <a:pt x="42213" y="1869"/>
                </a:lnTo>
                <a:lnTo>
                  <a:pt x="42160" y="2008"/>
                </a:lnTo>
                <a:lnTo>
                  <a:pt x="42133" y="2147"/>
                </a:lnTo>
                <a:lnTo>
                  <a:pt x="42133" y="2293"/>
                </a:lnTo>
                <a:lnTo>
                  <a:pt x="42160" y="2440"/>
                </a:lnTo>
                <a:lnTo>
                  <a:pt x="42374" y="3359"/>
                </a:lnTo>
                <a:lnTo>
                  <a:pt x="42534" y="4277"/>
                </a:lnTo>
                <a:lnTo>
                  <a:pt x="42668" y="5196"/>
                </a:lnTo>
                <a:lnTo>
                  <a:pt x="42775" y="6115"/>
                </a:lnTo>
                <a:lnTo>
                  <a:pt x="42882" y="7041"/>
                </a:lnTo>
                <a:lnTo>
                  <a:pt x="42935" y="7960"/>
                </a:lnTo>
                <a:lnTo>
                  <a:pt x="43016" y="9813"/>
                </a:lnTo>
                <a:lnTo>
                  <a:pt x="40662" y="9828"/>
                </a:lnTo>
                <a:lnTo>
                  <a:pt x="38334" y="9851"/>
                </a:lnTo>
                <a:lnTo>
                  <a:pt x="35980" y="9882"/>
                </a:lnTo>
                <a:lnTo>
                  <a:pt x="33653" y="9913"/>
                </a:lnTo>
                <a:lnTo>
                  <a:pt x="31299" y="9951"/>
                </a:lnTo>
                <a:lnTo>
                  <a:pt x="28972" y="10006"/>
                </a:lnTo>
                <a:lnTo>
                  <a:pt x="26644" y="10052"/>
                </a:lnTo>
                <a:lnTo>
                  <a:pt x="24317" y="10114"/>
                </a:lnTo>
                <a:lnTo>
                  <a:pt x="22017" y="10183"/>
                </a:lnTo>
                <a:lnTo>
                  <a:pt x="19689" y="10253"/>
                </a:lnTo>
                <a:lnTo>
                  <a:pt x="17389" y="10330"/>
                </a:lnTo>
                <a:lnTo>
                  <a:pt x="15088" y="10415"/>
                </a:lnTo>
                <a:lnTo>
                  <a:pt x="12814" y="10507"/>
                </a:lnTo>
                <a:lnTo>
                  <a:pt x="10514" y="10608"/>
                </a:lnTo>
                <a:lnTo>
                  <a:pt x="8240" y="10716"/>
                </a:lnTo>
                <a:lnTo>
                  <a:pt x="5993" y="10832"/>
                </a:lnTo>
                <a:lnTo>
                  <a:pt x="5565" y="10855"/>
                </a:lnTo>
                <a:lnTo>
                  <a:pt x="5164" y="10886"/>
                </a:lnTo>
                <a:lnTo>
                  <a:pt x="4762" y="10924"/>
                </a:lnTo>
                <a:lnTo>
                  <a:pt x="4388" y="10963"/>
                </a:lnTo>
                <a:lnTo>
                  <a:pt x="4013" y="11009"/>
                </a:lnTo>
                <a:lnTo>
                  <a:pt x="3666" y="11063"/>
                </a:lnTo>
                <a:lnTo>
                  <a:pt x="3345" y="11117"/>
                </a:lnTo>
                <a:lnTo>
                  <a:pt x="3024" y="11179"/>
                </a:lnTo>
                <a:lnTo>
                  <a:pt x="2729" y="11248"/>
                </a:lnTo>
                <a:lnTo>
                  <a:pt x="2462" y="11318"/>
                </a:lnTo>
                <a:lnTo>
                  <a:pt x="2194" y="11387"/>
                </a:lnTo>
                <a:lnTo>
                  <a:pt x="1927" y="11465"/>
                </a:lnTo>
                <a:lnTo>
                  <a:pt x="1713" y="11542"/>
                </a:lnTo>
                <a:lnTo>
                  <a:pt x="1472" y="11627"/>
                </a:lnTo>
                <a:lnTo>
                  <a:pt x="1285" y="11712"/>
                </a:lnTo>
                <a:lnTo>
                  <a:pt x="1098" y="11804"/>
                </a:lnTo>
                <a:lnTo>
                  <a:pt x="910" y="11897"/>
                </a:lnTo>
                <a:lnTo>
                  <a:pt x="750" y="11990"/>
                </a:lnTo>
                <a:lnTo>
                  <a:pt x="616" y="12082"/>
                </a:lnTo>
                <a:lnTo>
                  <a:pt x="482" y="12183"/>
                </a:lnTo>
                <a:lnTo>
                  <a:pt x="268" y="12383"/>
                </a:lnTo>
                <a:lnTo>
                  <a:pt x="135" y="12592"/>
                </a:lnTo>
                <a:lnTo>
                  <a:pt x="28" y="12808"/>
                </a:lnTo>
                <a:lnTo>
                  <a:pt x="1" y="13024"/>
                </a:lnTo>
                <a:lnTo>
                  <a:pt x="1" y="13240"/>
                </a:lnTo>
                <a:lnTo>
                  <a:pt x="81" y="13456"/>
                </a:lnTo>
                <a:lnTo>
                  <a:pt x="215" y="13672"/>
                </a:lnTo>
                <a:lnTo>
                  <a:pt x="402" y="13881"/>
                </a:lnTo>
                <a:lnTo>
                  <a:pt x="643" y="14089"/>
                </a:lnTo>
                <a:lnTo>
                  <a:pt x="910" y="14290"/>
                </a:lnTo>
                <a:lnTo>
                  <a:pt x="1258" y="14483"/>
                </a:lnTo>
                <a:lnTo>
                  <a:pt x="1659" y="14661"/>
                </a:lnTo>
                <a:lnTo>
                  <a:pt x="1873" y="14746"/>
                </a:lnTo>
                <a:lnTo>
                  <a:pt x="2087" y="14830"/>
                </a:lnTo>
                <a:lnTo>
                  <a:pt x="2328" y="14915"/>
                </a:lnTo>
                <a:lnTo>
                  <a:pt x="2596" y="14993"/>
                </a:lnTo>
                <a:lnTo>
                  <a:pt x="2863" y="15062"/>
                </a:lnTo>
                <a:lnTo>
                  <a:pt x="3131" y="15132"/>
                </a:lnTo>
                <a:lnTo>
                  <a:pt x="3425" y="15201"/>
                </a:lnTo>
                <a:lnTo>
                  <a:pt x="3719" y="15255"/>
                </a:lnTo>
                <a:lnTo>
                  <a:pt x="4040" y="15317"/>
                </a:lnTo>
                <a:lnTo>
                  <a:pt x="4361" y="15371"/>
                </a:lnTo>
                <a:lnTo>
                  <a:pt x="4682" y="15417"/>
                </a:lnTo>
                <a:lnTo>
                  <a:pt x="5030" y="15456"/>
                </a:lnTo>
                <a:lnTo>
                  <a:pt x="5404" y="15494"/>
                </a:lnTo>
                <a:lnTo>
                  <a:pt x="5752" y="15525"/>
                </a:lnTo>
                <a:lnTo>
                  <a:pt x="6153" y="15556"/>
                </a:lnTo>
                <a:lnTo>
                  <a:pt x="6528" y="15572"/>
                </a:lnTo>
                <a:lnTo>
                  <a:pt x="6956" y="15587"/>
                </a:lnTo>
                <a:lnTo>
                  <a:pt x="7357" y="15595"/>
                </a:lnTo>
                <a:lnTo>
                  <a:pt x="7785" y="15602"/>
                </a:lnTo>
                <a:lnTo>
                  <a:pt x="8213" y="15595"/>
                </a:lnTo>
                <a:lnTo>
                  <a:pt x="25842" y="15286"/>
                </a:lnTo>
                <a:lnTo>
                  <a:pt x="34589" y="15139"/>
                </a:lnTo>
                <a:lnTo>
                  <a:pt x="43337" y="15000"/>
                </a:lnTo>
                <a:lnTo>
                  <a:pt x="43444" y="15950"/>
                </a:lnTo>
                <a:lnTo>
                  <a:pt x="43524" y="16892"/>
                </a:lnTo>
                <a:lnTo>
                  <a:pt x="43658" y="17826"/>
                </a:lnTo>
                <a:lnTo>
                  <a:pt x="43845" y="18768"/>
                </a:lnTo>
                <a:lnTo>
                  <a:pt x="44032" y="19709"/>
                </a:lnTo>
                <a:lnTo>
                  <a:pt x="44300" y="20644"/>
                </a:lnTo>
                <a:lnTo>
                  <a:pt x="44594" y="21578"/>
                </a:lnTo>
                <a:lnTo>
                  <a:pt x="44781" y="22049"/>
                </a:lnTo>
                <a:lnTo>
                  <a:pt x="44969" y="22512"/>
                </a:lnTo>
                <a:lnTo>
                  <a:pt x="45102" y="22712"/>
                </a:lnTo>
                <a:lnTo>
                  <a:pt x="45263" y="22898"/>
                </a:lnTo>
                <a:lnTo>
                  <a:pt x="45477" y="23068"/>
                </a:lnTo>
                <a:lnTo>
                  <a:pt x="45718" y="23230"/>
                </a:lnTo>
                <a:lnTo>
                  <a:pt x="46012" y="23384"/>
                </a:lnTo>
                <a:lnTo>
                  <a:pt x="46333" y="23515"/>
                </a:lnTo>
                <a:lnTo>
                  <a:pt x="46707" y="23639"/>
                </a:lnTo>
                <a:lnTo>
                  <a:pt x="47109" y="23747"/>
                </a:lnTo>
                <a:lnTo>
                  <a:pt x="47510" y="23847"/>
                </a:lnTo>
                <a:lnTo>
                  <a:pt x="47965" y="23924"/>
                </a:lnTo>
                <a:lnTo>
                  <a:pt x="48419" y="24002"/>
                </a:lnTo>
                <a:lnTo>
                  <a:pt x="48901" y="24056"/>
                </a:lnTo>
                <a:lnTo>
                  <a:pt x="49382" y="24102"/>
                </a:lnTo>
                <a:lnTo>
                  <a:pt x="49891" y="24133"/>
                </a:lnTo>
                <a:lnTo>
                  <a:pt x="50399" y="24156"/>
                </a:lnTo>
                <a:lnTo>
                  <a:pt x="50907" y="24164"/>
                </a:lnTo>
                <a:lnTo>
                  <a:pt x="51415" y="24156"/>
                </a:lnTo>
                <a:lnTo>
                  <a:pt x="51924" y="24133"/>
                </a:lnTo>
                <a:lnTo>
                  <a:pt x="52432" y="24102"/>
                </a:lnTo>
                <a:lnTo>
                  <a:pt x="52913" y="24056"/>
                </a:lnTo>
                <a:lnTo>
                  <a:pt x="53395" y="24002"/>
                </a:lnTo>
                <a:lnTo>
                  <a:pt x="53850" y="23932"/>
                </a:lnTo>
                <a:lnTo>
                  <a:pt x="54304" y="23847"/>
                </a:lnTo>
                <a:lnTo>
                  <a:pt x="54706" y="23747"/>
                </a:lnTo>
                <a:lnTo>
                  <a:pt x="55107" y="23639"/>
                </a:lnTo>
                <a:lnTo>
                  <a:pt x="55482" y="23515"/>
                </a:lnTo>
                <a:lnTo>
                  <a:pt x="55803" y="23384"/>
                </a:lnTo>
                <a:lnTo>
                  <a:pt x="56097" y="23237"/>
                </a:lnTo>
                <a:lnTo>
                  <a:pt x="56338" y="23075"/>
                </a:lnTo>
                <a:lnTo>
                  <a:pt x="56552" y="22898"/>
                </a:lnTo>
                <a:lnTo>
                  <a:pt x="56739" y="22712"/>
                </a:lnTo>
                <a:lnTo>
                  <a:pt x="56846" y="22512"/>
                </a:lnTo>
                <a:lnTo>
                  <a:pt x="57033" y="22033"/>
                </a:lnTo>
                <a:lnTo>
                  <a:pt x="57220" y="21562"/>
                </a:lnTo>
                <a:lnTo>
                  <a:pt x="57541" y="20605"/>
                </a:lnTo>
                <a:lnTo>
                  <a:pt x="57782" y="19648"/>
                </a:lnTo>
                <a:lnTo>
                  <a:pt x="57996" y="18690"/>
                </a:lnTo>
                <a:lnTo>
                  <a:pt x="58183" y="17725"/>
                </a:lnTo>
                <a:lnTo>
                  <a:pt x="58290" y="16768"/>
                </a:lnTo>
                <a:lnTo>
                  <a:pt x="58397" y="15803"/>
                </a:lnTo>
                <a:lnTo>
                  <a:pt x="58478" y="14838"/>
                </a:lnTo>
                <a:lnTo>
                  <a:pt x="65245" y="14784"/>
                </a:lnTo>
                <a:lnTo>
                  <a:pt x="68643" y="14769"/>
                </a:lnTo>
                <a:lnTo>
                  <a:pt x="72013" y="14753"/>
                </a:lnTo>
                <a:lnTo>
                  <a:pt x="75411" y="14746"/>
                </a:lnTo>
                <a:lnTo>
                  <a:pt x="78808" y="14746"/>
                </a:lnTo>
                <a:lnTo>
                  <a:pt x="82232" y="14753"/>
                </a:lnTo>
                <a:lnTo>
                  <a:pt x="85656" y="14776"/>
                </a:lnTo>
                <a:lnTo>
                  <a:pt x="86111" y="14776"/>
                </a:lnTo>
                <a:lnTo>
                  <a:pt x="86566" y="14769"/>
                </a:lnTo>
                <a:lnTo>
                  <a:pt x="86994" y="14753"/>
                </a:lnTo>
                <a:lnTo>
                  <a:pt x="87395" y="14738"/>
                </a:lnTo>
                <a:lnTo>
                  <a:pt x="87796" y="14715"/>
                </a:lnTo>
                <a:lnTo>
                  <a:pt x="88198" y="14684"/>
                </a:lnTo>
                <a:lnTo>
                  <a:pt x="88545" y="14653"/>
                </a:lnTo>
                <a:lnTo>
                  <a:pt x="88920" y="14614"/>
                </a:lnTo>
                <a:lnTo>
                  <a:pt x="89241" y="14576"/>
                </a:lnTo>
                <a:lnTo>
                  <a:pt x="89562" y="14529"/>
                </a:lnTo>
                <a:lnTo>
                  <a:pt x="89883" y="14475"/>
                </a:lnTo>
                <a:lnTo>
                  <a:pt x="90177" y="14421"/>
                </a:lnTo>
                <a:lnTo>
                  <a:pt x="90445" y="14360"/>
                </a:lnTo>
                <a:lnTo>
                  <a:pt x="90712" y="14298"/>
                </a:lnTo>
                <a:lnTo>
                  <a:pt x="90953" y="14228"/>
                </a:lnTo>
                <a:lnTo>
                  <a:pt x="91194" y="14159"/>
                </a:lnTo>
                <a:lnTo>
                  <a:pt x="91408" y="14089"/>
                </a:lnTo>
                <a:lnTo>
                  <a:pt x="91622" y="14012"/>
                </a:lnTo>
                <a:lnTo>
                  <a:pt x="91809" y="13927"/>
                </a:lnTo>
                <a:lnTo>
                  <a:pt x="91996" y="13850"/>
                </a:lnTo>
                <a:lnTo>
                  <a:pt x="92157" y="13765"/>
                </a:lnTo>
                <a:lnTo>
                  <a:pt x="92290" y="13680"/>
                </a:lnTo>
                <a:lnTo>
                  <a:pt x="92424" y="13588"/>
                </a:lnTo>
                <a:lnTo>
                  <a:pt x="92531" y="13495"/>
                </a:lnTo>
                <a:lnTo>
                  <a:pt x="92718" y="13310"/>
                </a:lnTo>
                <a:lnTo>
                  <a:pt x="92852" y="13117"/>
                </a:lnTo>
                <a:lnTo>
                  <a:pt x="92932" y="12924"/>
                </a:lnTo>
                <a:lnTo>
                  <a:pt x="92959" y="12723"/>
                </a:lnTo>
                <a:lnTo>
                  <a:pt x="92906" y="12522"/>
                </a:lnTo>
                <a:lnTo>
                  <a:pt x="92825" y="12321"/>
                </a:lnTo>
                <a:lnTo>
                  <a:pt x="92665" y="12128"/>
                </a:lnTo>
                <a:lnTo>
                  <a:pt x="92451" y="11928"/>
                </a:lnTo>
                <a:lnTo>
                  <a:pt x="92183" y="11742"/>
                </a:lnTo>
                <a:lnTo>
                  <a:pt x="91862" y="11557"/>
                </a:lnTo>
                <a:lnTo>
                  <a:pt x="91488" y="11380"/>
                </a:lnTo>
                <a:lnTo>
                  <a:pt x="91274" y="11295"/>
                </a:lnTo>
                <a:lnTo>
                  <a:pt x="91060" y="11218"/>
                </a:lnTo>
                <a:lnTo>
                  <a:pt x="90819" y="11133"/>
                </a:lnTo>
                <a:lnTo>
                  <a:pt x="90578" y="11063"/>
                </a:lnTo>
                <a:lnTo>
                  <a:pt x="90311" y="10986"/>
                </a:lnTo>
                <a:lnTo>
                  <a:pt x="90017" y="10916"/>
                </a:lnTo>
                <a:lnTo>
                  <a:pt x="89722" y="10847"/>
                </a:lnTo>
                <a:lnTo>
                  <a:pt x="89428" y="10785"/>
                </a:lnTo>
                <a:lnTo>
                  <a:pt x="89107" y="10723"/>
                </a:lnTo>
                <a:lnTo>
                  <a:pt x="88786" y="10669"/>
                </a:lnTo>
                <a:lnTo>
                  <a:pt x="88438" y="10623"/>
                </a:lnTo>
                <a:lnTo>
                  <a:pt x="88091" y="10569"/>
                </a:lnTo>
                <a:lnTo>
                  <a:pt x="87716" y="10530"/>
                </a:lnTo>
                <a:lnTo>
                  <a:pt x="87315" y="10492"/>
                </a:lnTo>
                <a:lnTo>
                  <a:pt x="86913" y="10461"/>
                </a:lnTo>
                <a:lnTo>
                  <a:pt x="86512" y="10430"/>
                </a:lnTo>
                <a:lnTo>
                  <a:pt x="86084" y="10407"/>
                </a:lnTo>
                <a:lnTo>
                  <a:pt x="85656" y="10392"/>
                </a:lnTo>
                <a:lnTo>
                  <a:pt x="82339" y="10291"/>
                </a:lnTo>
                <a:lnTo>
                  <a:pt x="79022" y="10191"/>
                </a:lnTo>
                <a:lnTo>
                  <a:pt x="75678" y="10114"/>
                </a:lnTo>
                <a:lnTo>
                  <a:pt x="72334" y="10036"/>
                </a:lnTo>
                <a:lnTo>
                  <a:pt x="68964" y="9967"/>
                </a:lnTo>
                <a:lnTo>
                  <a:pt x="65566" y="9913"/>
                </a:lnTo>
                <a:lnTo>
                  <a:pt x="62196" y="9867"/>
                </a:lnTo>
                <a:lnTo>
                  <a:pt x="58799" y="9836"/>
                </a:lnTo>
                <a:lnTo>
                  <a:pt x="58879" y="7983"/>
                </a:lnTo>
                <a:lnTo>
                  <a:pt x="58959" y="7057"/>
                </a:lnTo>
                <a:lnTo>
                  <a:pt x="59039" y="6130"/>
                </a:lnTo>
                <a:lnTo>
                  <a:pt x="59146" y="5204"/>
                </a:lnTo>
                <a:lnTo>
                  <a:pt x="59280" y="4285"/>
                </a:lnTo>
                <a:lnTo>
                  <a:pt x="59441" y="3359"/>
                </a:lnTo>
                <a:lnTo>
                  <a:pt x="59655" y="2440"/>
                </a:lnTo>
                <a:lnTo>
                  <a:pt x="59681" y="2293"/>
                </a:lnTo>
                <a:lnTo>
                  <a:pt x="59681" y="2147"/>
                </a:lnTo>
                <a:lnTo>
                  <a:pt x="59655" y="2008"/>
                </a:lnTo>
                <a:lnTo>
                  <a:pt x="59601" y="1869"/>
                </a:lnTo>
                <a:lnTo>
                  <a:pt x="59521" y="1738"/>
                </a:lnTo>
                <a:lnTo>
                  <a:pt x="59414" y="1614"/>
                </a:lnTo>
                <a:lnTo>
                  <a:pt x="59280" y="1490"/>
                </a:lnTo>
                <a:lnTo>
                  <a:pt x="59120" y="1375"/>
                </a:lnTo>
                <a:lnTo>
                  <a:pt x="58932" y="1267"/>
                </a:lnTo>
                <a:lnTo>
                  <a:pt x="58745" y="1159"/>
                </a:lnTo>
                <a:lnTo>
                  <a:pt x="58531" y="1050"/>
                </a:lnTo>
                <a:lnTo>
                  <a:pt x="58290" y="958"/>
                </a:lnTo>
                <a:lnTo>
                  <a:pt x="58023" y="865"/>
                </a:lnTo>
                <a:lnTo>
                  <a:pt x="57755" y="773"/>
                </a:lnTo>
                <a:lnTo>
                  <a:pt x="57461" y="688"/>
                </a:lnTo>
                <a:lnTo>
                  <a:pt x="57167" y="610"/>
                </a:lnTo>
                <a:lnTo>
                  <a:pt x="56846" y="541"/>
                </a:lnTo>
                <a:lnTo>
                  <a:pt x="56525" y="471"/>
                </a:lnTo>
                <a:lnTo>
                  <a:pt x="56177" y="402"/>
                </a:lnTo>
                <a:lnTo>
                  <a:pt x="55803" y="348"/>
                </a:lnTo>
                <a:lnTo>
                  <a:pt x="55428" y="294"/>
                </a:lnTo>
                <a:lnTo>
                  <a:pt x="55054" y="240"/>
                </a:lnTo>
                <a:lnTo>
                  <a:pt x="54679" y="194"/>
                </a:lnTo>
                <a:lnTo>
                  <a:pt x="54278" y="155"/>
                </a:lnTo>
                <a:lnTo>
                  <a:pt x="53876" y="116"/>
                </a:lnTo>
                <a:lnTo>
                  <a:pt x="53448" y="85"/>
                </a:lnTo>
                <a:lnTo>
                  <a:pt x="53047" y="62"/>
                </a:lnTo>
                <a:lnTo>
                  <a:pt x="52619" y="39"/>
                </a:lnTo>
                <a:lnTo>
                  <a:pt x="52191" y="24"/>
                </a:lnTo>
                <a:lnTo>
                  <a:pt x="51763" y="8"/>
                </a:lnTo>
                <a:lnTo>
                  <a:pt x="5133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1"/>
          <p:cNvSpPr/>
          <p:nvPr/>
        </p:nvSpPr>
        <p:spPr>
          <a:xfrm rot="10800000">
            <a:off x="551467" y="890597"/>
            <a:ext cx="543762" cy="380280"/>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1"/>
          <p:cNvSpPr/>
          <p:nvPr/>
        </p:nvSpPr>
        <p:spPr>
          <a:xfrm rot="10800000">
            <a:off x="660946" y="817952"/>
            <a:ext cx="482072" cy="352116"/>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1"/>
          <p:cNvSpPr/>
          <p:nvPr/>
        </p:nvSpPr>
        <p:spPr>
          <a:xfrm rot="10800000">
            <a:off x="1239769" y="209907"/>
            <a:ext cx="76003" cy="134283"/>
          </a:xfrm>
          <a:custGeom>
            <a:rect b="b" l="l" r="r" t="t"/>
            <a:pathLst>
              <a:path extrusionOk="0" h="10561" w="18325">
                <a:moveTo>
                  <a:pt x="4574" y="0"/>
                </a:moveTo>
                <a:lnTo>
                  <a:pt x="4173" y="8"/>
                </a:lnTo>
                <a:lnTo>
                  <a:pt x="3772" y="31"/>
                </a:lnTo>
                <a:lnTo>
                  <a:pt x="3397" y="62"/>
                </a:lnTo>
                <a:lnTo>
                  <a:pt x="3023" y="101"/>
                </a:lnTo>
                <a:lnTo>
                  <a:pt x="2648" y="147"/>
                </a:lnTo>
                <a:lnTo>
                  <a:pt x="2274" y="201"/>
                </a:lnTo>
                <a:lnTo>
                  <a:pt x="1926" y="270"/>
                </a:lnTo>
                <a:lnTo>
                  <a:pt x="1605" y="340"/>
                </a:lnTo>
                <a:lnTo>
                  <a:pt x="1311" y="425"/>
                </a:lnTo>
                <a:lnTo>
                  <a:pt x="1043" y="517"/>
                </a:lnTo>
                <a:lnTo>
                  <a:pt x="776" y="610"/>
                </a:lnTo>
                <a:lnTo>
                  <a:pt x="562" y="718"/>
                </a:lnTo>
                <a:lnTo>
                  <a:pt x="375" y="834"/>
                </a:lnTo>
                <a:lnTo>
                  <a:pt x="214" y="957"/>
                </a:lnTo>
                <a:lnTo>
                  <a:pt x="107" y="1089"/>
                </a:lnTo>
                <a:lnTo>
                  <a:pt x="27" y="1220"/>
                </a:lnTo>
                <a:lnTo>
                  <a:pt x="0" y="1367"/>
                </a:lnTo>
                <a:lnTo>
                  <a:pt x="27" y="1668"/>
                </a:lnTo>
                <a:lnTo>
                  <a:pt x="54" y="1961"/>
                </a:lnTo>
                <a:lnTo>
                  <a:pt x="107" y="2254"/>
                </a:lnTo>
                <a:lnTo>
                  <a:pt x="214" y="2555"/>
                </a:lnTo>
                <a:lnTo>
                  <a:pt x="321" y="2849"/>
                </a:lnTo>
                <a:lnTo>
                  <a:pt x="482" y="3150"/>
                </a:lnTo>
                <a:lnTo>
                  <a:pt x="642" y="3443"/>
                </a:lnTo>
                <a:lnTo>
                  <a:pt x="829" y="3737"/>
                </a:lnTo>
                <a:lnTo>
                  <a:pt x="1070" y="4030"/>
                </a:lnTo>
                <a:lnTo>
                  <a:pt x="1311" y="4323"/>
                </a:lnTo>
                <a:lnTo>
                  <a:pt x="1578" y="4617"/>
                </a:lnTo>
                <a:lnTo>
                  <a:pt x="1873" y="4902"/>
                </a:lnTo>
                <a:lnTo>
                  <a:pt x="2194" y="5196"/>
                </a:lnTo>
                <a:lnTo>
                  <a:pt x="2541" y="5481"/>
                </a:lnTo>
                <a:lnTo>
                  <a:pt x="2889" y="5767"/>
                </a:lnTo>
                <a:lnTo>
                  <a:pt x="3264" y="6053"/>
                </a:lnTo>
                <a:lnTo>
                  <a:pt x="3665" y="6330"/>
                </a:lnTo>
                <a:lnTo>
                  <a:pt x="4093" y="6608"/>
                </a:lnTo>
                <a:lnTo>
                  <a:pt x="4548" y="6886"/>
                </a:lnTo>
                <a:lnTo>
                  <a:pt x="5002" y="7157"/>
                </a:lnTo>
                <a:lnTo>
                  <a:pt x="5484" y="7427"/>
                </a:lnTo>
                <a:lnTo>
                  <a:pt x="5966" y="7697"/>
                </a:lnTo>
                <a:lnTo>
                  <a:pt x="6474" y="7959"/>
                </a:lnTo>
                <a:lnTo>
                  <a:pt x="7009" y="8222"/>
                </a:lnTo>
                <a:lnTo>
                  <a:pt x="7544" y="8477"/>
                </a:lnTo>
                <a:lnTo>
                  <a:pt x="8106" y="8731"/>
                </a:lnTo>
                <a:lnTo>
                  <a:pt x="8694" y="8978"/>
                </a:lnTo>
                <a:lnTo>
                  <a:pt x="9283" y="9225"/>
                </a:lnTo>
                <a:lnTo>
                  <a:pt x="9871" y="9465"/>
                </a:lnTo>
                <a:lnTo>
                  <a:pt x="10486" y="9704"/>
                </a:lnTo>
                <a:lnTo>
                  <a:pt x="11128" y="9936"/>
                </a:lnTo>
                <a:lnTo>
                  <a:pt x="11770" y="10160"/>
                </a:lnTo>
                <a:lnTo>
                  <a:pt x="12065" y="10252"/>
                </a:lnTo>
                <a:lnTo>
                  <a:pt x="12359" y="10329"/>
                </a:lnTo>
                <a:lnTo>
                  <a:pt x="12653" y="10391"/>
                </a:lnTo>
                <a:lnTo>
                  <a:pt x="12974" y="10445"/>
                </a:lnTo>
                <a:lnTo>
                  <a:pt x="13322" y="10492"/>
                </a:lnTo>
                <a:lnTo>
                  <a:pt x="13643" y="10522"/>
                </a:lnTo>
                <a:lnTo>
                  <a:pt x="13964" y="10546"/>
                </a:lnTo>
                <a:lnTo>
                  <a:pt x="14312" y="10561"/>
                </a:lnTo>
                <a:lnTo>
                  <a:pt x="14659" y="10561"/>
                </a:lnTo>
                <a:lnTo>
                  <a:pt x="14980" y="10553"/>
                </a:lnTo>
                <a:lnTo>
                  <a:pt x="15301" y="10538"/>
                </a:lnTo>
                <a:lnTo>
                  <a:pt x="15622" y="10515"/>
                </a:lnTo>
                <a:lnTo>
                  <a:pt x="15943" y="10484"/>
                </a:lnTo>
                <a:lnTo>
                  <a:pt x="16238" y="10445"/>
                </a:lnTo>
                <a:lnTo>
                  <a:pt x="16532" y="10399"/>
                </a:lnTo>
                <a:lnTo>
                  <a:pt x="16826" y="10345"/>
                </a:lnTo>
                <a:lnTo>
                  <a:pt x="17067" y="10291"/>
                </a:lnTo>
                <a:lnTo>
                  <a:pt x="17308" y="10221"/>
                </a:lnTo>
                <a:lnTo>
                  <a:pt x="17549" y="10152"/>
                </a:lnTo>
                <a:lnTo>
                  <a:pt x="17736" y="10082"/>
                </a:lnTo>
                <a:lnTo>
                  <a:pt x="17896" y="9997"/>
                </a:lnTo>
                <a:lnTo>
                  <a:pt x="18057" y="9913"/>
                </a:lnTo>
                <a:lnTo>
                  <a:pt x="18164" y="9828"/>
                </a:lnTo>
                <a:lnTo>
                  <a:pt x="18271" y="9735"/>
                </a:lnTo>
                <a:lnTo>
                  <a:pt x="18324" y="9642"/>
                </a:lnTo>
                <a:lnTo>
                  <a:pt x="18324" y="9542"/>
                </a:lnTo>
                <a:lnTo>
                  <a:pt x="18324" y="9442"/>
                </a:lnTo>
                <a:lnTo>
                  <a:pt x="18271" y="9341"/>
                </a:lnTo>
                <a:lnTo>
                  <a:pt x="18164" y="9241"/>
                </a:lnTo>
                <a:lnTo>
                  <a:pt x="18030" y="9133"/>
                </a:lnTo>
                <a:lnTo>
                  <a:pt x="17870" y="9032"/>
                </a:lnTo>
                <a:lnTo>
                  <a:pt x="17629" y="8924"/>
                </a:lnTo>
                <a:lnTo>
                  <a:pt x="17094" y="8693"/>
                </a:lnTo>
                <a:lnTo>
                  <a:pt x="16586" y="8469"/>
                </a:lnTo>
                <a:lnTo>
                  <a:pt x="16077" y="8237"/>
                </a:lnTo>
                <a:lnTo>
                  <a:pt x="15596" y="8006"/>
                </a:lnTo>
                <a:lnTo>
                  <a:pt x="15141" y="7774"/>
                </a:lnTo>
                <a:lnTo>
                  <a:pt x="14713" y="7542"/>
                </a:lnTo>
                <a:lnTo>
                  <a:pt x="14285" y="7311"/>
                </a:lnTo>
                <a:lnTo>
                  <a:pt x="13884" y="7079"/>
                </a:lnTo>
                <a:lnTo>
                  <a:pt x="13509" y="6848"/>
                </a:lnTo>
                <a:lnTo>
                  <a:pt x="13161" y="6608"/>
                </a:lnTo>
                <a:lnTo>
                  <a:pt x="12814" y="6377"/>
                </a:lnTo>
                <a:lnTo>
                  <a:pt x="12466" y="6137"/>
                </a:lnTo>
                <a:lnTo>
                  <a:pt x="12145" y="5898"/>
                </a:lnTo>
                <a:lnTo>
                  <a:pt x="11851" y="5659"/>
                </a:lnTo>
                <a:lnTo>
                  <a:pt x="11316" y="5180"/>
                </a:lnTo>
                <a:lnTo>
                  <a:pt x="10807" y="4694"/>
                </a:lnTo>
                <a:lnTo>
                  <a:pt x="10379" y="4200"/>
                </a:lnTo>
                <a:lnTo>
                  <a:pt x="9978" y="3698"/>
                </a:lnTo>
                <a:lnTo>
                  <a:pt x="9657" y="3188"/>
                </a:lnTo>
                <a:lnTo>
                  <a:pt x="9336" y="2679"/>
                </a:lnTo>
                <a:lnTo>
                  <a:pt x="9095" y="2154"/>
                </a:lnTo>
                <a:lnTo>
                  <a:pt x="8881" y="1621"/>
                </a:lnTo>
                <a:lnTo>
                  <a:pt x="8694" y="1081"/>
                </a:lnTo>
                <a:lnTo>
                  <a:pt x="8614" y="934"/>
                </a:lnTo>
                <a:lnTo>
                  <a:pt x="8507" y="795"/>
                </a:lnTo>
                <a:lnTo>
                  <a:pt x="8346" y="664"/>
                </a:lnTo>
                <a:lnTo>
                  <a:pt x="8159" y="556"/>
                </a:lnTo>
                <a:lnTo>
                  <a:pt x="7945" y="448"/>
                </a:lnTo>
                <a:lnTo>
                  <a:pt x="7704" y="355"/>
                </a:lnTo>
                <a:lnTo>
                  <a:pt x="7437" y="278"/>
                </a:lnTo>
                <a:lnTo>
                  <a:pt x="7116" y="209"/>
                </a:lnTo>
                <a:lnTo>
                  <a:pt x="6795" y="147"/>
                </a:lnTo>
                <a:lnTo>
                  <a:pt x="6447" y="93"/>
                </a:lnTo>
                <a:lnTo>
                  <a:pt x="6099" y="54"/>
                </a:lnTo>
                <a:lnTo>
                  <a:pt x="5725" y="31"/>
                </a:lnTo>
                <a:lnTo>
                  <a:pt x="5350" y="8"/>
                </a:lnTo>
                <a:lnTo>
                  <a:pt x="49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1"/>
          <p:cNvSpPr/>
          <p:nvPr/>
        </p:nvSpPr>
        <p:spPr>
          <a:xfrm rot="10800000">
            <a:off x="1257339" y="480215"/>
            <a:ext cx="40836" cy="119572"/>
          </a:xfrm>
          <a:custGeom>
            <a:rect b="b" l="l" r="r" t="t"/>
            <a:pathLst>
              <a:path extrusionOk="0" h="9404" w="9846">
                <a:moveTo>
                  <a:pt x="6154" y="1"/>
                </a:moveTo>
                <a:lnTo>
                  <a:pt x="5886" y="9"/>
                </a:lnTo>
                <a:lnTo>
                  <a:pt x="5645" y="16"/>
                </a:lnTo>
                <a:lnTo>
                  <a:pt x="5404" y="40"/>
                </a:lnTo>
                <a:lnTo>
                  <a:pt x="5190" y="55"/>
                </a:lnTo>
                <a:lnTo>
                  <a:pt x="4950" y="86"/>
                </a:lnTo>
                <a:lnTo>
                  <a:pt x="4736" y="117"/>
                </a:lnTo>
                <a:lnTo>
                  <a:pt x="4522" y="155"/>
                </a:lnTo>
                <a:lnTo>
                  <a:pt x="4334" y="194"/>
                </a:lnTo>
                <a:lnTo>
                  <a:pt x="4120" y="248"/>
                </a:lnTo>
                <a:lnTo>
                  <a:pt x="3960" y="302"/>
                </a:lnTo>
                <a:lnTo>
                  <a:pt x="3799" y="364"/>
                </a:lnTo>
                <a:lnTo>
                  <a:pt x="3318" y="572"/>
                </a:lnTo>
                <a:lnTo>
                  <a:pt x="2863" y="788"/>
                </a:lnTo>
                <a:lnTo>
                  <a:pt x="2462" y="1012"/>
                </a:lnTo>
                <a:lnTo>
                  <a:pt x="2087" y="1244"/>
                </a:lnTo>
                <a:lnTo>
                  <a:pt x="1740" y="1483"/>
                </a:lnTo>
                <a:lnTo>
                  <a:pt x="1445" y="1730"/>
                </a:lnTo>
                <a:lnTo>
                  <a:pt x="1178" y="1977"/>
                </a:lnTo>
                <a:lnTo>
                  <a:pt x="937" y="2232"/>
                </a:lnTo>
                <a:lnTo>
                  <a:pt x="723" y="2494"/>
                </a:lnTo>
                <a:lnTo>
                  <a:pt x="536" y="2757"/>
                </a:lnTo>
                <a:lnTo>
                  <a:pt x="402" y="3019"/>
                </a:lnTo>
                <a:lnTo>
                  <a:pt x="268" y="3290"/>
                </a:lnTo>
                <a:lnTo>
                  <a:pt x="161" y="3568"/>
                </a:lnTo>
                <a:lnTo>
                  <a:pt x="81" y="3838"/>
                </a:lnTo>
                <a:lnTo>
                  <a:pt x="28" y="4116"/>
                </a:lnTo>
                <a:lnTo>
                  <a:pt x="1" y="4394"/>
                </a:lnTo>
                <a:lnTo>
                  <a:pt x="1" y="4671"/>
                </a:lnTo>
                <a:lnTo>
                  <a:pt x="1" y="4949"/>
                </a:lnTo>
                <a:lnTo>
                  <a:pt x="28" y="5235"/>
                </a:lnTo>
                <a:lnTo>
                  <a:pt x="81" y="5513"/>
                </a:lnTo>
                <a:lnTo>
                  <a:pt x="135" y="5791"/>
                </a:lnTo>
                <a:lnTo>
                  <a:pt x="215" y="6061"/>
                </a:lnTo>
                <a:lnTo>
                  <a:pt x="429" y="6609"/>
                </a:lnTo>
                <a:lnTo>
                  <a:pt x="670" y="7142"/>
                </a:lnTo>
                <a:lnTo>
                  <a:pt x="964" y="7667"/>
                </a:lnTo>
                <a:lnTo>
                  <a:pt x="1285" y="8169"/>
                </a:lnTo>
                <a:lnTo>
                  <a:pt x="1633" y="8647"/>
                </a:lnTo>
                <a:lnTo>
                  <a:pt x="1740" y="8748"/>
                </a:lnTo>
                <a:lnTo>
                  <a:pt x="1847" y="8840"/>
                </a:lnTo>
                <a:lnTo>
                  <a:pt x="1980" y="8925"/>
                </a:lnTo>
                <a:lnTo>
                  <a:pt x="2168" y="9002"/>
                </a:lnTo>
                <a:lnTo>
                  <a:pt x="2328" y="9072"/>
                </a:lnTo>
                <a:lnTo>
                  <a:pt x="2542" y="9141"/>
                </a:lnTo>
                <a:lnTo>
                  <a:pt x="2756" y="9195"/>
                </a:lnTo>
                <a:lnTo>
                  <a:pt x="2997" y="9242"/>
                </a:lnTo>
                <a:lnTo>
                  <a:pt x="3238" y="9288"/>
                </a:lnTo>
                <a:lnTo>
                  <a:pt x="3505" y="9327"/>
                </a:lnTo>
                <a:lnTo>
                  <a:pt x="3773" y="9357"/>
                </a:lnTo>
                <a:lnTo>
                  <a:pt x="4040" y="9373"/>
                </a:lnTo>
                <a:lnTo>
                  <a:pt x="4308" y="9388"/>
                </a:lnTo>
                <a:lnTo>
                  <a:pt x="4602" y="9404"/>
                </a:lnTo>
                <a:lnTo>
                  <a:pt x="4869" y="9404"/>
                </a:lnTo>
                <a:lnTo>
                  <a:pt x="5137" y="9396"/>
                </a:lnTo>
                <a:lnTo>
                  <a:pt x="5431" y="9388"/>
                </a:lnTo>
                <a:lnTo>
                  <a:pt x="5699" y="9365"/>
                </a:lnTo>
                <a:lnTo>
                  <a:pt x="5940" y="9342"/>
                </a:lnTo>
                <a:lnTo>
                  <a:pt x="6207" y="9311"/>
                </a:lnTo>
                <a:lnTo>
                  <a:pt x="6448" y="9273"/>
                </a:lnTo>
                <a:lnTo>
                  <a:pt x="6662" y="9234"/>
                </a:lnTo>
                <a:lnTo>
                  <a:pt x="6876" y="9180"/>
                </a:lnTo>
                <a:lnTo>
                  <a:pt x="7090" y="9126"/>
                </a:lnTo>
                <a:lnTo>
                  <a:pt x="7250" y="9064"/>
                </a:lnTo>
                <a:lnTo>
                  <a:pt x="7411" y="8995"/>
                </a:lnTo>
                <a:lnTo>
                  <a:pt x="7545" y="8917"/>
                </a:lnTo>
                <a:lnTo>
                  <a:pt x="7652" y="8833"/>
                </a:lnTo>
                <a:lnTo>
                  <a:pt x="7732" y="8748"/>
                </a:lnTo>
                <a:lnTo>
                  <a:pt x="7785" y="8647"/>
                </a:lnTo>
                <a:lnTo>
                  <a:pt x="7812" y="8547"/>
                </a:lnTo>
                <a:lnTo>
                  <a:pt x="7812" y="8439"/>
                </a:lnTo>
                <a:lnTo>
                  <a:pt x="7678" y="7929"/>
                </a:lnTo>
                <a:lnTo>
                  <a:pt x="7598" y="7420"/>
                </a:lnTo>
                <a:lnTo>
                  <a:pt x="7571" y="6910"/>
                </a:lnTo>
                <a:lnTo>
                  <a:pt x="7571" y="6401"/>
                </a:lnTo>
                <a:lnTo>
                  <a:pt x="7625" y="5891"/>
                </a:lnTo>
                <a:lnTo>
                  <a:pt x="7732" y="5382"/>
                </a:lnTo>
                <a:lnTo>
                  <a:pt x="7892" y="4872"/>
                </a:lnTo>
                <a:lnTo>
                  <a:pt x="8106" y="4363"/>
                </a:lnTo>
                <a:lnTo>
                  <a:pt x="8240" y="4147"/>
                </a:lnTo>
                <a:lnTo>
                  <a:pt x="8374" y="3930"/>
                </a:lnTo>
                <a:lnTo>
                  <a:pt x="8668" y="3490"/>
                </a:lnTo>
                <a:lnTo>
                  <a:pt x="8962" y="3058"/>
                </a:lnTo>
                <a:lnTo>
                  <a:pt x="9283" y="2626"/>
                </a:lnTo>
                <a:lnTo>
                  <a:pt x="9551" y="2193"/>
                </a:lnTo>
                <a:lnTo>
                  <a:pt x="9658" y="1977"/>
                </a:lnTo>
                <a:lnTo>
                  <a:pt x="9738" y="1753"/>
                </a:lnTo>
                <a:lnTo>
                  <a:pt x="9818" y="1537"/>
                </a:lnTo>
                <a:lnTo>
                  <a:pt x="9845" y="1313"/>
                </a:lnTo>
                <a:lnTo>
                  <a:pt x="9845" y="1097"/>
                </a:lnTo>
                <a:lnTo>
                  <a:pt x="9818" y="873"/>
                </a:lnTo>
                <a:lnTo>
                  <a:pt x="9792" y="796"/>
                </a:lnTo>
                <a:lnTo>
                  <a:pt x="9765" y="727"/>
                </a:lnTo>
                <a:lnTo>
                  <a:pt x="9685" y="649"/>
                </a:lnTo>
                <a:lnTo>
                  <a:pt x="9578" y="588"/>
                </a:lnTo>
                <a:lnTo>
                  <a:pt x="9471" y="518"/>
                </a:lnTo>
                <a:lnTo>
                  <a:pt x="9364" y="464"/>
                </a:lnTo>
                <a:lnTo>
                  <a:pt x="9203" y="402"/>
                </a:lnTo>
                <a:lnTo>
                  <a:pt x="9043" y="348"/>
                </a:lnTo>
                <a:lnTo>
                  <a:pt x="8882" y="302"/>
                </a:lnTo>
                <a:lnTo>
                  <a:pt x="8695" y="248"/>
                </a:lnTo>
                <a:lnTo>
                  <a:pt x="8481" y="209"/>
                </a:lnTo>
                <a:lnTo>
                  <a:pt x="8294" y="171"/>
                </a:lnTo>
                <a:lnTo>
                  <a:pt x="8080" y="132"/>
                </a:lnTo>
                <a:lnTo>
                  <a:pt x="7839" y="101"/>
                </a:lnTo>
                <a:lnTo>
                  <a:pt x="7384" y="55"/>
                </a:lnTo>
                <a:lnTo>
                  <a:pt x="7143" y="32"/>
                </a:lnTo>
                <a:lnTo>
                  <a:pt x="6876" y="16"/>
                </a:lnTo>
                <a:lnTo>
                  <a:pt x="6635" y="9"/>
                </a:lnTo>
                <a:lnTo>
                  <a:pt x="639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rot="10800000">
            <a:off x="1111912" y="693080"/>
            <a:ext cx="96641" cy="107683"/>
          </a:xfrm>
          <a:custGeom>
            <a:rect b="b" l="l" r="r" t="t"/>
            <a:pathLst>
              <a:path extrusionOk="0" h="8469" w="23301">
                <a:moveTo>
                  <a:pt x="18298" y="0"/>
                </a:moveTo>
                <a:lnTo>
                  <a:pt x="17763" y="8"/>
                </a:lnTo>
                <a:lnTo>
                  <a:pt x="17228" y="15"/>
                </a:lnTo>
                <a:lnTo>
                  <a:pt x="16666" y="39"/>
                </a:lnTo>
                <a:lnTo>
                  <a:pt x="16131" y="70"/>
                </a:lnTo>
                <a:lnTo>
                  <a:pt x="15596" y="108"/>
                </a:lnTo>
                <a:lnTo>
                  <a:pt x="15061" y="162"/>
                </a:lnTo>
                <a:lnTo>
                  <a:pt x="14526" y="216"/>
                </a:lnTo>
                <a:lnTo>
                  <a:pt x="14018" y="278"/>
                </a:lnTo>
                <a:lnTo>
                  <a:pt x="13483" y="347"/>
                </a:lnTo>
                <a:lnTo>
                  <a:pt x="12975" y="425"/>
                </a:lnTo>
                <a:lnTo>
                  <a:pt x="12466" y="510"/>
                </a:lnTo>
                <a:lnTo>
                  <a:pt x="11985" y="594"/>
                </a:lnTo>
                <a:lnTo>
                  <a:pt x="11477" y="687"/>
                </a:lnTo>
                <a:lnTo>
                  <a:pt x="10995" y="787"/>
                </a:lnTo>
                <a:lnTo>
                  <a:pt x="10514" y="896"/>
                </a:lnTo>
                <a:lnTo>
                  <a:pt x="10059" y="1004"/>
                </a:lnTo>
                <a:lnTo>
                  <a:pt x="9149" y="1227"/>
                </a:lnTo>
                <a:lnTo>
                  <a:pt x="8267" y="1467"/>
                </a:lnTo>
                <a:lnTo>
                  <a:pt x="7437" y="1714"/>
                </a:lnTo>
                <a:lnTo>
                  <a:pt x="6635" y="1976"/>
                </a:lnTo>
                <a:lnTo>
                  <a:pt x="5886" y="2231"/>
                </a:lnTo>
                <a:lnTo>
                  <a:pt x="5190" y="2494"/>
                </a:lnTo>
                <a:lnTo>
                  <a:pt x="4575" y="2748"/>
                </a:lnTo>
                <a:lnTo>
                  <a:pt x="3986" y="3003"/>
                </a:lnTo>
                <a:lnTo>
                  <a:pt x="3398" y="3273"/>
                </a:lnTo>
                <a:lnTo>
                  <a:pt x="2863" y="3551"/>
                </a:lnTo>
                <a:lnTo>
                  <a:pt x="2381" y="3837"/>
                </a:lnTo>
                <a:lnTo>
                  <a:pt x="1927" y="4122"/>
                </a:lnTo>
                <a:lnTo>
                  <a:pt x="1525" y="4416"/>
                </a:lnTo>
                <a:lnTo>
                  <a:pt x="1178" y="4709"/>
                </a:lnTo>
                <a:lnTo>
                  <a:pt x="857" y="5010"/>
                </a:lnTo>
                <a:lnTo>
                  <a:pt x="589" y="5319"/>
                </a:lnTo>
                <a:lnTo>
                  <a:pt x="375" y="5620"/>
                </a:lnTo>
                <a:lnTo>
                  <a:pt x="215" y="5929"/>
                </a:lnTo>
                <a:lnTo>
                  <a:pt x="81" y="6245"/>
                </a:lnTo>
                <a:lnTo>
                  <a:pt x="27" y="6554"/>
                </a:lnTo>
                <a:lnTo>
                  <a:pt x="1" y="6871"/>
                </a:lnTo>
                <a:lnTo>
                  <a:pt x="27" y="7187"/>
                </a:lnTo>
                <a:lnTo>
                  <a:pt x="134" y="7504"/>
                </a:lnTo>
                <a:lnTo>
                  <a:pt x="268" y="7820"/>
                </a:lnTo>
                <a:lnTo>
                  <a:pt x="322" y="7897"/>
                </a:lnTo>
                <a:lnTo>
                  <a:pt x="402" y="7967"/>
                </a:lnTo>
                <a:lnTo>
                  <a:pt x="509" y="8036"/>
                </a:lnTo>
                <a:lnTo>
                  <a:pt x="616" y="8098"/>
                </a:lnTo>
                <a:lnTo>
                  <a:pt x="750" y="8152"/>
                </a:lnTo>
                <a:lnTo>
                  <a:pt x="883" y="8206"/>
                </a:lnTo>
                <a:lnTo>
                  <a:pt x="1044" y="8253"/>
                </a:lnTo>
                <a:lnTo>
                  <a:pt x="1204" y="8299"/>
                </a:lnTo>
                <a:lnTo>
                  <a:pt x="1392" y="8338"/>
                </a:lnTo>
                <a:lnTo>
                  <a:pt x="1606" y="8368"/>
                </a:lnTo>
                <a:lnTo>
                  <a:pt x="1793" y="8399"/>
                </a:lnTo>
                <a:lnTo>
                  <a:pt x="2007" y="8422"/>
                </a:lnTo>
                <a:lnTo>
                  <a:pt x="2221" y="8446"/>
                </a:lnTo>
                <a:lnTo>
                  <a:pt x="2435" y="8453"/>
                </a:lnTo>
                <a:lnTo>
                  <a:pt x="2649" y="8469"/>
                </a:lnTo>
                <a:lnTo>
                  <a:pt x="3318" y="8469"/>
                </a:lnTo>
                <a:lnTo>
                  <a:pt x="3532" y="8453"/>
                </a:lnTo>
                <a:lnTo>
                  <a:pt x="3746" y="8438"/>
                </a:lnTo>
                <a:lnTo>
                  <a:pt x="3960" y="8422"/>
                </a:lnTo>
                <a:lnTo>
                  <a:pt x="4174" y="8399"/>
                </a:lnTo>
                <a:lnTo>
                  <a:pt x="4361" y="8368"/>
                </a:lnTo>
                <a:lnTo>
                  <a:pt x="4548" y="8330"/>
                </a:lnTo>
                <a:lnTo>
                  <a:pt x="4709" y="8291"/>
                </a:lnTo>
                <a:lnTo>
                  <a:pt x="4869" y="8245"/>
                </a:lnTo>
                <a:lnTo>
                  <a:pt x="5003" y="8191"/>
                </a:lnTo>
                <a:lnTo>
                  <a:pt x="5137" y="8137"/>
                </a:lnTo>
                <a:lnTo>
                  <a:pt x="5244" y="8067"/>
                </a:lnTo>
                <a:lnTo>
                  <a:pt x="5351" y="8006"/>
                </a:lnTo>
                <a:lnTo>
                  <a:pt x="5431" y="7928"/>
                </a:lnTo>
                <a:lnTo>
                  <a:pt x="5485" y="7851"/>
                </a:lnTo>
                <a:lnTo>
                  <a:pt x="5618" y="7604"/>
                </a:lnTo>
                <a:lnTo>
                  <a:pt x="5779" y="7365"/>
                </a:lnTo>
                <a:lnTo>
                  <a:pt x="5966" y="7133"/>
                </a:lnTo>
                <a:lnTo>
                  <a:pt x="6180" y="6894"/>
                </a:lnTo>
                <a:lnTo>
                  <a:pt x="6421" y="6662"/>
                </a:lnTo>
                <a:lnTo>
                  <a:pt x="6688" y="6438"/>
                </a:lnTo>
                <a:lnTo>
                  <a:pt x="6956" y="6215"/>
                </a:lnTo>
                <a:lnTo>
                  <a:pt x="7277" y="5991"/>
                </a:lnTo>
                <a:lnTo>
                  <a:pt x="7625" y="5775"/>
                </a:lnTo>
                <a:lnTo>
                  <a:pt x="7999" y="5566"/>
                </a:lnTo>
                <a:lnTo>
                  <a:pt x="8374" y="5358"/>
                </a:lnTo>
                <a:lnTo>
                  <a:pt x="8802" y="5149"/>
                </a:lnTo>
                <a:lnTo>
                  <a:pt x="9283" y="4948"/>
                </a:lnTo>
                <a:lnTo>
                  <a:pt x="9765" y="4748"/>
                </a:lnTo>
                <a:lnTo>
                  <a:pt x="10273" y="4555"/>
                </a:lnTo>
                <a:lnTo>
                  <a:pt x="10835" y="4369"/>
                </a:lnTo>
                <a:lnTo>
                  <a:pt x="11423" y="4184"/>
                </a:lnTo>
                <a:lnTo>
                  <a:pt x="12038" y="4022"/>
                </a:lnTo>
                <a:lnTo>
                  <a:pt x="12654" y="3875"/>
                </a:lnTo>
                <a:lnTo>
                  <a:pt x="13296" y="3736"/>
                </a:lnTo>
                <a:lnTo>
                  <a:pt x="13964" y="3605"/>
                </a:lnTo>
                <a:lnTo>
                  <a:pt x="14633" y="3489"/>
                </a:lnTo>
                <a:lnTo>
                  <a:pt x="15329" y="3374"/>
                </a:lnTo>
                <a:lnTo>
                  <a:pt x="15998" y="3266"/>
                </a:lnTo>
                <a:lnTo>
                  <a:pt x="17389" y="3057"/>
                </a:lnTo>
                <a:lnTo>
                  <a:pt x="18780" y="2841"/>
                </a:lnTo>
                <a:lnTo>
                  <a:pt x="19475" y="2725"/>
                </a:lnTo>
                <a:lnTo>
                  <a:pt x="20144" y="2609"/>
                </a:lnTo>
                <a:lnTo>
                  <a:pt x="20813" y="2478"/>
                </a:lnTo>
                <a:lnTo>
                  <a:pt x="21481" y="2331"/>
                </a:lnTo>
                <a:lnTo>
                  <a:pt x="21802" y="2254"/>
                </a:lnTo>
                <a:lnTo>
                  <a:pt x="22097" y="2169"/>
                </a:lnTo>
                <a:lnTo>
                  <a:pt x="22364" y="2077"/>
                </a:lnTo>
                <a:lnTo>
                  <a:pt x="22605" y="1984"/>
                </a:lnTo>
                <a:lnTo>
                  <a:pt x="22792" y="1891"/>
                </a:lnTo>
                <a:lnTo>
                  <a:pt x="22953" y="1799"/>
                </a:lnTo>
                <a:lnTo>
                  <a:pt x="23086" y="1706"/>
                </a:lnTo>
                <a:lnTo>
                  <a:pt x="23167" y="1606"/>
                </a:lnTo>
                <a:lnTo>
                  <a:pt x="23247" y="1513"/>
                </a:lnTo>
                <a:lnTo>
                  <a:pt x="23274" y="1413"/>
                </a:lnTo>
                <a:lnTo>
                  <a:pt x="23300" y="1320"/>
                </a:lnTo>
                <a:lnTo>
                  <a:pt x="23274" y="1220"/>
                </a:lnTo>
                <a:lnTo>
                  <a:pt x="23220" y="1127"/>
                </a:lnTo>
                <a:lnTo>
                  <a:pt x="23140" y="1035"/>
                </a:lnTo>
                <a:lnTo>
                  <a:pt x="23060" y="942"/>
                </a:lnTo>
                <a:lnTo>
                  <a:pt x="22926" y="849"/>
                </a:lnTo>
                <a:lnTo>
                  <a:pt x="22792" y="764"/>
                </a:lnTo>
                <a:lnTo>
                  <a:pt x="22605" y="679"/>
                </a:lnTo>
                <a:lnTo>
                  <a:pt x="22418" y="594"/>
                </a:lnTo>
                <a:lnTo>
                  <a:pt x="22204" y="517"/>
                </a:lnTo>
                <a:lnTo>
                  <a:pt x="21963" y="440"/>
                </a:lnTo>
                <a:lnTo>
                  <a:pt x="21722" y="371"/>
                </a:lnTo>
                <a:lnTo>
                  <a:pt x="21455" y="309"/>
                </a:lnTo>
                <a:lnTo>
                  <a:pt x="21160" y="247"/>
                </a:lnTo>
                <a:lnTo>
                  <a:pt x="20866" y="193"/>
                </a:lnTo>
                <a:lnTo>
                  <a:pt x="20545" y="147"/>
                </a:lnTo>
                <a:lnTo>
                  <a:pt x="20197" y="108"/>
                </a:lnTo>
                <a:lnTo>
                  <a:pt x="19850" y="70"/>
                </a:lnTo>
                <a:lnTo>
                  <a:pt x="19475" y="39"/>
                </a:lnTo>
                <a:lnTo>
                  <a:pt x="19101" y="23"/>
                </a:lnTo>
                <a:lnTo>
                  <a:pt x="18699" y="8"/>
                </a:lnTo>
                <a:lnTo>
                  <a:pt x="1829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1"/>
          <p:cNvSpPr/>
          <p:nvPr/>
        </p:nvSpPr>
        <p:spPr>
          <a:xfrm rot="10800000">
            <a:off x="520347" y="1258715"/>
            <a:ext cx="106512" cy="103767"/>
          </a:xfrm>
          <a:custGeom>
            <a:rect b="b" l="l" r="r" t="t"/>
            <a:pathLst>
              <a:path extrusionOk="0" h="8161" w="25681">
                <a:moveTo>
                  <a:pt x="20839" y="0"/>
                </a:moveTo>
                <a:lnTo>
                  <a:pt x="20438" y="16"/>
                </a:lnTo>
                <a:lnTo>
                  <a:pt x="20036" y="47"/>
                </a:lnTo>
                <a:lnTo>
                  <a:pt x="19635" y="78"/>
                </a:lnTo>
                <a:lnTo>
                  <a:pt x="19234" y="132"/>
                </a:lnTo>
                <a:lnTo>
                  <a:pt x="18859" y="193"/>
                </a:lnTo>
                <a:lnTo>
                  <a:pt x="18485" y="271"/>
                </a:lnTo>
                <a:lnTo>
                  <a:pt x="18137" y="363"/>
                </a:lnTo>
                <a:lnTo>
                  <a:pt x="16880" y="718"/>
                </a:lnTo>
                <a:lnTo>
                  <a:pt x="15649" y="1081"/>
                </a:lnTo>
                <a:lnTo>
                  <a:pt x="14445" y="1452"/>
                </a:lnTo>
                <a:lnTo>
                  <a:pt x="13242" y="1830"/>
                </a:lnTo>
                <a:lnTo>
                  <a:pt x="12091" y="2216"/>
                </a:lnTo>
                <a:lnTo>
                  <a:pt x="10941" y="2602"/>
                </a:lnTo>
                <a:lnTo>
                  <a:pt x="9818" y="2996"/>
                </a:lnTo>
                <a:lnTo>
                  <a:pt x="8721" y="3397"/>
                </a:lnTo>
                <a:lnTo>
                  <a:pt x="7651" y="3799"/>
                </a:lnTo>
                <a:lnTo>
                  <a:pt x="6581" y="4208"/>
                </a:lnTo>
                <a:lnTo>
                  <a:pt x="5537" y="4617"/>
                </a:lnTo>
                <a:lnTo>
                  <a:pt x="4521" y="5034"/>
                </a:lnTo>
                <a:lnTo>
                  <a:pt x="3504" y="5451"/>
                </a:lnTo>
                <a:lnTo>
                  <a:pt x="2515" y="5868"/>
                </a:lnTo>
                <a:lnTo>
                  <a:pt x="1525" y="6292"/>
                </a:lnTo>
                <a:lnTo>
                  <a:pt x="562" y="6717"/>
                </a:lnTo>
                <a:lnTo>
                  <a:pt x="401" y="6802"/>
                </a:lnTo>
                <a:lnTo>
                  <a:pt x="241" y="6894"/>
                </a:lnTo>
                <a:lnTo>
                  <a:pt x="134" y="6979"/>
                </a:lnTo>
                <a:lnTo>
                  <a:pt x="54" y="7072"/>
                </a:lnTo>
                <a:lnTo>
                  <a:pt x="27" y="7157"/>
                </a:lnTo>
                <a:lnTo>
                  <a:pt x="0" y="7242"/>
                </a:lnTo>
                <a:lnTo>
                  <a:pt x="27" y="7327"/>
                </a:lnTo>
                <a:lnTo>
                  <a:pt x="54" y="7412"/>
                </a:lnTo>
                <a:lnTo>
                  <a:pt x="107" y="7489"/>
                </a:lnTo>
                <a:lnTo>
                  <a:pt x="214" y="7566"/>
                </a:lnTo>
                <a:lnTo>
                  <a:pt x="321" y="7643"/>
                </a:lnTo>
                <a:lnTo>
                  <a:pt x="455" y="7713"/>
                </a:lnTo>
                <a:lnTo>
                  <a:pt x="615" y="7774"/>
                </a:lnTo>
                <a:lnTo>
                  <a:pt x="776" y="7844"/>
                </a:lnTo>
                <a:lnTo>
                  <a:pt x="963" y="7898"/>
                </a:lnTo>
                <a:lnTo>
                  <a:pt x="1150" y="7952"/>
                </a:lnTo>
                <a:lnTo>
                  <a:pt x="1391" y="7998"/>
                </a:lnTo>
                <a:lnTo>
                  <a:pt x="1605" y="8045"/>
                </a:lnTo>
                <a:lnTo>
                  <a:pt x="1846" y="8075"/>
                </a:lnTo>
                <a:lnTo>
                  <a:pt x="2087" y="8106"/>
                </a:lnTo>
                <a:lnTo>
                  <a:pt x="2354" y="8129"/>
                </a:lnTo>
                <a:lnTo>
                  <a:pt x="2622" y="8145"/>
                </a:lnTo>
                <a:lnTo>
                  <a:pt x="2889" y="8153"/>
                </a:lnTo>
                <a:lnTo>
                  <a:pt x="3157" y="8160"/>
                </a:lnTo>
                <a:lnTo>
                  <a:pt x="3424" y="8153"/>
                </a:lnTo>
                <a:lnTo>
                  <a:pt x="3718" y="8129"/>
                </a:lnTo>
                <a:lnTo>
                  <a:pt x="3986" y="8106"/>
                </a:lnTo>
                <a:lnTo>
                  <a:pt x="4253" y="8075"/>
                </a:lnTo>
                <a:lnTo>
                  <a:pt x="4521" y="8029"/>
                </a:lnTo>
                <a:lnTo>
                  <a:pt x="4788" y="7975"/>
                </a:lnTo>
                <a:lnTo>
                  <a:pt x="5056" y="7906"/>
                </a:lnTo>
                <a:lnTo>
                  <a:pt x="5323" y="7828"/>
                </a:lnTo>
                <a:lnTo>
                  <a:pt x="7651" y="7072"/>
                </a:lnTo>
                <a:lnTo>
                  <a:pt x="10032" y="6315"/>
                </a:lnTo>
                <a:lnTo>
                  <a:pt x="12439" y="5574"/>
                </a:lnTo>
                <a:lnTo>
                  <a:pt x="14847" y="4833"/>
                </a:lnTo>
                <a:lnTo>
                  <a:pt x="19715" y="3359"/>
                </a:lnTo>
                <a:lnTo>
                  <a:pt x="22150" y="2617"/>
                </a:lnTo>
                <a:lnTo>
                  <a:pt x="24557" y="1876"/>
                </a:lnTo>
                <a:lnTo>
                  <a:pt x="24878" y="1768"/>
                </a:lnTo>
                <a:lnTo>
                  <a:pt x="25146" y="1660"/>
                </a:lnTo>
                <a:lnTo>
                  <a:pt x="25360" y="1552"/>
                </a:lnTo>
                <a:lnTo>
                  <a:pt x="25520" y="1436"/>
                </a:lnTo>
                <a:lnTo>
                  <a:pt x="25627" y="1328"/>
                </a:lnTo>
                <a:lnTo>
                  <a:pt x="25681" y="1220"/>
                </a:lnTo>
                <a:lnTo>
                  <a:pt x="25681" y="1112"/>
                </a:lnTo>
                <a:lnTo>
                  <a:pt x="25654" y="1012"/>
                </a:lnTo>
                <a:lnTo>
                  <a:pt x="25600" y="904"/>
                </a:lnTo>
                <a:lnTo>
                  <a:pt x="25467" y="803"/>
                </a:lnTo>
                <a:lnTo>
                  <a:pt x="25333" y="711"/>
                </a:lnTo>
                <a:lnTo>
                  <a:pt x="25146" y="618"/>
                </a:lnTo>
                <a:lnTo>
                  <a:pt x="24932" y="533"/>
                </a:lnTo>
                <a:lnTo>
                  <a:pt x="24718" y="448"/>
                </a:lnTo>
                <a:lnTo>
                  <a:pt x="24450" y="371"/>
                </a:lnTo>
                <a:lnTo>
                  <a:pt x="24156" y="301"/>
                </a:lnTo>
                <a:lnTo>
                  <a:pt x="23835" y="232"/>
                </a:lnTo>
                <a:lnTo>
                  <a:pt x="23514" y="178"/>
                </a:lnTo>
                <a:lnTo>
                  <a:pt x="23166" y="124"/>
                </a:lnTo>
                <a:lnTo>
                  <a:pt x="22792" y="78"/>
                </a:lnTo>
                <a:lnTo>
                  <a:pt x="22417" y="47"/>
                </a:lnTo>
                <a:lnTo>
                  <a:pt x="22043" y="24"/>
                </a:lnTo>
                <a:lnTo>
                  <a:pt x="216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1"/>
          <p:cNvSpPr/>
          <p:nvPr/>
        </p:nvSpPr>
        <p:spPr>
          <a:xfrm rot="10800000">
            <a:off x="280386" y="1481645"/>
            <a:ext cx="126814" cy="129579"/>
          </a:xfrm>
          <a:custGeom>
            <a:rect b="b" l="l" r="r" t="t"/>
            <a:pathLst>
              <a:path extrusionOk="0" h="10191" w="30576">
                <a:moveTo>
                  <a:pt x="26189" y="0"/>
                </a:moveTo>
                <a:lnTo>
                  <a:pt x="25841" y="8"/>
                </a:lnTo>
                <a:lnTo>
                  <a:pt x="25493" y="23"/>
                </a:lnTo>
                <a:lnTo>
                  <a:pt x="25146" y="46"/>
                </a:lnTo>
                <a:lnTo>
                  <a:pt x="24825" y="85"/>
                </a:lnTo>
                <a:lnTo>
                  <a:pt x="24504" y="131"/>
                </a:lnTo>
                <a:lnTo>
                  <a:pt x="24209" y="193"/>
                </a:lnTo>
                <a:lnTo>
                  <a:pt x="23915" y="270"/>
                </a:lnTo>
                <a:lnTo>
                  <a:pt x="23621" y="348"/>
                </a:lnTo>
                <a:lnTo>
                  <a:pt x="23353" y="448"/>
                </a:lnTo>
                <a:lnTo>
                  <a:pt x="20732" y="1536"/>
                </a:lnTo>
                <a:lnTo>
                  <a:pt x="18110" y="2609"/>
                </a:lnTo>
                <a:lnTo>
                  <a:pt x="16799" y="3142"/>
                </a:lnTo>
                <a:lnTo>
                  <a:pt x="15489" y="3667"/>
                </a:lnTo>
                <a:lnTo>
                  <a:pt x="14178" y="4192"/>
                </a:lnTo>
                <a:lnTo>
                  <a:pt x="12814" y="4709"/>
                </a:lnTo>
                <a:lnTo>
                  <a:pt x="11449" y="5219"/>
                </a:lnTo>
                <a:lnTo>
                  <a:pt x="10058" y="5728"/>
                </a:lnTo>
                <a:lnTo>
                  <a:pt x="8641" y="6230"/>
                </a:lnTo>
                <a:lnTo>
                  <a:pt x="7169" y="6724"/>
                </a:lnTo>
                <a:lnTo>
                  <a:pt x="5671" y="7211"/>
                </a:lnTo>
                <a:lnTo>
                  <a:pt x="4120" y="7697"/>
                </a:lnTo>
                <a:lnTo>
                  <a:pt x="2515" y="8176"/>
                </a:lnTo>
                <a:lnTo>
                  <a:pt x="856" y="8646"/>
                </a:lnTo>
                <a:lnTo>
                  <a:pt x="615" y="8716"/>
                </a:lnTo>
                <a:lnTo>
                  <a:pt x="428" y="8793"/>
                </a:lnTo>
                <a:lnTo>
                  <a:pt x="268" y="8870"/>
                </a:lnTo>
                <a:lnTo>
                  <a:pt x="161" y="8948"/>
                </a:lnTo>
                <a:lnTo>
                  <a:pt x="54" y="9025"/>
                </a:lnTo>
                <a:lnTo>
                  <a:pt x="27" y="9110"/>
                </a:lnTo>
                <a:lnTo>
                  <a:pt x="0" y="9187"/>
                </a:lnTo>
                <a:lnTo>
                  <a:pt x="0" y="9272"/>
                </a:lnTo>
                <a:lnTo>
                  <a:pt x="54" y="9349"/>
                </a:lnTo>
                <a:lnTo>
                  <a:pt x="107" y="9426"/>
                </a:lnTo>
                <a:lnTo>
                  <a:pt x="214" y="9503"/>
                </a:lnTo>
                <a:lnTo>
                  <a:pt x="321" y="9581"/>
                </a:lnTo>
                <a:lnTo>
                  <a:pt x="455" y="9650"/>
                </a:lnTo>
                <a:lnTo>
                  <a:pt x="615" y="9727"/>
                </a:lnTo>
                <a:lnTo>
                  <a:pt x="803" y="9789"/>
                </a:lnTo>
                <a:lnTo>
                  <a:pt x="990" y="9851"/>
                </a:lnTo>
                <a:lnTo>
                  <a:pt x="1204" y="9913"/>
                </a:lnTo>
                <a:lnTo>
                  <a:pt x="1445" y="9967"/>
                </a:lnTo>
                <a:lnTo>
                  <a:pt x="1685" y="10021"/>
                </a:lnTo>
                <a:lnTo>
                  <a:pt x="1926" y="10067"/>
                </a:lnTo>
                <a:lnTo>
                  <a:pt x="2194" y="10106"/>
                </a:lnTo>
                <a:lnTo>
                  <a:pt x="2461" y="10136"/>
                </a:lnTo>
                <a:lnTo>
                  <a:pt x="2755" y="10160"/>
                </a:lnTo>
                <a:lnTo>
                  <a:pt x="3050" y="10175"/>
                </a:lnTo>
                <a:lnTo>
                  <a:pt x="3317" y="10190"/>
                </a:lnTo>
                <a:lnTo>
                  <a:pt x="3611" y="10190"/>
                </a:lnTo>
                <a:lnTo>
                  <a:pt x="3906" y="10183"/>
                </a:lnTo>
                <a:lnTo>
                  <a:pt x="4200" y="10167"/>
                </a:lnTo>
                <a:lnTo>
                  <a:pt x="4494" y="10144"/>
                </a:lnTo>
                <a:lnTo>
                  <a:pt x="4788" y="10113"/>
                </a:lnTo>
                <a:lnTo>
                  <a:pt x="5083" y="10067"/>
                </a:lnTo>
                <a:lnTo>
                  <a:pt x="5350" y="10013"/>
                </a:lnTo>
                <a:lnTo>
                  <a:pt x="7196" y="9596"/>
                </a:lnTo>
                <a:lnTo>
                  <a:pt x="9042" y="9164"/>
                </a:lnTo>
                <a:lnTo>
                  <a:pt x="10861" y="8716"/>
                </a:lnTo>
                <a:lnTo>
                  <a:pt x="12653" y="8253"/>
                </a:lnTo>
                <a:lnTo>
                  <a:pt x="14419" y="7774"/>
                </a:lnTo>
                <a:lnTo>
                  <a:pt x="16157" y="7280"/>
                </a:lnTo>
                <a:lnTo>
                  <a:pt x="17013" y="7033"/>
                </a:lnTo>
                <a:lnTo>
                  <a:pt x="17843" y="6778"/>
                </a:lnTo>
                <a:lnTo>
                  <a:pt x="18672" y="6516"/>
                </a:lnTo>
                <a:lnTo>
                  <a:pt x="19501" y="6253"/>
                </a:lnTo>
                <a:lnTo>
                  <a:pt x="20304" y="5991"/>
                </a:lnTo>
                <a:lnTo>
                  <a:pt x="21106" y="5721"/>
                </a:lnTo>
                <a:lnTo>
                  <a:pt x="21882" y="5450"/>
                </a:lnTo>
                <a:lnTo>
                  <a:pt x="22631" y="5180"/>
                </a:lnTo>
                <a:lnTo>
                  <a:pt x="23380" y="4902"/>
                </a:lnTo>
                <a:lnTo>
                  <a:pt x="24102" y="4617"/>
                </a:lnTo>
                <a:lnTo>
                  <a:pt x="24798" y="4339"/>
                </a:lnTo>
                <a:lnTo>
                  <a:pt x="25493" y="4053"/>
                </a:lnTo>
                <a:lnTo>
                  <a:pt x="26162" y="3760"/>
                </a:lnTo>
                <a:lnTo>
                  <a:pt x="26804" y="3474"/>
                </a:lnTo>
                <a:lnTo>
                  <a:pt x="27446" y="3181"/>
                </a:lnTo>
                <a:lnTo>
                  <a:pt x="28035" y="2880"/>
                </a:lnTo>
                <a:lnTo>
                  <a:pt x="28623" y="2579"/>
                </a:lnTo>
                <a:lnTo>
                  <a:pt x="29185" y="2278"/>
                </a:lnTo>
                <a:lnTo>
                  <a:pt x="29693" y="1976"/>
                </a:lnTo>
                <a:lnTo>
                  <a:pt x="30201" y="1668"/>
                </a:lnTo>
                <a:lnTo>
                  <a:pt x="30362" y="1560"/>
                </a:lnTo>
                <a:lnTo>
                  <a:pt x="30469" y="1452"/>
                </a:lnTo>
                <a:lnTo>
                  <a:pt x="30549" y="1343"/>
                </a:lnTo>
                <a:lnTo>
                  <a:pt x="30576" y="1235"/>
                </a:lnTo>
                <a:lnTo>
                  <a:pt x="30549" y="1127"/>
                </a:lnTo>
                <a:lnTo>
                  <a:pt x="30522" y="1027"/>
                </a:lnTo>
                <a:lnTo>
                  <a:pt x="30442" y="927"/>
                </a:lnTo>
                <a:lnTo>
                  <a:pt x="30308" y="826"/>
                </a:lnTo>
                <a:lnTo>
                  <a:pt x="30175" y="734"/>
                </a:lnTo>
                <a:lnTo>
                  <a:pt x="30014" y="641"/>
                </a:lnTo>
                <a:lnTo>
                  <a:pt x="29800" y="556"/>
                </a:lnTo>
                <a:lnTo>
                  <a:pt x="29586" y="471"/>
                </a:lnTo>
                <a:lnTo>
                  <a:pt x="29345" y="402"/>
                </a:lnTo>
                <a:lnTo>
                  <a:pt x="29078" y="324"/>
                </a:lnTo>
                <a:lnTo>
                  <a:pt x="28810" y="263"/>
                </a:lnTo>
                <a:lnTo>
                  <a:pt x="28516" y="201"/>
                </a:lnTo>
                <a:lnTo>
                  <a:pt x="28195" y="147"/>
                </a:lnTo>
                <a:lnTo>
                  <a:pt x="27874" y="108"/>
                </a:lnTo>
                <a:lnTo>
                  <a:pt x="27553" y="70"/>
                </a:lnTo>
                <a:lnTo>
                  <a:pt x="27205" y="39"/>
                </a:lnTo>
                <a:lnTo>
                  <a:pt x="26858" y="16"/>
                </a:lnTo>
                <a:lnTo>
                  <a:pt x="2653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rot="10800000">
            <a:off x="143353" y="1699856"/>
            <a:ext cx="92535" cy="132630"/>
          </a:xfrm>
          <a:custGeom>
            <a:rect b="b" l="l" r="r" t="t"/>
            <a:pathLst>
              <a:path extrusionOk="0" h="10431" w="22311">
                <a:moveTo>
                  <a:pt x="18753" y="1"/>
                </a:moveTo>
                <a:lnTo>
                  <a:pt x="18459" y="8"/>
                </a:lnTo>
                <a:lnTo>
                  <a:pt x="18164" y="16"/>
                </a:lnTo>
                <a:lnTo>
                  <a:pt x="17870" y="31"/>
                </a:lnTo>
                <a:lnTo>
                  <a:pt x="17576" y="55"/>
                </a:lnTo>
                <a:lnTo>
                  <a:pt x="17282" y="85"/>
                </a:lnTo>
                <a:lnTo>
                  <a:pt x="17014" y="116"/>
                </a:lnTo>
                <a:lnTo>
                  <a:pt x="16747" y="155"/>
                </a:lnTo>
                <a:lnTo>
                  <a:pt x="16506" y="201"/>
                </a:lnTo>
                <a:lnTo>
                  <a:pt x="16265" y="248"/>
                </a:lnTo>
                <a:lnTo>
                  <a:pt x="16051" y="309"/>
                </a:lnTo>
                <a:lnTo>
                  <a:pt x="15837" y="371"/>
                </a:lnTo>
                <a:lnTo>
                  <a:pt x="15650" y="441"/>
                </a:lnTo>
                <a:lnTo>
                  <a:pt x="15489" y="518"/>
                </a:lnTo>
                <a:lnTo>
                  <a:pt x="15356" y="595"/>
                </a:lnTo>
                <a:lnTo>
                  <a:pt x="14553" y="1151"/>
                </a:lnTo>
                <a:lnTo>
                  <a:pt x="13751" y="1707"/>
                </a:lnTo>
                <a:lnTo>
                  <a:pt x="12226" y="2787"/>
                </a:lnTo>
                <a:lnTo>
                  <a:pt x="11450" y="3320"/>
                </a:lnTo>
                <a:lnTo>
                  <a:pt x="10674" y="3845"/>
                </a:lnTo>
                <a:lnTo>
                  <a:pt x="9898" y="4370"/>
                </a:lnTo>
                <a:lnTo>
                  <a:pt x="9069" y="4887"/>
                </a:lnTo>
                <a:lnTo>
                  <a:pt x="8240" y="5397"/>
                </a:lnTo>
                <a:lnTo>
                  <a:pt x="7357" y="5899"/>
                </a:lnTo>
                <a:lnTo>
                  <a:pt x="6421" y="6408"/>
                </a:lnTo>
                <a:lnTo>
                  <a:pt x="5431" y="6902"/>
                </a:lnTo>
                <a:lnTo>
                  <a:pt x="4896" y="7149"/>
                </a:lnTo>
                <a:lnTo>
                  <a:pt x="4361" y="7396"/>
                </a:lnTo>
                <a:lnTo>
                  <a:pt x="3799" y="7643"/>
                </a:lnTo>
                <a:lnTo>
                  <a:pt x="3211" y="7890"/>
                </a:lnTo>
                <a:lnTo>
                  <a:pt x="2622" y="8137"/>
                </a:lnTo>
                <a:lnTo>
                  <a:pt x="2007" y="8384"/>
                </a:lnTo>
                <a:lnTo>
                  <a:pt x="1338" y="8624"/>
                </a:lnTo>
                <a:lnTo>
                  <a:pt x="670" y="8871"/>
                </a:lnTo>
                <a:lnTo>
                  <a:pt x="482" y="8948"/>
                </a:lnTo>
                <a:lnTo>
                  <a:pt x="322" y="9025"/>
                </a:lnTo>
                <a:lnTo>
                  <a:pt x="215" y="9110"/>
                </a:lnTo>
                <a:lnTo>
                  <a:pt x="108" y="9187"/>
                </a:lnTo>
                <a:lnTo>
                  <a:pt x="54" y="9272"/>
                </a:lnTo>
                <a:lnTo>
                  <a:pt x="1" y="9357"/>
                </a:lnTo>
                <a:lnTo>
                  <a:pt x="1" y="9434"/>
                </a:lnTo>
                <a:lnTo>
                  <a:pt x="27" y="9519"/>
                </a:lnTo>
                <a:lnTo>
                  <a:pt x="54" y="9604"/>
                </a:lnTo>
                <a:lnTo>
                  <a:pt x="134" y="9681"/>
                </a:lnTo>
                <a:lnTo>
                  <a:pt x="215" y="9758"/>
                </a:lnTo>
                <a:lnTo>
                  <a:pt x="349" y="9836"/>
                </a:lnTo>
                <a:lnTo>
                  <a:pt x="482" y="9913"/>
                </a:lnTo>
                <a:lnTo>
                  <a:pt x="616" y="9982"/>
                </a:lnTo>
                <a:lnTo>
                  <a:pt x="803" y="10052"/>
                </a:lnTo>
                <a:lnTo>
                  <a:pt x="964" y="10114"/>
                </a:lnTo>
                <a:lnTo>
                  <a:pt x="1178" y="10168"/>
                </a:lnTo>
                <a:lnTo>
                  <a:pt x="1392" y="10222"/>
                </a:lnTo>
                <a:lnTo>
                  <a:pt x="1606" y="10276"/>
                </a:lnTo>
                <a:lnTo>
                  <a:pt x="1847" y="10314"/>
                </a:lnTo>
                <a:lnTo>
                  <a:pt x="2114" y="10353"/>
                </a:lnTo>
                <a:lnTo>
                  <a:pt x="2355" y="10384"/>
                </a:lnTo>
                <a:lnTo>
                  <a:pt x="2622" y="10407"/>
                </a:lnTo>
                <a:lnTo>
                  <a:pt x="2890" y="10422"/>
                </a:lnTo>
                <a:lnTo>
                  <a:pt x="3157" y="10430"/>
                </a:lnTo>
                <a:lnTo>
                  <a:pt x="3452" y="10430"/>
                </a:lnTo>
                <a:lnTo>
                  <a:pt x="3719" y="10415"/>
                </a:lnTo>
                <a:lnTo>
                  <a:pt x="4013" y="10399"/>
                </a:lnTo>
                <a:lnTo>
                  <a:pt x="4281" y="10368"/>
                </a:lnTo>
                <a:lnTo>
                  <a:pt x="4575" y="10330"/>
                </a:lnTo>
                <a:lnTo>
                  <a:pt x="4843" y="10283"/>
                </a:lnTo>
                <a:lnTo>
                  <a:pt x="5110" y="10222"/>
                </a:lnTo>
                <a:lnTo>
                  <a:pt x="5966" y="9998"/>
                </a:lnTo>
                <a:lnTo>
                  <a:pt x="6822" y="9774"/>
                </a:lnTo>
                <a:lnTo>
                  <a:pt x="7678" y="9550"/>
                </a:lnTo>
                <a:lnTo>
                  <a:pt x="8507" y="9311"/>
                </a:lnTo>
                <a:lnTo>
                  <a:pt x="9310" y="9071"/>
                </a:lnTo>
                <a:lnTo>
                  <a:pt x="10139" y="8824"/>
                </a:lnTo>
                <a:lnTo>
                  <a:pt x="10915" y="8570"/>
                </a:lnTo>
                <a:lnTo>
                  <a:pt x="11691" y="8307"/>
                </a:lnTo>
                <a:lnTo>
                  <a:pt x="12440" y="8045"/>
                </a:lnTo>
                <a:lnTo>
                  <a:pt x="13189" y="7774"/>
                </a:lnTo>
                <a:lnTo>
                  <a:pt x="13911" y="7504"/>
                </a:lnTo>
                <a:lnTo>
                  <a:pt x="14607" y="7226"/>
                </a:lnTo>
                <a:lnTo>
                  <a:pt x="15275" y="6941"/>
                </a:lnTo>
                <a:lnTo>
                  <a:pt x="15944" y="6655"/>
                </a:lnTo>
                <a:lnTo>
                  <a:pt x="16559" y="6362"/>
                </a:lnTo>
                <a:lnTo>
                  <a:pt x="17175" y="6061"/>
                </a:lnTo>
                <a:lnTo>
                  <a:pt x="17736" y="5760"/>
                </a:lnTo>
                <a:lnTo>
                  <a:pt x="18298" y="5458"/>
                </a:lnTo>
                <a:lnTo>
                  <a:pt x="18806" y="5150"/>
                </a:lnTo>
                <a:lnTo>
                  <a:pt x="19288" y="4841"/>
                </a:lnTo>
                <a:lnTo>
                  <a:pt x="19743" y="4524"/>
                </a:lnTo>
                <a:lnTo>
                  <a:pt x="20171" y="4208"/>
                </a:lnTo>
                <a:lnTo>
                  <a:pt x="20545" y="3891"/>
                </a:lnTo>
                <a:lnTo>
                  <a:pt x="20920" y="3567"/>
                </a:lnTo>
                <a:lnTo>
                  <a:pt x="21241" y="3243"/>
                </a:lnTo>
                <a:lnTo>
                  <a:pt x="21508" y="2919"/>
                </a:lnTo>
                <a:lnTo>
                  <a:pt x="21749" y="2587"/>
                </a:lnTo>
                <a:lnTo>
                  <a:pt x="21936" y="2255"/>
                </a:lnTo>
                <a:lnTo>
                  <a:pt x="22097" y="1923"/>
                </a:lnTo>
                <a:lnTo>
                  <a:pt x="22230" y="1583"/>
                </a:lnTo>
                <a:lnTo>
                  <a:pt x="22284" y="1243"/>
                </a:lnTo>
                <a:lnTo>
                  <a:pt x="22311" y="911"/>
                </a:lnTo>
                <a:lnTo>
                  <a:pt x="22311" y="811"/>
                </a:lnTo>
                <a:lnTo>
                  <a:pt x="22257" y="718"/>
                </a:lnTo>
                <a:lnTo>
                  <a:pt x="22177" y="634"/>
                </a:lnTo>
                <a:lnTo>
                  <a:pt x="22097" y="549"/>
                </a:lnTo>
                <a:lnTo>
                  <a:pt x="21963" y="471"/>
                </a:lnTo>
                <a:lnTo>
                  <a:pt x="21802" y="402"/>
                </a:lnTo>
                <a:lnTo>
                  <a:pt x="21615" y="340"/>
                </a:lnTo>
                <a:lnTo>
                  <a:pt x="21428" y="278"/>
                </a:lnTo>
                <a:lnTo>
                  <a:pt x="21214" y="224"/>
                </a:lnTo>
                <a:lnTo>
                  <a:pt x="20973" y="178"/>
                </a:lnTo>
                <a:lnTo>
                  <a:pt x="20732" y="139"/>
                </a:lnTo>
                <a:lnTo>
                  <a:pt x="20492" y="101"/>
                </a:lnTo>
                <a:lnTo>
                  <a:pt x="20197" y="70"/>
                </a:lnTo>
                <a:lnTo>
                  <a:pt x="19930" y="47"/>
                </a:lnTo>
                <a:lnTo>
                  <a:pt x="19636" y="24"/>
                </a:lnTo>
                <a:lnTo>
                  <a:pt x="19341" y="16"/>
                </a:lnTo>
                <a:lnTo>
                  <a:pt x="19047" y="8"/>
                </a:lnTo>
                <a:lnTo>
                  <a:pt x="1875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1"/>
          <p:cNvSpPr/>
          <p:nvPr/>
        </p:nvSpPr>
        <p:spPr>
          <a:xfrm rot="10800000">
            <a:off x="166317" y="1919651"/>
            <a:ext cx="46601" cy="102190"/>
          </a:xfrm>
          <a:custGeom>
            <a:rect b="b" l="l" r="r" t="t"/>
            <a:pathLst>
              <a:path extrusionOk="0" h="8037" w="11236">
                <a:moveTo>
                  <a:pt x="3318" y="1"/>
                </a:moveTo>
                <a:lnTo>
                  <a:pt x="3023" y="16"/>
                </a:lnTo>
                <a:lnTo>
                  <a:pt x="2756" y="31"/>
                </a:lnTo>
                <a:lnTo>
                  <a:pt x="2462" y="55"/>
                </a:lnTo>
                <a:lnTo>
                  <a:pt x="2194" y="86"/>
                </a:lnTo>
                <a:lnTo>
                  <a:pt x="1953" y="124"/>
                </a:lnTo>
                <a:lnTo>
                  <a:pt x="1686" y="170"/>
                </a:lnTo>
                <a:lnTo>
                  <a:pt x="1472" y="217"/>
                </a:lnTo>
                <a:lnTo>
                  <a:pt x="1231" y="271"/>
                </a:lnTo>
                <a:lnTo>
                  <a:pt x="1017" y="333"/>
                </a:lnTo>
                <a:lnTo>
                  <a:pt x="830" y="402"/>
                </a:lnTo>
                <a:lnTo>
                  <a:pt x="643" y="472"/>
                </a:lnTo>
                <a:lnTo>
                  <a:pt x="482" y="549"/>
                </a:lnTo>
                <a:lnTo>
                  <a:pt x="348" y="634"/>
                </a:lnTo>
                <a:lnTo>
                  <a:pt x="241" y="726"/>
                </a:lnTo>
                <a:lnTo>
                  <a:pt x="134" y="819"/>
                </a:lnTo>
                <a:lnTo>
                  <a:pt x="54" y="912"/>
                </a:lnTo>
                <a:lnTo>
                  <a:pt x="1" y="1020"/>
                </a:lnTo>
                <a:lnTo>
                  <a:pt x="1" y="1128"/>
                </a:lnTo>
                <a:lnTo>
                  <a:pt x="1" y="1328"/>
                </a:lnTo>
                <a:lnTo>
                  <a:pt x="54" y="1529"/>
                </a:lnTo>
                <a:lnTo>
                  <a:pt x="108" y="1730"/>
                </a:lnTo>
                <a:lnTo>
                  <a:pt x="215" y="1931"/>
                </a:lnTo>
                <a:lnTo>
                  <a:pt x="348" y="2131"/>
                </a:lnTo>
                <a:lnTo>
                  <a:pt x="509" y="2332"/>
                </a:lnTo>
                <a:lnTo>
                  <a:pt x="669" y="2533"/>
                </a:lnTo>
                <a:lnTo>
                  <a:pt x="857" y="2733"/>
                </a:lnTo>
                <a:lnTo>
                  <a:pt x="1258" y="3127"/>
                </a:lnTo>
                <a:lnTo>
                  <a:pt x="1686" y="3529"/>
                </a:lnTo>
                <a:lnTo>
                  <a:pt x="2114" y="3915"/>
                </a:lnTo>
                <a:lnTo>
                  <a:pt x="2488" y="4301"/>
                </a:lnTo>
                <a:lnTo>
                  <a:pt x="3291" y="5127"/>
                </a:lnTo>
                <a:lnTo>
                  <a:pt x="3692" y="5536"/>
                </a:lnTo>
                <a:lnTo>
                  <a:pt x="4120" y="5953"/>
                </a:lnTo>
                <a:lnTo>
                  <a:pt x="4548" y="6362"/>
                </a:lnTo>
                <a:lnTo>
                  <a:pt x="5030" y="6763"/>
                </a:lnTo>
                <a:lnTo>
                  <a:pt x="5538" y="7165"/>
                </a:lnTo>
                <a:lnTo>
                  <a:pt x="6100" y="7558"/>
                </a:lnTo>
                <a:lnTo>
                  <a:pt x="6207" y="7636"/>
                </a:lnTo>
                <a:lnTo>
                  <a:pt x="6340" y="7705"/>
                </a:lnTo>
                <a:lnTo>
                  <a:pt x="6501" y="7759"/>
                </a:lnTo>
                <a:lnTo>
                  <a:pt x="6661" y="7813"/>
                </a:lnTo>
                <a:lnTo>
                  <a:pt x="6849" y="7867"/>
                </a:lnTo>
                <a:lnTo>
                  <a:pt x="7036" y="7906"/>
                </a:lnTo>
                <a:lnTo>
                  <a:pt x="7223" y="7944"/>
                </a:lnTo>
                <a:lnTo>
                  <a:pt x="7437" y="7968"/>
                </a:lnTo>
                <a:lnTo>
                  <a:pt x="7651" y="7998"/>
                </a:lnTo>
                <a:lnTo>
                  <a:pt x="7865" y="8014"/>
                </a:lnTo>
                <a:lnTo>
                  <a:pt x="8079" y="8029"/>
                </a:lnTo>
                <a:lnTo>
                  <a:pt x="8293" y="8037"/>
                </a:lnTo>
                <a:lnTo>
                  <a:pt x="8507" y="8037"/>
                </a:lnTo>
                <a:lnTo>
                  <a:pt x="8748" y="8029"/>
                </a:lnTo>
                <a:lnTo>
                  <a:pt x="8962" y="8022"/>
                </a:lnTo>
                <a:lnTo>
                  <a:pt x="9176" y="8006"/>
                </a:lnTo>
                <a:lnTo>
                  <a:pt x="9390" y="7991"/>
                </a:lnTo>
                <a:lnTo>
                  <a:pt x="9604" y="7968"/>
                </a:lnTo>
                <a:lnTo>
                  <a:pt x="9818" y="7937"/>
                </a:lnTo>
                <a:lnTo>
                  <a:pt x="10005" y="7906"/>
                </a:lnTo>
                <a:lnTo>
                  <a:pt x="10193" y="7867"/>
                </a:lnTo>
                <a:lnTo>
                  <a:pt x="10353" y="7829"/>
                </a:lnTo>
                <a:lnTo>
                  <a:pt x="10514" y="7782"/>
                </a:lnTo>
                <a:lnTo>
                  <a:pt x="10674" y="7728"/>
                </a:lnTo>
                <a:lnTo>
                  <a:pt x="10808" y="7674"/>
                </a:lnTo>
                <a:lnTo>
                  <a:pt x="10915" y="7620"/>
                </a:lnTo>
                <a:lnTo>
                  <a:pt x="11022" y="7558"/>
                </a:lnTo>
                <a:lnTo>
                  <a:pt x="11102" y="7489"/>
                </a:lnTo>
                <a:lnTo>
                  <a:pt x="11182" y="7419"/>
                </a:lnTo>
                <a:lnTo>
                  <a:pt x="11209" y="7350"/>
                </a:lnTo>
                <a:lnTo>
                  <a:pt x="11236" y="7273"/>
                </a:lnTo>
                <a:lnTo>
                  <a:pt x="11236" y="7188"/>
                </a:lnTo>
                <a:lnTo>
                  <a:pt x="11129" y="6763"/>
                </a:lnTo>
                <a:lnTo>
                  <a:pt x="10968" y="6339"/>
                </a:lnTo>
                <a:lnTo>
                  <a:pt x="10781" y="5914"/>
                </a:lnTo>
                <a:lnTo>
                  <a:pt x="10567" y="5489"/>
                </a:lnTo>
                <a:lnTo>
                  <a:pt x="10300" y="5065"/>
                </a:lnTo>
                <a:lnTo>
                  <a:pt x="10032" y="4640"/>
                </a:lnTo>
                <a:lnTo>
                  <a:pt x="9497" y="3799"/>
                </a:lnTo>
                <a:lnTo>
                  <a:pt x="9256" y="3405"/>
                </a:lnTo>
                <a:lnTo>
                  <a:pt x="9042" y="2996"/>
                </a:lnTo>
                <a:lnTo>
                  <a:pt x="8828" y="2587"/>
                </a:lnTo>
                <a:lnTo>
                  <a:pt x="8588" y="2178"/>
                </a:lnTo>
                <a:lnTo>
                  <a:pt x="8427" y="1977"/>
                </a:lnTo>
                <a:lnTo>
                  <a:pt x="8266" y="1776"/>
                </a:lnTo>
                <a:lnTo>
                  <a:pt x="8106" y="1575"/>
                </a:lnTo>
                <a:lnTo>
                  <a:pt x="7919" y="1382"/>
                </a:lnTo>
                <a:lnTo>
                  <a:pt x="7705" y="1189"/>
                </a:lnTo>
                <a:lnTo>
                  <a:pt x="7464" y="996"/>
                </a:lnTo>
                <a:lnTo>
                  <a:pt x="7196" y="811"/>
                </a:lnTo>
                <a:lnTo>
                  <a:pt x="6875" y="634"/>
                </a:lnTo>
                <a:lnTo>
                  <a:pt x="6688" y="533"/>
                </a:lnTo>
                <a:lnTo>
                  <a:pt x="6501" y="448"/>
                </a:lnTo>
                <a:lnTo>
                  <a:pt x="6287" y="363"/>
                </a:lnTo>
                <a:lnTo>
                  <a:pt x="6046" y="294"/>
                </a:lnTo>
                <a:lnTo>
                  <a:pt x="5805" y="232"/>
                </a:lnTo>
                <a:lnTo>
                  <a:pt x="5538" y="178"/>
                </a:lnTo>
                <a:lnTo>
                  <a:pt x="5270" y="124"/>
                </a:lnTo>
                <a:lnTo>
                  <a:pt x="5003" y="86"/>
                </a:lnTo>
                <a:lnTo>
                  <a:pt x="4735" y="55"/>
                </a:lnTo>
                <a:lnTo>
                  <a:pt x="4441" y="31"/>
                </a:lnTo>
                <a:lnTo>
                  <a:pt x="4174" y="16"/>
                </a:lnTo>
                <a:lnTo>
                  <a:pt x="387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1"/>
          <p:cNvSpPr/>
          <p:nvPr/>
        </p:nvSpPr>
        <p:spPr>
          <a:xfrm rot="10800000">
            <a:off x="235912" y="2093691"/>
            <a:ext cx="111178" cy="133609"/>
          </a:xfrm>
          <a:custGeom>
            <a:rect b="b" l="l" r="r" t="t"/>
            <a:pathLst>
              <a:path extrusionOk="0" h="10508" w="26806">
                <a:moveTo>
                  <a:pt x="3318" y="1"/>
                </a:moveTo>
                <a:lnTo>
                  <a:pt x="2997" y="8"/>
                </a:lnTo>
                <a:lnTo>
                  <a:pt x="2703" y="24"/>
                </a:lnTo>
                <a:lnTo>
                  <a:pt x="2409" y="47"/>
                </a:lnTo>
                <a:lnTo>
                  <a:pt x="2114" y="78"/>
                </a:lnTo>
                <a:lnTo>
                  <a:pt x="1847" y="124"/>
                </a:lnTo>
                <a:lnTo>
                  <a:pt x="1606" y="170"/>
                </a:lnTo>
                <a:lnTo>
                  <a:pt x="1365" y="224"/>
                </a:lnTo>
                <a:lnTo>
                  <a:pt x="1151" y="294"/>
                </a:lnTo>
                <a:lnTo>
                  <a:pt x="937" y="356"/>
                </a:lnTo>
                <a:lnTo>
                  <a:pt x="750" y="433"/>
                </a:lnTo>
                <a:lnTo>
                  <a:pt x="590" y="510"/>
                </a:lnTo>
                <a:lnTo>
                  <a:pt x="429" y="595"/>
                </a:lnTo>
                <a:lnTo>
                  <a:pt x="295" y="680"/>
                </a:lnTo>
                <a:lnTo>
                  <a:pt x="188" y="765"/>
                </a:lnTo>
                <a:lnTo>
                  <a:pt x="108" y="857"/>
                </a:lnTo>
                <a:lnTo>
                  <a:pt x="54" y="950"/>
                </a:lnTo>
                <a:lnTo>
                  <a:pt x="1" y="1043"/>
                </a:lnTo>
                <a:lnTo>
                  <a:pt x="1" y="1135"/>
                </a:lnTo>
                <a:lnTo>
                  <a:pt x="28" y="1236"/>
                </a:lnTo>
                <a:lnTo>
                  <a:pt x="54" y="1328"/>
                </a:lnTo>
                <a:lnTo>
                  <a:pt x="135" y="1421"/>
                </a:lnTo>
                <a:lnTo>
                  <a:pt x="215" y="1514"/>
                </a:lnTo>
                <a:lnTo>
                  <a:pt x="349" y="1599"/>
                </a:lnTo>
                <a:lnTo>
                  <a:pt x="509" y="1691"/>
                </a:lnTo>
                <a:lnTo>
                  <a:pt x="697" y="1768"/>
                </a:lnTo>
                <a:lnTo>
                  <a:pt x="937" y="1853"/>
                </a:lnTo>
                <a:lnTo>
                  <a:pt x="1178" y="1923"/>
                </a:lnTo>
                <a:lnTo>
                  <a:pt x="2810" y="2363"/>
                </a:lnTo>
                <a:lnTo>
                  <a:pt x="4388" y="2803"/>
                </a:lnTo>
                <a:lnTo>
                  <a:pt x="5913" y="3251"/>
                </a:lnTo>
                <a:lnTo>
                  <a:pt x="7384" y="3698"/>
                </a:lnTo>
                <a:lnTo>
                  <a:pt x="8775" y="4146"/>
                </a:lnTo>
                <a:lnTo>
                  <a:pt x="10113" y="4609"/>
                </a:lnTo>
                <a:lnTo>
                  <a:pt x="10755" y="4841"/>
                </a:lnTo>
                <a:lnTo>
                  <a:pt x="11397" y="5080"/>
                </a:lnTo>
                <a:lnTo>
                  <a:pt x="12012" y="5320"/>
                </a:lnTo>
                <a:lnTo>
                  <a:pt x="12601" y="5559"/>
                </a:lnTo>
                <a:lnTo>
                  <a:pt x="13189" y="5806"/>
                </a:lnTo>
                <a:lnTo>
                  <a:pt x="13778" y="6053"/>
                </a:lnTo>
                <a:lnTo>
                  <a:pt x="14339" y="6300"/>
                </a:lnTo>
                <a:lnTo>
                  <a:pt x="14874" y="6555"/>
                </a:lnTo>
                <a:lnTo>
                  <a:pt x="15409" y="6809"/>
                </a:lnTo>
                <a:lnTo>
                  <a:pt x="15918" y="7072"/>
                </a:lnTo>
                <a:lnTo>
                  <a:pt x="16426" y="7334"/>
                </a:lnTo>
                <a:lnTo>
                  <a:pt x="16907" y="7605"/>
                </a:lnTo>
                <a:lnTo>
                  <a:pt x="17389" y="7875"/>
                </a:lnTo>
                <a:lnTo>
                  <a:pt x="17844" y="8153"/>
                </a:lnTo>
                <a:lnTo>
                  <a:pt x="18298" y="8438"/>
                </a:lnTo>
                <a:lnTo>
                  <a:pt x="18726" y="8724"/>
                </a:lnTo>
                <a:lnTo>
                  <a:pt x="19154" y="9017"/>
                </a:lnTo>
                <a:lnTo>
                  <a:pt x="19556" y="9311"/>
                </a:lnTo>
                <a:lnTo>
                  <a:pt x="19957" y="9612"/>
                </a:lnTo>
                <a:lnTo>
                  <a:pt x="20331" y="9921"/>
                </a:lnTo>
                <a:lnTo>
                  <a:pt x="20465" y="10013"/>
                </a:lnTo>
                <a:lnTo>
                  <a:pt x="20599" y="10090"/>
                </a:lnTo>
                <a:lnTo>
                  <a:pt x="20786" y="10168"/>
                </a:lnTo>
                <a:lnTo>
                  <a:pt x="20973" y="10237"/>
                </a:lnTo>
                <a:lnTo>
                  <a:pt x="21187" y="10299"/>
                </a:lnTo>
                <a:lnTo>
                  <a:pt x="21428" y="10345"/>
                </a:lnTo>
                <a:lnTo>
                  <a:pt x="21669" y="10392"/>
                </a:lnTo>
                <a:lnTo>
                  <a:pt x="21936" y="10430"/>
                </a:lnTo>
                <a:lnTo>
                  <a:pt x="22204" y="10461"/>
                </a:lnTo>
                <a:lnTo>
                  <a:pt x="22498" y="10484"/>
                </a:lnTo>
                <a:lnTo>
                  <a:pt x="22766" y="10500"/>
                </a:lnTo>
                <a:lnTo>
                  <a:pt x="23060" y="10507"/>
                </a:lnTo>
                <a:lnTo>
                  <a:pt x="23649" y="10507"/>
                </a:lnTo>
                <a:lnTo>
                  <a:pt x="23943" y="10492"/>
                </a:lnTo>
                <a:lnTo>
                  <a:pt x="24237" y="10476"/>
                </a:lnTo>
                <a:lnTo>
                  <a:pt x="24531" y="10453"/>
                </a:lnTo>
                <a:lnTo>
                  <a:pt x="24799" y="10422"/>
                </a:lnTo>
                <a:lnTo>
                  <a:pt x="25066" y="10392"/>
                </a:lnTo>
                <a:lnTo>
                  <a:pt x="25334" y="10353"/>
                </a:lnTo>
                <a:lnTo>
                  <a:pt x="25575" y="10299"/>
                </a:lnTo>
                <a:lnTo>
                  <a:pt x="25789" y="10253"/>
                </a:lnTo>
                <a:lnTo>
                  <a:pt x="26003" y="10191"/>
                </a:lnTo>
                <a:lnTo>
                  <a:pt x="26190" y="10129"/>
                </a:lnTo>
                <a:lnTo>
                  <a:pt x="26350" y="10060"/>
                </a:lnTo>
                <a:lnTo>
                  <a:pt x="26511" y="9990"/>
                </a:lnTo>
                <a:lnTo>
                  <a:pt x="26618" y="9913"/>
                </a:lnTo>
                <a:lnTo>
                  <a:pt x="26725" y="9828"/>
                </a:lnTo>
                <a:lnTo>
                  <a:pt x="26778" y="9743"/>
                </a:lnTo>
                <a:lnTo>
                  <a:pt x="26805" y="9650"/>
                </a:lnTo>
                <a:lnTo>
                  <a:pt x="26805" y="9558"/>
                </a:lnTo>
                <a:lnTo>
                  <a:pt x="26752" y="9457"/>
                </a:lnTo>
                <a:lnTo>
                  <a:pt x="26538" y="9102"/>
                </a:lnTo>
                <a:lnTo>
                  <a:pt x="26297" y="8755"/>
                </a:lnTo>
                <a:lnTo>
                  <a:pt x="26003" y="8408"/>
                </a:lnTo>
                <a:lnTo>
                  <a:pt x="25682" y="8052"/>
                </a:lnTo>
                <a:lnTo>
                  <a:pt x="25334" y="7705"/>
                </a:lnTo>
                <a:lnTo>
                  <a:pt x="24959" y="7365"/>
                </a:lnTo>
                <a:lnTo>
                  <a:pt x="24531" y="7018"/>
                </a:lnTo>
                <a:lnTo>
                  <a:pt x="24077" y="6678"/>
                </a:lnTo>
                <a:lnTo>
                  <a:pt x="23595" y="6346"/>
                </a:lnTo>
                <a:lnTo>
                  <a:pt x="23087" y="6007"/>
                </a:lnTo>
                <a:lnTo>
                  <a:pt x="22552" y="5675"/>
                </a:lnTo>
                <a:lnTo>
                  <a:pt x="21990" y="5350"/>
                </a:lnTo>
                <a:lnTo>
                  <a:pt x="21401" y="5026"/>
                </a:lnTo>
                <a:lnTo>
                  <a:pt x="20759" y="4710"/>
                </a:lnTo>
                <a:lnTo>
                  <a:pt x="20117" y="4401"/>
                </a:lnTo>
                <a:lnTo>
                  <a:pt x="19422" y="4092"/>
                </a:lnTo>
                <a:lnTo>
                  <a:pt x="18700" y="3791"/>
                </a:lnTo>
                <a:lnTo>
                  <a:pt x="17977" y="3490"/>
                </a:lnTo>
                <a:lnTo>
                  <a:pt x="17202" y="3204"/>
                </a:lnTo>
                <a:lnTo>
                  <a:pt x="16426" y="2919"/>
                </a:lnTo>
                <a:lnTo>
                  <a:pt x="15597" y="2641"/>
                </a:lnTo>
                <a:lnTo>
                  <a:pt x="14741" y="2371"/>
                </a:lnTo>
                <a:lnTo>
                  <a:pt x="13885" y="2108"/>
                </a:lnTo>
                <a:lnTo>
                  <a:pt x="13002" y="1853"/>
                </a:lnTo>
                <a:lnTo>
                  <a:pt x="12066" y="1606"/>
                </a:lnTo>
                <a:lnTo>
                  <a:pt x="11129" y="1367"/>
                </a:lnTo>
                <a:lnTo>
                  <a:pt x="10166" y="1143"/>
                </a:lnTo>
                <a:lnTo>
                  <a:pt x="9176" y="919"/>
                </a:lnTo>
                <a:lnTo>
                  <a:pt x="8187" y="711"/>
                </a:lnTo>
                <a:lnTo>
                  <a:pt x="7143" y="510"/>
                </a:lnTo>
                <a:lnTo>
                  <a:pt x="6100" y="317"/>
                </a:lnTo>
                <a:lnTo>
                  <a:pt x="5030" y="132"/>
                </a:lnTo>
                <a:lnTo>
                  <a:pt x="4656" y="85"/>
                </a:lnTo>
                <a:lnTo>
                  <a:pt x="4308" y="47"/>
                </a:lnTo>
                <a:lnTo>
                  <a:pt x="3987" y="16"/>
                </a:lnTo>
                <a:lnTo>
                  <a:pt x="363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rot="10800000">
            <a:off x="212937" y="4389674"/>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rot="10230141">
            <a:off x="4419402" y="4633613"/>
            <a:ext cx="1289165" cy="570259"/>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1"/>
          <p:cNvSpPr/>
          <p:nvPr/>
        </p:nvSpPr>
        <p:spPr>
          <a:xfrm rot="10800000">
            <a:off x="8199075" y="220300"/>
            <a:ext cx="472527" cy="459660"/>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rot="10800000">
            <a:off x="7672779" y="626988"/>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1"/>
          <p:cNvSpPr/>
          <p:nvPr/>
        </p:nvSpPr>
        <p:spPr>
          <a:xfrm rot="10800000">
            <a:off x="7363897" y="423368"/>
            <a:ext cx="108600" cy="81708"/>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
          <p:cNvSpPr/>
          <p:nvPr/>
        </p:nvSpPr>
        <p:spPr>
          <a:xfrm rot="10800000">
            <a:off x="7194408" y="270001"/>
            <a:ext cx="92550" cy="921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bg>
      <p:bgPr>
        <a:solidFill>
          <a:schemeClr val="lt2"/>
        </a:solidFill>
      </p:bgPr>
    </p:bg>
    <p:spTree>
      <p:nvGrpSpPr>
        <p:cNvPr id="423" name="Shape 423"/>
        <p:cNvGrpSpPr/>
        <p:nvPr/>
      </p:nvGrpSpPr>
      <p:grpSpPr>
        <a:xfrm>
          <a:off x="0" y="0"/>
          <a:ext cx="0" cy="0"/>
          <a:chOff x="0" y="0"/>
          <a:chExt cx="0" cy="0"/>
        </a:xfrm>
      </p:grpSpPr>
      <p:sp>
        <p:nvSpPr>
          <p:cNvPr id="424" name="Google Shape;424;p22"/>
          <p:cNvSpPr txBox="1"/>
          <p:nvPr>
            <p:ph type="title"/>
          </p:nvPr>
        </p:nvSpPr>
        <p:spPr>
          <a:xfrm>
            <a:off x="4319700" y="1623635"/>
            <a:ext cx="4104300" cy="8955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800"/>
              <a:buNone/>
              <a:defRPr sz="42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22"/>
          <p:cNvSpPr txBox="1"/>
          <p:nvPr>
            <p:ph idx="1" type="subTitle"/>
          </p:nvPr>
        </p:nvSpPr>
        <p:spPr>
          <a:xfrm>
            <a:off x="3769500" y="2494475"/>
            <a:ext cx="4654500" cy="1638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600">
                <a:solidFill>
                  <a:schemeClr val="l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26" name="Google Shape;426;p22"/>
          <p:cNvSpPr/>
          <p:nvPr/>
        </p:nvSpPr>
        <p:spPr>
          <a:xfrm>
            <a:off x="4082900" y="4647166"/>
            <a:ext cx="881398" cy="774732"/>
          </a:xfrm>
          <a:custGeom>
            <a:rect b="b" l="l" r="r" t="t"/>
            <a:pathLst>
              <a:path extrusionOk="0" h="40100" w="45621">
                <a:moveTo>
                  <a:pt x="21426" y="0"/>
                </a:moveTo>
                <a:lnTo>
                  <a:pt x="21074" y="8"/>
                </a:lnTo>
                <a:lnTo>
                  <a:pt x="20721" y="29"/>
                </a:lnTo>
                <a:lnTo>
                  <a:pt x="20369" y="51"/>
                </a:lnTo>
                <a:lnTo>
                  <a:pt x="20016" y="86"/>
                </a:lnTo>
                <a:lnTo>
                  <a:pt x="19669" y="122"/>
                </a:lnTo>
                <a:lnTo>
                  <a:pt x="19317" y="165"/>
                </a:lnTo>
                <a:lnTo>
                  <a:pt x="18970" y="215"/>
                </a:lnTo>
                <a:lnTo>
                  <a:pt x="18623" y="280"/>
                </a:lnTo>
                <a:lnTo>
                  <a:pt x="18276" y="344"/>
                </a:lnTo>
                <a:lnTo>
                  <a:pt x="17930" y="408"/>
                </a:lnTo>
                <a:lnTo>
                  <a:pt x="17583" y="487"/>
                </a:lnTo>
                <a:lnTo>
                  <a:pt x="17242" y="573"/>
                </a:lnTo>
                <a:lnTo>
                  <a:pt x="16901" y="666"/>
                </a:lnTo>
                <a:lnTo>
                  <a:pt x="16560" y="759"/>
                </a:lnTo>
                <a:lnTo>
                  <a:pt x="16219" y="859"/>
                </a:lnTo>
                <a:lnTo>
                  <a:pt x="15878" y="974"/>
                </a:lnTo>
                <a:lnTo>
                  <a:pt x="15543" y="1088"/>
                </a:lnTo>
                <a:lnTo>
                  <a:pt x="15207" y="1210"/>
                </a:lnTo>
                <a:lnTo>
                  <a:pt x="14872" y="1332"/>
                </a:lnTo>
                <a:lnTo>
                  <a:pt x="14537" y="1468"/>
                </a:lnTo>
                <a:lnTo>
                  <a:pt x="14207" y="1604"/>
                </a:lnTo>
                <a:lnTo>
                  <a:pt x="13878" y="1754"/>
                </a:lnTo>
                <a:lnTo>
                  <a:pt x="13554" y="1904"/>
                </a:lnTo>
                <a:lnTo>
                  <a:pt x="13231" y="2054"/>
                </a:lnTo>
                <a:lnTo>
                  <a:pt x="12907" y="2219"/>
                </a:lnTo>
                <a:lnTo>
                  <a:pt x="12583" y="2384"/>
                </a:lnTo>
                <a:lnTo>
                  <a:pt x="12265" y="2563"/>
                </a:lnTo>
                <a:lnTo>
                  <a:pt x="11948" y="2734"/>
                </a:lnTo>
                <a:lnTo>
                  <a:pt x="11635" y="2920"/>
                </a:lnTo>
                <a:lnTo>
                  <a:pt x="11323" y="3114"/>
                </a:lnTo>
                <a:lnTo>
                  <a:pt x="11017" y="3307"/>
                </a:lnTo>
                <a:lnTo>
                  <a:pt x="10711" y="3507"/>
                </a:lnTo>
                <a:lnTo>
                  <a:pt x="10410" y="3708"/>
                </a:lnTo>
                <a:lnTo>
                  <a:pt x="10110" y="3922"/>
                </a:lnTo>
                <a:lnTo>
                  <a:pt x="9809" y="4137"/>
                </a:lnTo>
                <a:lnTo>
                  <a:pt x="9514" y="4352"/>
                </a:lnTo>
                <a:lnTo>
                  <a:pt x="9220" y="4581"/>
                </a:lnTo>
                <a:lnTo>
                  <a:pt x="8936" y="4810"/>
                </a:lnTo>
                <a:lnTo>
                  <a:pt x="8647" y="5046"/>
                </a:lnTo>
                <a:lnTo>
                  <a:pt x="8364" y="5282"/>
                </a:lnTo>
                <a:lnTo>
                  <a:pt x="8087" y="5525"/>
                </a:lnTo>
                <a:lnTo>
                  <a:pt x="7809" y="5776"/>
                </a:lnTo>
                <a:lnTo>
                  <a:pt x="7538" y="6034"/>
                </a:lnTo>
                <a:lnTo>
                  <a:pt x="7272" y="6291"/>
                </a:lnTo>
                <a:lnTo>
                  <a:pt x="7006" y="6549"/>
                </a:lnTo>
                <a:lnTo>
                  <a:pt x="6746" y="6821"/>
                </a:lnTo>
                <a:lnTo>
                  <a:pt x="6486" y="7086"/>
                </a:lnTo>
                <a:lnTo>
                  <a:pt x="6231" y="7365"/>
                </a:lnTo>
                <a:lnTo>
                  <a:pt x="5983" y="7644"/>
                </a:lnTo>
                <a:lnTo>
                  <a:pt x="5734" y="7930"/>
                </a:lnTo>
                <a:lnTo>
                  <a:pt x="5492" y="8216"/>
                </a:lnTo>
                <a:lnTo>
                  <a:pt x="5255" y="8510"/>
                </a:lnTo>
                <a:lnTo>
                  <a:pt x="5023" y="8803"/>
                </a:lnTo>
                <a:lnTo>
                  <a:pt x="4792" y="9104"/>
                </a:lnTo>
                <a:lnTo>
                  <a:pt x="4567" y="9412"/>
                </a:lnTo>
                <a:lnTo>
                  <a:pt x="4347" y="9719"/>
                </a:lnTo>
                <a:lnTo>
                  <a:pt x="4133" y="10034"/>
                </a:lnTo>
                <a:lnTo>
                  <a:pt x="3920" y="10349"/>
                </a:lnTo>
                <a:lnTo>
                  <a:pt x="3711" y="10664"/>
                </a:lnTo>
                <a:lnTo>
                  <a:pt x="3509" y="10993"/>
                </a:lnTo>
                <a:lnTo>
                  <a:pt x="3313" y="11315"/>
                </a:lnTo>
                <a:lnTo>
                  <a:pt x="3122" y="11644"/>
                </a:lnTo>
                <a:lnTo>
                  <a:pt x="2937" y="11981"/>
                </a:lnTo>
                <a:lnTo>
                  <a:pt x="2752" y="12317"/>
                </a:lnTo>
                <a:lnTo>
                  <a:pt x="2573" y="12661"/>
                </a:lnTo>
                <a:lnTo>
                  <a:pt x="2405" y="13004"/>
                </a:lnTo>
                <a:lnTo>
                  <a:pt x="2238" y="13348"/>
                </a:lnTo>
                <a:lnTo>
                  <a:pt x="2076" y="13698"/>
                </a:lnTo>
                <a:lnTo>
                  <a:pt x="1920" y="14049"/>
                </a:lnTo>
                <a:lnTo>
                  <a:pt x="1769" y="14407"/>
                </a:lnTo>
                <a:lnTo>
                  <a:pt x="1625" y="14772"/>
                </a:lnTo>
                <a:lnTo>
                  <a:pt x="1486" y="15130"/>
                </a:lnTo>
                <a:lnTo>
                  <a:pt x="1353" y="15495"/>
                </a:lnTo>
                <a:lnTo>
                  <a:pt x="1226" y="15867"/>
                </a:lnTo>
                <a:lnTo>
                  <a:pt x="1105" y="16232"/>
                </a:lnTo>
                <a:lnTo>
                  <a:pt x="989" y="16611"/>
                </a:lnTo>
                <a:lnTo>
                  <a:pt x="879" y="16983"/>
                </a:lnTo>
                <a:lnTo>
                  <a:pt x="775" y="17363"/>
                </a:lnTo>
                <a:lnTo>
                  <a:pt x="677" y="17742"/>
                </a:lnTo>
                <a:lnTo>
                  <a:pt x="585" y="18129"/>
                </a:lnTo>
                <a:lnTo>
                  <a:pt x="498" y="18515"/>
                </a:lnTo>
                <a:lnTo>
                  <a:pt x="423" y="18901"/>
                </a:lnTo>
                <a:lnTo>
                  <a:pt x="348" y="19295"/>
                </a:lnTo>
                <a:lnTo>
                  <a:pt x="284" y="19689"/>
                </a:lnTo>
                <a:lnTo>
                  <a:pt x="226" y="20082"/>
                </a:lnTo>
                <a:lnTo>
                  <a:pt x="174" y="20483"/>
                </a:lnTo>
                <a:lnTo>
                  <a:pt x="128" y="20884"/>
                </a:lnTo>
                <a:lnTo>
                  <a:pt x="88" y="21285"/>
                </a:lnTo>
                <a:lnTo>
                  <a:pt x="59" y="21685"/>
                </a:lnTo>
                <a:lnTo>
                  <a:pt x="36" y="22093"/>
                </a:lnTo>
                <a:lnTo>
                  <a:pt x="18" y="22501"/>
                </a:lnTo>
                <a:lnTo>
                  <a:pt x="7" y="22909"/>
                </a:lnTo>
                <a:lnTo>
                  <a:pt x="1" y="23324"/>
                </a:lnTo>
                <a:lnTo>
                  <a:pt x="7" y="23732"/>
                </a:lnTo>
                <a:lnTo>
                  <a:pt x="18" y="24147"/>
                </a:lnTo>
                <a:lnTo>
                  <a:pt x="36" y="24562"/>
                </a:lnTo>
                <a:lnTo>
                  <a:pt x="64" y="24985"/>
                </a:lnTo>
                <a:lnTo>
                  <a:pt x="99" y="25400"/>
                </a:lnTo>
                <a:lnTo>
                  <a:pt x="140" y="25822"/>
                </a:lnTo>
                <a:lnTo>
                  <a:pt x="192" y="26244"/>
                </a:lnTo>
                <a:lnTo>
                  <a:pt x="249" y="26667"/>
                </a:lnTo>
                <a:lnTo>
                  <a:pt x="313" y="27089"/>
                </a:lnTo>
                <a:lnTo>
                  <a:pt x="388" y="27518"/>
                </a:lnTo>
                <a:lnTo>
                  <a:pt x="469" y="27940"/>
                </a:lnTo>
                <a:lnTo>
                  <a:pt x="562" y="28370"/>
                </a:lnTo>
                <a:lnTo>
                  <a:pt x="660" y="28799"/>
                </a:lnTo>
                <a:lnTo>
                  <a:pt x="764" y="29229"/>
                </a:lnTo>
                <a:lnTo>
                  <a:pt x="879" y="29658"/>
                </a:lnTo>
                <a:lnTo>
                  <a:pt x="1001" y="30087"/>
                </a:lnTo>
                <a:lnTo>
                  <a:pt x="1134" y="30524"/>
                </a:lnTo>
                <a:lnTo>
                  <a:pt x="1278" y="30953"/>
                </a:lnTo>
                <a:lnTo>
                  <a:pt x="1423" y="31390"/>
                </a:lnTo>
                <a:lnTo>
                  <a:pt x="1585" y="31819"/>
                </a:lnTo>
                <a:lnTo>
                  <a:pt x="1752" y="32256"/>
                </a:lnTo>
                <a:lnTo>
                  <a:pt x="1926" y="32693"/>
                </a:lnTo>
                <a:lnTo>
                  <a:pt x="2110" y="33129"/>
                </a:lnTo>
                <a:lnTo>
                  <a:pt x="2301" y="33566"/>
                </a:lnTo>
                <a:lnTo>
                  <a:pt x="2509" y="34002"/>
                </a:lnTo>
                <a:lnTo>
                  <a:pt x="2717" y="34439"/>
                </a:lnTo>
                <a:lnTo>
                  <a:pt x="2775" y="34539"/>
                </a:lnTo>
                <a:lnTo>
                  <a:pt x="2833" y="34632"/>
                </a:lnTo>
                <a:lnTo>
                  <a:pt x="2891" y="34718"/>
                </a:lnTo>
                <a:lnTo>
                  <a:pt x="2960" y="34797"/>
                </a:lnTo>
                <a:lnTo>
                  <a:pt x="3024" y="34861"/>
                </a:lnTo>
                <a:lnTo>
                  <a:pt x="3099" y="34925"/>
                </a:lnTo>
                <a:lnTo>
                  <a:pt x="3168" y="34983"/>
                </a:lnTo>
                <a:lnTo>
                  <a:pt x="3243" y="35026"/>
                </a:lnTo>
                <a:lnTo>
                  <a:pt x="3324" y="35069"/>
                </a:lnTo>
                <a:lnTo>
                  <a:pt x="3399" y="35104"/>
                </a:lnTo>
                <a:lnTo>
                  <a:pt x="3480" y="35133"/>
                </a:lnTo>
                <a:lnTo>
                  <a:pt x="3561" y="35154"/>
                </a:lnTo>
                <a:lnTo>
                  <a:pt x="3642" y="35169"/>
                </a:lnTo>
                <a:lnTo>
                  <a:pt x="3723" y="35176"/>
                </a:lnTo>
                <a:lnTo>
                  <a:pt x="3810" y="35176"/>
                </a:lnTo>
                <a:lnTo>
                  <a:pt x="3891" y="35169"/>
                </a:lnTo>
                <a:lnTo>
                  <a:pt x="3972" y="35162"/>
                </a:lnTo>
                <a:lnTo>
                  <a:pt x="4052" y="35140"/>
                </a:lnTo>
                <a:lnTo>
                  <a:pt x="4133" y="35119"/>
                </a:lnTo>
                <a:lnTo>
                  <a:pt x="4214" y="35090"/>
                </a:lnTo>
                <a:lnTo>
                  <a:pt x="4289" y="35061"/>
                </a:lnTo>
                <a:lnTo>
                  <a:pt x="4365" y="35018"/>
                </a:lnTo>
                <a:lnTo>
                  <a:pt x="4440" y="34976"/>
                </a:lnTo>
                <a:lnTo>
                  <a:pt x="4515" y="34925"/>
                </a:lnTo>
                <a:lnTo>
                  <a:pt x="4578" y="34875"/>
                </a:lnTo>
                <a:lnTo>
                  <a:pt x="4648" y="34818"/>
                </a:lnTo>
                <a:lnTo>
                  <a:pt x="4711" y="34754"/>
                </a:lnTo>
                <a:lnTo>
                  <a:pt x="4769" y="34682"/>
                </a:lnTo>
                <a:lnTo>
                  <a:pt x="4821" y="34611"/>
                </a:lnTo>
                <a:lnTo>
                  <a:pt x="4873" y="34532"/>
                </a:lnTo>
                <a:lnTo>
                  <a:pt x="4919" y="34453"/>
                </a:lnTo>
                <a:lnTo>
                  <a:pt x="4966" y="34367"/>
                </a:lnTo>
                <a:lnTo>
                  <a:pt x="5052" y="34417"/>
                </a:lnTo>
                <a:lnTo>
                  <a:pt x="5139" y="34453"/>
                </a:lnTo>
                <a:lnTo>
                  <a:pt x="5232" y="34489"/>
                </a:lnTo>
                <a:lnTo>
                  <a:pt x="5324" y="34517"/>
                </a:lnTo>
                <a:lnTo>
                  <a:pt x="5411" y="34539"/>
                </a:lnTo>
                <a:lnTo>
                  <a:pt x="5503" y="34553"/>
                </a:lnTo>
                <a:lnTo>
                  <a:pt x="5596" y="34560"/>
                </a:lnTo>
                <a:lnTo>
                  <a:pt x="5694" y="34568"/>
                </a:lnTo>
                <a:lnTo>
                  <a:pt x="5786" y="34560"/>
                </a:lnTo>
                <a:lnTo>
                  <a:pt x="5879" y="34553"/>
                </a:lnTo>
                <a:lnTo>
                  <a:pt x="5971" y="34532"/>
                </a:lnTo>
                <a:lnTo>
                  <a:pt x="6070" y="34510"/>
                </a:lnTo>
                <a:lnTo>
                  <a:pt x="6162" y="34475"/>
                </a:lnTo>
                <a:lnTo>
                  <a:pt x="6255" y="34439"/>
                </a:lnTo>
                <a:lnTo>
                  <a:pt x="6347" y="34389"/>
                </a:lnTo>
                <a:lnTo>
                  <a:pt x="6439" y="34339"/>
                </a:lnTo>
                <a:lnTo>
                  <a:pt x="6561" y="34424"/>
                </a:lnTo>
                <a:lnTo>
                  <a:pt x="6688" y="34503"/>
                </a:lnTo>
                <a:lnTo>
                  <a:pt x="6815" y="34568"/>
                </a:lnTo>
                <a:lnTo>
                  <a:pt x="6948" y="34625"/>
                </a:lnTo>
                <a:lnTo>
                  <a:pt x="7081" y="34668"/>
                </a:lnTo>
                <a:lnTo>
                  <a:pt x="7220" y="34704"/>
                </a:lnTo>
                <a:lnTo>
                  <a:pt x="7353" y="34725"/>
                </a:lnTo>
                <a:lnTo>
                  <a:pt x="7491" y="34739"/>
                </a:lnTo>
                <a:lnTo>
                  <a:pt x="7630" y="34739"/>
                </a:lnTo>
                <a:lnTo>
                  <a:pt x="7769" y="34718"/>
                </a:lnTo>
                <a:lnTo>
                  <a:pt x="7902" y="34689"/>
                </a:lnTo>
                <a:lnTo>
                  <a:pt x="8040" y="34646"/>
                </a:lnTo>
                <a:lnTo>
                  <a:pt x="8173" y="34589"/>
                </a:lnTo>
                <a:lnTo>
                  <a:pt x="8306" y="34517"/>
                </a:lnTo>
                <a:lnTo>
                  <a:pt x="8439" y="34424"/>
                </a:lnTo>
                <a:lnTo>
                  <a:pt x="8566" y="34317"/>
                </a:lnTo>
                <a:lnTo>
                  <a:pt x="8861" y="34045"/>
                </a:lnTo>
                <a:lnTo>
                  <a:pt x="9156" y="33773"/>
                </a:lnTo>
                <a:lnTo>
                  <a:pt x="9439" y="33494"/>
                </a:lnTo>
                <a:lnTo>
                  <a:pt x="9722" y="33208"/>
                </a:lnTo>
                <a:lnTo>
                  <a:pt x="10000" y="32922"/>
                </a:lnTo>
                <a:lnTo>
                  <a:pt x="10271" y="32628"/>
                </a:lnTo>
                <a:lnTo>
                  <a:pt x="10537" y="32328"/>
                </a:lnTo>
                <a:lnTo>
                  <a:pt x="10803" y="32020"/>
                </a:lnTo>
                <a:lnTo>
                  <a:pt x="11057" y="31712"/>
                </a:lnTo>
                <a:lnTo>
                  <a:pt x="11312" y="31397"/>
                </a:lnTo>
                <a:lnTo>
                  <a:pt x="11560" y="31082"/>
                </a:lnTo>
                <a:lnTo>
                  <a:pt x="11797" y="30753"/>
                </a:lnTo>
                <a:lnTo>
                  <a:pt x="12034" y="30424"/>
                </a:lnTo>
                <a:lnTo>
                  <a:pt x="12265" y="30095"/>
                </a:lnTo>
                <a:lnTo>
                  <a:pt x="12491" y="29751"/>
                </a:lnTo>
                <a:lnTo>
                  <a:pt x="12710" y="29408"/>
                </a:lnTo>
                <a:lnTo>
                  <a:pt x="12947" y="29415"/>
                </a:lnTo>
                <a:lnTo>
                  <a:pt x="13179" y="29400"/>
                </a:lnTo>
                <a:lnTo>
                  <a:pt x="13404" y="29379"/>
                </a:lnTo>
                <a:lnTo>
                  <a:pt x="13624" y="29343"/>
                </a:lnTo>
                <a:lnTo>
                  <a:pt x="13843" y="29293"/>
                </a:lnTo>
                <a:lnTo>
                  <a:pt x="14057" y="29229"/>
                </a:lnTo>
                <a:lnTo>
                  <a:pt x="14265" y="29157"/>
                </a:lnTo>
                <a:lnTo>
                  <a:pt x="14468" y="29071"/>
                </a:lnTo>
                <a:lnTo>
                  <a:pt x="14566" y="29171"/>
                </a:lnTo>
                <a:lnTo>
                  <a:pt x="14664" y="29279"/>
                </a:lnTo>
                <a:lnTo>
                  <a:pt x="14762" y="29379"/>
                </a:lnTo>
                <a:lnTo>
                  <a:pt x="14866" y="29479"/>
                </a:lnTo>
                <a:lnTo>
                  <a:pt x="14988" y="29565"/>
                </a:lnTo>
                <a:lnTo>
                  <a:pt x="15115" y="29644"/>
                </a:lnTo>
                <a:lnTo>
                  <a:pt x="15248" y="29715"/>
                </a:lnTo>
                <a:lnTo>
                  <a:pt x="15386" y="29765"/>
                </a:lnTo>
                <a:lnTo>
                  <a:pt x="15531" y="29808"/>
                </a:lnTo>
                <a:lnTo>
                  <a:pt x="15675" y="29837"/>
                </a:lnTo>
                <a:lnTo>
                  <a:pt x="15820" y="29851"/>
                </a:lnTo>
                <a:lnTo>
                  <a:pt x="15970" y="29851"/>
                </a:lnTo>
                <a:lnTo>
                  <a:pt x="16121" y="29844"/>
                </a:lnTo>
                <a:lnTo>
                  <a:pt x="16265" y="29830"/>
                </a:lnTo>
                <a:lnTo>
                  <a:pt x="16410" y="29794"/>
                </a:lnTo>
                <a:lnTo>
                  <a:pt x="16554" y="29751"/>
                </a:lnTo>
                <a:lnTo>
                  <a:pt x="16693" y="29701"/>
                </a:lnTo>
                <a:lnTo>
                  <a:pt x="16826" y="29637"/>
                </a:lnTo>
                <a:lnTo>
                  <a:pt x="16953" y="29565"/>
                </a:lnTo>
                <a:lnTo>
                  <a:pt x="17080" y="29479"/>
                </a:lnTo>
                <a:lnTo>
                  <a:pt x="17305" y="29300"/>
                </a:lnTo>
                <a:lnTo>
                  <a:pt x="17525" y="29107"/>
                </a:lnTo>
                <a:lnTo>
                  <a:pt x="17739" y="28914"/>
                </a:lnTo>
                <a:lnTo>
                  <a:pt x="17947" y="28713"/>
                </a:lnTo>
                <a:lnTo>
                  <a:pt x="18149" y="28506"/>
                </a:lnTo>
                <a:lnTo>
                  <a:pt x="18346" y="28291"/>
                </a:lnTo>
                <a:lnTo>
                  <a:pt x="18536" y="28069"/>
                </a:lnTo>
                <a:lnTo>
                  <a:pt x="18727" y="27847"/>
                </a:lnTo>
                <a:lnTo>
                  <a:pt x="19045" y="28513"/>
                </a:lnTo>
                <a:lnTo>
                  <a:pt x="19369" y="29164"/>
                </a:lnTo>
                <a:lnTo>
                  <a:pt x="19692" y="29801"/>
                </a:lnTo>
                <a:lnTo>
                  <a:pt x="20016" y="30417"/>
                </a:lnTo>
                <a:lnTo>
                  <a:pt x="20103" y="30560"/>
                </a:lnTo>
                <a:lnTo>
                  <a:pt x="20189" y="30696"/>
                </a:lnTo>
                <a:lnTo>
                  <a:pt x="20288" y="30825"/>
                </a:lnTo>
                <a:lnTo>
                  <a:pt x="20392" y="30946"/>
                </a:lnTo>
                <a:lnTo>
                  <a:pt x="20502" y="31061"/>
                </a:lnTo>
                <a:lnTo>
                  <a:pt x="20611" y="31168"/>
                </a:lnTo>
                <a:lnTo>
                  <a:pt x="20733" y="31261"/>
                </a:lnTo>
                <a:lnTo>
                  <a:pt x="20854" y="31354"/>
                </a:lnTo>
                <a:lnTo>
                  <a:pt x="20987" y="31433"/>
                </a:lnTo>
                <a:lnTo>
                  <a:pt x="21114" y="31505"/>
                </a:lnTo>
                <a:lnTo>
                  <a:pt x="21247" y="31569"/>
                </a:lnTo>
                <a:lnTo>
                  <a:pt x="21386" y="31626"/>
                </a:lnTo>
                <a:lnTo>
                  <a:pt x="21525" y="31669"/>
                </a:lnTo>
                <a:lnTo>
                  <a:pt x="21663" y="31705"/>
                </a:lnTo>
                <a:lnTo>
                  <a:pt x="21802" y="31726"/>
                </a:lnTo>
                <a:lnTo>
                  <a:pt x="21946" y="31741"/>
                </a:lnTo>
                <a:lnTo>
                  <a:pt x="22085" y="31748"/>
                </a:lnTo>
                <a:lnTo>
                  <a:pt x="22224" y="31741"/>
                </a:lnTo>
                <a:lnTo>
                  <a:pt x="22363" y="31726"/>
                </a:lnTo>
                <a:lnTo>
                  <a:pt x="22501" y="31698"/>
                </a:lnTo>
                <a:lnTo>
                  <a:pt x="22634" y="31655"/>
                </a:lnTo>
                <a:lnTo>
                  <a:pt x="22767" y="31605"/>
                </a:lnTo>
                <a:lnTo>
                  <a:pt x="22894" y="31540"/>
                </a:lnTo>
                <a:lnTo>
                  <a:pt x="23022" y="31469"/>
                </a:lnTo>
                <a:lnTo>
                  <a:pt x="23137" y="31383"/>
                </a:lnTo>
                <a:lnTo>
                  <a:pt x="23253" y="31283"/>
                </a:lnTo>
                <a:lnTo>
                  <a:pt x="23363" y="31175"/>
                </a:lnTo>
                <a:lnTo>
                  <a:pt x="23467" y="31046"/>
                </a:lnTo>
                <a:lnTo>
                  <a:pt x="23565" y="30910"/>
                </a:lnTo>
                <a:lnTo>
                  <a:pt x="23651" y="30760"/>
                </a:lnTo>
                <a:lnTo>
                  <a:pt x="23738" y="30596"/>
                </a:lnTo>
                <a:lnTo>
                  <a:pt x="23808" y="30417"/>
                </a:lnTo>
                <a:lnTo>
                  <a:pt x="24004" y="29894"/>
                </a:lnTo>
                <a:lnTo>
                  <a:pt x="24189" y="29365"/>
                </a:lnTo>
                <a:lnTo>
                  <a:pt x="24362" y="28835"/>
                </a:lnTo>
                <a:lnTo>
                  <a:pt x="24530" y="28305"/>
                </a:lnTo>
                <a:lnTo>
                  <a:pt x="24721" y="28477"/>
                </a:lnTo>
                <a:lnTo>
                  <a:pt x="24911" y="28642"/>
                </a:lnTo>
                <a:lnTo>
                  <a:pt x="25102" y="28792"/>
                </a:lnTo>
                <a:lnTo>
                  <a:pt x="25293" y="28942"/>
                </a:lnTo>
                <a:lnTo>
                  <a:pt x="25484" y="29078"/>
                </a:lnTo>
                <a:lnTo>
                  <a:pt x="25674" y="29214"/>
                </a:lnTo>
                <a:lnTo>
                  <a:pt x="25865" y="29336"/>
                </a:lnTo>
                <a:lnTo>
                  <a:pt x="26056" y="29451"/>
                </a:lnTo>
                <a:lnTo>
                  <a:pt x="26247" y="29551"/>
                </a:lnTo>
                <a:lnTo>
                  <a:pt x="26437" y="29651"/>
                </a:lnTo>
                <a:lnTo>
                  <a:pt x="26628" y="29730"/>
                </a:lnTo>
                <a:lnTo>
                  <a:pt x="26819" y="29808"/>
                </a:lnTo>
                <a:lnTo>
                  <a:pt x="27010" y="29873"/>
                </a:lnTo>
                <a:lnTo>
                  <a:pt x="27194" y="29923"/>
                </a:lnTo>
                <a:lnTo>
                  <a:pt x="27385" y="29966"/>
                </a:lnTo>
                <a:lnTo>
                  <a:pt x="27570" y="30002"/>
                </a:lnTo>
                <a:lnTo>
                  <a:pt x="27761" y="30016"/>
                </a:lnTo>
                <a:lnTo>
                  <a:pt x="27946" y="30023"/>
                </a:lnTo>
                <a:lnTo>
                  <a:pt x="28131" y="30023"/>
                </a:lnTo>
                <a:lnTo>
                  <a:pt x="28310" y="30002"/>
                </a:lnTo>
                <a:lnTo>
                  <a:pt x="28495" y="29973"/>
                </a:lnTo>
                <a:lnTo>
                  <a:pt x="28674" y="29930"/>
                </a:lnTo>
                <a:lnTo>
                  <a:pt x="28853" y="29873"/>
                </a:lnTo>
                <a:lnTo>
                  <a:pt x="29032" y="29801"/>
                </a:lnTo>
                <a:lnTo>
                  <a:pt x="29206" y="29715"/>
                </a:lnTo>
                <a:lnTo>
                  <a:pt x="29379" y="29608"/>
                </a:lnTo>
                <a:lnTo>
                  <a:pt x="29553" y="29493"/>
                </a:lnTo>
                <a:lnTo>
                  <a:pt x="29720" y="29365"/>
                </a:lnTo>
                <a:lnTo>
                  <a:pt x="29888" y="29221"/>
                </a:lnTo>
                <a:lnTo>
                  <a:pt x="30055" y="29057"/>
                </a:lnTo>
                <a:lnTo>
                  <a:pt x="30217" y="28878"/>
                </a:lnTo>
                <a:lnTo>
                  <a:pt x="30379" y="28685"/>
                </a:lnTo>
                <a:lnTo>
                  <a:pt x="30628" y="28985"/>
                </a:lnTo>
                <a:lnTo>
                  <a:pt x="30888" y="29279"/>
                </a:lnTo>
                <a:lnTo>
                  <a:pt x="31148" y="29558"/>
                </a:lnTo>
                <a:lnTo>
                  <a:pt x="31419" y="29830"/>
                </a:lnTo>
                <a:lnTo>
                  <a:pt x="31691" y="30087"/>
                </a:lnTo>
                <a:lnTo>
                  <a:pt x="31980" y="30331"/>
                </a:lnTo>
                <a:lnTo>
                  <a:pt x="32125" y="30445"/>
                </a:lnTo>
                <a:lnTo>
                  <a:pt x="32269" y="30560"/>
                </a:lnTo>
                <a:lnTo>
                  <a:pt x="32419" y="30667"/>
                </a:lnTo>
                <a:lnTo>
                  <a:pt x="32570" y="30775"/>
                </a:lnTo>
                <a:lnTo>
                  <a:pt x="32720" y="30875"/>
                </a:lnTo>
                <a:lnTo>
                  <a:pt x="32876" y="30975"/>
                </a:lnTo>
                <a:lnTo>
                  <a:pt x="33032" y="31068"/>
                </a:lnTo>
                <a:lnTo>
                  <a:pt x="33194" y="31154"/>
                </a:lnTo>
                <a:lnTo>
                  <a:pt x="33356" y="31240"/>
                </a:lnTo>
                <a:lnTo>
                  <a:pt x="33517" y="31326"/>
                </a:lnTo>
                <a:lnTo>
                  <a:pt x="33685" y="31397"/>
                </a:lnTo>
                <a:lnTo>
                  <a:pt x="33858" y="31469"/>
                </a:lnTo>
                <a:lnTo>
                  <a:pt x="34026" y="31540"/>
                </a:lnTo>
                <a:lnTo>
                  <a:pt x="34205" y="31605"/>
                </a:lnTo>
                <a:lnTo>
                  <a:pt x="34379" y="31662"/>
                </a:lnTo>
                <a:lnTo>
                  <a:pt x="34564" y="31712"/>
                </a:lnTo>
                <a:lnTo>
                  <a:pt x="34743" y="31762"/>
                </a:lnTo>
                <a:lnTo>
                  <a:pt x="34928" y="31805"/>
                </a:lnTo>
                <a:lnTo>
                  <a:pt x="35118" y="31848"/>
                </a:lnTo>
                <a:lnTo>
                  <a:pt x="35309" y="31877"/>
                </a:lnTo>
                <a:lnTo>
                  <a:pt x="35396" y="31891"/>
                </a:lnTo>
                <a:lnTo>
                  <a:pt x="35563" y="31891"/>
                </a:lnTo>
                <a:lnTo>
                  <a:pt x="35650" y="31884"/>
                </a:lnTo>
                <a:lnTo>
                  <a:pt x="35731" y="31869"/>
                </a:lnTo>
                <a:lnTo>
                  <a:pt x="35812" y="31848"/>
                </a:lnTo>
                <a:lnTo>
                  <a:pt x="35893" y="31819"/>
                </a:lnTo>
                <a:lnTo>
                  <a:pt x="35968" y="31791"/>
                </a:lnTo>
                <a:lnTo>
                  <a:pt x="36205" y="31805"/>
                </a:lnTo>
                <a:lnTo>
                  <a:pt x="36442" y="31805"/>
                </a:lnTo>
                <a:lnTo>
                  <a:pt x="36673" y="31791"/>
                </a:lnTo>
                <a:lnTo>
                  <a:pt x="36904" y="31762"/>
                </a:lnTo>
                <a:lnTo>
                  <a:pt x="37136" y="31719"/>
                </a:lnTo>
                <a:lnTo>
                  <a:pt x="37367" y="31669"/>
                </a:lnTo>
                <a:lnTo>
                  <a:pt x="37598" y="31598"/>
                </a:lnTo>
                <a:lnTo>
                  <a:pt x="37829" y="31519"/>
                </a:lnTo>
                <a:lnTo>
                  <a:pt x="38055" y="31419"/>
                </a:lnTo>
                <a:lnTo>
                  <a:pt x="38280" y="31311"/>
                </a:lnTo>
                <a:lnTo>
                  <a:pt x="38505" y="31182"/>
                </a:lnTo>
                <a:lnTo>
                  <a:pt x="38731" y="31039"/>
                </a:lnTo>
                <a:lnTo>
                  <a:pt x="38950" y="30882"/>
                </a:lnTo>
                <a:lnTo>
                  <a:pt x="39176" y="30710"/>
                </a:lnTo>
                <a:lnTo>
                  <a:pt x="39390" y="30517"/>
                </a:lnTo>
                <a:lnTo>
                  <a:pt x="39609" y="30309"/>
                </a:lnTo>
                <a:lnTo>
                  <a:pt x="39754" y="30166"/>
                </a:lnTo>
                <a:lnTo>
                  <a:pt x="39887" y="30009"/>
                </a:lnTo>
                <a:lnTo>
                  <a:pt x="40020" y="29858"/>
                </a:lnTo>
                <a:lnTo>
                  <a:pt x="40141" y="29701"/>
                </a:lnTo>
                <a:lnTo>
                  <a:pt x="40251" y="29544"/>
                </a:lnTo>
                <a:lnTo>
                  <a:pt x="40361" y="29379"/>
                </a:lnTo>
                <a:lnTo>
                  <a:pt x="40459" y="29214"/>
                </a:lnTo>
                <a:lnTo>
                  <a:pt x="40551" y="29050"/>
                </a:lnTo>
                <a:lnTo>
                  <a:pt x="40638" y="28878"/>
                </a:lnTo>
                <a:lnTo>
                  <a:pt x="40713" y="28706"/>
                </a:lnTo>
                <a:lnTo>
                  <a:pt x="40788" y="28534"/>
                </a:lnTo>
                <a:lnTo>
                  <a:pt x="40852" y="28356"/>
                </a:lnTo>
                <a:lnTo>
                  <a:pt x="40916" y="28177"/>
                </a:lnTo>
                <a:lnTo>
                  <a:pt x="40968" y="27998"/>
                </a:lnTo>
                <a:lnTo>
                  <a:pt x="41014" y="27812"/>
                </a:lnTo>
                <a:lnTo>
                  <a:pt x="41054" y="27626"/>
                </a:lnTo>
                <a:lnTo>
                  <a:pt x="41031" y="27890"/>
                </a:lnTo>
                <a:lnTo>
                  <a:pt x="41002" y="28162"/>
                </a:lnTo>
                <a:lnTo>
                  <a:pt x="40973" y="28427"/>
                </a:lnTo>
                <a:lnTo>
                  <a:pt x="40939" y="28692"/>
                </a:lnTo>
                <a:lnTo>
                  <a:pt x="40904" y="28957"/>
                </a:lnTo>
                <a:lnTo>
                  <a:pt x="40858" y="29229"/>
                </a:lnTo>
                <a:lnTo>
                  <a:pt x="40811" y="29493"/>
                </a:lnTo>
                <a:lnTo>
                  <a:pt x="40759" y="29765"/>
                </a:lnTo>
                <a:lnTo>
                  <a:pt x="40707" y="30030"/>
                </a:lnTo>
                <a:lnTo>
                  <a:pt x="40650" y="30295"/>
                </a:lnTo>
                <a:lnTo>
                  <a:pt x="40586" y="30567"/>
                </a:lnTo>
                <a:lnTo>
                  <a:pt x="40517" y="30832"/>
                </a:lnTo>
                <a:lnTo>
                  <a:pt x="40447" y="31104"/>
                </a:lnTo>
                <a:lnTo>
                  <a:pt x="40366" y="31376"/>
                </a:lnTo>
                <a:lnTo>
                  <a:pt x="40286" y="31640"/>
                </a:lnTo>
                <a:lnTo>
                  <a:pt x="40205" y="31912"/>
                </a:lnTo>
                <a:lnTo>
                  <a:pt x="40112" y="32177"/>
                </a:lnTo>
                <a:lnTo>
                  <a:pt x="40020" y="32449"/>
                </a:lnTo>
                <a:lnTo>
                  <a:pt x="39921" y="32714"/>
                </a:lnTo>
                <a:lnTo>
                  <a:pt x="39817" y="32986"/>
                </a:lnTo>
                <a:lnTo>
                  <a:pt x="39708" y="33251"/>
                </a:lnTo>
                <a:lnTo>
                  <a:pt x="39592" y="33523"/>
                </a:lnTo>
                <a:lnTo>
                  <a:pt x="39476" y="33788"/>
                </a:lnTo>
                <a:lnTo>
                  <a:pt x="39355" y="34059"/>
                </a:lnTo>
                <a:lnTo>
                  <a:pt x="39228" y="34324"/>
                </a:lnTo>
                <a:lnTo>
                  <a:pt x="39095" y="34596"/>
                </a:lnTo>
                <a:lnTo>
                  <a:pt x="38956" y="34861"/>
                </a:lnTo>
                <a:lnTo>
                  <a:pt x="38817" y="35133"/>
                </a:lnTo>
                <a:lnTo>
                  <a:pt x="38667" y="35398"/>
                </a:lnTo>
                <a:lnTo>
                  <a:pt x="38517" y="35663"/>
                </a:lnTo>
                <a:lnTo>
                  <a:pt x="38361" y="35935"/>
                </a:lnTo>
                <a:lnTo>
                  <a:pt x="38199" y="36199"/>
                </a:lnTo>
                <a:lnTo>
                  <a:pt x="38124" y="36328"/>
                </a:lnTo>
                <a:lnTo>
                  <a:pt x="38055" y="36457"/>
                </a:lnTo>
                <a:lnTo>
                  <a:pt x="37991" y="36586"/>
                </a:lnTo>
                <a:lnTo>
                  <a:pt x="37939" y="36722"/>
                </a:lnTo>
                <a:lnTo>
                  <a:pt x="37893" y="36851"/>
                </a:lnTo>
                <a:lnTo>
                  <a:pt x="37858" y="36979"/>
                </a:lnTo>
                <a:lnTo>
                  <a:pt x="37823" y="37101"/>
                </a:lnTo>
                <a:lnTo>
                  <a:pt x="37800" y="37230"/>
                </a:lnTo>
                <a:lnTo>
                  <a:pt x="37783" y="37359"/>
                </a:lnTo>
                <a:lnTo>
                  <a:pt x="37771" y="37480"/>
                </a:lnTo>
                <a:lnTo>
                  <a:pt x="37766" y="37602"/>
                </a:lnTo>
                <a:lnTo>
                  <a:pt x="37766" y="37724"/>
                </a:lnTo>
                <a:lnTo>
                  <a:pt x="37771" y="37845"/>
                </a:lnTo>
                <a:lnTo>
                  <a:pt x="37789" y="37960"/>
                </a:lnTo>
                <a:lnTo>
                  <a:pt x="37806" y="38074"/>
                </a:lnTo>
                <a:lnTo>
                  <a:pt x="37829" y="38189"/>
                </a:lnTo>
                <a:lnTo>
                  <a:pt x="37858" y="38303"/>
                </a:lnTo>
                <a:lnTo>
                  <a:pt x="37893" y="38411"/>
                </a:lnTo>
                <a:lnTo>
                  <a:pt x="37933" y="38518"/>
                </a:lnTo>
                <a:lnTo>
                  <a:pt x="37979" y="38625"/>
                </a:lnTo>
                <a:lnTo>
                  <a:pt x="38026" y="38733"/>
                </a:lnTo>
                <a:lnTo>
                  <a:pt x="38078" y="38826"/>
                </a:lnTo>
                <a:lnTo>
                  <a:pt x="38135" y="38926"/>
                </a:lnTo>
                <a:lnTo>
                  <a:pt x="38199" y="39019"/>
                </a:lnTo>
                <a:lnTo>
                  <a:pt x="38263" y="39112"/>
                </a:lnTo>
                <a:lnTo>
                  <a:pt x="38332" y="39198"/>
                </a:lnTo>
                <a:lnTo>
                  <a:pt x="38407" y="39284"/>
                </a:lnTo>
                <a:lnTo>
                  <a:pt x="38482" y="39363"/>
                </a:lnTo>
                <a:lnTo>
                  <a:pt x="38563" y="39441"/>
                </a:lnTo>
                <a:lnTo>
                  <a:pt x="38644" y="39513"/>
                </a:lnTo>
                <a:lnTo>
                  <a:pt x="38731" y="39584"/>
                </a:lnTo>
                <a:lnTo>
                  <a:pt x="38817" y="39649"/>
                </a:lnTo>
                <a:lnTo>
                  <a:pt x="38910" y="39713"/>
                </a:lnTo>
                <a:lnTo>
                  <a:pt x="39002" y="39771"/>
                </a:lnTo>
                <a:lnTo>
                  <a:pt x="39095" y="39828"/>
                </a:lnTo>
                <a:lnTo>
                  <a:pt x="39193" y="39878"/>
                </a:lnTo>
                <a:lnTo>
                  <a:pt x="39291" y="39921"/>
                </a:lnTo>
                <a:lnTo>
                  <a:pt x="39395" y="39957"/>
                </a:lnTo>
                <a:lnTo>
                  <a:pt x="39494" y="39992"/>
                </a:lnTo>
                <a:lnTo>
                  <a:pt x="39598" y="40021"/>
                </a:lnTo>
                <a:lnTo>
                  <a:pt x="39702" y="40050"/>
                </a:lnTo>
                <a:lnTo>
                  <a:pt x="39812" y="40071"/>
                </a:lnTo>
                <a:lnTo>
                  <a:pt x="39916" y="40085"/>
                </a:lnTo>
                <a:lnTo>
                  <a:pt x="40020" y="40093"/>
                </a:lnTo>
                <a:lnTo>
                  <a:pt x="40129" y="40100"/>
                </a:lnTo>
                <a:lnTo>
                  <a:pt x="40234" y="40093"/>
                </a:lnTo>
                <a:lnTo>
                  <a:pt x="40343" y="40085"/>
                </a:lnTo>
                <a:lnTo>
                  <a:pt x="40447" y="40071"/>
                </a:lnTo>
                <a:lnTo>
                  <a:pt x="40557" y="40057"/>
                </a:lnTo>
                <a:lnTo>
                  <a:pt x="40661" y="40028"/>
                </a:lnTo>
                <a:lnTo>
                  <a:pt x="40771" y="39992"/>
                </a:lnTo>
                <a:lnTo>
                  <a:pt x="40875" y="39957"/>
                </a:lnTo>
                <a:lnTo>
                  <a:pt x="40979" y="39914"/>
                </a:lnTo>
                <a:lnTo>
                  <a:pt x="41083" y="39864"/>
                </a:lnTo>
                <a:lnTo>
                  <a:pt x="41181" y="39799"/>
                </a:lnTo>
                <a:lnTo>
                  <a:pt x="41280" y="39735"/>
                </a:lnTo>
                <a:lnTo>
                  <a:pt x="41378" y="39663"/>
                </a:lnTo>
                <a:lnTo>
                  <a:pt x="41476" y="39584"/>
                </a:lnTo>
                <a:lnTo>
                  <a:pt x="41569" y="39499"/>
                </a:lnTo>
                <a:lnTo>
                  <a:pt x="41661" y="39406"/>
                </a:lnTo>
                <a:lnTo>
                  <a:pt x="41754" y="39298"/>
                </a:lnTo>
                <a:lnTo>
                  <a:pt x="41840" y="39191"/>
                </a:lnTo>
                <a:lnTo>
                  <a:pt x="41921" y="39076"/>
                </a:lnTo>
                <a:lnTo>
                  <a:pt x="42002" y="38948"/>
                </a:lnTo>
                <a:lnTo>
                  <a:pt x="42239" y="38561"/>
                </a:lnTo>
                <a:lnTo>
                  <a:pt x="42470" y="38167"/>
                </a:lnTo>
                <a:lnTo>
                  <a:pt x="42690" y="37774"/>
                </a:lnTo>
                <a:lnTo>
                  <a:pt x="42898" y="37380"/>
                </a:lnTo>
                <a:lnTo>
                  <a:pt x="43106" y="36979"/>
                </a:lnTo>
                <a:lnTo>
                  <a:pt x="43297" y="36586"/>
                </a:lnTo>
                <a:lnTo>
                  <a:pt x="43482" y="36185"/>
                </a:lnTo>
                <a:lnTo>
                  <a:pt x="43661" y="35791"/>
                </a:lnTo>
                <a:lnTo>
                  <a:pt x="43834" y="35391"/>
                </a:lnTo>
                <a:lnTo>
                  <a:pt x="43996" y="34990"/>
                </a:lnTo>
                <a:lnTo>
                  <a:pt x="44146" y="34596"/>
                </a:lnTo>
                <a:lnTo>
                  <a:pt x="44291" y="34195"/>
                </a:lnTo>
                <a:lnTo>
                  <a:pt x="44430" y="33795"/>
                </a:lnTo>
                <a:lnTo>
                  <a:pt x="44557" y="33394"/>
                </a:lnTo>
                <a:lnTo>
                  <a:pt x="44684" y="32993"/>
                </a:lnTo>
                <a:lnTo>
                  <a:pt x="44794" y="32592"/>
                </a:lnTo>
                <a:lnTo>
                  <a:pt x="44904" y="32184"/>
                </a:lnTo>
                <a:lnTo>
                  <a:pt x="45002" y="31784"/>
                </a:lnTo>
                <a:lnTo>
                  <a:pt x="45094" y="31383"/>
                </a:lnTo>
                <a:lnTo>
                  <a:pt x="45175" y="30982"/>
                </a:lnTo>
                <a:lnTo>
                  <a:pt x="45250" y="30581"/>
                </a:lnTo>
                <a:lnTo>
                  <a:pt x="45320" y="30181"/>
                </a:lnTo>
                <a:lnTo>
                  <a:pt x="45383" y="29780"/>
                </a:lnTo>
                <a:lnTo>
                  <a:pt x="45435" y="29379"/>
                </a:lnTo>
                <a:lnTo>
                  <a:pt x="45487" y="28978"/>
                </a:lnTo>
                <a:lnTo>
                  <a:pt x="45522" y="28577"/>
                </a:lnTo>
                <a:lnTo>
                  <a:pt x="45557" y="28177"/>
                </a:lnTo>
                <a:lnTo>
                  <a:pt x="45586" y="27776"/>
                </a:lnTo>
                <a:lnTo>
                  <a:pt x="45603" y="27382"/>
                </a:lnTo>
                <a:lnTo>
                  <a:pt x="45614" y="26981"/>
                </a:lnTo>
                <a:lnTo>
                  <a:pt x="45620" y="26581"/>
                </a:lnTo>
                <a:lnTo>
                  <a:pt x="45620" y="26187"/>
                </a:lnTo>
                <a:lnTo>
                  <a:pt x="45614" y="25793"/>
                </a:lnTo>
                <a:lnTo>
                  <a:pt x="45603" y="25393"/>
                </a:lnTo>
                <a:lnTo>
                  <a:pt x="45580" y="24999"/>
                </a:lnTo>
                <a:lnTo>
                  <a:pt x="45551" y="24605"/>
                </a:lnTo>
                <a:lnTo>
                  <a:pt x="45522" y="24219"/>
                </a:lnTo>
                <a:lnTo>
                  <a:pt x="45481" y="23825"/>
                </a:lnTo>
                <a:lnTo>
                  <a:pt x="45435" y="23432"/>
                </a:lnTo>
                <a:lnTo>
                  <a:pt x="45383" y="23045"/>
                </a:lnTo>
                <a:lnTo>
                  <a:pt x="45325" y="22659"/>
                </a:lnTo>
                <a:lnTo>
                  <a:pt x="45262" y="22272"/>
                </a:lnTo>
                <a:lnTo>
                  <a:pt x="45192" y="21886"/>
                </a:lnTo>
                <a:lnTo>
                  <a:pt x="45117" y="21499"/>
                </a:lnTo>
                <a:lnTo>
                  <a:pt x="45031" y="21120"/>
                </a:lnTo>
                <a:lnTo>
                  <a:pt x="44944" y="20741"/>
                </a:lnTo>
                <a:lnTo>
                  <a:pt x="44851" y="20361"/>
                </a:lnTo>
                <a:lnTo>
                  <a:pt x="44753" y="19982"/>
                </a:lnTo>
                <a:lnTo>
                  <a:pt x="44649" y="19603"/>
                </a:lnTo>
                <a:lnTo>
                  <a:pt x="44539" y="19231"/>
                </a:lnTo>
                <a:lnTo>
                  <a:pt x="44424" y="18859"/>
                </a:lnTo>
                <a:lnTo>
                  <a:pt x="44302" y="18486"/>
                </a:lnTo>
                <a:lnTo>
                  <a:pt x="44181" y="18121"/>
                </a:lnTo>
                <a:lnTo>
                  <a:pt x="44048" y="17756"/>
                </a:lnTo>
                <a:lnTo>
                  <a:pt x="43915" y="17391"/>
                </a:lnTo>
                <a:lnTo>
                  <a:pt x="43771" y="17026"/>
                </a:lnTo>
                <a:lnTo>
                  <a:pt x="43626" y="16669"/>
                </a:lnTo>
                <a:lnTo>
                  <a:pt x="43476" y="16311"/>
                </a:lnTo>
                <a:lnTo>
                  <a:pt x="43320" y="15953"/>
                </a:lnTo>
                <a:lnTo>
                  <a:pt x="43158" y="15602"/>
                </a:lnTo>
                <a:lnTo>
                  <a:pt x="42990" y="15251"/>
                </a:lnTo>
                <a:lnTo>
                  <a:pt x="42823" y="14901"/>
                </a:lnTo>
                <a:lnTo>
                  <a:pt x="42649" y="14557"/>
                </a:lnTo>
                <a:lnTo>
                  <a:pt x="42470" y="14214"/>
                </a:lnTo>
                <a:lnTo>
                  <a:pt x="42285" y="13870"/>
                </a:lnTo>
                <a:lnTo>
                  <a:pt x="42095" y="13534"/>
                </a:lnTo>
                <a:lnTo>
                  <a:pt x="41904" y="13198"/>
                </a:lnTo>
                <a:lnTo>
                  <a:pt x="41707" y="12861"/>
                </a:lnTo>
                <a:lnTo>
                  <a:pt x="41505" y="12532"/>
                </a:lnTo>
                <a:lnTo>
                  <a:pt x="41303" y="12210"/>
                </a:lnTo>
                <a:lnTo>
                  <a:pt x="41089" y="11881"/>
                </a:lnTo>
                <a:lnTo>
                  <a:pt x="40875" y="11566"/>
                </a:lnTo>
                <a:lnTo>
                  <a:pt x="40661" y="11244"/>
                </a:lnTo>
                <a:lnTo>
                  <a:pt x="40442" y="10929"/>
                </a:lnTo>
                <a:lnTo>
                  <a:pt x="40216" y="10621"/>
                </a:lnTo>
                <a:lnTo>
                  <a:pt x="39985" y="10313"/>
                </a:lnTo>
                <a:lnTo>
                  <a:pt x="39754" y="10006"/>
                </a:lnTo>
                <a:lnTo>
                  <a:pt x="39517" y="9705"/>
                </a:lnTo>
                <a:lnTo>
                  <a:pt x="39280" y="9404"/>
                </a:lnTo>
                <a:lnTo>
                  <a:pt x="39037" y="9111"/>
                </a:lnTo>
                <a:lnTo>
                  <a:pt x="38789" y="8825"/>
                </a:lnTo>
                <a:lnTo>
                  <a:pt x="38540" y="8531"/>
                </a:lnTo>
                <a:lnTo>
                  <a:pt x="38286" y="8252"/>
                </a:lnTo>
                <a:lnTo>
                  <a:pt x="38031" y="7973"/>
                </a:lnTo>
                <a:lnTo>
                  <a:pt x="37771" y="7694"/>
                </a:lnTo>
                <a:lnTo>
                  <a:pt x="37505" y="7422"/>
                </a:lnTo>
                <a:lnTo>
                  <a:pt x="37240" y="7157"/>
                </a:lnTo>
                <a:lnTo>
                  <a:pt x="36974" y="6892"/>
                </a:lnTo>
                <a:lnTo>
                  <a:pt x="36702" y="6628"/>
                </a:lnTo>
                <a:lnTo>
                  <a:pt x="36430" y="6370"/>
                </a:lnTo>
                <a:lnTo>
                  <a:pt x="36153" y="6119"/>
                </a:lnTo>
                <a:lnTo>
                  <a:pt x="35870" y="5876"/>
                </a:lnTo>
                <a:lnTo>
                  <a:pt x="35592" y="5626"/>
                </a:lnTo>
                <a:lnTo>
                  <a:pt x="35303" y="5389"/>
                </a:lnTo>
                <a:lnTo>
                  <a:pt x="35020" y="5153"/>
                </a:lnTo>
                <a:lnTo>
                  <a:pt x="34731" y="4924"/>
                </a:lnTo>
                <a:lnTo>
                  <a:pt x="34436" y="4695"/>
                </a:lnTo>
                <a:lnTo>
                  <a:pt x="34142" y="4473"/>
                </a:lnTo>
                <a:lnTo>
                  <a:pt x="33847" y="4259"/>
                </a:lnTo>
                <a:lnTo>
                  <a:pt x="33546" y="4044"/>
                </a:lnTo>
                <a:lnTo>
                  <a:pt x="33246" y="3836"/>
                </a:lnTo>
                <a:lnTo>
                  <a:pt x="32945" y="3636"/>
                </a:lnTo>
                <a:lnTo>
                  <a:pt x="32639" y="3436"/>
                </a:lnTo>
                <a:lnTo>
                  <a:pt x="32333" y="3242"/>
                </a:lnTo>
                <a:lnTo>
                  <a:pt x="32026" y="3056"/>
                </a:lnTo>
                <a:lnTo>
                  <a:pt x="31714" y="2877"/>
                </a:lnTo>
                <a:lnTo>
                  <a:pt x="31402" y="2699"/>
                </a:lnTo>
                <a:lnTo>
                  <a:pt x="31090" y="2520"/>
                </a:lnTo>
                <a:lnTo>
                  <a:pt x="30778" y="2355"/>
                </a:lnTo>
                <a:lnTo>
                  <a:pt x="30460" y="2190"/>
                </a:lnTo>
                <a:lnTo>
                  <a:pt x="30142" y="2033"/>
                </a:lnTo>
                <a:lnTo>
                  <a:pt x="29824" y="1883"/>
                </a:lnTo>
                <a:lnTo>
                  <a:pt x="29501" y="1740"/>
                </a:lnTo>
                <a:lnTo>
                  <a:pt x="29183" y="1596"/>
                </a:lnTo>
                <a:lnTo>
                  <a:pt x="28859" y="1460"/>
                </a:lnTo>
                <a:lnTo>
                  <a:pt x="28535" y="1332"/>
                </a:lnTo>
                <a:lnTo>
                  <a:pt x="28212" y="1203"/>
                </a:lnTo>
                <a:lnTo>
                  <a:pt x="27888" y="1088"/>
                </a:lnTo>
                <a:lnTo>
                  <a:pt x="27559" y="974"/>
                </a:lnTo>
                <a:lnTo>
                  <a:pt x="27229" y="866"/>
                </a:lnTo>
                <a:lnTo>
                  <a:pt x="26905" y="766"/>
                </a:lnTo>
                <a:lnTo>
                  <a:pt x="26576" y="673"/>
                </a:lnTo>
                <a:lnTo>
                  <a:pt x="26247" y="580"/>
                </a:lnTo>
                <a:lnTo>
                  <a:pt x="25917" y="501"/>
                </a:lnTo>
                <a:lnTo>
                  <a:pt x="25588" y="423"/>
                </a:lnTo>
                <a:lnTo>
                  <a:pt x="25252" y="351"/>
                </a:lnTo>
                <a:lnTo>
                  <a:pt x="24923" y="287"/>
                </a:lnTo>
                <a:lnTo>
                  <a:pt x="24594" y="229"/>
                </a:lnTo>
                <a:lnTo>
                  <a:pt x="24241" y="172"/>
                </a:lnTo>
                <a:lnTo>
                  <a:pt x="23888" y="129"/>
                </a:lnTo>
                <a:lnTo>
                  <a:pt x="23536" y="86"/>
                </a:lnTo>
                <a:lnTo>
                  <a:pt x="23183" y="58"/>
                </a:lnTo>
                <a:lnTo>
                  <a:pt x="22831" y="29"/>
                </a:lnTo>
                <a:lnTo>
                  <a:pt x="22478" y="15"/>
                </a:lnTo>
                <a:lnTo>
                  <a:pt x="221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2"/>
          <p:cNvSpPr/>
          <p:nvPr/>
        </p:nvSpPr>
        <p:spPr>
          <a:xfrm>
            <a:off x="357750" y="4511763"/>
            <a:ext cx="286125" cy="373050"/>
          </a:xfrm>
          <a:custGeom>
            <a:rect b="b" l="l" r="r" t="t"/>
            <a:pathLst>
              <a:path extrusionOk="0" h="14922" w="11445">
                <a:moveTo>
                  <a:pt x="4989" y="0"/>
                </a:moveTo>
                <a:lnTo>
                  <a:pt x="4914" y="7"/>
                </a:lnTo>
                <a:lnTo>
                  <a:pt x="4844" y="22"/>
                </a:lnTo>
                <a:lnTo>
                  <a:pt x="4775" y="43"/>
                </a:lnTo>
                <a:lnTo>
                  <a:pt x="4706" y="65"/>
                </a:lnTo>
                <a:lnTo>
                  <a:pt x="4636" y="100"/>
                </a:lnTo>
                <a:lnTo>
                  <a:pt x="4573" y="136"/>
                </a:lnTo>
                <a:lnTo>
                  <a:pt x="4515" y="186"/>
                </a:lnTo>
                <a:lnTo>
                  <a:pt x="4457" y="236"/>
                </a:lnTo>
                <a:lnTo>
                  <a:pt x="4411" y="301"/>
                </a:lnTo>
                <a:lnTo>
                  <a:pt x="4359" y="365"/>
                </a:lnTo>
                <a:lnTo>
                  <a:pt x="4318" y="437"/>
                </a:lnTo>
                <a:lnTo>
                  <a:pt x="4284" y="523"/>
                </a:lnTo>
                <a:lnTo>
                  <a:pt x="4255" y="608"/>
                </a:lnTo>
                <a:lnTo>
                  <a:pt x="4232" y="701"/>
                </a:lnTo>
                <a:lnTo>
                  <a:pt x="4214" y="809"/>
                </a:lnTo>
                <a:lnTo>
                  <a:pt x="4180" y="1124"/>
                </a:lnTo>
                <a:lnTo>
                  <a:pt x="4151" y="1446"/>
                </a:lnTo>
                <a:lnTo>
                  <a:pt x="4128" y="1768"/>
                </a:lnTo>
                <a:lnTo>
                  <a:pt x="4110" y="2090"/>
                </a:lnTo>
                <a:lnTo>
                  <a:pt x="4093" y="2419"/>
                </a:lnTo>
                <a:lnTo>
                  <a:pt x="4081" y="2748"/>
                </a:lnTo>
                <a:lnTo>
                  <a:pt x="4076" y="3078"/>
                </a:lnTo>
                <a:lnTo>
                  <a:pt x="4070" y="3414"/>
                </a:lnTo>
                <a:lnTo>
                  <a:pt x="4070" y="4079"/>
                </a:lnTo>
                <a:lnTo>
                  <a:pt x="4087" y="4759"/>
                </a:lnTo>
                <a:lnTo>
                  <a:pt x="4110" y="5446"/>
                </a:lnTo>
                <a:lnTo>
                  <a:pt x="4151" y="6126"/>
                </a:lnTo>
                <a:lnTo>
                  <a:pt x="3278" y="6026"/>
                </a:lnTo>
                <a:lnTo>
                  <a:pt x="2411" y="5926"/>
                </a:lnTo>
                <a:lnTo>
                  <a:pt x="1544" y="5833"/>
                </a:lnTo>
                <a:lnTo>
                  <a:pt x="677" y="5747"/>
                </a:lnTo>
                <a:lnTo>
                  <a:pt x="608" y="5747"/>
                </a:lnTo>
                <a:lnTo>
                  <a:pt x="538" y="5754"/>
                </a:lnTo>
                <a:lnTo>
                  <a:pt x="475" y="5768"/>
                </a:lnTo>
                <a:lnTo>
                  <a:pt x="417" y="5797"/>
                </a:lnTo>
                <a:lnTo>
                  <a:pt x="359" y="5826"/>
                </a:lnTo>
                <a:lnTo>
                  <a:pt x="307" y="5869"/>
                </a:lnTo>
                <a:lnTo>
                  <a:pt x="261" y="5912"/>
                </a:lnTo>
                <a:lnTo>
                  <a:pt x="215" y="5962"/>
                </a:lnTo>
                <a:lnTo>
                  <a:pt x="174" y="6019"/>
                </a:lnTo>
                <a:lnTo>
                  <a:pt x="140" y="6076"/>
                </a:lnTo>
                <a:lnTo>
                  <a:pt x="105" y="6141"/>
                </a:lnTo>
                <a:lnTo>
                  <a:pt x="76" y="6212"/>
                </a:lnTo>
                <a:lnTo>
                  <a:pt x="53" y="6284"/>
                </a:lnTo>
                <a:lnTo>
                  <a:pt x="36" y="6355"/>
                </a:lnTo>
                <a:lnTo>
                  <a:pt x="18" y="6434"/>
                </a:lnTo>
                <a:lnTo>
                  <a:pt x="7" y="6506"/>
                </a:lnTo>
                <a:lnTo>
                  <a:pt x="1" y="6584"/>
                </a:lnTo>
                <a:lnTo>
                  <a:pt x="1" y="6663"/>
                </a:lnTo>
                <a:lnTo>
                  <a:pt x="7" y="6742"/>
                </a:lnTo>
                <a:lnTo>
                  <a:pt x="12" y="6813"/>
                </a:lnTo>
                <a:lnTo>
                  <a:pt x="24" y="6892"/>
                </a:lnTo>
                <a:lnTo>
                  <a:pt x="41" y="6964"/>
                </a:lnTo>
                <a:lnTo>
                  <a:pt x="64" y="7028"/>
                </a:lnTo>
                <a:lnTo>
                  <a:pt x="93" y="7092"/>
                </a:lnTo>
                <a:lnTo>
                  <a:pt x="122" y="7157"/>
                </a:lnTo>
                <a:lnTo>
                  <a:pt x="163" y="7214"/>
                </a:lnTo>
                <a:lnTo>
                  <a:pt x="203" y="7264"/>
                </a:lnTo>
                <a:lnTo>
                  <a:pt x="249" y="7314"/>
                </a:lnTo>
                <a:lnTo>
                  <a:pt x="301" y="7350"/>
                </a:lnTo>
                <a:lnTo>
                  <a:pt x="359" y="7386"/>
                </a:lnTo>
                <a:lnTo>
                  <a:pt x="423" y="7407"/>
                </a:lnTo>
                <a:lnTo>
                  <a:pt x="492" y="7429"/>
                </a:lnTo>
                <a:lnTo>
                  <a:pt x="1440" y="7593"/>
                </a:lnTo>
                <a:lnTo>
                  <a:pt x="2388" y="7751"/>
                </a:lnTo>
                <a:lnTo>
                  <a:pt x="3336" y="7908"/>
                </a:lnTo>
                <a:lnTo>
                  <a:pt x="4289" y="8051"/>
                </a:lnTo>
                <a:lnTo>
                  <a:pt x="4353" y="8810"/>
                </a:lnTo>
                <a:lnTo>
                  <a:pt x="4428" y="9562"/>
                </a:lnTo>
                <a:lnTo>
                  <a:pt x="4573" y="11050"/>
                </a:lnTo>
                <a:lnTo>
                  <a:pt x="4717" y="12510"/>
                </a:lnTo>
                <a:lnTo>
                  <a:pt x="4781" y="13226"/>
                </a:lnTo>
                <a:lnTo>
                  <a:pt x="4844" y="13927"/>
                </a:lnTo>
                <a:lnTo>
                  <a:pt x="4856" y="14049"/>
                </a:lnTo>
                <a:lnTo>
                  <a:pt x="4879" y="14156"/>
                </a:lnTo>
                <a:lnTo>
                  <a:pt x="4908" y="14256"/>
                </a:lnTo>
                <a:lnTo>
                  <a:pt x="4948" y="14357"/>
                </a:lnTo>
                <a:lnTo>
                  <a:pt x="4989" y="14442"/>
                </a:lnTo>
                <a:lnTo>
                  <a:pt x="5035" y="14528"/>
                </a:lnTo>
                <a:lnTo>
                  <a:pt x="5093" y="14600"/>
                </a:lnTo>
                <a:lnTo>
                  <a:pt x="5151" y="14664"/>
                </a:lnTo>
                <a:lnTo>
                  <a:pt x="5214" y="14722"/>
                </a:lnTo>
                <a:lnTo>
                  <a:pt x="5278" y="14772"/>
                </a:lnTo>
                <a:lnTo>
                  <a:pt x="5347" y="14822"/>
                </a:lnTo>
                <a:lnTo>
                  <a:pt x="5422" y="14858"/>
                </a:lnTo>
                <a:lnTo>
                  <a:pt x="5497" y="14886"/>
                </a:lnTo>
                <a:lnTo>
                  <a:pt x="5572" y="14900"/>
                </a:lnTo>
                <a:lnTo>
                  <a:pt x="5648" y="14915"/>
                </a:lnTo>
                <a:lnTo>
                  <a:pt x="5723" y="14922"/>
                </a:lnTo>
                <a:lnTo>
                  <a:pt x="5798" y="14922"/>
                </a:lnTo>
                <a:lnTo>
                  <a:pt x="5873" y="14908"/>
                </a:lnTo>
                <a:lnTo>
                  <a:pt x="5948" y="14893"/>
                </a:lnTo>
                <a:lnTo>
                  <a:pt x="6018" y="14865"/>
                </a:lnTo>
                <a:lnTo>
                  <a:pt x="6087" y="14829"/>
                </a:lnTo>
                <a:lnTo>
                  <a:pt x="6150" y="14786"/>
                </a:lnTo>
                <a:lnTo>
                  <a:pt x="6214" y="14736"/>
                </a:lnTo>
                <a:lnTo>
                  <a:pt x="6272" y="14679"/>
                </a:lnTo>
                <a:lnTo>
                  <a:pt x="6324" y="14614"/>
                </a:lnTo>
                <a:lnTo>
                  <a:pt x="6370" y="14543"/>
                </a:lnTo>
                <a:lnTo>
                  <a:pt x="6411" y="14457"/>
                </a:lnTo>
                <a:lnTo>
                  <a:pt x="6445" y="14371"/>
                </a:lnTo>
                <a:lnTo>
                  <a:pt x="6474" y="14271"/>
                </a:lnTo>
                <a:lnTo>
                  <a:pt x="6497" y="14163"/>
                </a:lnTo>
                <a:lnTo>
                  <a:pt x="6509" y="14049"/>
                </a:lnTo>
                <a:lnTo>
                  <a:pt x="6509" y="13927"/>
                </a:lnTo>
                <a:lnTo>
                  <a:pt x="6503" y="13233"/>
                </a:lnTo>
                <a:lnTo>
                  <a:pt x="6491" y="12546"/>
                </a:lnTo>
                <a:lnTo>
                  <a:pt x="6457" y="11158"/>
                </a:lnTo>
                <a:lnTo>
                  <a:pt x="6416" y="9776"/>
                </a:lnTo>
                <a:lnTo>
                  <a:pt x="6376" y="8388"/>
                </a:lnTo>
                <a:lnTo>
                  <a:pt x="6376" y="8388"/>
                </a:lnTo>
                <a:lnTo>
                  <a:pt x="7353" y="8552"/>
                </a:lnTo>
                <a:lnTo>
                  <a:pt x="8329" y="8717"/>
                </a:lnTo>
                <a:lnTo>
                  <a:pt x="9300" y="8903"/>
                </a:lnTo>
                <a:lnTo>
                  <a:pt x="9792" y="9003"/>
                </a:lnTo>
                <a:lnTo>
                  <a:pt x="10277" y="9104"/>
                </a:lnTo>
                <a:lnTo>
                  <a:pt x="10404" y="9125"/>
                </a:lnTo>
                <a:lnTo>
                  <a:pt x="10526" y="9132"/>
                </a:lnTo>
                <a:lnTo>
                  <a:pt x="10636" y="9118"/>
                </a:lnTo>
                <a:lnTo>
                  <a:pt x="10740" y="9096"/>
                </a:lnTo>
                <a:lnTo>
                  <a:pt x="10844" y="9061"/>
                </a:lnTo>
                <a:lnTo>
                  <a:pt x="10930" y="9010"/>
                </a:lnTo>
                <a:lnTo>
                  <a:pt x="11017" y="8946"/>
                </a:lnTo>
                <a:lnTo>
                  <a:pt x="11092" y="8882"/>
                </a:lnTo>
                <a:lnTo>
                  <a:pt x="11167" y="8803"/>
                </a:lnTo>
                <a:lnTo>
                  <a:pt x="11225" y="8717"/>
                </a:lnTo>
                <a:lnTo>
                  <a:pt x="11283" y="8624"/>
                </a:lnTo>
                <a:lnTo>
                  <a:pt x="11329" y="8524"/>
                </a:lnTo>
                <a:lnTo>
                  <a:pt x="11370" y="8416"/>
                </a:lnTo>
                <a:lnTo>
                  <a:pt x="11398" y="8309"/>
                </a:lnTo>
                <a:lnTo>
                  <a:pt x="11422" y="8202"/>
                </a:lnTo>
                <a:lnTo>
                  <a:pt x="11439" y="8087"/>
                </a:lnTo>
                <a:lnTo>
                  <a:pt x="11445" y="7973"/>
                </a:lnTo>
                <a:lnTo>
                  <a:pt x="11445" y="7858"/>
                </a:lnTo>
                <a:lnTo>
                  <a:pt x="11433" y="7744"/>
                </a:lnTo>
                <a:lnTo>
                  <a:pt x="11416" y="7629"/>
                </a:lnTo>
                <a:lnTo>
                  <a:pt x="11393" y="7522"/>
                </a:lnTo>
                <a:lnTo>
                  <a:pt x="11358" y="7415"/>
                </a:lnTo>
                <a:lnTo>
                  <a:pt x="11318" y="7314"/>
                </a:lnTo>
                <a:lnTo>
                  <a:pt x="11266" y="7221"/>
                </a:lnTo>
                <a:lnTo>
                  <a:pt x="11202" y="7128"/>
                </a:lnTo>
                <a:lnTo>
                  <a:pt x="11133" y="7050"/>
                </a:lnTo>
                <a:lnTo>
                  <a:pt x="11057" y="6978"/>
                </a:lnTo>
                <a:lnTo>
                  <a:pt x="10971" y="6914"/>
                </a:lnTo>
                <a:lnTo>
                  <a:pt x="10872" y="6863"/>
                </a:lnTo>
                <a:lnTo>
                  <a:pt x="10768" y="6821"/>
                </a:lnTo>
                <a:lnTo>
                  <a:pt x="10653" y="6792"/>
                </a:lnTo>
                <a:lnTo>
                  <a:pt x="10531" y="6778"/>
                </a:lnTo>
                <a:lnTo>
                  <a:pt x="10006" y="6742"/>
                </a:lnTo>
                <a:lnTo>
                  <a:pt x="9480" y="6706"/>
                </a:lnTo>
                <a:lnTo>
                  <a:pt x="8954" y="6663"/>
                </a:lnTo>
                <a:lnTo>
                  <a:pt x="8422" y="6613"/>
                </a:lnTo>
                <a:lnTo>
                  <a:pt x="7376" y="6498"/>
                </a:lnTo>
                <a:lnTo>
                  <a:pt x="6324" y="6384"/>
                </a:lnTo>
                <a:lnTo>
                  <a:pt x="6312" y="5683"/>
                </a:lnTo>
                <a:lnTo>
                  <a:pt x="6307" y="4981"/>
                </a:lnTo>
                <a:lnTo>
                  <a:pt x="6301" y="4273"/>
                </a:lnTo>
                <a:lnTo>
                  <a:pt x="6289" y="3922"/>
                </a:lnTo>
                <a:lnTo>
                  <a:pt x="6278" y="3564"/>
                </a:lnTo>
                <a:lnTo>
                  <a:pt x="6260" y="3213"/>
                </a:lnTo>
                <a:lnTo>
                  <a:pt x="6243" y="2863"/>
                </a:lnTo>
                <a:lnTo>
                  <a:pt x="6214" y="2519"/>
                </a:lnTo>
                <a:lnTo>
                  <a:pt x="6179" y="2169"/>
                </a:lnTo>
                <a:lnTo>
                  <a:pt x="6139" y="1825"/>
                </a:lnTo>
                <a:lnTo>
                  <a:pt x="6093" y="1482"/>
                </a:lnTo>
                <a:lnTo>
                  <a:pt x="6035" y="1145"/>
                </a:lnTo>
                <a:lnTo>
                  <a:pt x="5971" y="809"/>
                </a:lnTo>
                <a:lnTo>
                  <a:pt x="5948" y="716"/>
                </a:lnTo>
                <a:lnTo>
                  <a:pt x="5919" y="630"/>
                </a:lnTo>
                <a:lnTo>
                  <a:pt x="5885" y="551"/>
                </a:lnTo>
                <a:lnTo>
                  <a:pt x="5838" y="472"/>
                </a:lnTo>
                <a:lnTo>
                  <a:pt x="5792" y="401"/>
                </a:lnTo>
                <a:lnTo>
                  <a:pt x="5740" y="336"/>
                </a:lnTo>
                <a:lnTo>
                  <a:pt x="5688" y="279"/>
                </a:lnTo>
                <a:lnTo>
                  <a:pt x="5625" y="222"/>
                </a:lnTo>
                <a:lnTo>
                  <a:pt x="5561" y="172"/>
                </a:lnTo>
                <a:lnTo>
                  <a:pt x="5497" y="136"/>
                </a:lnTo>
                <a:lnTo>
                  <a:pt x="5428" y="93"/>
                </a:lnTo>
                <a:lnTo>
                  <a:pt x="5359" y="65"/>
                </a:lnTo>
                <a:lnTo>
                  <a:pt x="5284" y="43"/>
                </a:lnTo>
                <a:lnTo>
                  <a:pt x="5214" y="22"/>
                </a:lnTo>
                <a:lnTo>
                  <a:pt x="5139" y="7"/>
                </a:lnTo>
                <a:lnTo>
                  <a:pt x="50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p:nvPr/>
        </p:nvSpPr>
        <p:spPr>
          <a:xfrm>
            <a:off x="8758325" y="1058250"/>
            <a:ext cx="463975" cy="1248500"/>
          </a:xfrm>
          <a:custGeom>
            <a:rect b="b" l="l" r="r" t="t"/>
            <a:pathLst>
              <a:path extrusionOk="0" h="49940" w="18559">
                <a:moveTo>
                  <a:pt x="15276" y="0"/>
                </a:moveTo>
                <a:lnTo>
                  <a:pt x="15201" y="7"/>
                </a:lnTo>
                <a:lnTo>
                  <a:pt x="15126" y="22"/>
                </a:lnTo>
                <a:lnTo>
                  <a:pt x="14663" y="143"/>
                </a:lnTo>
                <a:lnTo>
                  <a:pt x="14213" y="279"/>
                </a:lnTo>
                <a:lnTo>
                  <a:pt x="13767" y="429"/>
                </a:lnTo>
                <a:lnTo>
                  <a:pt x="13322" y="587"/>
                </a:lnTo>
                <a:lnTo>
                  <a:pt x="12889" y="766"/>
                </a:lnTo>
                <a:lnTo>
                  <a:pt x="12461" y="952"/>
                </a:lnTo>
                <a:lnTo>
                  <a:pt x="12039" y="1152"/>
                </a:lnTo>
                <a:lnTo>
                  <a:pt x="11623" y="1367"/>
                </a:lnTo>
                <a:lnTo>
                  <a:pt x="11213" y="1596"/>
                </a:lnTo>
                <a:lnTo>
                  <a:pt x="10808" y="1832"/>
                </a:lnTo>
                <a:lnTo>
                  <a:pt x="10409" y="2083"/>
                </a:lnTo>
                <a:lnTo>
                  <a:pt x="10016" y="2340"/>
                </a:lnTo>
                <a:lnTo>
                  <a:pt x="9629" y="2612"/>
                </a:lnTo>
                <a:lnTo>
                  <a:pt x="9254" y="2899"/>
                </a:lnTo>
                <a:lnTo>
                  <a:pt x="8884" y="3192"/>
                </a:lnTo>
                <a:lnTo>
                  <a:pt x="8514" y="3500"/>
                </a:lnTo>
                <a:lnTo>
                  <a:pt x="8155" y="3815"/>
                </a:lnTo>
                <a:lnTo>
                  <a:pt x="7803" y="4144"/>
                </a:lnTo>
                <a:lnTo>
                  <a:pt x="7462" y="4480"/>
                </a:lnTo>
                <a:lnTo>
                  <a:pt x="7121" y="4824"/>
                </a:lnTo>
                <a:lnTo>
                  <a:pt x="6791" y="5182"/>
                </a:lnTo>
                <a:lnTo>
                  <a:pt x="6468" y="5547"/>
                </a:lnTo>
                <a:lnTo>
                  <a:pt x="6150" y="5926"/>
                </a:lnTo>
                <a:lnTo>
                  <a:pt x="5838" y="6305"/>
                </a:lnTo>
                <a:lnTo>
                  <a:pt x="5537" y="6699"/>
                </a:lnTo>
                <a:lnTo>
                  <a:pt x="5242" y="7100"/>
                </a:lnTo>
                <a:lnTo>
                  <a:pt x="4953" y="7515"/>
                </a:lnTo>
                <a:lnTo>
                  <a:pt x="4676" y="7930"/>
                </a:lnTo>
                <a:lnTo>
                  <a:pt x="4399" y="8352"/>
                </a:lnTo>
                <a:lnTo>
                  <a:pt x="4138" y="8789"/>
                </a:lnTo>
                <a:lnTo>
                  <a:pt x="3878" y="9232"/>
                </a:lnTo>
                <a:lnTo>
                  <a:pt x="3630" y="9676"/>
                </a:lnTo>
                <a:lnTo>
                  <a:pt x="3387" y="10134"/>
                </a:lnTo>
                <a:lnTo>
                  <a:pt x="3150" y="10592"/>
                </a:lnTo>
                <a:lnTo>
                  <a:pt x="2925" y="11064"/>
                </a:lnTo>
                <a:lnTo>
                  <a:pt x="2705" y="11537"/>
                </a:lnTo>
                <a:lnTo>
                  <a:pt x="2497" y="12016"/>
                </a:lnTo>
                <a:lnTo>
                  <a:pt x="2295" y="12503"/>
                </a:lnTo>
                <a:lnTo>
                  <a:pt x="2098" y="12997"/>
                </a:lnTo>
                <a:lnTo>
                  <a:pt x="1913" y="13491"/>
                </a:lnTo>
                <a:lnTo>
                  <a:pt x="1734" y="13999"/>
                </a:lnTo>
                <a:lnTo>
                  <a:pt x="1561" y="14507"/>
                </a:lnTo>
                <a:lnTo>
                  <a:pt x="1399" y="15015"/>
                </a:lnTo>
                <a:lnTo>
                  <a:pt x="1249" y="15530"/>
                </a:lnTo>
                <a:lnTo>
                  <a:pt x="1104" y="16053"/>
                </a:lnTo>
                <a:lnTo>
                  <a:pt x="965" y="16582"/>
                </a:lnTo>
                <a:lnTo>
                  <a:pt x="838" y="17112"/>
                </a:lnTo>
                <a:lnTo>
                  <a:pt x="723" y="17641"/>
                </a:lnTo>
                <a:lnTo>
                  <a:pt x="613" y="18178"/>
                </a:lnTo>
                <a:lnTo>
                  <a:pt x="509" y="18722"/>
                </a:lnTo>
                <a:lnTo>
                  <a:pt x="416" y="19266"/>
                </a:lnTo>
                <a:lnTo>
                  <a:pt x="335" y="19810"/>
                </a:lnTo>
                <a:lnTo>
                  <a:pt x="260" y="20354"/>
                </a:lnTo>
                <a:lnTo>
                  <a:pt x="197" y="20905"/>
                </a:lnTo>
                <a:lnTo>
                  <a:pt x="139" y="21463"/>
                </a:lnTo>
                <a:lnTo>
                  <a:pt x="93" y="22014"/>
                </a:lnTo>
                <a:lnTo>
                  <a:pt x="52" y="22572"/>
                </a:lnTo>
                <a:lnTo>
                  <a:pt x="29" y="23131"/>
                </a:lnTo>
                <a:lnTo>
                  <a:pt x="6" y="23689"/>
                </a:lnTo>
                <a:lnTo>
                  <a:pt x="0" y="24247"/>
                </a:lnTo>
                <a:lnTo>
                  <a:pt x="0" y="24805"/>
                </a:lnTo>
                <a:lnTo>
                  <a:pt x="6" y="25371"/>
                </a:lnTo>
                <a:lnTo>
                  <a:pt x="29" y="25929"/>
                </a:lnTo>
                <a:lnTo>
                  <a:pt x="58" y="26494"/>
                </a:lnTo>
                <a:lnTo>
                  <a:pt x="93" y="27031"/>
                </a:lnTo>
                <a:lnTo>
                  <a:pt x="139" y="27568"/>
                </a:lnTo>
                <a:lnTo>
                  <a:pt x="191" y="28112"/>
                </a:lnTo>
                <a:lnTo>
                  <a:pt x="255" y="28656"/>
                </a:lnTo>
                <a:lnTo>
                  <a:pt x="324" y="29200"/>
                </a:lnTo>
                <a:lnTo>
                  <a:pt x="399" y="29744"/>
                </a:lnTo>
                <a:lnTo>
                  <a:pt x="486" y="30295"/>
                </a:lnTo>
                <a:lnTo>
                  <a:pt x="578" y="30839"/>
                </a:lnTo>
                <a:lnTo>
                  <a:pt x="682" y="31382"/>
                </a:lnTo>
                <a:lnTo>
                  <a:pt x="792" y="31934"/>
                </a:lnTo>
                <a:lnTo>
                  <a:pt x="913" y="32477"/>
                </a:lnTo>
                <a:lnTo>
                  <a:pt x="1035" y="33021"/>
                </a:lnTo>
                <a:lnTo>
                  <a:pt x="1173" y="33565"/>
                </a:lnTo>
                <a:lnTo>
                  <a:pt x="1312" y="34102"/>
                </a:lnTo>
                <a:lnTo>
                  <a:pt x="1462" y="34639"/>
                </a:lnTo>
                <a:lnTo>
                  <a:pt x="1619" y="35176"/>
                </a:lnTo>
                <a:lnTo>
                  <a:pt x="1786" y="35705"/>
                </a:lnTo>
                <a:lnTo>
                  <a:pt x="1960" y="36235"/>
                </a:lnTo>
                <a:lnTo>
                  <a:pt x="2139" y="36757"/>
                </a:lnTo>
                <a:lnTo>
                  <a:pt x="2329" y="37272"/>
                </a:lnTo>
                <a:lnTo>
                  <a:pt x="2526" y="37788"/>
                </a:lnTo>
                <a:lnTo>
                  <a:pt x="2728" y="38303"/>
                </a:lnTo>
                <a:lnTo>
                  <a:pt x="2942" y="38804"/>
                </a:lnTo>
                <a:lnTo>
                  <a:pt x="3162" y="39298"/>
                </a:lnTo>
                <a:lnTo>
                  <a:pt x="3387" y="39792"/>
                </a:lnTo>
                <a:lnTo>
                  <a:pt x="3618" y="40278"/>
                </a:lnTo>
                <a:lnTo>
                  <a:pt x="3861" y="40751"/>
                </a:lnTo>
                <a:lnTo>
                  <a:pt x="4110" y="41223"/>
                </a:lnTo>
                <a:lnTo>
                  <a:pt x="4370" y="41688"/>
                </a:lnTo>
                <a:lnTo>
                  <a:pt x="4630" y="42139"/>
                </a:lnTo>
                <a:lnTo>
                  <a:pt x="4901" y="42583"/>
                </a:lnTo>
                <a:lnTo>
                  <a:pt x="5179" y="43019"/>
                </a:lnTo>
                <a:lnTo>
                  <a:pt x="5462" y="43449"/>
                </a:lnTo>
                <a:lnTo>
                  <a:pt x="5757" y="43864"/>
                </a:lnTo>
                <a:lnTo>
                  <a:pt x="6057" y="44265"/>
                </a:lnTo>
                <a:lnTo>
                  <a:pt x="6364" y="44665"/>
                </a:lnTo>
                <a:lnTo>
                  <a:pt x="6676" y="45045"/>
                </a:lnTo>
                <a:lnTo>
                  <a:pt x="6994" y="45417"/>
                </a:lnTo>
                <a:lnTo>
                  <a:pt x="7323" y="45782"/>
                </a:lnTo>
                <a:lnTo>
                  <a:pt x="7653" y="46133"/>
                </a:lnTo>
                <a:lnTo>
                  <a:pt x="7994" y="46469"/>
                </a:lnTo>
                <a:lnTo>
                  <a:pt x="8346" y="46791"/>
                </a:lnTo>
                <a:lnTo>
                  <a:pt x="8699" y="47099"/>
                </a:lnTo>
                <a:lnTo>
                  <a:pt x="9057" y="47392"/>
                </a:lnTo>
                <a:lnTo>
                  <a:pt x="9427" y="47678"/>
                </a:lnTo>
                <a:lnTo>
                  <a:pt x="9803" y="47943"/>
                </a:lnTo>
                <a:lnTo>
                  <a:pt x="9993" y="48072"/>
                </a:lnTo>
                <a:lnTo>
                  <a:pt x="10184" y="48194"/>
                </a:lnTo>
                <a:lnTo>
                  <a:pt x="10375" y="48315"/>
                </a:lnTo>
                <a:lnTo>
                  <a:pt x="10571" y="48430"/>
                </a:lnTo>
                <a:lnTo>
                  <a:pt x="10768" y="48544"/>
                </a:lnTo>
                <a:lnTo>
                  <a:pt x="10964" y="48652"/>
                </a:lnTo>
                <a:lnTo>
                  <a:pt x="11167" y="48759"/>
                </a:lnTo>
                <a:lnTo>
                  <a:pt x="11369" y="48859"/>
                </a:lnTo>
                <a:lnTo>
                  <a:pt x="11571" y="48952"/>
                </a:lnTo>
                <a:lnTo>
                  <a:pt x="11773" y="49045"/>
                </a:lnTo>
                <a:lnTo>
                  <a:pt x="11982" y="49138"/>
                </a:lnTo>
                <a:lnTo>
                  <a:pt x="12190" y="49217"/>
                </a:lnTo>
                <a:lnTo>
                  <a:pt x="12398" y="49296"/>
                </a:lnTo>
                <a:lnTo>
                  <a:pt x="12606" y="49375"/>
                </a:lnTo>
                <a:lnTo>
                  <a:pt x="12820" y="49446"/>
                </a:lnTo>
                <a:lnTo>
                  <a:pt x="13033" y="49511"/>
                </a:lnTo>
                <a:lnTo>
                  <a:pt x="13247" y="49568"/>
                </a:lnTo>
                <a:lnTo>
                  <a:pt x="13467" y="49625"/>
                </a:lnTo>
                <a:lnTo>
                  <a:pt x="13687" y="49682"/>
                </a:lnTo>
                <a:lnTo>
                  <a:pt x="13906" y="49725"/>
                </a:lnTo>
                <a:lnTo>
                  <a:pt x="14126" y="49768"/>
                </a:lnTo>
                <a:lnTo>
                  <a:pt x="14351" y="49811"/>
                </a:lnTo>
                <a:lnTo>
                  <a:pt x="14577" y="49840"/>
                </a:lnTo>
                <a:lnTo>
                  <a:pt x="14802" y="49868"/>
                </a:lnTo>
                <a:lnTo>
                  <a:pt x="15033" y="49897"/>
                </a:lnTo>
                <a:lnTo>
                  <a:pt x="15259" y="49911"/>
                </a:lnTo>
                <a:lnTo>
                  <a:pt x="15490" y="49926"/>
                </a:lnTo>
                <a:lnTo>
                  <a:pt x="15727" y="49933"/>
                </a:lnTo>
                <a:lnTo>
                  <a:pt x="15958" y="49940"/>
                </a:lnTo>
                <a:lnTo>
                  <a:pt x="16195" y="49940"/>
                </a:lnTo>
                <a:lnTo>
                  <a:pt x="16432" y="49933"/>
                </a:lnTo>
                <a:lnTo>
                  <a:pt x="16669" y="49918"/>
                </a:lnTo>
                <a:lnTo>
                  <a:pt x="16912" y="49904"/>
                </a:lnTo>
                <a:lnTo>
                  <a:pt x="17154" y="49876"/>
                </a:lnTo>
                <a:lnTo>
                  <a:pt x="17397" y="49854"/>
                </a:lnTo>
                <a:lnTo>
                  <a:pt x="17640" y="49818"/>
                </a:lnTo>
                <a:lnTo>
                  <a:pt x="17750" y="49797"/>
                </a:lnTo>
                <a:lnTo>
                  <a:pt x="17854" y="49761"/>
                </a:lnTo>
                <a:lnTo>
                  <a:pt x="17946" y="49718"/>
                </a:lnTo>
                <a:lnTo>
                  <a:pt x="18033" y="49661"/>
                </a:lnTo>
                <a:lnTo>
                  <a:pt x="18114" y="49604"/>
                </a:lnTo>
                <a:lnTo>
                  <a:pt x="18189" y="49532"/>
                </a:lnTo>
                <a:lnTo>
                  <a:pt x="18258" y="49453"/>
                </a:lnTo>
                <a:lnTo>
                  <a:pt x="18322" y="49367"/>
                </a:lnTo>
                <a:lnTo>
                  <a:pt x="18374" y="49282"/>
                </a:lnTo>
                <a:lnTo>
                  <a:pt x="18420" y="49188"/>
                </a:lnTo>
                <a:lnTo>
                  <a:pt x="18461" y="49088"/>
                </a:lnTo>
                <a:lnTo>
                  <a:pt x="18495" y="48981"/>
                </a:lnTo>
                <a:lnTo>
                  <a:pt x="18524" y="48881"/>
                </a:lnTo>
                <a:lnTo>
                  <a:pt x="18542" y="48773"/>
                </a:lnTo>
                <a:lnTo>
                  <a:pt x="18553" y="48666"/>
                </a:lnTo>
                <a:lnTo>
                  <a:pt x="18559" y="48559"/>
                </a:lnTo>
                <a:lnTo>
                  <a:pt x="18559" y="48451"/>
                </a:lnTo>
                <a:lnTo>
                  <a:pt x="18547" y="48344"/>
                </a:lnTo>
                <a:lnTo>
                  <a:pt x="18530" y="48244"/>
                </a:lnTo>
                <a:lnTo>
                  <a:pt x="18507" y="48144"/>
                </a:lnTo>
                <a:lnTo>
                  <a:pt x="18478" y="48043"/>
                </a:lnTo>
                <a:lnTo>
                  <a:pt x="18438" y="47950"/>
                </a:lnTo>
                <a:lnTo>
                  <a:pt x="18391" y="47864"/>
                </a:lnTo>
                <a:lnTo>
                  <a:pt x="18339" y="47786"/>
                </a:lnTo>
                <a:lnTo>
                  <a:pt x="18281" y="47714"/>
                </a:lnTo>
                <a:lnTo>
                  <a:pt x="18212" y="47643"/>
                </a:lnTo>
                <a:lnTo>
                  <a:pt x="18137" y="47585"/>
                </a:lnTo>
                <a:lnTo>
                  <a:pt x="18050" y="47535"/>
                </a:lnTo>
                <a:lnTo>
                  <a:pt x="17964" y="47499"/>
                </a:lnTo>
                <a:lnTo>
                  <a:pt x="17865" y="47471"/>
                </a:lnTo>
                <a:lnTo>
                  <a:pt x="17755" y="47457"/>
                </a:lnTo>
                <a:lnTo>
                  <a:pt x="17640" y="47449"/>
                </a:lnTo>
                <a:lnTo>
                  <a:pt x="17178" y="47449"/>
                </a:lnTo>
                <a:lnTo>
                  <a:pt x="16946" y="47442"/>
                </a:lnTo>
                <a:lnTo>
                  <a:pt x="16721" y="47435"/>
                </a:lnTo>
                <a:lnTo>
                  <a:pt x="16496" y="47421"/>
                </a:lnTo>
                <a:lnTo>
                  <a:pt x="16270" y="47399"/>
                </a:lnTo>
                <a:lnTo>
                  <a:pt x="16045" y="47378"/>
                </a:lnTo>
                <a:lnTo>
                  <a:pt x="15825" y="47349"/>
                </a:lnTo>
                <a:lnTo>
                  <a:pt x="15605" y="47321"/>
                </a:lnTo>
                <a:lnTo>
                  <a:pt x="15386" y="47285"/>
                </a:lnTo>
                <a:lnTo>
                  <a:pt x="14958" y="47199"/>
                </a:lnTo>
                <a:lnTo>
                  <a:pt x="14530" y="47099"/>
                </a:lnTo>
                <a:lnTo>
                  <a:pt x="14114" y="46984"/>
                </a:lnTo>
                <a:lnTo>
                  <a:pt x="13704" y="46855"/>
                </a:lnTo>
                <a:lnTo>
                  <a:pt x="13299" y="46712"/>
                </a:lnTo>
                <a:lnTo>
                  <a:pt x="12901" y="46555"/>
                </a:lnTo>
                <a:lnTo>
                  <a:pt x="12513" y="46376"/>
                </a:lnTo>
                <a:lnTo>
                  <a:pt x="12132" y="46190"/>
                </a:lnTo>
                <a:lnTo>
                  <a:pt x="11750" y="45989"/>
                </a:lnTo>
                <a:lnTo>
                  <a:pt x="11380" y="45775"/>
                </a:lnTo>
                <a:lnTo>
                  <a:pt x="11022" y="45546"/>
                </a:lnTo>
                <a:lnTo>
                  <a:pt x="10664" y="45302"/>
                </a:lnTo>
                <a:lnTo>
                  <a:pt x="10317" y="45052"/>
                </a:lnTo>
                <a:lnTo>
                  <a:pt x="9976" y="44787"/>
                </a:lnTo>
                <a:lnTo>
                  <a:pt x="9641" y="44508"/>
                </a:lnTo>
                <a:lnTo>
                  <a:pt x="9311" y="44215"/>
                </a:lnTo>
                <a:lnTo>
                  <a:pt x="8988" y="43914"/>
                </a:lnTo>
                <a:lnTo>
                  <a:pt x="8676" y="43599"/>
                </a:lnTo>
                <a:lnTo>
                  <a:pt x="8369" y="43277"/>
                </a:lnTo>
                <a:lnTo>
                  <a:pt x="8069" y="42941"/>
                </a:lnTo>
                <a:lnTo>
                  <a:pt x="7780" y="42597"/>
                </a:lnTo>
                <a:lnTo>
                  <a:pt x="7491" y="42246"/>
                </a:lnTo>
                <a:lnTo>
                  <a:pt x="7213" y="41881"/>
                </a:lnTo>
                <a:lnTo>
                  <a:pt x="6942" y="41502"/>
                </a:lnTo>
                <a:lnTo>
                  <a:pt x="6676" y="41123"/>
                </a:lnTo>
                <a:lnTo>
                  <a:pt x="6421" y="40729"/>
                </a:lnTo>
                <a:lnTo>
                  <a:pt x="6167" y="40328"/>
                </a:lnTo>
                <a:lnTo>
                  <a:pt x="5924" y="39913"/>
                </a:lnTo>
                <a:lnTo>
                  <a:pt x="5687" y="39498"/>
                </a:lnTo>
                <a:lnTo>
                  <a:pt x="5462" y="39076"/>
                </a:lnTo>
                <a:lnTo>
                  <a:pt x="5242" y="38639"/>
                </a:lnTo>
                <a:lnTo>
                  <a:pt x="5029" y="38203"/>
                </a:lnTo>
                <a:lnTo>
                  <a:pt x="4820" y="37752"/>
                </a:lnTo>
                <a:lnTo>
                  <a:pt x="4618" y="37301"/>
                </a:lnTo>
                <a:lnTo>
                  <a:pt x="4427" y="36836"/>
                </a:lnTo>
                <a:lnTo>
                  <a:pt x="4243" y="36371"/>
                </a:lnTo>
                <a:lnTo>
                  <a:pt x="4063" y="35898"/>
                </a:lnTo>
                <a:lnTo>
                  <a:pt x="3896" y="35419"/>
                </a:lnTo>
                <a:lnTo>
                  <a:pt x="3734" y="34939"/>
                </a:lnTo>
                <a:lnTo>
                  <a:pt x="3578" y="34453"/>
                </a:lnTo>
                <a:lnTo>
                  <a:pt x="3428" y="33959"/>
                </a:lnTo>
                <a:lnTo>
                  <a:pt x="3289" y="33458"/>
                </a:lnTo>
                <a:lnTo>
                  <a:pt x="3150" y="32957"/>
                </a:lnTo>
                <a:lnTo>
                  <a:pt x="3029" y="32456"/>
                </a:lnTo>
                <a:lnTo>
                  <a:pt x="2907" y="31948"/>
                </a:lnTo>
                <a:lnTo>
                  <a:pt x="2798" y="31433"/>
                </a:lnTo>
                <a:lnTo>
                  <a:pt x="2694" y="30917"/>
                </a:lnTo>
                <a:lnTo>
                  <a:pt x="2595" y="30402"/>
                </a:lnTo>
                <a:lnTo>
                  <a:pt x="2509" y="29880"/>
                </a:lnTo>
                <a:lnTo>
                  <a:pt x="2428" y="29357"/>
                </a:lnTo>
                <a:lnTo>
                  <a:pt x="2353" y="28835"/>
                </a:lnTo>
                <a:lnTo>
                  <a:pt x="2289" y="28312"/>
                </a:lnTo>
                <a:lnTo>
                  <a:pt x="2225" y="27783"/>
                </a:lnTo>
                <a:lnTo>
                  <a:pt x="2179" y="27253"/>
                </a:lnTo>
                <a:lnTo>
                  <a:pt x="2133" y="26731"/>
                </a:lnTo>
                <a:lnTo>
                  <a:pt x="2098" y="26201"/>
                </a:lnTo>
                <a:lnTo>
                  <a:pt x="2069" y="25671"/>
                </a:lnTo>
                <a:lnTo>
                  <a:pt x="2052" y="25142"/>
                </a:lnTo>
                <a:lnTo>
                  <a:pt x="2035" y="24612"/>
                </a:lnTo>
                <a:lnTo>
                  <a:pt x="2035" y="24111"/>
                </a:lnTo>
                <a:lnTo>
                  <a:pt x="2035" y="23610"/>
                </a:lnTo>
                <a:lnTo>
                  <a:pt x="2046" y="23116"/>
                </a:lnTo>
                <a:lnTo>
                  <a:pt x="2069" y="22623"/>
                </a:lnTo>
                <a:lnTo>
                  <a:pt x="2098" y="22136"/>
                </a:lnTo>
                <a:lnTo>
                  <a:pt x="2133" y="21649"/>
                </a:lnTo>
                <a:lnTo>
                  <a:pt x="2179" y="21163"/>
                </a:lnTo>
                <a:lnTo>
                  <a:pt x="2231" y="20683"/>
                </a:lnTo>
                <a:lnTo>
                  <a:pt x="2295" y="20204"/>
                </a:lnTo>
                <a:lnTo>
                  <a:pt x="2364" y="19731"/>
                </a:lnTo>
                <a:lnTo>
                  <a:pt x="2439" y="19266"/>
                </a:lnTo>
                <a:lnTo>
                  <a:pt x="2526" y="18801"/>
                </a:lnTo>
                <a:lnTo>
                  <a:pt x="2618" y="18336"/>
                </a:lnTo>
                <a:lnTo>
                  <a:pt x="2717" y="17878"/>
                </a:lnTo>
                <a:lnTo>
                  <a:pt x="2821" y="17427"/>
                </a:lnTo>
                <a:lnTo>
                  <a:pt x="2936" y="16976"/>
                </a:lnTo>
                <a:lnTo>
                  <a:pt x="3058" y="16532"/>
                </a:lnTo>
                <a:lnTo>
                  <a:pt x="3185" y="16088"/>
                </a:lnTo>
                <a:lnTo>
                  <a:pt x="3318" y="15652"/>
                </a:lnTo>
                <a:lnTo>
                  <a:pt x="3462" y="15215"/>
                </a:lnTo>
                <a:lnTo>
                  <a:pt x="3613" y="14786"/>
                </a:lnTo>
                <a:lnTo>
                  <a:pt x="3769" y="14364"/>
                </a:lnTo>
                <a:lnTo>
                  <a:pt x="3930" y="13941"/>
                </a:lnTo>
                <a:lnTo>
                  <a:pt x="4098" y="13526"/>
                </a:lnTo>
                <a:lnTo>
                  <a:pt x="4277" y="13118"/>
                </a:lnTo>
                <a:lnTo>
                  <a:pt x="4462" y="12710"/>
                </a:lnTo>
                <a:lnTo>
                  <a:pt x="4647" y="12310"/>
                </a:lnTo>
                <a:lnTo>
                  <a:pt x="4844" y="11916"/>
                </a:lnTo>
                <a:lnTo>
                  <a:pt x="5046" y="11522"/>
                </a:lnTo>
                <a:lnTo>
                  <a:pt x="5254" y="11143"/>
                </a:lnTo>
                <a:lnTo>
                  <a:pt x="5468" y="10757"/>
                </a:lnTo>
                <a:lnTo>
                  <a:pt x="5687" y="10385"/>
                </a:lnTo>
                <a:lnTo>
                  <a:pt x="5919" y="10012"/>
                </a:lnTo>
                <a:lnTo>
                  <a:pt x="6150" y="9647"/>
                </a:lnTo>
                <a:lnTo>
                  <a:pt x="6387" y="9290"/>
                </a:lnTo>
                <a:lnTo>
                  <a:pt x="6630" y="8939"/>
                </a:lnTo>
                <a:lnTo>
                  <a:pt x="6878" y="8588"/>
                </a:lnTo>
                <a:lnTo>
                  <a:pt x="7138" y="8245"/>
                </a:lnTo>
                <a:lnTo>
                  <a:pt x="7398" y="7915"/>
                </a:lnTo>
                <a:lnTo>
                  <a:pt x="7664" y="7579"/>
                </a:lnTo>
                <a:lnTo>
                  <a:pt x="7936" y="7257"/>
                </a:lnTo>
                <a:lnTo>
                  <a:pt x="8213" y="6942"/>
                </a:lnTo>
                <a:lnTo>
                  <a:pt x="8496" y="6627"/>
                </a:lnTo>
                <a:lnTo>
                  <a:pt x="8780" y="6319"/>
                </a:lnTo>
                <a:lnTo>
                  <a:pt x="9074" y="6019"/>
                </a:lnTo>
                <a:lnTo>
                  <a:pt x="9369" y="5725"/>
                </a:lnTo>
                <a:lnTo>
                  <a:pt x="9670" y="5439"/>
                </a:lnTo>
                <a:lnTo>
                  <a:pt x="9982" y="5160"/>
                </a:lnTo>
                <a:lnTo>
                  <a:pt x="10288" y="4888"/>
                </a:lnTo>
                <a:lnTo>
                  <a:pt x="10606" y="4623"/>
                </a:lnTo>
                <a:lnTo>
                  <a:pt x="10930" y="4359"/>
                </a:lnTo>
                <a:lnTo>
                  <a:pt x="11253" y="4108"/>
                </a:lnTo>
                <a:lnTo>
                  <a:pt x="11583" y="3858"/>
                </a:lnTo>
                <a:lnTo>
                  <a:pt x="11918" y="3621"/>
                </a:lnTo>
                <a:lnTo>
                  <a:pt x="12253" y="3385"/>
                </a:lnTo>
                <a:lnTo>
                  <a:pt x="12600" y="3163"/>
                </a:lnTo>
                <a:lnTo>
                  <a:pt x="12947" y="2941"/>
                </a:lnTo>
                <a:lnTo>
                  <a:pt x="13294" y="2734"/>
                </a:lnTo>
                <a:lnTo>
                  <a:pt x="13652" y="2534"/>
                </a:lnTo>
                <a:lnTo>
                  <a:pt x="14010" y="2333"/>
                </a:lnTo>
                <a:lnTo>
                  <a:pt x="14369" y="2147"/>
                </a:lnTo>
                <a:lnTo>
                  <a:pt x="14738" y="1968"/>
                </a:lnTo>
                <a:lnTo>
                  <a:pt x="15108" y="1789"/>
                </a:lnTo>
                <a:lnTo>
                  <a:pt x="15478" y="1625"/>
                </a:lnTo>
                <a:lnTo>
                  <a:pt x="15553" y="1589"/>
                </a:lnTo>
                <a:lnTo>
                  <a:pt x="15623" y="1546"/>
                </a:lnTo>
                <a:lnTo>
                  <a:pt x="15681" y="1503"/>
                </a:lnTo>
                <a:lnTo>
                  <a:pt x="15733" y="1446"/>
                </a:lnTo>
                <a:lnTo>
                  <a:pt x="15785" y="1388"/>
                </a:lnTo>
                <a:lnTo>
                  <a:pt x="15825" y="1331"/>
                </a:lnTo>
                <a:lnTo>
                  <a:pt x="15860" y="1267"/>
                </a:lnTo>
                <a:lnTo>
                  <a:pt x="15889" y="1195"/>
                </a:lnTo>
                <a:lnTo>
                  <a:pt x="15912" y="1131"/>
                </a:lnTo>
                <a:lnTo>
                  <a:pt x="15929" y="1052"/>
                </a:lnTo>
                <a:lnTo>
                  <a:pt x="15946" y="981"/>
                </a:lnTo>
                <a:lnTo>
                  <a:pt x="15952" y="909"/>
                </a:lnTo>
                <a:lnTo>
                  <a:pt x="15952" y="830"/>
                </a:lnTo>
                <a:lnTo>
                  <a:pt x="15952" y="759"/>
                </a:lnTo>
                <a:lnTo>
                  <a:pt x="15941" y="687"/>
                </a:lnTo>
                <a:lnTo>
                  <a:pt x="15929" y="616"/>
                </a:lnTo>
                <a:lnTo>
                  <a:pt x="15906" y="544"/>
                </a:lnTo>
                <a:lnTo>
                  <a:pt x="15883" y="472"/>
                </a:lnTo>
                <a:lnTo>
                  <a:pt x="15860" y="408"/>
                </a:lnTo>
                <a:lnTo>
                  <a:pt x="15825" y="344"/>
                </a:lnTo>
                <a:lnTo>
                  <a:pt x="15790" y="286"/>
                </a:lnTo>
                <a:lnTo>
                  <a:pt x="15750" y="229"/>
                </a:lnTo>
                <a:lnTo>
                  <a:pt x="15704" y="179"/>
                </a:lnTo>
                <a:lnTo>
                  <a:pt x="15652" y="136"/>
                </a:lnTo>
                <a:lnTo>
                  <a:pt x="15600" y="93"/>
                </a:lnTo>
                <a:lnTo>
                  <a:pt x="15542" y="64"/>
                </a:lnTo>
                <a:lnTo>
                  <a:pt x="15478" y="36"/>
                </a:lnTo>
                <a:lnTo>
                  <a:pt x="15415" y="14"/>
                </a:lnTo>
                <a:lnTo>
                  <a:pt x="15345" y="7"/>
                </a:lnTo>
                <a:lnTo>
                  <a:pt x="152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9" name="Google Shape;429;p22"/>
          <p:cNvGrpSpPr/>
          <p:nvPr/>
        </p:nvGrpSpPr>
        <p:grpSpPr>
          <a:xfrm>
            <a:off x="467340" y="222053"/>
            <a:ext cx="1096399" cy="647554"/>
            <a:chOff x="3863003" y="76204"/>
            <a:chExt cx="881421" cy="520583"/>
          </a:xfrm>
        </p:grpSpPr>
        <p:sp>
          <p:nvSpPr>
            <p:cNvPr id="430" name="Google Shape;430;p22"/>
            <p:cNvSpPr/>
            <p:nvPr/>
          </p:nvSpPr>
          <p:spPr>
            <a:xfrm rot="10800000">
              <a:off x="4621886" y="493907"/>
              <a:ext cx="122538" cy="102880"/>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rot="10800000">
              <a:off x="4461127" y="447397"/>
              <a:ext cx="103491" cy="34668"/>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rot="10800000">
              <a:off x="4282720" y="389418"/>
              <a:ext cx="96698" cy="4638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rot="10800000">
              <a:off x="4011715" y="210766"/>
              <a:ext cx="95230" cy="71690"/>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rot="10800000">
              <a:off x="3863003" y="76204"/>
              <a:ext cx="81156" cy="808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 name="Google Shape;435;p22"/>
          <p:cNvSpPr/>
          <p:nvPr/>
        </p:nvSpPr>
        <p:spPr>
          <a:xfrm rot="-2700000">
            <a:off x="700225" y="1824752"/>
            <a:ext cx="287751" cy="505102"/>
          </a:xfrm>
          <a:custGeom>
            <a:rect b="b" l="l" r="r" t="t"/>
            <a:pathLst>
              <a:path extrusionOk="0" h="40380" w="23004">
                <a:moveTo>
                  <a:pt x="14363" y="5125"/>
                </a:moveTo>
                <a:lnTo>
                  <a:pt x="14768" y="7114"/>
                </a:lnTo>
                <a:lnTo>
                  <a:pt x="15172" y="9104"/>
                </a:lnTo>
                <a:lnTo>
                  <a:pt x="15571" y="11101"/>
                </a:lnTo>
                <a:lnTo>
                  <a:pt x="15964" y="13090"/>
                </a:lnTo>
                <a:lnTo>
                  <a:pt x="16357" y="15087"/>
                </a:lnTo>
                <a:lnTo>
                  <a:pt x="16739" y="17084"/>
                </a:lnTo>
                <a:lnTo>
                  <a:pt x="17120" y="19081"/>
                </a:lnTo>
                <a:lnTo>
                  <a:pt x="17502" y="21077"/>
                </a:lnTo>
                <a:lnTo>
                  <a:pt x="17877" y="23081"/>
                </a:lnTo>
                <a:lnTo>
                  <a:pt x="18241" y="25078"/>
                </a:lnTo>
                <a:lnTo>
                  <a:pt x="18611" y="27082"/>
                </a:lnTo>
                <a:lnTo>
                  <a:pt x="18970" y="29086"/>
                </a:lnTo>
                <a:lnTo>
                  <a:pt x="19328" y="31090"/>
                </a:lnTo>
                <a:lnTo>
                  <a:pt x="19681" y="33101"/>
                </a:lnTo>
                <a:lnTo>
                  <a:pt x="20033" y="35105"/>
                </a:lnTo>
                <a:lnTo>
                  <a:pt x="20380" y="37116"/>
                </a:lnTo>
                <a:lnTo>
                  <a:pt x="19212" y="37058"/>
                </a:lnTo>
                <a:lnTo>
                  <a:pt x="18051" y="37008"/>
                </a:lnTo>
                <a:lnTo>
                  <a:pt x="16883" y="36972"/>
                </a:lnTo>
                <a:lnTo>
                  <a:pt x="15721" y="36937"/>
                </a:lnTo>
                <a:lnTo>
                  <a:pt x="14554" y="36915"/>
                </a:lnTo>
                <a:lnTo>
                  <a:pt x="13386" y="36901"/>
                </a:lnTo>
                <a:lnTo>
                  <a:pt x="12219" y="36901"/>
                </a:lnTo>
                <a:lnTo>
                  <a:pt x="11051" y="36908"/>
                </a:lnTo>
                <a:lnTo>
                  <a:pt x="9884" y="36930"/>
                </a:lnTo>
                <a:lnTo>
                  <a:pt x="8716" y="36958"/>
                </a:lnTo>
                <a:lnTo>
                  <a:pt x="7555" y="37001"/>
                </a:lnTo>
                <a:lnTo>
                  <a:pt x="6387" y="37058"/>
                </a:lnTo>
                <a:lnTo>
                  <a:pt x="5225" y="37123"/>
                </a:lnTo>
                <a:lnTo>
                  <a:pt x="4058" y="37201"/>
                </a:lnTo>
                <a:lnTo>
                  <a:pt x="2896" y="37302"/>
                </a:lnTo>
                <a:lnTo>
                  <a:pt x="1734" y="37409"/>
                </a:lnTo>
                <a:lnTo>
                  <a:pt x="2445" y="35334"/>
                </a:lnTo>
                <a:lnTo>
                  <a:pt x="3162" y="33272"/>
                </a:lnTo>
                <a:lnTo>
                  <a:pt x="3890" y="31211"/>
                </a:lnTo>
                <a:lnTo>
                  <a:pt x="4619" y="29157"/>
                </a:lnTo>
                <a:lnTo>
                  <a:pt x="5364" y="27110"/>
                </a:lnTo>
                <a:lnTo>
                  <a:pt x="6116" y="25071"/>
                </a:lnTo>
                <a:lnTo>
                  <a:pt x="6878" y="23045"/>
                </a:lnTo>
                <a:lnTo>
                  <a:pt x="7659" y="21020"/>
                </a:lnTo>
                <a:lnTo>
                  <a:pt x="8046" y="20011"/>
                </a:lnTo>
                <a:lnTo>
                  <a:pt x="8445" y="19002"/>
                </a:lnTo>
                <a:lnTo>
                  <a:pt x="8844" y="18000"/>
                </a:lnTo>
                <a:lnTo>
                  <a:pt x="9242" y="16998"/>
                </a:lnTo>
                <a:lnTo>
                  <a:pt x="9653" y="15996"/>
                </a:lnTo>
                <a:lnTo>
                  <a:pt x="10057" y="14994"/>
                </a:lnTo>
                <a:lnTo>
                  <a:pt x="10473" y="13999"/>
                </a:lnTo>
                <a:lnTo>
                  <a:pt x="10890" y="13004"/>
                </a:lnTo>
                <a:lnTo>
                  <a:pt x="11306" y="12010"/>
                </a:lnTo>
                <a:lnTo>
                  <a:pt x="11733" y="11022"/>
                </a:lnTo>
                <a:lnTo>
                  <a:pt x="12161" y="10034"/>
                </a:lnTo>
                <a:lnTo>
                  <a:pt x="12595" y="9047"/>
                </a:lnTo>
                <a:lnTo>
                  <a:pt x="13028" y="8059"/>
                </a:lnTo>
                <a:lnTo>
                  <a:pt x="13467" y="7079"/>
                </a:lnTo>
                <a:lnTo>
                  <a:pt x="13912" y="6098"/>
                </a:lnTo>
                <a:lnTo>
                  <a:pt x="14363" y="5125"/>
                </a:lnTo>
                <a:close/>
                <a:moveTo>
                  <a:pt x="14774" y="1"/>
                </a:moveTo>
                <a:lnTo>
                  <a:pt x="14693" y="8"/>
                </a:lnTo>
                <a:lnTo>
                  <a:pt x="14612" y="15"/>
                </a:lnTo>
                <a:lnTo>
                  <a:pt x="14531" y="36"/>
                </a:lnTo>
                <a:lnTo>
                  <a:pt x="14450" y="58"/>
                </a:lnTo>
                <a:lnTo>
                  <a:pt x="14375" y="86"/>
                </a:lnTo>
                <a:lnTo>
                  <a:pt x="14300" y="129"/>
                </a:lnTo>
                <a:lnTo>
                  <a:pt x="14224" y="172"/>
                </a:lnTo>
                <a:lnTo>
                  <a:pt x="14149" y="222"/>
                </a:lnTo>
                <a:lnTo>
                  <a:pt x="14086" y="280"/>
                </a:lnTo>
                <a:lnTo>
                  <a:pt x="14016" y="344"/>
                </a:lnTo>
                <a:lnTo>
                  <a:pt x="13959" y="416"/>
                </a:lnTo>
                <a:lnTo>
                  <a:pt x="13901" y="494"/>
                </a:lnTo>
                <a:lnTo>
                  <a:pt x="13843" y="587"/>
                </a:lnTo>
                <a:lnTo>
                  <a:pt x="13797" y="681"/>
                </a:lnTo>
                <a:lnTo>
                  <a:pt x="13277" y="1768"/>
                </a:lnTo>
                <a:lnTo>
                  <a:pt x="12756" y="2863"/>
                </a:lnTo>
                <a:lnTo>
                  <a:pt x="12242" y="3965"/>
                </a:lnTo>
                <a:lnTo>
                  <a:pt x="11733" y="5068"/>
                </a:lnTo>
                <a:lnTo>
                  <a:pt x="11231" y="6170"/>
                </a:lnTo>
                <a:lnTo>
                  <a:pt x="10733" y="7286"/>
                </a:lnTo>
                <a:lnTo>
                  <a:pt x="10242" y="8395"/>
                </a:lnTo>
                <a:lnTo>
                  <a:pt x="9757" y="9519"/>
                </a:lnTo>
                <a:lnTo>
                  <a:pt x="9271" y="10636"/>
                </a:lnTo>
                <a:lnTo>
                  <a:pt x="8797" y="11766"/>
                </a:lnTo>
                <a:lnTo>
                  <a:pt x="8323" y="12897"/>
                </a:lnTo>
                <a:lnTo>
                  <a:pt x="7861" y="14028"/>
                </a:lnTo>
                <a:lnTo>
                  <a:pt x="7404" y="15166"/>
                </a:lnTo>
                <a:lnTo>
                  <a:pt x="6948" y="16304"/>
                </a:lnTo>
                <a:lnTo>
                  <a:pt x="6503" y="17449"/>
                </a:lnTo>
                <a:lnTo>
                  <a:pt x="6063" y="18601"/>
                </a:lnTo>
                <a:lnTo>
                  <a:pt x="5630" y="19753"/>
                </a:lnTo>
                <a:lnTo>
                  <a:pt x="5208" y="20906"/>
                </a:lnTo>
                <a:lnTo>
                  <a:pt x="4786" y="22072"/>
                </a:lnTo>
                <a:lnTo>
                  <a:pt x="4376" y="23231"/>
                </a:lnTo>
                <a:lnTo>
                  <a:pt x="3971" y="24398"/>
                </a:lnTo>
                <a:lnTo>
                  <a:pt x="3572" y="25572"/>
                </a:lnTo>
                <a:lnTo>
                  <a:pt x="3185" y="26745"/>
                </a:lnTo>
                <a:lnTo>
                  <a:pt x="2804" y="27926"/>
                </a:lnTo>
                <a:lnTo>
                  <a:pt x="2428" y="29107"/>
                </a:lnTo>
                <a:lnTo>
                  <a:pt x="2058" y="30295"/>
                </a:lnTo>
                <a:lnTo>
                  <a:pt x="1706" y="31483"/>
                </a:lnTo>
                <a:lnTo>
                  <a:pt x="1353" y="32678"/>
                </a:lnTo>
                <a:lnTo>
                  <a:pt x="1012" y="33874"/>
                </a:lnTo>
                <a:lnTo>
                  <a:pt x="677" y="35076"/>
                </a:lnTo>
                <a:lnTo>
                  <a:pt x="353" y="36278"/>
                </a:lnTo>
                <a:lnTo>
                  <a:pt x="41" y="37488"/>
                </a:lnTo>
                <a:lnTo>
                  <a:pt x="18" y="37588"/>
                </a:lnTo>
                <a:lnTo>
                  <a:pt x="6" y="37688"/>
                </a:lnTo>
                <a:lnTo>
                  <a:pt x="1" y="37781"/>
                </a:lnTo>
                <a:lnTo>
                  <a:pt x="1" y="37867"/>
                </a:lnTo>
                <a:lnTo>
                  <a:pt x="12" y="37946"/>
                </a:lnTo>
                <a:lnTo>
                  <a:pt x="24" y="38032"/>
                </a:lnTo>
                <a:lnTo>
                  <a:pt x="47" y="38103"/>
                </a:lnTo>
                <a:lnTo>
                  <a:pt x="70" y="38175"/>
                </a:lnTo>
                <a:lnTo>
                  <a:pt x="53" y="38268"/>
                </a:lnTo>
                <a:lnTo>
                  <a:pt x="47" y="38361"/>
                </a:lnTo>
                <a:lnTo>
                  <a:pt x="47" y="38454"/>
                </a:lnTo>
                <a:lnTo>
                  <a:pt x="53" y="38547"/>
                </a:lnTo>
                <a:lnTo>
                  <a:pt x="64" y="38640"/>
                </a:lnTo>
                <a:lnTo>
                  <a:pt x="87" y="38733"/>
                </a:lnTo>
                <a:lnTo>
                  <a:pt x="116" y="38819"/>
                </a:lnTo>
                <a:lnTo>
                  <a:pt x="151" y="38898"/>
                </a:lnTo>
                <a:lnTo>
                  <a:pt x="197" y="38976"/>
                </a:lnTo>
                <a:lnTo>
                  <a:pt x="249" y="39048"/>
                </a:lnTo>
                <a:lnTo>
                  <a:pt x="307" y="39112"/>
                </a:lnTo>
                <a:lnTo>
                  <a:pt x="376" y="39170"/>
                </a:lnTo>
                <a:lnTo>
                  <a:pt x="451" y="39213"/>
                </a:lnTo>
                <a:lnTo>
                  <a:pt x="538" y="39248"/>
                </a:lnTo>
                <a:lnTo>
                  <a:pt x="631" y="39270"/>
                </a:lnTo>
                <a:lnTo>
                  <a:pt x="729" y="39284"/>
                </a:lnTo>
                <a:lnTo>
                  <a:pt x="1989" y="39363"/>
                </a:lnTo>
                <a:lnTo>
                  <a:pt x="3255" y="39427"/>
                </a:lnTo>
                <a:lnTo>
                  <a:pt x="4515" y="39484"/>
                </a:lnTo>
                <a:lnTo>
                  <a:pt x="5780" y="39535"/>
                </a:lnTo>
                <a:lnTo>
                  <a:pt x="7046" y="39585"/>
                </a:lnTo>
                <a:lnTo>
                  <a:pt x="8312" y="39628"/>
                </a:lnTo>
                <a:lnTo>
                  <a:pt x="10838" y="39699"/>
                </a:lnTo>
                <a:lnTo>
                  <a:pt x="13369" y="39756"/>
                </a:lnTo>
                <a:lnTo>
                  <a:pt x="15901" y="39807"/>
                </a:lnTo>
                <a:lnTo>
                  <a:pt x="18426" y="39849"/>
                </a:lnTo>
                <a:lnTo>
                  <a:pt x="20958" y="39900"/>
                </a:lnTo>
                <a:lnTo>
                  <a:pt x="21016" y="39993"/>
                </a:lnTo>
                <a:lnTo>
                  <a:pt x="21085" y="40078"/>
                </a:lnTo>
                <a:lnTo>
                  <a:pt x="21154" y="40150"/>
                </a:lnTo>
                <a:lnTo>
                  <a:pt x="21229" y="40207"/>
                </a:lnTo>
                <a:lnTo>
                  <a:pt x="21310" y="40257"/>
                </a:lnTo>
                <a:lnTo>
                  <a:pt x="21391" y="40300"/>
                </a:lnTo>
                <a:lnTo>
                  <a:pt x="21478" y="40336"/>
                </a:lnTo>
                <a:lnTo>
                  <a:pt x="21570" y="40358"/>
                </a:lnTo>
                <a:lnTo>
                  <a:pt x="21657" y="40372"/>
                </a:lnTo>
                <a:lnTo>
                  <a:pt x="21750" y="40379"/>
                </a:lnTo>
                <a:lnTo>
                  <a:pt x="21842" y="40372"/>
                </a:lnTo>
                <a:lnTo>
                  <a:pt x="21935" y="40358"/>
                </a:lnTo>
                <a:lnTo>
                  <a:pt x="22027" y="40336"/>
                </a:lnTo>
                <a:lnTo>
                  <a:pt x="22120" y="40307"/>
                </a:lnTo>
                <a:lnTo>
                  <a:pt x="22206" y="40272"/>
                </a:lnTo>
                <a:lnTo>
                  <a:pt x="22293" y="40229"/>
                </a:lnTo>
                <a:lnTo>
                  <a:pt x="22380" y="40179"/>
                </a:lnTo>
                <a:lnTo>
                  <a:pt x="22461" y="40114"/>
                </a:lnTo>
                <a:lnTo>
                  <a:pt x="22541" y="40050"/>
                </a:lnTo>
                <a:lnTo>
                  <a:pt x="22617" y="39971"/>
                </a:lnTo>
                <a:lnTo>
                  <a:pt x="22686" y="39892"/>
                </a:lnTo>
                <a:lnTo>
                  <a:pt x="22750" y="39807"/>
                </a:lnTo>
                <a:lnTo>
                  <a:pt x="22807" y="39713"/>
                </a:lnTo>
                <a:lnTo>
                  <a:pt x="22859" y="39613"/>
                </a:lnTo>
                <a:lnTo>
                  <a:pt x="22900" y="39506"/>
                </a:lnTo>
                <a:lnTo>
                  <a:pt x="22940" y="39391"/>
                </a:lnTo>
                <a:lnTo>
                  <a:pt x="22969" y="39270"/>
                </a:lnTo>
                <a:lnTo>
                  <a:pt x="22987" y="39148"/>
                </a:lnTo>
                <a:lnTo>
                  <a:pt x="22998" y="39019"/>
                </a:lnTo>
                <a:lnTo>
                  <a:pt x="23004" y="38883"/>
                </a:lnTo>
                <a:lnTo>
                  <a:pt x="22992" y="38747"/>
                </a:lnTo>
                <a:lnTo>
                  <a:pt x="22975" y="38604"/>
                </a:lnTo>
                <a:lnTo>
                  <a:pt x="22576" y="36242"/>
                </a:lnTo>
                <a:lnTo>
                  <a:pt x="22166" y="33881"/>
                </a:lnTo>
                <a:lnTo>
                  <a:pt x="21755" y="31526"/>
                </a:lnTo>
                <a:lnTo>
                  <a:pt x="21339" y="29164"/>
                </a:lnTo>
                <a:lnTo>
                  <a:pt x="20917" y="26810"/>
                </a:lnTo>
                <a:lnTo>
                  <a:pt x="20484" y="24455"/>
                </a:lnTo>
                <a:lnTo>
                  <a:pt x="20050" y="22108"/>
                </a:lnTo>
                <a:lnTo>
                  <a:pt x="19611" y="19760"/>
                </a:lnTo>
                <a:lnTo>
                  <a:pt x="19166" y="17406"/>
                </a:lnTo>
                <a:lnTo>
                  <a:pt x="18715" y="15058"/>
                </a:lnTo>
                <a:lnTo>
                  <a:pt x="18259" y="12718"/>
                </a:lnTo>
                <a:lnTo>
                  <a:pt x="17796" y="10371"/>
                </a:lnTo>
                <a:lnTo>
                  <a:pt x="17328" y="8031"/>
                </a:lnTo>
                <a:lnTo>
                  <a:pt x="16854" y="5690"/>
                </a:lnTo>
                <a:lnTo>
                  <a:pt x="16375" y="3350"/>
                </a:lnTo>
                <a:lnTo>
                  <a:pt x="15889" y="1017"/>
                </a:lnTo>
                <a:lnTo>
                  <a:pt x="15860" y="910"/>
                </a:lnTo>
                <a:lnTo>
                  <a:pt x="15831" y="802"/>
                </a:lnTo>
                <a:lnTo>
                  <a:pt x="15791" y="709"/>
                </a:lnTo>
                <a:lnTo>
                  <a:pt x="15750" y="616"/>
                </a:lnTo>
                <a:lnTo>
                  <a:pt x="15698" y="530"/>
                </a:lnTo>
                <a:lnTo>
                  <a:pt x="15646" y="451"/>
                </a:lnTo>
                <a:lnTo>
                  <a:pt x="15588" y="380"/>
                </a:lnTo>
                <a:lnTo>
                  <a:pt x="15525" y="316"/>
                </a:lnTo>
                <a:lnTo>
                  <a:pt x="15461" y="251"/>
                </a:lnTo>
                <a:lnTo>
                  <a:pt x="15392" y="201"/>
                </a:lnTo>
                <a:lnTo>
                  <a:pt x="15323" y="151"/>
                </a:lnTo>
                <a:lnTo>
                  <a:pt x="15247" y="108"/>
                </a:lnTo>
                <a:lnTo>
                  <a:pt x="15172" y="79"/>
                </a:lnTo>
                <a:lnTo>
                  <a:pt x="15091" y="51"/>
                </a:lnTo>
                <a:lnTo>
                  <a:pt x="15016" y="29"/>
                </a:lnTo>
                <a:lnTo>
                  <a:pt x="14935" y="8"/>
                </a:lnTo>
                <a:lnTo>
                  <a:pt x="148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p:nvPr/>
        </p:nvSpPr>
        <p:spPr>
          <a:xfrm>
            <a:off x="5944471" y="-815"/>
            <a:ext cx="849878" cy="527240"/>
          </a:xfrm>
          <a:custGeom>
            <a:rect b="b" l="l" r="r" t="t"/>
            <a:pathLst>
              <a:path extrusionOk="0" h="34010" w="54822">
                <a:moveTo>
                  <a:pt x="42534" y="1"/>
                </a:moveTo>
                <a:lnTo>
                  <a:pt x="42435" y="15"/>
                </a:lnTo>
                <a:lnTo>
                  <a:pt x="42331" y="29"/>
                </a:lnTo>
                <a:lnTo>
                  <a:pt x="42233" y="51"/>
                </a:lnTo>
                <a:lnTo>
                  <a:pt x="42141" y="79"/>
                </a:lnTo>
                <a:lnTo>
                  <a:pt x="42048" y="115"/>
                </a:lnTo>
                <a:lnTo>
                  <a:pt x="41956" y="158"/>
                </a:lnTo>
                <a:lnTo>
                  <a:pt x="41863" y="215"/>
                </a:lnTo>
                <a:lnTo>
                  <a:pt x="41777" y="273"/>
                </a:lnTo>
                <a:lnTo>
                  <a:pt x="41696" y="337"/>
                </a:lnTo>
                <a:lnTo>
                  <a:pt x="41620" y="409"/>
                </a:lnTo>
                <a:lnTo>
                  <a:pt x="41545" y="487"/>
                </a:lnTo>
                <a:lnTo>
                  <a:pt x="41476" y="566"/>
                </a:lnTo>
                <a:lnTo>
                  <a:pt x="41412" y="659"/>
                </a:lnTo>
                <a:lnTo>
                  <a:pt x="41355" y="759"/>
                </a:lnTo>
                <a:lnTo>
                  <a:pt x="41303" y="867"/>
                </a:lnTo>
                <a:lnTo>
                  <a:pt x="41262" y="981"/>
                </a:lnTo>
                <a:lnTo>
                  <a:pt x="41222" y="1096"/>
                </a:lnTo>
                <a:lnTo>
                  <a:pt x="41193" y="1225"/>
                </a:lnTo>
                <a:lnTo>
                  <a:pt x="41170" y="1360"/>
                </a:lnTo>
                <a:lnTo>
                  <a:pt x="41031" y="2319"/>
                </a:lnTo>
                <a:lnTo>
                  <a:pt x="40886" y="3286"/>
                </a:lnTo>
                <a:lnTo>
                  <a:pt x="40736" y="4252"/>
                </a:lnTo>
                <a:lnTo>
                  <a:pt x="40586" y="5211"/>
                </a:lnTo>
                <a:lnTo>
                  <a:pt x="40430" y="6170"/>
                </a:lnTo>
                <a:lnTo>
                  <a:pt x="40268" y="7129"/>
                </a:lnTo>
                <a:lnTo>
                  <a:pt x="40106" y="8081"/>
                </a:lnTo>
                <a:lnTo>
                  <a:pt x="39933" y="9040"/>
                </a:lnTo>
                <a:lnTo>
                  <a:pt x="39759" y="9992"/>
                </a:lnTo>
                <a:lnTo>
                  <a:pt x="39580" y="10943"/>
                </a:lnTo>
                <a:lnTo>
                  <a:pt x="39401" y="11895"/>
                </a:lnTo>
                <a:lnTo>
                  <a:pt x="39210" y="12847"/>
                </a:lnTo>
                <a:lnTo>
                  <a:pt x="39020" y="13792"/>
                </a:lnTo>
                <a:lnTo>
                  <a:pt x="38823" y="14744"/>
                </a:lnTo>
                <a:lnTo>
                  <a:pt x="38627" y="15688"/>
                </a:lnTo>
                <a:lnTo>
                  <a:pt x="38424" y="16633"/>
                </a:lnTo>
                <a:lnTo>
                  <a:pt x="33211" y="11316"/>
                </a:lnTo>
                <a:lnTo>
                  <a:pt x="28003" y="5991"/>
                </a:lnTo>
                <a:lnTo>
                  <a:pt x="27905" y="5898"/>
                </a:lnTo>
                <a:lnTo>
                  <a:pt x="27801" y="5812"/>
                </a:lnTo>
                <a:lnTo>
                  <a:pt x="27697" y="5740"/>
                </a:lnTo>
                <a:lnTo>
                  <a:pt x="27593" y="5669"/>
                </a:lnTo>
                <a:lnTo>
                  <a:pt x="27483" y="5619"/>
                </a:lnTo>
                <a:lnTo>
                  <a:pt x="27373" y="5569"/>
                </a:lnTo>
                <a:lnTo>
                  <a:pt x="27264" y="5533"/>
                </a:lnTo>
                <a:lnTo>
                  <a:pt x="27154" y="5504"/>
                </a:lnTo>
                <a:lnTo>
                  <a:pt x="27044" y="5490"/>
                </a:lnTo>
                <a:lnTo>
                  <a:pt x="26934" y="5483"/>
                </a:lnTo>
                <a:lnTo>
                  <a:pt x="26824" y="5483"/>
                </a:lnTo>
                <a:lnTo>
                  <a:pt x="26720" y="5490"/>
                </a:lnTo>
                <a:lnTo>
                  <a:pt x="26611" y="5511"/>
                </a:lnTo>
                <a:lnTo>
                  <a:pt x="26507" y="5533"/>
                </a:lnTo>
                <a:lnTo>
                  <a:pt x="26402" y="5569"/>
                </a:lnTo>
                <a:lnTo>
                  <a:pt x="26304" y="5612"/>
                </a:lnTo>
                <a:lnTo>
                  <a:pt x="26206" y="5669"/>
                </a:lnTo>
                <a:lnTo>
                  <a:pt x="26108" y="5726"/>
                </a:lnTo>
                <a:lnTo>
                  <a:pt x="26021" y="5791"/>
                </a:lnTo>
                <a:lnTo>
                  <a:pt x="25934" y="5869"/>
                </a:lnTo>
                <a:lnTo>
                  <a:pt x="25848" y="5955"/>
                </a:lnTo>
                <a:lnTo>
                  <a:pt x="25772" y="6048"/>
                </a:lnTo>
                <a:lnTo>
                  <a:pt x="25697" y="6141"/>
                </a:lnTo>
                <a:lnTo>
                  <a:pt x="25634" y="6249"/>
                </a:lnTo>
                <a:lnTo>
                  <a:pt x="25570" y="6363"/>
                </a:lnTo>
                <a:lnTo>
                  <a:pt x="25512" y="6485"/>
                </a:lnTo>
                <a:lnTo>
                  <a:pt x="25466" y="6614"/>
                </a:lnTo>
                <a:lnTo>
                  <a:pt x="25426" y="6750"/>
                </a:lnTo>
                <a:lnTo>
                  <a:pt x="25391" y="6893"/>
                </a:lnTo>
                <a:lnTo>
                  <a:pt x="25362" y="7043"/>
                </a:lnTo>
                <a:lnTo>
                  <a:pt x="25345" y="7200"/>
                </a:lnTo>
                <a:lnTo>
                  <a:pt x="25333" y="7358"/>
                </a:lnTo>
                <a:lnTo>
                  <a:pt x="25067" y="14708"/>
                </a:lnTo>
                <a:lnTo>
                  <a:pt x="24807" y="22051"/>
                </a:lnTo>
                <a:lnTo>
                  <a:pt x="14317" y="12554"/>
                </a:lnTo>
                <a:lnTo>
                  <a:pt x="14236" y="12482"/>
                </a:lnTo>
                <a:lnTo>
                  <a:pt x="14155" y="12432"/>
                </a:lnTo>
                <a:lnTo>
                  <a:pt x="14074" y="12382"/>
                </a:lnTo>
                <a:lnTo>
                  <a:pt x="13988" y="12339"/>
                </a:lnTo>
                <a:lnTo>
                  <a:pt x="13901" y="12310"/>
                </a:lnTo>
                <a:lnTo>
                  <a:pt x="13808" y="12282"/>
                </a:lnTo>
                <a:lnTo>
                  <a:pt x="13716" y="12267"/>
                </a:lnTo>
                <a:lnTo>
                  <a:pt x="13629" y="12260"/>
                </a:lnTo>
                <a:lnTo>
                  <a:pt x="13537" y="12253"/>
                </a:lnTo>
                <a:lnTo>
                  <a:pt x="13439" y="12260"/>
                </a:lnTo>
                <a:lnTo>
                  <a:pt x="13346" y="12275"/>
                </a:lnTo>
                <a:lnTo>
                  <a:pt x="13254" y="12289"/>
                </a:lnTo>
                <a:lnTo>
                  <a:pt x="13161" y="12317"/>
                </a:lnTo>
                <a:lnTo>
                  <a:pt x="13074" y="12346"/>
                </a:lnTo>
                <a:lnTo>
                  <a:pt x="12982" y="12382"/>
                </a:lnTo>
                <a:lnTo>
                  <a:pt x="12895" y="12425"/>
                </a:lnTo>
                <a:lnTo>
                  <a:pt x="12809" y="12475"/>
                </a:lnTo>
                <a:lnTo>
                  <a:pt x="12722" y="12532"/>
                </a:lnTo>
                <a:lnTo>
                  <a:pt x="12641" y="12589"/>
                </a:lnTo>
                <a:lnTo>
                  <a:pt x="12560" y="12654"/>
                </a:lnTo>
                <a:lnTo>
                  <a:pt x="12485" y="12725"/>
                </a:lnTo>
                <a:lnTo>
                  <a:pt x="12410" y="12797"/>
                </a:lnTo>
                <a:lnTo>
                  <a:pt x="12340" y="12876"/>
                </a:lnTo>
                <a:lnTo>
                  <a:pt x="12277" y="12962"/>
                </a:lnTo>
                <a:lnTo>
                  <a:pt x="12219" y="13047"/>
                </a:lnTo>
                <a:lnTo>
                  <a:pt x="12161" y="13133"/>
                </a:lnTo>
                <a:lnTo>
                  <a:pt x="12109" y="13226"/>
                </a:lnTo>
                <a:lnTo>
                  <a:pt x="12063" y="13327"/>
                </a:lnTo>
                <a:lnTo>
                  <a:pt x="12023" y="13427"/>
                </a:lnTo>
                <a:lnTo>
                  <a:pt x="11988" y="13534"/>
                </a:lnTo>
                <a:lnTo>
                  <a:pt x="11959" y="13641"/>
                </a:lnTo>
                <a:lnTo>
                  <a:pt x="11936" y="13749"/>
                </a:lnTo>
                <a:lnTo>
                  <a:pt x="11641" y="15567"/>
                </a:lnTo>
                <a:lnTo>
                  <a:pt x="11352" y="17384"/>
                </a:lnTo>
                <a:lnTo>
                  <a:pt x="11080" y="19202"/>
                </a:lnTo>
                <a:lnTo>
                  <a:pt x="10820" y="21027"/>
                </a:lnTo>
                <a:lnTo>
                  <a:pt x="10572" y="22852"/>
                </a:lnTo>
                <a:lnTo>
                  <a:pt x="10329" y="24677"/>
                </a:lnTo>
                <a:lnTo>
                  <a:pt x="10098" y="26502"/>
                </a:lnTo>
                <a:lnTo>
                  <a:pt x="9878" y="28334"/>
                </a:lnTo>
                <a:lnTo>
                  <a:pt x="8844" y="27218"/>
                </a:lnTo>
                <a:lnTo>
                  <a:pt x="7821" y="26087"/>
                </a:lnTo>
                <a:lnTo>
                  <a:pt x="6798" y="24956"/>
                </a:lnTo>
                <a:lnTo>
                  <a:pt x="5769" y="23826"/>
                </a:lnTo>
                <a:lnTo>
                  <a:pt x="4740" y="22702"/>
                </a:lnTo>
                <a:lnTo>
                  <a:pt x="4220" y="22151"/>
                </a:lnTo>
                <a:lnTo>
                  <a:pt x="3700" y="21593"/>
                </a:lnTo>
                <a:lnTo>
                  <a:pt x="3174" y="21049"/>
                </a:lnTo>
                <a:lnTo>
                  <a:pt x="2648" y="20505"/>
                </a:lnTo>
                <a:lnTo>
                  <a:pt x="2116" y="19961"/>
                </a:lnTo>
                <a:lnTo>
                  <a:pt x="1579" y="19431"/>
                </a:lnTo>
                <a:lnTo>
                  <a:pt x="1492" y="19353"/>
                </a:lnTo>
                <a:lnTo>
                  <a:pt x="1405" y="19288"/>
                </a:lnTo>
                <a:lnTo>
                  <a:pt x="1319" y="19238"/>
                </a:lnTo>
                <a:lnTo>
                  <a:pt x="1226" y="19195"/>
                </a:lnTo>
                <a:lnTo>
                  <a:pt x="1139" y="19167"/>
                </a:lnTo>
                <a:lnTo>
                  <a:pt x="1047" y="19145"/>
                </a:lnTo>
                <a:lnTo>
                  <a:pt x="960" y="19138"/>
                </a:lnTo>
                <a:lnTo>
                  <a:pt x="873" y="19145"/>
                </a:lnTo>
                <a:lnTo>
                  <a:pt x="787" y="19159"/>
                </a:lnTo>
                <a:lnTo>
                  <a:pt x="706" y="19181"/>
                </a:lnTo>
                <a:lnTo>
                  <a:pt x="625" y="19209"/>
                </a:lnTo>
                <a:lnTo>
                  <a:pt x="550" y="19252"/>
                </a:lnTo>
                <a:lnTo>
                  <a:pt x="475" y="19295"/>
                </a:lnTo>
                <a:lnTo>
                  <a:pt x="405" y="19353"/>
                </a:lnTo>
                <a:lnTo>
                  <a:pt x="336" y="19410"/>
                </a:lnTo>
                <a:lnTo>
                  <a:pt x="278" y="19481"/>
                </a:lnTo>
                <a:lnTo>
                  <a:pt x="220" y="19553"/>
                </a:lnTo>
                <a:lnTo>
                  <a:pt x="168" y="19632"/>
                </a:lnTo>
                <a:lnTo>
                  <a:pt x="122" y="19718"/>
                </a:lnTo>
                <a:lnTo>
                  <a:pt x="87" y="19803"/>
                </a:lnTo>
                <a:lnTo>
                  <a:pt x="53" y="19896"/>
                </a:lnTo>
                <a:lnTo>
                  <a:pt x="30" y="19997"/>
                </a:lnTo>
                <a:lnTo>
                  <a:pt x="12" y="20097"/>
                </a:lnTo>
                <a:lnTo>
                  <a:pt x="1" y="20197"/>
                </a:lnTo>
                <a:lnTo>
                  <a:pt x="1" y="20304"/>
                </a:lnTo>
                <a:lnTo>
                  <a:pt x="12" y="20412"/>
                </a:lnTo>
                <a:lnTo>
                  <a:pt x="30" y="20519"/>
                </a:lnTo>
                <a:lnTo>
                  <a:pt x="53" y="20626"/>
                </a:lnTo>
                <a:lnTo>
                  <a:pt x="93" y="20734"/>
                </a:lnTo>
                <a:lnTo>
                  <a:pt x="139" y="20841"/>
                </a:lnTo>
                <a:lnTo>
                  <a:pt x="197" y="20949"/>
                </a:lnTo>
                <a:lnTo>
                  <a:pt x="267" y="21056"/>
                </a:lnTo>
                <a:lnTo>
                  <a:pt x="850" y="21857"/>
                </a:lnTo>
                <a:lnTo>
                  <a:pt x="1440" y="22652"/>
                </a:lnTo>
                <a:lnTo>
                  <a:pt x="2035" y="23432"/>
                </a:lnTo>
                <a:lnTo>
                  <a:pt x="2631" y="24212"/>
                </a:lnTo>
                <a:lnTo>
                  <a:pt x="3237" y="24985"/>
                </a:lnTo>
                <a:lnTo>
                  <a:pt x="3844" y="25751"/>
                </a:lnTo>
                <a:lnTo>
                  <a:pt x="5070" y="27282"/>
                </a:lnTo>
                <a:lnTo>
                  <a:pt x="6295" y="28807"/>
                </a:lnTo>
                <a:lnTo>
                  <a:pt x="6907" y="29572"/>
                </a:lnTo>
                <a:lnTo>
                  <a:pt x="7514" y="30338"/>
                </a:lnTo>
                <a:lnTo>
                  <a:pt x="8121" y="31111"/>
                </a:lnTo>
                <a:lnTo>
                  <a:pt x="8722" y="31884"/>
                </a:lnTo>
                <a:lnTo>
                  <a:pt x="9318" y="32671"/>
                </a:lnTo>
                <a:lnTo>
                  <a:pt x="9907" y="33459"/>
                </a:lnTo>
                <a:lnTo>
                  <a:pt x="9982" y="33552"/>
                </a:lnTo>
                <a:lnTo>
                  <a:pt x="10057" y="33630"/>
                </a:lnTo>
                <a:lnTo>
                  <a:pt x="10138" y="33702"/>
                </a:lnTo>
                <a:lnTo>
                  <a:pt x="10225" y="33766"/>
                </a:lnTo>
                <a:lnTo>
                  <a:pt x="10318" y="33824"/>
                </a:lnTo>
                <a:lnTo>
                  <a:pt x="10410" y="33874"/>
                </a:lnTo>
                <a:lnTo>
                  <a:pt x="10502" y="33917"/>
                </a:lnTo>
                <a:lnTo>
                  <a:pt x="10607" y="33952"/>
                </a:lnTo>
                <a:lnTo>
                  <a:pt x="10705" y="33974"/>
                </a:lnTo>
                <a:lnTo>
                  <a:pt x="10809" y="33995"/>
                </a:lnTo>
                <a:lnTo>
                  <a:pt x="10913" y="34002"/>
                </a:lnTo>
                <a:lnTo>
                  <a:pt x="11017" y="34010"/>
                </a:lnTo>
                <a:lnTo>
                  <a:pt x="11121" y="34002"/>
                </a:lnTo>
                <a:lnTo>
                  <a:pt x="11225" y="33995"/>
                </a:lnTo>
                <a:lnTo>
                  <a:pt x="11329" y="33974"/>
                </a:lnTo>
                <a:lnTo>
                  <a:pt x="11433" y="33952"/>
                </a:lnTo>
                <a:lnTo>
                  <a:pt x="11531" y="33917"/>
                </a:lnTo>
                <a:lnTo>
                  <a:pt x="11635" y="33874"/>
                </a:lnTo>
                <a:lnTo>
                  <a:pt x="11728" y="33831"/>
                </a:lnTo>
                <a:lnTo>
                  <a:pt x="11820" y="33773"/>
                </a:lnTo>
                <a:lnTo>
                  <a:pt x="11913" y="33716"/>
                </a:lnTo>
                <a:lnTo>
                  <a:pt x="11999" y="33645"/>
                </a:lnTo>
                <a:lnTo>
                  <a:pt x="12080" y="33573"/>
                </a:lnTo>
                <a:lnTo>
                  <a:pt x="12155" y="33487"/>
                </a:lnTo>
                <a:lnTo>
                  <a:pt x="12225" y="33401"/>
                </a:lnTo>
                <a:lnTo>
                  <a:pt x="12294" y="33308"/>
                </a:lnTo>
                <a:lnTo>
                  <a:pt x="12352" y="33208"/>
                </a:lnTo>
                <a:lnTo>
                  <a:pt x="12404" y="33101"/>
                </a:lnTo>
                <a:lnTo>
                  <a:pt x="12450" y="32986"/>
                </a:lnTo>
                <a:lnTo>
                  <a:pt x="12485" y="32865"/>
                </a:lnTo>
                <a:lnTo>
                  <a:pt x="12514" y="32736"/>
                </a:lnTo>
                <a:lnTo>
                  <a:pt x="12531" y="32600"/>
                </a:lnTo>
                <a:lnTo>
                  <a:pt x="12751" y="30732"/>
                </a:lnTo>
                <a:lnTo>
                  <a:pt x="12982" y="28871"/>
                </a:lnTo>
                <a:lnTo>
                  <a:pt x="13225" y="27003"/>
                </a:lnTo>
                <a:lnTo>
                  <a:pt x="13479" y="25142"/>
                </a:lnTo>
                <a:lnTo>
                  <a:pt x="13739" y="23289"/>
                </a:lnTo>
                <a:lnTo>
                  <a:pt x="14017" y="21435"/>
                </a:lnTo>
                <a:lnTo>
                  <a:pt x="14300" y="19582"/>
                </a:lnTo>
                <a:lnTo>
                  <a:pt x="14589" y="17728"/>
                </a:lnTo>
                <a:lnTo>
                  <a:pt x="25466" y="27511"/>
                </a:lnTo>
                <a:lnTo>
                  <a:pt x="25564" y="27590"/>
                </a:lnTo>
                <a:lnTo>
                  <a:pt x="25663" y="27662"/>
                </a:lnTo>
                <a:lnTo>
                  <a:pt x="25761" y="27712"/>
                </a:lnTo>
                <a:lnTo>
                  <a:pt x="25865" y="27762"/>
                </a:lnTo>
                <a:lnTo>
                  <a:pt x="25963" y="27790"/>
                </a:lnTo>
                <a:lnTo>
                  <a:pt x="26067" y="27812"/>
                </a:lnTo>
                <a:lnTo>
                  <a:pt x="26171" y="27826"/>
                </a:lnTo>
                <a:lnTo>
                  <a:pt x="26270" y="27826"/>
                </a:lnTo>
                <a:lnTo>
                  <a:pt x="26374" y="27819"/>
                </a:lnTo>
                <a:lnTo>
                  <a:pt x="26472" y="27798"/>
                </a:lnTo>
                <a:lnTo>
                  <a:pt x="26570" y="27776"/>
                </a:lnTo>
                <a:lnTo>
                  <a:pt x="26668" y="27740"/>
                </a:lnTo>
                <a:lnTo>
                  <a:pt x="26761" y="27697"/>
                </a:lnTo>
                <a:lnTo>
                  <a:pt x="26853" y="27640"/>
                </a:lnTo>
                <a:lnTo>
                  <a:pt x="26946" y="27583"/>
                </a:lnTo>
                <a:lnTo>
                  <a:pt x="27038" y="27518"/>
                </a:lnTo>
                <a:lnTo>
                  <a:pt x="27119" y="27447"/>
                </a:lnTo>
                <a:lnTo>
                  <a:pt x="27206" y="27361"/>
                </a:lnTo>
                <a:lnTo>
                  <a:pt x="27281" y="27282"/>
                </a:lnTo>
                <a:lnTo>
                  <a:pt x="27356" y="27189"/>
                </a:lnTo>
                <a:lnTo>
                  <a:pt x="27431" y="27089"/>
                </a:lnTo>
                <a:lnTo>
                  <a:pt x="27495" y="26989"/>
                </a:lnTo>
                <a:lnTo>
                  <a:pt x="27558" y="26889"/>
                </a:lnTo>
                <a:lnTo>
                  <a:pt x="27616" y="26774"/>
                </a:lnTo>
                <a:lnTo>
                  <a:pt x="27668" y="26660"/>
                </a:lnTo>
                <a:lnTo>
                  <a:pt x="27714" y="26545"/>
                </a:lnTo>
                <a:lnTo>
                  <a:pt x="27755" y="26431"/>
                </a:lnTo>
                <a:lnTo>
                  <a:pt x="27790" y="26309"/>
                </a:lnTo>
                <a:lnTo>
                  <a:pt x="27819" y="26180"/>
                </a:lnTo>
                <a:lnTo>
                  <a:pt x="27842" y="26058"/>
                </a:lnTo>
                <a:lnTo>
                  <a:pt x="27853" y="25930"/>
                </a:lnTo>
                <a:lnTo>
                  <a:pt x="27865" y="25801"/>
                </a:lnTo>
                <a:lnTo>
                  <a:pt x="28333" y="11301"/>
                </a:lnTo>
                <a:lnTo>
                  <a:pt x="33269" y="16297"/>
                </a:lnTo>
                <a:lnTo>
                  <a:pt x="38193" y="21299"/>
                </a:lnTo>
                <a:lnTo>
                  <a:pt x="38280" y="21378"/>
                </a:lnTo>
                <a:lnTo>
                  <a:pt x="38366" y="21450"/>
                </a:lnTo>
                <a:lnTo>
                  <a:pt x="38453" y="21514"/>
                </a:lnTo>
                <a:lnTo>
                  <a:pt x="38540" y="21578"/>
                </a:lnTo>
                <a:lnTo>
                  <a:pt x="38632" y="21628"/>
                </a:lnTo>
                <a:lnTo>
                  <a:pt x="38725" y="21679"/>
                </a:lnTo>
                <a:lnTo>
                  <a:pt x="38823" y="21714"/>
                </a:lnTo>
                <a:lnTo>
                  <a:pt x="38916" y="21750"/>
                </a:lnTo>
                <a:lnTo>
                  <a:pt x="39014" y="21772"/>
                </a:lnTo>
                <a:lnTo>
                  <a:pt x="39106" y="21793"/>
                </a:lnTo>
                <a:lnTo>
                  <a:pt x="39205" y="21807"/>
                </a:lnTo>
                <a:lnTo>
                  <a:pt x="39395" y="21807"/>
                </a:lnTo>
                <a:lnTo>
                  <a:pt x="39488" y="21800"/>
                </a:lnTo>
                <a:lnTo>
                  <a:pt x="39586" y="21786"/>
                </a:lnTo>
                <a:lnTo>
                  <a:pt x="39673" y="21764"/>
                </a:lnTo>
                <a:lnTo>
                  <a:pt x="39765" y="21736"/>
                </a:lnTo>
                <a:lnTo>
                  <a:pt x="39858" y="21700"/>
                </a:lnTo>
                <a:lnTo>
                  <a:pt x="39944" y="21657"/>
                </a:lnTo>
                <a:lnTo>
                  <a:pt x="40025" y="21607"/>
                </a:lnTo>
                <a:lnTo>
                  <a:pt x="40106" y="21550"/>
                </a:lnTo>
                <a:lnTo>
                  <a:pt x="40187" y="21485"/>
                </a:lnTo>
                <a:lnTo>
                  <a:pt x="40262" y="21414"/>
                </a:lnTo>
                <a:lnTo>
                  <a:pt x="40337" y="21335"/>
                </a:lnTo>
                <a:lnTo>
                  <a:pt x="40401" y="21249"/>
                </a:lnTo>
                <a:lnTo>
                  <a:pt x="40470" y="21163"/>
                </a:lnTo>
                <a:lnTo>
                  <a:pt x="40528" y="21063"/>
                </a:lnTo>
                <a:lnTo>
                  <a:pt x="40586" y="20956"/>
                </a:lnTo>
                <a:lnTo>
                  <a:pt x="40632" y="20841"/>
                </a:lnTo>
                <a:lnTo>
                  <a:pt x="40678" y="20720"/>
                </a:lnTo>
                <a:lnTo>
                  <a:pt x="40719" y="20598"/>
                </a:lnTo>
                <a:lnTo>
                  <a:pt x="40754" y="20462"/>
                </a:lnTo>
                <a:lnTo>
                  <a:pt x="40967" y="19546"/>
                </a:lnTo>
                <a:lnTo>
                  <a:pt x="41170" y="18630"/>
                </a:lnTo>
                <a:lnTo>
                  <a:pt x="41372" y="17707"/>
                </a:lnTo>
                <a:lnTo>
                  <a:pt x="41568" y="16790"/>
                </a:lnTo>
                <a:lnTo>
                  <a:pt x="41759" y="15867"/>
                </a:lnTo>
                <a:lnTo>
                  <a:pt x="41950" y="14951"/>
                </a:lnTo>
                <a:lnTo>
                  <a:pt x="42129" y="14028"/>
                </a:lnTo>
                <a:lnTo>
                  <a:pt x="42308" y="13105"/>
                </a:lnTo>
                <a:lnTo>
                  <a:pt x="42487" y="12182"/>
                </a:lnTo>
                <a:lnTo>
                  <a:pt x="42661" y="11258"/>
                </a:lnTo>
                <a:lnTo>
                  <a:pt x="42828" y="10328"/>
                </a:lnTo>
                <a:lnTo>
                  <a:pt x="42990" y="9405"/>
                </a:lnTo>
                <a:lnTo>
                  <a:pt x="43152" y="8474"/>
                </a:lnTo>
                <a:lnTo>
                  <a:pt x="43308" y="7544"/>
                </a:lnTo>
                <a:lnTo>
                  <a:pt x="43458" y="6614"/>
                </a:lnTo>
                <a:lnTo>
                  <a:pt x="43609" y="5683"/>
                </a:lnTo>
                <a:lnTo>
                  <a:pt x="52163" y="16053"/>
                </a:lnTo>
                <a:lnTo>
                  <a:pt x="52232" y="16132"/>
                </a:lnTo>
                <a:lnTo>
                  <a:pt x="52301" y="16204"/>
                </a:lnTo>
                <a:lnTo>
                  <a:pt x="52371" y="16268"/>
                </a:lnTo>
                <a:lnTo>
                  <a:pt x="52440" y="16325"/>
                </a:lnTo>
                <a:lnTo>
                  <a:pt x="52509" y="16383"/>
                </a:lnTo>
                <a:lnTo>
                  <a:pt x="52579" y="16425"/>
                </a:lnTo>
                <a:lnTo>
                  <a:pt x="52654" y="16468"/>
                </a:lnTo>
                <a:lnTo>
                  <a:pt x="52729" y="16504"/>
                </a:lnTo>
                <a:lnTo>
                  <a:pt x="52798" y="16533"/>
                </a:lnTo>
                <a:lnTo>
                  <a:pt x="52874" y="16561"/>
                </a:lnTo>
                <a:lnTo>
                  <a:pt x="52943" y="16576"/>
                </a:lnTo>
                <a:lnTo>
                  <a:pt x="53018" y="16590"/>
                </a:lnTo>
                <a:lnTo>
                  <a:pt x="53093" y="16604"/>
                </a:lnTo>
                <a:lnTo>
                  <a:pt x="53313" y="16604"/>
                </a:lnTo>
                <a:lnTo>
                  <a:pt x="53382" y="16590"/>
                </a:lnTo>
                <a:lnTo>
                  <a:pt x="53452" y="16576"/>
                </a:lnTo>
                <a:lnTo>
                  <a:pt x="53527" y="16561"/>
                </a:lnTo>
                <a:lnTo>
                  <a:pt x="53596" y="16540"/>
                </a:lnTo>
                <a:lnTo>
                  <a:pt x="53729" y="16483"/>
                </a:lnTo>
                <a:lnTo>
                  <a:pt x="53862" y="16411"/>
                </a:lnTo>
                <a:lnTo>
                  <a:pt x="53989" y="16325"/>
                </a:lnTo>
                <a:lnTo>
                  <a:pt x="54110" y="16225"/>
                </a:lnTo>
                <a:lnTo>
                  <a:pt x="54226" y="16111"/>
                </a:lnTo>
                <a:lnTo>
                  <a:pt x="54336" y="15989"/>
                </a:lnTo>
                <a:lnTo>
                  <a:pt x="54434" y="15860"/>
                </a:lnTo>
                <a:lnTo>
                  <a:pt x="54521" y="15717"/>
                </a:lnTo>
                <a:lnTo>
                  <a:pt x="54602" y="15567"/>
                </a:lnTo>
                <a:lnTo>
                  <a:pt x="54671" y="15409"/>
                </a:lnTo>
                <a:lnTo>
                  <a:pt x="54729" y="15245"/>
                </a:lnTo>
                <a:lnTo>
                  <a:pt x="54769" y="15080"/>
                </a:lnTo>
                <a:lnTo>
                  <a:pt x="54792" y="14994"/>
                </a:lnTo>
                <a:lnTo>
                  <a:pt x="54804" y="14908"/>
                </a:lnTo>
                <a:lnTo>
                  <a:pt x="54816" y="14822"/>
                </a:lnTo>
                <a:lnTo>
                  <a:pt x="54821" y="14729"/>
                </a:lnTo>
                <a:lnTo>
                  <a:pt x="54821" y="14643"/>
                </a:lnTo>
                <a:lnTo>
                  <a:pt x="54821" y="14558"/>
                </a:lnTo>
                <a:lnTo>
                  <a:pt x="54821" y="14465"/>
                </a:lnTo>
                <a:lnTo>
                  <a:pt x="54810" y="14379"/>
                </a:lnTo>
                <a:lnTo>
                  <a:pt x="54798" y="14286"/>
                </a:lnTo>
                <a:lnTo>
                  <a:pt x="54781" y="14200"/>
                </a:lnTo>
                <a:lnTo>
                  <a:pt x="54758" y="14107"/>
                </a:lnTo>
                <a:lnTo>
                  <a:pt x="54735" y="14021"/>
                </a:lnTo>
                <a:lnTo>
                  <a:pt x="54706" y="13928"/>
                </a:lnTo>
                <a:lnTo>
                  <a:pt x="54671" y="13842"/>
                </a:lnTo>
                <a:lnTo>
                  <a:pt x="54631" y="13756"/>
                </a:lnTo>
                <a:lnTo>
                  <a:pt x="54584" y="13670"/>
                </a:lnTo>
                <a:lnTo>
                  <a:pt x="54538" y="13584"/>
                </a:lnTo>
                <a:lnTo>
                  <a:pt x="54480" y="13498"/>
                </a:lnTo>
                <a:lnTo>
                  <a:pt x="54423" y="13420"/>
                </a:lnTo>
                <a:lnTo>
                  <a:pt x="54359" y="13334"/>
                </a:lnTo>
                <a:lnTo>
                  <a:pt x="43719" y="523"/>
                </a:lnTo>
                <a:lnTo>
                  <a:pt x="43649" y="437"/>
                </a:lnTo>
                <a:lnTo>
                  <a:pt x="43568" y="366"/>
                </a:lnTo>
                <a:lnTo>
                  <a:pt x="43487" y="294"/>
                </a:lnTo>
                <a:lnTo>
                  <a:pt x="43401" y="237"/>
                </a:lnTo>
                <a:lnTo>
                  <a:pt x="43314" y="180"/>
                </a:lnTo>
                <a:lnTo>
                  <a:pt x="43221" y="137"/>
                </a:lnTo>
                <a:lnTo>
                  <a:pt x="43129" y="94"/>
                </a:lnTo>
                <a:lnTo>
                  <a:pt x="43031" y="65"/>
                </a:lnTo>
                <a:lnTo>
                  <a:pt x="42932" y="36"/>
                </a:lnTo>
                <a:lnTo>
                  <a:pt x="42834" y="15"/>
                </a:lnTo>
                <a:lnTo>
                  <a:pt x="42736" y="8"/>
                </a:lnTo>
                <a:lnTo>
                  <a:pt x="4263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p:nvPr/>
        </p:nvSpPr>
        <p:spPr>
          <a:xfrm>
            <a:off x="8280149" y="4300120"/>
            <a:ext cx="287723" cy="505053"/>
          </a:xfrm>
          <a:custGeom>
            <a:rect b="b" l="l" r="r" t="t"/>
            <a:pathLst>
              <a:path extrusionOk="0" h="40380" w="23004">
                <a:moveTo>
                  <a:pt x="14363" y="5125"/>
                </a:moveTo>
                <a:lnTo>
                  <a:pt x="14768" y="7114"/>
                </a:lnTo>
                <a:lnTo>
                  <a:pt x="15172" y="9104"/>
                </a:lnTo>
                <a:lnTo>
                  <a:pt x="15571" y="11101"/>
                </a:lnTo>
                <a:lnTo>
                  <a:pt x="15964" y="13090"/>
                </a:lnTo>
                <a:lnTo>
                  <a:pt x="16357" y="15087"/>
                </a:lnTo>
                <a:lnTo>
                  <a:pt x="16739" y="17084"/>
                </a:lnTo>
                <a:lnTo>
                  <a:pt x="17120" y="19081"/>
                </a:lnTo>
                <a:lnTo>
                  <a:pt x="17502" y="21077"/>
                </a:lnTo>
                <a:lnTo>
                  <a:pt x="17877" y="23081"/>
                </a:lnTo>
                <a:lnTo>
                  <a:pt x="18241" y="25078"/>
                </a:lnTo>
                <a:lnTo>
                  <a:pt x="18611" y="27082"/>
                </a:lnTo>
                <a:lnTo>
                  <a:pt x="18970" y="29086"/>
                </a:lnTo>
                <a:lnTo>
                  <a:pt x="19328" y="31090"/>
                </a:lnTo>
                <a:lnTo>
                  <a:pt x="19681" y="33101"/>
                </a:lnTo>
                <a:lnTo>
                  <a:pt x="20033" y="35105"/>
                </a:lnTo>
                <a:lnTo>
                  <a:pt x="20380" y="37116"/>
                </a:lnTo>
                <a:lnTo>
                  <a:pt x="19212" y="37058"/>
                </a:lnTo>
                <a:lnTo>
                  <a:pt x="18051" y="37008"/>
                </a:lnTo>
                <a:lnTo>
                  <a:pt x="16883" y="36972"/>
                </a:lnTo>
                <a:lnTo>
                  <a:pt x="15721" y="36937"/>
                </a:lnTo>
                <a:lnTo>
                  <a:pt x="14554" y="36915"/>
                </a:lnTo>
                <a:lnTo>
                  <a:pt x="13386" y="36901"/>
                </a:lnTo>
                <a:lnTo>
                  <a:pt x="12219" y="36901"/>
                </a:lnTo>
                <a:lnTo>
                  <a:pt x="11051" y="36908"/>
                </a:lnTo>
                <a:lnTo>
                  <a:pt x="9884" y="36930"/>
                </a:lnTo>
                <a:lnTo>
                  <a:pt x="8716" y="36958"/>
                </a:lnTo>
                <a:lnTo>
                  <a:pt x="7555" y="37001"/>
                </a:lnTo>
                <a:lnTo>
                  <a:pt x="6387" y="37058"/>
                </a:lnTo>
                <a:lnTo>
                  <a:pt x="5225" y="37123"/>
                </a:lnTo>
                <a:lnTo>
                  <a:pt x="4058" y="37201"/>
                </a:lnTo>
                <a:lnTo>
                  <a:pt x="2896" y="37302"/>
                </a:lnTo>
                <a:lnTo>
                  <a:pt x="1734" y="37409"/>
                </a:lnTo>
                <a:lnTo>
                  <a:pt x="2445" y="35334"/>
                </a:lnTo>
                <a:lnTo>
                  <a:pt x="3162" y="33272"/>
                </a:lnTo>
                <a:lnTo>
                  <a:pt x="3890" y="31211"/>
                </a:lnTo>
                <a:lnTo>
                  <a:pt x="4619" y="29157"/>
                </a:lnTo>
                <a:lnTo>
                  <a:pt x="5364" y="27110"/>
                </a:lnTo>
                <a:lnTo>
                  <a:pt x="6116" y="25071"/>
                </a:lnTo>
                <a:lnTo>
                  <a:pt x="6878" y="23045"/>
                </a:lnTo>
                <a:lnTo>
                  <a:pt x="7659" y="21020"/>
                </a:lnTo>
                <a:lnTo>
                  <a:pt x="8046" y="20011"/>
                </a:lnTo>
                <a:lnTo>
                  <a:pt x="8445" y="19002"/>
                </a:lnTo>
                <a:lnTo>
                  <a:pt x="8844" y="18000"/>
                </a:lnTo>
                <a:lnTo>
                  <a:pt x="9242" y="16998"/>
                </a:lnTo>
                <a:lnTo>
                  <a:pt x="9653" y="15996"/>
                </a:lnTo>
                <a:lnTo>
                  <a:pt x="10057" y="14994"/>
                </a:lnTo>
                <a:lnTo>
                  <a:pt x="10473" y="13999"/>
                </a:lnTo>
                <a:lnTo>
                  <a:pt x="10890" y="13004"/>
                </a:lnTo>
                <a:lnTo>
                  <a:pt x="11306" y="12010"/>
                </a:lnTo>
                <a:lnTo>
                  <a:pt x="11733" y="11022"/>
                </a:lnTo>
                <a:lnTo>
                  <a:pt x="12161" y="10034"/>
                </a:lnTo>
                <a:lnTo>
                  <a:pt x="12595" y="9047"/>
                </a:lnTo>
                <a:lnTo>
                  <a:pt x="13028" y="8059"/>
                </a:lnTo>
                <a:lnTo>
                  <a:pt x="13467" y="7079"/>
                </a:lnTo>
                <a:lnTo>
                  <a:pt x="13912" y="6098"/>
                </a:lnTo>
                <a:lnTo>
                  <a:pt x="14363" y="5125"/>
                </a:lnTo>
                <a:close/>
                <a:moveTo>
                  <a:pt x="14774" y="1"/>
                </a:moveTo>
                <a:lnTo>
                  <a:pt x="14693" y="8"/>
                </a:lnTo>
                <a:lnTo>
                  <a:pt x="14612" y="15"/>
                </a:lnTo>
                <a:lnTo>
                  <a:pt x="14531" y="36"/>
                </a:lnTo>
                <a:lnTo>
                  <a:pt x="14450" y="58"/>
                </a:lnTo>
                <a:lnTo>
                  <a:pt x="14375" y="86"/>
                </a:lnTo>
                <a:lnTo>
                  <a:pt x="14300" y="129"/>
                </a:lnTo>
                <a:lnTo>
                  <a:pt x="14224" y="172"/>
                </a:lnTo>
                <a:lnTo>
                  <a:pt x="14149" y="222"/>
                </a:lnTo>
                <a:lnTo>
                  <a:pt x="14086" y="280"/>
                </a:lnTo>
                <a:lnTo>
                  <a:pt x="14016" y="344"/>
                </a:lnTo>
                <a:lnTo>
                  <a:pt x="13959" y="416"/>
                </a:lnTo>
                <a:lnTo>
                  <a:pt x="13901" y="494"/>
                </a:lnTo>
                <a:lnTo>
                  <a:pt x="13843" y="587"/>
                </a:lnTo>
                <a:lnTo>
                  <a:pt x="13797" y="681"/>
                </a:lnTo>
                <a:lnTo>
                  <a:pt x="13277" y="1768"/>
                </a:lnTo>
                <a:lnTo>
                  <a:pt x="12756" y="2863"/>
                </a:lnTo>
                <a:lnTo>
                  <a:pt x="12242" y="3965"/>
                </a:lnTo>
                <a:lnTo>
                  <a:pt x="11733" y="5068"/>
                </a:lnTo>
                <a:lnTo>
                  <a:pt x="11231" y="6170"/>
                </a:lnTo>
                <a:lnTo>
                  <a:pt x="10733" y="7286"/>
                </a:lnTo>
                <a:lnTo>
                  <a:pt x="10242" y="8395"/>
                </a:lnTo>
                <a:lnTo>
                  <a:pt x="9757" y="9519"/>
                </a:lnTo>
                <a:lnTo>
                  <a:pt x="9271" y="10636"/>
                </a:lnTo>
                <a:lnTo>
                  <a:pt x="8797" y="11766"/>
                </a:lnTo>
                <a:lnTo>
                  <a:pt x="8323" y="12897"/>
                </a:lnTo>
                <a:lnTo>
                  <a:pt x="7861" y="14028"/>
                </a:lnTo>
                <a:lnTo>
                  <a:pt x="7404" y="15166"/>
                </a:lnTo>
                <a:lnTo>
                  <a:pt x="6948" y="16304"/>
                </a:lnTo>
                <a:lnTo>
                  <a:pt x="6503" y="17449"/>
                </a:lnTo>
                <a:lnTo>
                  <a:pt x="6063" y="18601"/>
                </a:lnTo>
                <a:lnTo>
                  <a:pt x="5630" y="19753"/>
                </a:lnTo>
                <a:lnTo>
                  <a:pt x="5208" y="20906"/>
                </a:lnTo>
                <a:lnTo>
                  <a:pt x="4786" y="22072"/>
                </a:lnTo>
                <a:lnTo>
                  <a:pt x="4376" y="23231"/>
                </a:lnTo>
                <a:lnTo>
                  <a:pt x="3971" y="24398"/>
                </a:lnTo>
                <a:lnTo>
                  <a:pt x="3572" y="25572"/>
                </a:lnTo>
                <a:lnTo>
                  <a:pt x="3185" y="26745"/>
                </a:lnTo>
                <a:lnTo>
                  <a:pt x="2804" y="27926"/>
                </a:lnTo>
                <a:lnTo>
                  <a:pt x="2428" y="29107"/>
                </a:lnTo>
                <a:lnTo>
                  <a:pt x="2058" y="30295"/>
                </a:lnTo>
                <a:lnTo>
                  <a:pt x="1706" y="31483"/>
                </a:lnTo>
                <a:lnTo>
                  <a:pt x="1353" y="32678"/>
                </a:lnTo>
                <a:lnTo>
                  <a:pt x="1012" y="33874"/>
                </a:lnTo>
                <a:lnTo>
                  <a:pt x="677" y="35076"/>
                </a:lnTo>
                <a:lnTo>
                  <a:pt x="353" y="36278"/>
                </a:lnTo>
                <a:lnTo>
                  <a:pt x="41" y="37488"/>
                </a:lnTo>
                <a:lnTo>
                  <a:pt x="18" y="37588"/>
                </a:lnTo>
                <a:lnTo>
                  <a:pt x="6" y="37688"/>
                </a:lnTo>
                <a:lnTo>
                  <a:pt x="1" y="37781"/>
                </a:lnTo>
                <a:lnTo>
                  <a:pt x="1" y="37867"/>
                </a:lnTo>
                <a:lnTo>
                  <a:pt x="12" y="37946"/>
                </a:lnTo>
                <a:lnTo>
                  <a:pt x="24" y="38032"/>
                </a:lnTo>
                <a:lnTo>
                  <a:pt x="47" y="38103"/>
                </a:lnTo>
                <a:lnTo>
                  <a:pt x="70" y="38175"/>
                </a:lnTo>
                <a:lnTo>
                  <a:pt x="53" y="38268"/>
                </a:lnTo>
                <a:lnTo>
                  <a:pt x="47" y="38361"/>
                </a:lnTo>
                <a:lnTo>
                  <a:pt x="47" y="38454"/>
                </a:lnTo>
                <a:lnTo>
                  <a:pt x="53" y="38547"/>
                </a:lnTo>
                <a:lnTo>
                  <a:pt x="64" y="38640"/>
                </a:lnTo>
                <a:lnTo>
                  <a:pt x="87" y="38733"/>
                </a:lnTo>
                <a:lnTo>
                  <a:pt x="116" y="38819"/>
                </a:lnTo>
                <a:lnTo>
                  <a:pt x="151" y="38898"/>
                </a:lnTo>
                <a:lnTo>
                  <a:pt x="197" y="38976"/>
                </a:lnTo>
                <a:lnTo>
                  <a:pt x="249" y="39048"/>
                </a:lnTo>
                <a:lnTo>
                  <a:pt x="307" y="39112"/>
                </a:lnTo>
                <a:lnTo>
                  <a:pt x="376" y="39170"/>
                </a:lnTo>
                <a:lnTo>
                  <a:pt x="451" y="39213"/>
                </a:lnTo>
                <a:lnTo>
                  <a:pt x="538" y="39248"/>
                </a:lnTo>
                <a:lnTo>
                  <a:pt x="631" y="39270"/>
                </a:lnTo>
                <a:lnTo>
                  <a:pt x="729" y="39284"/>
                </a:lnTo>
                <a:lnTo>
                  <a:pt x="1989" y="39363"/>
                </a:lnTo>
                <a:lnTo>
                  <a:pt x="3255" y="39427"/>
                </a:lnTo>
                <a:lnTo>
                  <a:pt x="4515" y="39484"/>
                </a:lnTo>
                <a:lnTo>
                  <a:pt x="5780" y="39535"/>
                </a:lnTo>
                <a:lnTo>
                  <a:pt x="7046" y="39585"/>
                </a:lnTo>
                <a:lnTo>
                  <a:pt x="8312" y="39628"/>
                </a:lnTo>
                <a:lnTo>
                  <a:pt x="10838" y="39699"/>
                </a:lnTo>
                <a:lnTo>
                  <a:pt x="13369" y="39756"/>
                </a:lnTo>
                <a:lnTo>
                  <a:pt x="15901" y="39807"/>
                </a:lnTo>
                <a:lnTo>
                  <a:pt x="18426" y="39849"/>
                </a:lnTo>
                <a:lnTo>
                  <a:pt x="20958" y="39900"/>
                </a:lnTo>
                <a:lnTo>
                  <a:pt x="21016" y="39993"/>
                </a:lnTo>
                <a:lnTo>
                  <a:pt x="21085" y="40078"/>
                </a:lnTo>
                <a:lnTo>
                  <a:pt x="21154" y="40150"/>
                </a:lnTo>
                <a:lnTo>
                  <a:pt x="21229" y="40207"/>
                </a:lnTo>
                <a:lnTo>
                  <a:pt x="21310" y="40257"/>
                </a:lnTo>
                <a:lnTo>
                  <a:pt x="21391" y="40300"/>
                </a:lnTo>
                <a:lnTo>
                  <a:pt x="21478" y="40336"/>
                </a:lnTo>
                <a:lnTo>
                  <a:pt x="21570" y="40358"/>
                </a:lnTo>
                <a:lnTo>
                  <a:pt x="21657" y="40372"/>
                </a:lnTo>
                <a:lnTo>
                  <a:pt x="21750" y="40379"/>
                </a:lnTo>
                <a:lnTo>
                  <a:pt x="21842" y="40372"/>
                </a:lnTo>
                <a:lnTo>
                  <a:pt x="21935" y="40358"/>
                </a:lnTo>
                <a:lnTo>
                  <a:pt x="22027" y="40336"/>
                </a:lnTo>
                <a:lnTo>
                  <a:pt x="22120" y="40307"/>
                </a:lnTo>
                <a:lnTo>
                  <a:pt x="22206" y="40272"/>
                </a:lnTo>
                <a:lnTo>
                  <a:pt x="22293" y="40229"/>
                </a:lnTo>
                <a:lnTo>
                  <a:pt x="22380" y="40179"/>
                </a:lnTo>
                <a:lnTo>
                  <a:pt x="22461" y="40114"/>
                </a:lnTo>
                <a:lnTo>
                  <a:pt x="22541" y="40050"/>
                </a:lnTo>
                <a:lnTo>
                  <a:pt x="22617" y="39971"/>
                </a:lnTo>
                <a:lnTo>
                  <a:pt x="22686" y="39892"/>
                </a:lnTo>
                <a:lnTo>
                  <a:pt x="22750" y="39807"/>
                </a:lnTo>
                <a:lnTo>
                  <a:pt x="22807" y="39713"/>
                </a:lnTo>
                <a:lnTo>
                  <a:pt x="22859" y="39613"/>
                </a:lnTo>
                <a:lnTo>
                  <a:pt x="22900" y="39506"/>
                </a:lnTo>
                <a:lnTo>
                  <a:pt x="22940" y="39391"/>
                </a:lnTo>
                <a:lnTo>
                  <a:pt x="22969" y="39270"/>
                </a:lnTo>
                <a:lnTo>
                  <a:pt x="22987" y="39148"/>
                </a:lnTo>
                <a:lnTo>
                  <a:pt x="22998" y="39019"/>
                </a:lnTo>
                <a:lnTo>
                  <a:pt x="23004" y="38883"/>
                </a:lnTo>
                <a:lnTo>
                  <a:pt x="22992" y="38747"/>
                </a:lnTo>
                <a:lnTo>
                  <a:pt x="22975" y="38604"/>
                </a:lnTo>
                <a:lnTo>
                  <a:pt x="22576" y="36242"/>
                </a:lnTo>
                <a:lnTo>
                  <a:pt x="22166" y="33881"/>
                </a:lnTo>
                <a:lnTo>
                  <a:pt x="21755" y="31526"/>
                </a:lnTo>
                <a:lnTo>
                  <a:pt x="21339" y="29164"/>
                </a:lnTo>
                <a:lnTo>
                  <a:pt x="20917" y="26810"/>
                </a:lnTo>
                <a:lnTo>
                  <a:pt x="20484" y="24455"/>
                </a:lnTo>
                <a:lnTo>
                  <a:pt x="20050" y="22108"/>
                </a:lnTo>
                <a:lnTo>
                  <a:pt x="19611" y="19760"/>
                </a:lnTo>
                <a:lnTo>
                  <a:pt x="19166" y="17406"/>
                </a:lnTo>
                <a:lnTo>
                  <a:pt x="18715" y="15058"/>
                </a:lnTo>
                <a:lnTo>
                  <a:pt x="18259" y="12718"/>
                </a:lnTo>
                <a:lnTo>
                  <a:pt x="17796" y="10371"/>
                </a:lnTo>
                <a:lnTo>
                  <a:pt x="17328" y="8031"/>
                </a:lnTo>
                <a:lnTo>
                  <a:pt x="16854" y="5690"/>
                </a:lnTo>
                <a:lnTo>
                  <a:pt x="16375" y="3350"/>
                </a:lnTo>
                <a:lnTo>
                  <a:pt x="15889" y="1017"/>
                </a:lnTo>
                <a:lnTo>
                  <a:pt x="15860" y="910"/>
                </a:lnTo>
                <a:lnTo>
                  <a:pt x="15831" y="802"/>
                </a:lnTo>
                <a:lnTo>
                  <a:pt x="15791" y="709"/>
                </a:lnTo>
                <a:lnTo>
                  <a:pt x="15750" y="616"/>
                </a:lnTo>
                <a:lnTo>
                  <a:pt x="15698" y="530"/>
                </a:lnTo>
                <a:lnTo>
                  <a:pt x="15646" y="451"/>
                </a:lnTo>
                <a:lnTo>
                  <a:pt x="15588" y="380"/>
                </a:lnTo>
                <a:lnTo>
                  <a:pt x="15525" y="316"/>
                </a:lnTo>
                <a:lnTo>
                  <a:pt x="15461" y="251"/>
                </a:lnTo>
                <a:lnTo>
                  <a:pt x="15392" y="201"/>
                </a:lnTo>
                <a:lnTo>
                  <a:pt x="15323" y="151"/>
                </a:lnTo>
                <a:lnTo>
                  <a:pt x="15247" y="108"/>
                </a:lnTo>
                <a:lnTo>
                  <a:pt x="15172" y="79"/>
                </a:lnTo>
                <a:lnTo>
                  <a:pt x="15091" y="51"/>
                </a:lnTo>
                <a:lnTo>
                  <a:pt x="15016" y="29"/>
                </a:lnTo>
                <a:lnTo>
                  <a:pt x="14935" y="8"/>
                </a:lnTo>
                <a:lnTo>
                  <a:pt x="148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2"/>
          <p:cNvSpPr/>
          <p:nvPr/>
        </p:nvSpPr>
        <p:spPr>
          <a:xfrm>
            <a:off x="3151194" y="295102"/>
            <a:ext cx="177426" cy="231328"/>
          </a:xfrm>
          <a:custGeom>
            <a:rect b="b" l="l" r="r" t="t"/>
            <a:pathLst>
              <a:path extrusionOk="0" h="14922" w="11445">
                <a:moveTo>
                  <a:pt x="4989" y="0"/>
                </a:moveTo>
                <a:lnTo>
                  <a:pt x="4914" y="7"/>
                </a:lnTo>
                <a:lnTo>
                  <a:pt x="4844" y="22"/>
                </a:lnTo>
                <a:lnTo>
                  <a:pt x="4775" y="43"/>
                </a:lnTo>
                <a:lnTo>
                  <a:pt x="4706" y="65"/>
                </a:lnTo>
                <a:lnTo>
                  <a:pt x="4636" y="100"/>
                </a:lnTo>
                <a:lnTo>
                  <a:pt x="4573" y="136"/>
                </a:lnTo>
                <a:lnTo>
                  <a:pt x="4515" y="186"/>
                </a:lnTo>
                <a:lnTo>
                  <a:pt x="4457" y="236"/>
                </a:lnTo>
                <a:lnTo>
                  <a:pt x="4411" y="301"/>
                </a:lnTo>
                <a:lnTo>
                  <a:pt x="4359" y="365"/>
                </a:lnTo>
                <a:lnTo>
                  <a:pt x="4318" y="437"/>
                </a:lnTo>
                <a:lnTo>
                  <a:pt x="4284" y="523"/>
                </a:lnTo>
                <a:lnTo>
                  <a:pt x="4255" y="608"/>
                </a:lnTo>
                <a:lnTo>
                  <a:pt x="4232" y="701"/>
                </a:lnTo>
                <a:lnTo>
                  <a:pt x="4214" y="809"/>
                </a:lnTo>
                <a:lnTo>
                  <a:pt x="4180" y="1124"/>
                </a:lnTo>
                <a:lnTo>
                  <a:pt x="4151" y="1446"/>
                </a:lnTo>
                <a:lnTo>
                  <a:pt x="4128" y="1768"/>
                </a:lnTo>
                <a:lnTo>
                  <a:pt x="4110" y="2090"/>
                </a:lnTo>
                <a:lnTo>
                  <a:pt x="4093" y="2419"/>
                </a:lnTo>
                <a:lnTo>
                  <a:pt x="4081" y="2748"/>
                </a:lnTo>
                <a:lnTo>
                  <a:pt x="4076" y="3078"/>
                </a:lnTo>
                <a:lnTo>
                  <a:pt x="4070" y="3414"/>
                </a:lnTo>
                <a:lnTo>
                  <a:pt x="4070" y="4079"/>
                </a:lnTo>
                <a:lnTo>
                  <a:pt x="4087" y="4759"/>
                </a:lnTo>
                <a:lnTo>
                  <a:pt x="4110" y="5446"/>
                </a:lnTo>
                <a:lnTo>
                  <a:pt x="4151" y="6126"/>
                </a:lnTo>
                <a:lnTo>
                  <a:pt x="3278" y="6026"/>
                </a:lnTo>
                <a:lnTo>
                  <a:pt x="2411" y="5926"/>
                </a:lnTo>
                <a:lnTo>
                  <a:pt x="1544" y="5833"/>
                </a:lnTo>
                <a:lnTo>
                  <a:pt x="677" y="5747"/>
                </a:lnTo>
                <a:lnTo>
                  <a:pt x="608" y="5747"/>
                </a:lnTo>
                <a:lnTo>
                  <a:pt x="538" y="5754"/>
                </a:lnTo>
                <a:lnTo>
                  <a:pt x="475" y="5768"/>
                </a:lnTo>
                <a:lnTo>
                  <a:pt x="417" y="5797"/>
                </a:lnTo>
                <a:lnTo>
                  <a:pt x="359" y="5826"/>
                </a:lnTo>
                <a:lnTo>
                  <a:pt x="307" y="5869"/>
                </a:lnTo>
                <a:lnTo>
                  <a:pt x="261" y="5912"/>
                </a:lnTo>
                <a:lnTo>
                  <a:pt x="215" y="5962"/>
                </a:lnTo>
                <a:lnTo>
                  <a:pt x="174" y="6019"/>
                </a:lnTo>
                <a:lnTo>
                  <a:pt x="140" y="6076"/>
                </a:lnTo>
                <a:lnTo>
                  <a:pt x="105" y="6141"/>
                </a:lnTo>
                <a:lnTo>
                  <a:pt x="76" y="6212"/>
                </a:lnTo>
                <a:lnTo>
                  <a:pt x="53" y="6284"/>
                </a:lnTo>
                <a:lnTo>
                  <a:pt x="36" y="6355"/>
                </a:lnTo>
                <a:lnTo>
                  <a:pt x="18" y="6434"/>
                </a:lnTo>
                <a:lnTo>
                  <a:pt x="7" y="6506"/>
                </a:lnTo>
                <a:lnTo>
                  <a:pt x="1" y="6584"/>
                </a:lnTo>
                <a:lnTo>
                  <a:pt x="1" y="6663"/>
                </a:lnTo>
                <a:lnTo>
                  <a:pt x="7" y="6742"/>
                </a:lnTo>
                <a:lnTo>
                  <a:pt x="12" y="6813"/>
                </a:lnTo>
                <a:lnTo>
                  <a:pt x="24" y="6892"/>
                </a:lnTo>
                <a:lnTo>
                  <a:pt x="41" y="6964"/>
                </a:lnTo>
                <a:lnTo>
                  <a:pt x="64" y="7028"/>
                </a:lnTo>
                <a:lnTo>
                  <a:pt x="93" y="7092"/>
                </a:lnTo>
                <a:lnTo>
                  <a:pt x="122" y="7157"/>
                </a:lnTo>
                <a:lnTo>
                  <a:pt x="163" y="7214"/>
                </a:lnTo>
                <a:lnTo>
                  <a:pt x="203" y="7264"/>
                </a:lnTo>
                <a:lnTo>
                  <a:pt x="249" y="7314"/>
                </a:lnTo>
                <a:lnTo>
                  <a:pt x="301" y="7350"/>
                </a:lnTo>
                <a:lnTo>
                  <a:pt x="359" y="7386"/>
                </a:lnTo>
                <a:lnTo>
                  <a:pt x="423" y="7407"/>
                </a:lnTo>
                <a:lnTo>
                  <a:pt x="492" y="7429"/>
                </a:lnTo>
                <a:lnTo>
                  <a:pt x="1440" y="7593"/>
                </a:lnTo>
                <a:lnTo>
                  <a:pt x="2388" y="7751"/>
                </a:lnTo>
                <a:lnTo>
                  <a:pt x="3336" y="7908"/>
                </a:lnTo>
                <a:lnTo>
                  <a:pt x="4289" y="8051"/>
                </a:lnTo>
                <a:lnTo>
                  <a:pt x="4353" y="8810"/>
                </a:lnTo>
                <a:lnTo>
                  <a:pt x="4428" y="9562"/>
                </a:lnTo>
                <a:lnTo>
                  <a:pt x="4573" y="11050"/>
                </a:lnTo>
                <a:lnTo>
                  <a:pt x="4717" y="12510"/>
                </a:lnTo>
                <a:lnTo>
                  <a:pt x="4781" y="13226"/>
                </a:lnTo>
                <a:lnTo>
                  <a:pt x="4844" y="13927"/>
                </a:lnTo>
                <a:lnTo>
                  <a:pt x="4856" y="14049"/>
                </a:lnTo>
                <a:lnTo>
                  <a:pt x="4879" y="14156"/>
                </a:lnTo>
                <a:lnTo>
                  <a:pt x="4908" y="14256"/>
                </a:lnTo>
                <a:lnTo>
                  <a:pt x="4948" y="14357"/>
                </a:lnTo>
                <a:lnTo>
                  <a:pt x="4989" y="14442"/>
                </a:lnTo>
                <a:lnTo>
                  <a:pt x="5035" y="14528"/>
                </a:lnTo>
                <a:lnTo>
                  <a:pt x="5093" y="14600"/>
                </a:lnTo>
                <a:lnTo>
                  <a:pt x="5151" y="14664"/>
                </a:lnTo>
                <a:lnTo>
                  <a:pt x="5214" y="14722"/>
                </a:lnTo>
                <a:lnTo>
                  <a:pt x="5278" y="14772"/>
                </a:lnTo>
                <a:lnTo>
                  <a:pt x="5347" y="14822"/>
                </a:lnTo>
                <a:lnTo>
                  <a:pt x="5422" y="14858"/>
                </a:lnTo>
                <a:lnTo>
                  <a:pt x="5497" y="14886"/>
                </a:lnTo>
                <a:lnTo>
                  <a:pt x="5572" y="14900"/>
                </a:lnTo>
                <a:lnTo>
                  <a:pt x="5648" y="14915"/>
                </a:lnTo>
                <a:lnTo>
                  <a:pt x="5723" y="14922"/>
                </a:lnTo>
                <a:lnTo>
                  <a:pt x="5798" y="14922"/>
                </a:lnTo>
                <a:lnTo>
                  <a:pt x="5873" y="14908"/>
                </a:lnTo>
                <a:lnTo>
                  <a:pt x="5948" y="14893"/>
                </a:lnTo>
                <a:lnTo>
                  <a:pt x="6018" y="14865"/>
                </a:lnTo>
                <a:lnTo>
                  <a:pt x="6087" y="14829"/>
                </a:lnTo>
                <a:lnTo>
                  <a:pt x="6150" y="14786"/>
                </a:lnTo>
                <a:lnTo>
                  <a:pt x="6214" y="14736"/>
                </a:lnTo>
                <a:lnTo>
                  <a:pt x="6272" y="14679"/>
                </a:lnTo>
                <a:lnTo>
                  <a:pt x="6324" y="14614"/>
                </a:lnTo>
                <a:lnTo>
                  <a:pt x="6370" y="14543"/>
                </a:lnTo>
                <a:lnTo>
                  <a:pt x="6411" y="14457"/>
                </a:lnTo>
                <a:lnTo>
                  <a:pt x="6445" y="14371"/>
                </a:lnTo>
                <a:lnTo>
                  <a:pt x="6474" y="14271"/>
                </a:lnTo>
                <a:lnTo>
                  <a:pt x="6497" y="14163"/>
                </a:lnTo>
                <a:lnTo>
                  <a:pt x="6509" y="14049"/>
                </a:lnTo>
                <a:lnTo>
                  <a:pt x="6509" y="13927"/>
                </a:lnTo>
                <a:lnTo>
                  <a:pt x="6503" y="13233"/>
                </a:lnTo>
                <a:lnTo>
                  <a:pt x="6491" y="12546"/>
                </a:lnTo>
                <a:lnTo>
                  <a:pt x="6457" y="11158"/>
                </a:lnTo>
                <a:lnTo>
                  <a:pt x="6416" y="9776"/>
                </a:lnTo>
                <a:lnTo>
                  <a:pt x="6376" y="8388"/>
                </a:lnTo>
                <a:lnTo>
                  <a:pt x="6376" y="8388"/>
                </a:lnTo>
                <a:lnTo>
                  <a:pt x="7353" y="8552"/>
                </a:lnTo>
                <a:lnTo>
                  <a:pt x="8329" y="8717"/>
                </a:lnTo>
                <a:lnTo>
                  <a:pt x="9300" y="8903"/>
                </a:lnTo>
                <a:lnTo>
                  <a:pt x="9792" y="9003"/>
                </a:lnTo>
                <a:lnTo>
                  <a:pt x="10277" y="9104"/>
                </a:lnTo>
                <a:lnTo>
                  <a:pt x="10404" y="9125"/>
                </a:lnTo>
                <a:lnTo>
                  <a:pt x="10526" y="9132"/>
                </a:lnTo>
                <a:lnTo>
                  <a:pt x="10636" y="9118"/>
                </a:lnTo>
                <a:lnTo>
                  <a:pt x="10740" y="9096"/>
                </a:lnTo>
                <a:lnTo>
                  <a:pt x="10844" y="9061"/>
                </a:lnTo>
                <a:lnTo>
                  <a:pt x="10930" y="9010"/>
                </a:lnTo>
                <a:lnTo>
                  <a:pt x="11017" y="8946"/>
                </a:lnTo>
                <a:lnTo>
                  <a:pt x="11092" y="8882"/>
                </a:lnTo>
                <a:lnTo>
                  <a:pt x="11167" y="8803"/>
                </a:lnTo>
                <a:lnTo>
                  <a:pt x="11225" y="8717"/>
                </a:lnTo>
                <a:lnTo>
                  <a:pt x="11283" y="8624"/>
                </a:lnTo>
                <a:lnTo>
                  <a:pt x="11329" y="8524"/>
                </a:lnTo>
                <a:lnTo>
                  <a:pt x="11370" y="8416"/>
                </a:lnTo>
                <a:lnTo>
                  <a:pt x="11398" y="8309"/>
                </a:lnTo>
                <a:lnTo>
                  <a:pt x="11422" y="8202"/>
                </a:lnTo>
                <a:lnTo>
                  <a:pt x="11439" y="8087"/>
                </a:lnTo>
                <a:lnTo>
                  <a:pt x="11445" y="7973"/>
                </a:lnTo>
                <a:lnTo>
                  <a:pt x="11445" y="7858"/>
                </a:lnTo>
                <a:lnTo>
                  <a:pt x="11433" y="7744"/>
                </a:lnTo>
                <a:lnTo>
                  <a:pt x="11416" y="7629"/>
                </a:lnTo>
                <a:lnTo>
                  <a:pt x="11393" y="7522"/>
                </a:lnTo>
                <a:lnTo>
                  <a:pt x="11358" y="7415"/>
                </a:lnTo>
                <a:lnTo>
                  <a:pt x="11318" y="7314"/>
                </a:lnTo>
                <a:lnTo>
                  <a:pt x="11266" y="7221"/>
                </a:lnTo>
                <a:lnTo>
                  <a:pt x="11202" y="7128"/>
                </a:lnTo>
                <a:lnTo>
                  <a:pt x="11133" y="7050"/>
                </a:lnTo>
                <a:lnTo>
                  <a:pt x="11057" y="6978"/>
                </a:lnTo>
                <a:lnTo>
                  <a:pt x="10971" y="6914"/>
                </a:lnTo>
                <a:lnTo>
                  <a:pt x="10872" y="6863"/>
                </a:lnTo>
                <a:lnTo>
                  <a:pt x="10768" y="6821"/>
                </a:lnTo>
                <a:lnTo>
                  <a:pt x="10653" y="6792"/>
                </a:lnTo>
                <a:lnTo>
                  <a:pt x="10531" y="6778"/>
                </a:lnTo>
                <a:lnTo>
                  <a:pt x="10006" y="6742"/>
                </a:lnTo>
                <a:lnTo>
                  <a:pt x="9480" y="6706"/>
                </a:lnTo>
                <a:lnTo>
                  <a:pt x="8954" y="6663"/>
                </a:lnTo>
                <a:lnTo>
                  <a:pt x="8422" y="6613"/>
                </a:lnTo>
                <a:lnTo>
                  <a:pt x="7376" y="6498"/>
                </a:lnTo>
                <a:lnTo>
                  <a:pt x="6324" y="6384"/>
                </a:lnTo>
                <a:lnTo>
                  <a:pt x="6312" y="5683"/>
                </a:lnTo>
                <a:lnTo>
                  <a:pt x="6307" y="4981"/>
                </a:lnTo>
                <a:lnTo>
                  <a:pt x="6301" y="4273"/>
                </a:lnTo>
                <a:lnTo>
                  <a:pt x="6289" y="3922"/>
                </a:lnTo>
                <a:lnTo>
                  <a:pt x="6278" y="3564"/>
                </a:lnTo>
                <a:lnTo>
                  <a:pt x="6260" y="3213"/>
                </a:lnTo>
                <a:lnTo>
                  <a:pt x="6243" y="2863"/>
                </a:lnTo>
                <a:lnTo>
                  <a:pt x="6214" y="2519"/>
                </a:lnTo>
                <a:lnTo>
                  <a:pt x="6179" y="2169"/>
                </a:lnTo>
                <a:lnTo>
                  <a:pt x="6139" y="1825"/>
                </a:lnTo>
                <a:lnTo>
                  <a:pt x="6093" y="1482"/>
                </a:lnTo>
                <a:lnTo>
                  <a:pt x="6035" y="1145"/>
                </a:lnTo>
                <a:lnTo>
                  <a:pt x="5971" y="809"/>
                </a:lnTo>
                <a:lnTo>
                  <a:pt x="5948" y="716"/>
                </a:lnTo>
                <a:lnTo>
                  <a:pt x="5919" y="630"/>
                </a:lnTo>
                <a:lnTo>
                  <a:pt x="5885" y="551"/>
                </a:lnTo>
                <a:lnTo>
                  <a:pt x="5838" y="472"/>
                </a:lnTo>
                <a:lnTo>
                  <a:pt x="5792" y="401"/>
                </a:lnTo>
                <a:lnTo>
                  <a:pt x="5740" y="336"/>
                </a:lnTo>
                <a:lnTo>
                  <a:pt x="5688" y="279"/>
                </a:lnTo>
                <a:lnTo>
                  <a:pt x="5625" y="222"/>
                </a:lnTo>
                <a:lnTo>
                  <a:pt x="5561" y="172"/>
                </a:lnTo>
                <a:lnTo>
                  <a:pt x="5497" y="136"/>
                </a:lnTo>
                <a:lnTo>
                  <a:pt x="5428" y="93"/>
                </a:lnTo>
                <a:lnTo>
                  <a:pt x="5359" y="65"/>
                </a:lnTo>
                <a:lnTo>
                  <a:pt x="5284" y="43"/>
                </a:lnTo>
                <a:lnTo>
                  <a:pt x="5214" y="22"/>
                </a:lnTo>
                <a:lnTo>
                  <a:pt x="5139" y="7"/>
                </a:lnTo>
                <a:lnTo>
                  <a:pt x="506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439" name="Shape 439"/>
        <p:cNvGrpSpPr/>
        <p:nvPr/>
      </p:nvGrpSpPr>
      <p:grpSpPr>
        <a:xfrm>
          <a:off x="0" y="0"/>
          <a:ext cx="0" cy="0"/>
          <a:chOff x="0" y="0"/>
          <a:chExt cx="0" cy="0"/>
        </a:xfrm>
      </p:grpSpPr>
      <p:sp>
        <p:nvSpPr>
          <p:cNvPr id="440" name="Google Shape;440;p23"/>
          <p:cNvSpPr/>
          <p:nvPr/>
        </p:nvSpPr>
        <p:spPr>
          <a:xfrm flipH="1" rot="10800000">
            <a:off x="373338" y="263693"/>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41" name="Google Shape;441;p23"/>
          <p:cNvSpPr/>
          <p:nvPr/>
        </p:nvSpPr>
        <p:spPr>
          <a:xfrm rot="10800000">
            <a:off x="3814073" y="4657773"/>
            <a:ext cx="2834672" cy="570377"/>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p:nvPr/>
        </p:nvSpPr>
        <p:spPr>
          <a:xfrm rot="10800000">
            <a:off x="8786597" y="2128866"/>
            <a:ext cx="139743" cy="117257"/>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3"/>
          <p:cNvSpPr/>
          <p:nvPr/>
        </p:nvSpPr>
        <p:spPr>
          <a:xfrm rot="10800000">
            <a:off x="8603381" y="2075857"/>
            <a:ext cx="118021" cy="39513"/>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p:nvPr/>
        </p:nvSpPr>
        <p:spPr>
          <a:xfrm rot="10800000">
            <a:off x="8400042" y="2009775"/>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3"/>
          <p:cNvSpPr/>
          <p:nvPr/>
        </p:nvSpPr>
        <p:spPr>
          <a:xfrm rot="10800000">
            <a:off x="8091159" y="1806156"/>
            <a:ext cx="108600" cy="81708"/>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3"/>
          <p:cNvSpPr/>
          <p:nvPr/>
        </p:nvSpPr>
        <p:spPr>
          <a:xfrm rot="10800000">
            <a:off x="7921671" y="1720089"/>
            <a:ext cx="92550" cy="921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p:nvPr/>
        </p:nvSpPr>
        <p:spPr>
          <a:xfrm rot="10800000">
            <a:off x="7910878" y="4506335"/>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48" name="Google Shape;448;p23"/>
          <p:cNvSpPr/>
          <p:nvPr/>
        </p:nvSpPr>
        <p:spPr>
          <a:xfrm>
            <a:off x="6925422" y="-1408735"/>
            <a:ext cx="2471746" cy="2631820"/>
          </a:xfrm>
          <a:custGeom>
            <a:rect b="b" l="l" r="r" t="t"/>
            <a:pathLst>
              <a:path extrusionOk="0" h="128916" w="121075">
                <a:moveTo>
                  <a:pt x="33098" y="10017"/>
                </a:moveTo>
                <a:lnTo>
                  <a:pt x="0" y="81879"/>
                </a:lnTo>
                <a:lnTo>
                  <a:pt x="79700" y="128916"/>
                </a:lnTo>
                <a:lnTo>
                  <a:pt x="120204" y="113237"/>
                </a:lnTo>
                <a:lnTo>
                  <a:pt x="121075" y="14168"/>
                </a:lnTo>
                <a:lnTo>
                  <a:pt x="60537" y="0"/>
                </a:lnTo>
                <a:close/>
              </a:path>
            </a:pathLst>
          </a:custGeom>
          <a:solidFill>
            <a:schemeClr val="lt1"/>
          </a:solidFill>
          <a:ln>
            <a:noFill/>
          </a:ln>
        </p:spPr>
      </p:sp>
      <p:sp>
        <p:nvSpPr>
          <p:cNvPr id="449" name="Google Shape;449;p23"/>
          <p:cNvSpPr/>
          <p:nvPr/>
        </p:nvSpPr>
        <p:spPr>
          <a:xfrm>
            <a:off x="-1229762" y="3201762"/>
            <a:ext cx="5077420" cy="6900086"/>
          </a:xfrm>
          <a:custGeom>
            <a:rect b="b" l="l" r="r" t="t"/>
            <a:pathLst>
              <a:path extrusionOk="0" h="115415" w="84928">
                <a:moveTo>
                  <a:pt x="19164" y="0"/>
                </a:moveTo>
                <a:lnTo>
                  <a:pt x="1307" y="7404"/>
                </a:lnTo>
                <a:lnTo>
                  <a:pt x="0" y="115415"/>
                </a:lnTo>
                <a:lnTo>
                  <a:pt x="65330" y="81008"/>
                </a:lnTo>
                <a:lnTo>
                  <a:pt x="84928" y="41811"/>
                </a:lnTo>
                <a:lnTo>
                  <a:pt x="34843" y="17421"/>
                </a:lnTo>
                <a:close/>
              </a:path>
            </a:pathLst>
          </a:custGeom>
          <a:solidFill>
            <a:schemeClr val="lt1"/>
          </a:solidFill>
          <a:ln>
            <a:noFill/>
          </a:ln>
        </p:spPr>
      </p:sp>
      <p:sp>
        <p:nvSpPr>
          <p:cNvPr id="450" name="Google Shape;450;p23"/>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
    <p:bg>
      <p:bgPr>
        <a:solidFill>
          <a:schemeClr val="dk2"/>
        </a:solidFill>
      </p:bgPr>
    </p:bg>
    <p:spTree>
      <p:nvGrpSpPr>
        <p:cNvPr id="451" name="Shape 451"/>
        <p:cNvGrpSpPr/>
        <p:nvPr/>
      </p:nvGrpSpPr>
      <p:grpSpPr>
        <a:xfrm>
          <a:off x="0" y="0"/>
          <a:ext cx="0" cy="0"/>
          <a:chOff x="0" y="0"/>
          <a:chExt cx="0" cy="0"/>
        </a:xfrm>
      </p:grpSpPr>
      <p:sp>
        <p:nvSpPr>
          <p:cNvPr id="452" name="Google Shape;452;p24"/>
          <p:cNvSpPr txBox="1"/>
          <p:nvPr>
            <p:ph type="title"/>
          </p:nvPr>
        </p:nvSpPr>
        <p:spPr>
          <a:xfrm>
            <a:off x="795300" y="17088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3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53" name="Google Shape;453;p24"/>
          <p:cNvSpPr txBox="1"/>
          <p:nvPr>
            <p:ph idx="1" type="subTitle"/>
          </p:nvPr>
        </p:nvSpPr>
        <p:spPr>
          <a:xfrm>
            <a:off x="804900" y="3209779"/>
            <a:ext cx="2317200" cy="62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54" name="Google Shape;454;p24"/>
          <p:cNvSpPr txBox="1"/>
          <p:nvPr>
            <p:ph idx="2" type="title"/>
          </p:nvPr>
        </p:nvSpPr>
        <p:spPr>
          <a:xfrm>
            <a:off x="3435566" y="17088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3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55" name="Google Shape;455;p24"/>
          <p:cNvSpPr txBox="1"/>
          <p:nvPr>
            <p:ph idx="3" type="subTitle"/>
          </p:nvPr>
        </p:nvSpPr>
        <p:spPr>
          <a:xfrm>
            <a:off x="3445166" y="3209779"/>
            <a:ext cx="2317200" cy="62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56" name="Google Shape;456;p24"/>
          <p:cNvSpPr txBox="1"/>
          <p:nvPr>
            <p:ph idx="4" type="title"/>
          </p:nvPr>
        </p:nvSpPr>
        <p:spPr>
          <a:xfrm>
            <a:off x="6012330" y="170883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3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57" name="Google Shape;457;p24"/>
          <p:cNvSpPr txBox="1"/>
          <p:nvPr>
            <p:ph idx="5" type="subTitle"/>
          </p:nvPr>
        </p:nvSpPr>
        <p:spPr>
          <a:xfrm>
            <a:off x="6021930" y="3209779"/>
            <a:ext cx="2317200" cy="62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58" name="Google Shape;458;p24"/>
          <p:cNvSpPr/>
          <p:nvPr/>
        </p:nvSpPr>
        <p:spPr>
          <a:xfrm rot="10800000">
            <a:off x="210978" y="242160"/>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4"/>
          <p:cNvSpPr/>
          <p:nvPr/>
        </p:nvSpPr>
        <p:spPr>
          <a:xfrm rot="654613">
            <a:off x="8103048" y="568690"/>
            <a:ext cx="478283" cy="440461"/>
          </a:xfrm>
          <a:custGeom>
            <a:rect b="b" l="l" r="r" t="t"/>
            <a:pathLst>
              <a:path extrusionOk="0" h="38554" w="128404">
                <a:moveTo>
                  <a:pt x="51281" y="2779"/>
                </a:moveTo>
                <a:lnTo>
                  <a:pt x="55321" y="3852"/>
                </a:lnTo>
                <a:lnTo>
                  <a:pt x="59387" y="4918"/>
                </a:lnTo>
                <a:lnTo>
                  <a:pt x="63533" y="5975"/>
                </a:lnTo>
                <a:lnTo>
                  <a:pt x="65646" y="6500"/>
                </a:lnTo>
                <a:lnTo>
                  <a:pt x="67733" y="7025"/>
                </a:lnTo>
                <a:lnTo>
                  <a:pt x="69873" y="7542"/>
                </a:lnTo>
                <a:lnTo>
                  <a:pt x="71986" y="8060"/>
                </a:lnTo>
                <a:lnTo>
                  <a:pt x="74126" y="8569"/>
                </a:lnTo>
                <a:lnTo>
                  <a:pt x="76293" y="9079"/>
                </a:lnTo>
                <a:lnTo>
                  <a:pt x="78460" y="9581"/>
                </a:lnTo>
                <a:lnTo>
                  <a:pt x="80653" y="10082"/>
                </a:lnTo>
                <a:lnTo>
                  <a:pt x="82847" y="10576"/>
                </a:lnTo>
                <a:lnTo>
                  <a:pt x="85067" y="11063"/>
                </a:lnTo>
                <a:lnTo>
                  <a:pt x="87288" y="11549"/>
                </a:lnTo>
                <a:lnTo>
                  <a:pt x="89508" y="12028"/>
                </a:lnTo>
                <a:lnTo>
                  <a:pt x="91755" y="12506"/>
                </a:lnTo>
                <a:lnTo>
                  <a:pt x="94029" y="12977"/>
                </a:lnTo>
                <a:lnTo>
                  <a:pt x="96276" y="13440"/>
                </a:lnTo>
                <a:lnTo>
                  <a:pt x="98576" y="13896"/>
                </a:lnTo>
                <a:lnTo>
                  <a:pt x="100850" y="14351"/>
                </a:lnTo>
                <a:lnTo>
                  <a:pt x="103151" y="14799"/>
                </a:lnTo>
                <a:lnTo>
                  <a:pt x="105478" y="15231"/>
                </a:lnTo>
                <a:lnTo>
                  <a:pt x="107805" y="15664"/>
                </a:lnTo>
                <a:lnTo>
                  <a:pt x="110133" y="16088"/>
                </a:lnTo>
                <a:lnTo>
                  <a:pt x="112487" y="16513"/>
                </a:lnTo>
                <a:lnTo>
                  <a:pt x="114841" y="16922"/>
                </a:lnTo>
                <a:lnTo>
                  <a:pt x="117195" y="17324"/>
                </a:lnTo>
                <a:lnTo>
                  <a:pt x="119576" y="17717"/>
                </a:lnTo>
                <a:lnTo>
                  <a:pt x="121956" y="18103"/>
                </a:lnTo>
                <a:lnTo>
                  <a:pt x="115028" y="19084"/>
                </a:lnTo>
                <a:lnTo>
                  <a:pt x="108100" y="20072"/>
                </a:lnTo>
                <a:lnTo>
                  <a:pt x="101198" y="21068"/>
                </a:lnTo>
                <a:lnTo>
                  <a:pt x="94323" y="22079"/>
                </a:lnTo>
                <a:lnTo>
                  <a:pt x="87448" y="23090"/>
                </a:lnTo>
                <a:lnTo>
                  <a:pt x="80573" y="24117"/>
                </a:lnTo>
                <a:lnTo>
                  <a:pt x="73725" y="25144"/>
                </a:lnTo>
                <a:lnTo>
                  <a:pt x="66904" y="26178"/>
                </a:lnTo>
                <a:lnTo>
                  <a:pt x="60056" y="27220"/>
                </a:lnTo>
                <a:lnTo>
                  <a:pt x="53234" y="28263"/>
                </a:lnTo>
                <a:lnTo>
                  <a:pt x="39591" y="30362"/>
                </a:lnTo>
                <a:lnTo>
                  <a:pt x="12359" y="34562"/>
                </a:lnTo>
                <a:lnTo>
                  <a:pt x="14579" y="32547"/>
                </a:lnTo>
                <a:lnTo>
                  <a:pt x="16800" y="30540"/>
                </a:lnTo>
                <a:lnTo>
                  <a:pt x="19074" y="28541"/>
                </a:lnTo>
                <a:lnTo>
                  <a:pt x="21374" y="26541"/>
                </a:lnTo>
                <a:lnTo>
                  <a:pt x="23701" y="24542"/>
                </a:lnTo>
                <a:lnTo>
                  <a:pt x="26056" y="22550"/>
                </a:lnTo>
                <a:lnTo>
                  <a:pt x="28463" y="20558"/>
                </a:lnTo>
                <a:lnTo>
                  <a:pt x="30871" y="18574"/>
                </a:lnTo>
                <a:lnTo>
                  <a:pt x="33332" y="16590"/>
                </a:lnTo>
                <a:lnTo>
                  <a:pt x="35793" y="14606"/>
                </a:lnTo>
                <a:lnTo>
                  <a:pt x="38307" y="12630"/>
                </a:lnTo>
                <a:lnTo>
                  <a:pt x="40849" y="10654"/>
                </a:lnTo>
                <a:lnTo>
                  <a:pt x="43417" y="8685"/>
                </a:lnTo>
                <a:lnTo>
                  <a:pt x="46011" y="6709"/>
                </a:lnTo>
                <a:lnTo>
                  <a:pt x="48633" y="4740"/>
                </a:lnTo>
                <a:lnTo>
                  <a:pt x="51281" y="2779"/>
                </a:lnTo>
                <a:close/>
                <a:moveTo>
                  <a:pt x="51549" y="0"/>
                </a:moveTo>
                <a:lnTo>
                  <a:pt x="51094" y="23"/>
                </a:lnTo>
                <a:lnTo>
                  <a:pt x="50666" y="46"/>
                </a:lnTo>
                <a:lnTo>
                  <a:pt x="50238" y="93"/>
                </a:lnTo>
                <a:lnTo>
                  <a:pt x="49837" y="147"/>
                </a:lnTo>
                <a:lnTo>
                  <a:pt x="49462" y="209"/>
                </a:lnTo>
                <a:lnTo>
                  <a:pt x="49088" y="278"/>
                </a:lnTo>
                <a:lnTo>
                  <a:pt x="48740" y="363"/>
                </a:lnTo>
                <a:lnTo>
                  <a:pt x="48446" y="448"/>
                </a:lnTo>
                <a:lnTo>
                  <a:pt x="48152" y="548"/>
                </a:lnTo>
                <a:lnTo>
                  <a:pt x="47804" y="548"/>
                </a:lnTo>
                <a:lnTo>
                  <a:pt x="47429" y="556"/>
                </a:lnTo>
                <a:lnTo>
                  <a:pt x="47081" y="571"/>
                </a:lnTo>
                <a:lnTo>
                  <a:pt x="46734" y="587"/>
                </a:lnTo>
                <a:lnTo>
                  <a:pt x="46386" y="618"/>
                </a:lnTo>
                <a:lnTo>
                  <a:pt x="46038" y="649"/>
                </a:lnTo>
                <a:lnTo>
                  <a:pt x="45717" y="695"/>
                </a:lnTo>
                <a:lnTo>
                  <a:pt x="45369" y="741"/>
                </a:lnTo>
                <a:lnTo>
                  <a:pt x="45075" y="795"/>
                </a:lnTo>
                <a:lnTo>
                  <a:pt x="44781" y="865"/>
                </a:lnTo>
                <a:lnTo>
                  <a:pt x="44487" y="934"/>
                </a:lnTo>
                <a:lnTo>
                  <a:pt x="44219" y="1011"/>
                </a:lnTo>
                <a:lnTo>
                  <a:pt x="43978" y="1104"/>
                </a:lnTo>
                <a:lnTo>
                  <a:pt x="43738" y="1197"/>
                </a:lnTo>
                <a:lnTo>
                  <a:pt x="43550" y="1305"/>
                </a:lnTo>
                <a:lnTo>
                  <a:pt x="43363" y="1421"/>
                </a:lnTo>
                <a:lnTo>
                  <a:pt x="40314" y="3598"/>
                </a:lnTo>
                <a:lnTo>
                  <a:pt x="37318" y="5782"/>
                </a:lnTo>
                <a:lnTo>
                  <a:pt x="34348" y="7975"/>
                </a:lnTo>
                <a:lnTo>
                  <a:pt x="31459" y="10175"/>
                </a:lnTo>
                <a:lnTo>
                  <a:pt x="28597" y="12383"/>
                </a:lnTo>
                <a:lnTo>
                  <a:pt x="25788" y="14591"/>
                </a:lnTo>
                <a:lnTo>
                  <a:pt x="23033" y="16799"/>
                </a:lnTo>
                <a:lnTo>
                  <a:pt x="20331" y="19022"/>
                </a:lnTo>
                <a:lnTo>
                  <a:pt x="17656" y="21245"/>
                </a:lnTo>
                <a:lnTo>
                  <a:pt x="15034" y="23469"/>
                </a:lnTo>
                <a:lnTo>
                  <a:pt x="12466" y="25700"/>
                </a:lnTo>
                <a:lnTo>
                  <a:pt x="9925" y="27938"/>
                </a:lnTo>
                <a:lnTo>
                  <a:pt x="7437" y="30177"/>
                </a:lnTo>
                <a:lnTo>
                  <a:pt x="4976" y="32416"/>
                </a:lnTo>
                <a:lnTo>
                  <a:pt x="2568" y="34670"/>
                </a:lnTo>
                <a:lnTo>
                  <a:pt x="188" y="36917"/>
                </a:lnTo>
                <a:lnTo>
                  <a:pt x="107" y="37017"/>
                </a:lnTo>
                <a:lnTo>
                  <a:pt x="54" y="37125"/>
                </a:lnTo>
                <a:lnTo>
                  <a:pt x="0" y="37225"/>
                </a:lnTo>
                <a:lnTo>
                  <a:pt x="0" y="37318"/>
                </a:lnTo>
                <a:lnTo>
                  <a:pt x="27" y="37418"/>
                </a:lnTo>
                <a:lnTo>
                  <a:pt x="81" y="37511"/>
                </a:lnTo>
                <a:lnTo>
                  <a:pt x="161" y="37604"/>
                </a:lnTo>
                <a:lnTo>
                  <a:pt x="268" y="37689"/>
                </a:lnTo>
                <a:lnTo>
                  <a:pt x="402" y="37781"/>
                </a:lnTo>
                <a:lnTo>
                  <a:pt x="562" y="37859"/>
                </a:lnTo>
                <a:lnTo>
                  <a:pt x="723" y="37936"/>
                </a:lnTo>
                <a:lnTo>
                  <a:pt x="910" y="38013"/>
                </a:lnTo>
                <a:lnTo>
                  <a:pt x="1124" y="38082"/>
                </a:lnTo>
                <a:lnTo>
                  <a:pt x="1338" y="38152"/>
                </a:lnTo>
                <a:lnTo>
                  <a:pt x="1579" y="38214"/>
                </a:lnTo>
                <a:lnTo>
                  <a:pt x="1846" y="38275"/>
                </a:lnTo>
                <a:lnTo>
                  <a:pt x="2114" y="38329"/>
                </a:lnTo>
                <a:lnTo>
                  <a:pt x="2381" y="38376"/>
                </a:lnTo>
                <a:lnTo>
                  <a:pt x="2675" y="38414"/>
                </a:lnTo>
                <a:lnTo>
                  <a:pt x="2996" y="38453"/>
                </a:lnTo>
                <a:lnTo>
                  <a:pt x="3291" y="38484"/>
                </a:lnTo>
                <a:lnTo>
                  <a:pt x="3612" y="38515"/>
                </a:lnTo>
                <a:lnTo>
                  <a:pt x="3933" y="38530"/>
                </a:lnTo>
                <a:lnTo>
                  <a:pt x="4254" y="38546"/>
                </a:lnTo>
                <a:lnTo>
                  <a:pt x="4575" y="38553"/>
                </a:lnTo>
                <a:lnTo>
                  <a:pt x="4923" y="38553"/>
                </a:lnTo>
                <a:lnTo>
                  <a:pt x="5244" y="38546"/>
                </a:lnTo>
                <a:lnTo>
                  <a:pt x="5591" y="38530"/>
                </a:lnTo>
                <a:lnTo>
                  <a:pt x="5912" y="38515"/>
                </a:lnTo>
                <a:lnTo>
                  <a:pt x="6233" y="38484"/>
                </a:lnTo>
                <a:lnTo>
                  <a:pt x="6554" y="38445"/>
                </a:lnTo>
                <a:lnTo>
                  <a:pt x="6875" y="38399"/>
                </a:lnTo>
                <a:lnTo>
                  <a:pt x="21963" y="36044"/>
                </a:lnTo>
                <a:lnTo>
                  <a:pt x="37077" y="33690"/>
                </a:lnTo>
                <a:lnTo>
                  <a:pt x="52191" y="31335"/>
                </a:lnTo>
                <a:lnTo>
                  <a:pt x="59735" y="30154"/>
                </a:lnTo>
                <a:lnTo>
                  <a:pt x="67278" y="28965"/>
                </a:lnTo>
                <a:lnTo>
                  <a:pt x="74795" y="27776"/>
                </a:lnTo>
                <a:lnTo>
                  <a:pt x="82312" y="26580"/>
                </a:lnTo>
                <a:lnTo>
                  <a:pt x="89802" y="25375"/>
                </a:lnTo>
                <a:lnTo>
                  <a:pt x="97292" y="24163"/>
                </a:lnTo>
                <a:lnTo>
                  <a:pt x="104756" y="22936"/>
                </a:lnTo>
                <a:lnTo>
                  <a:pt x="112192" y="21701"/>
                </a:lnTo>
                <a:lnTo>
                  <a:pt x="119629" y="20458"/>
                </a:lnTo>
                <a:lnTo>
                  <a:pt x="127012" y="19200"/>
                </a:lnTo>
                <a:lnTo>
                  <a:pt x="127387" y="19122"/>
                </a:lnTo>
                <a:lnTo>
                  <a:pt x="127708" y="19045"/>
                </a:lnTo>
                <a:lnTo>
                  <a:pt x="127949" y="18952"/>
                </a:lnTo>
                <a:lnTo>
                  <a:pt x="128163" y="18860"/>
                </a:lnTo>
                <a:lnTo>
                  <a:pt x="128296" y="18759"/>
                </a:lnTo>
                <a:lnTo>
                  <a:pt x="128377" y="18659"/>
                </a:lnTo>
                <a:lnTo>
                  <a:pt x="128403" y="18559"/>
                </a:lnTo>
                <a:lnTo>
                  <a:pt x="128377" y="18458"/>
                </a:lnTo>
                <a:lnTo>
                  <a:pt x="128323" y="18358"/>
                </a:lnTo>
                <a:lnTo>
                  <a:pt x="128216" y="18258"/>
                </a:lnTo>
                <a:lnTo>
                  <a:pt x="128056" y="18165"/>
                </a:lnTo>
                <a:lnTo>
                  <a:pt x="127868" y="18072"/>
                </a:lnTo>
                <a:lnTo>
                  <a:pt x="127654" y="17995"/>
                </a:lnTo>
                <a:lnTo>
                  <a:pt x="127414" y="17918"/>
                </a:lnTo>
                <a:lnTo>
                  <a:pt x="127119" y="17849"/>
                </a:lnTo>
                <a:lnTo>
                  <a:pt x="126825" y="17794"/>
                </a:lnTo>
                <a:lnTo>
                  <a:pt x="126986" y="17686"/>
                </a:lnTo>
                <a:lnTo>
                  <a:pt x="127093" y="17571"/>
                </a:lnTo>
                <a:lnTo>
                  <a:pt x="127146" y="17517"/>
                </a:lnTo>
                <a:lnTo>
                  <a:pt x="127146" y="17455"/>
                </a:lnTo>
                <a:lnTo>
                  <a:pt x="127146" y="17401"/>
                </a:lnTo>
                <a:lnTo>
                  <a:pt x="127119" y="17339"/>
                </a:lnTo>
                <a:lnTo>
                  <a:pt x="127093" y="17285"/>
                </a:lnTo>
                <a:lnTo>
                  <a:pt x="127039" y="17231"/>
                </a:lnTo>
                <a:lnTo>
                  <a:pt x="126959" y="17169"/>
                </a:lnTo>
                <a:lnTo>
                  <a:pt x="126852" y="17115"/>
                </a:lnTo>
                <a:lnTo>
                  <a:pt x="126718" y="17061"/>
                </a:lnTo>
                <a:lnTo>
                  <a:pt x="126584" y="17007"/>
                </a:lnTo>
                <a:lnTo>
                  <a:pt x="126424" y="16961"/>
                </a:lnTo>
                <a:lnTo>
                  <a:pt x="126210" y="16907"/>
                </a:lnTo>
                <a:lnTo>
                  <a:pt x="121742" y="15872"/>
                </a:lnTo>
                <a:lnTo>
                  <a:pt x="117222" y="14845"/>
                </a:lnTo>
                <a:lnTo>
                  <a:pt x="108233" y="12792"/>
                </a:lnTo>
                <a:lnTo>
                  <a:pt x="99218" y="10754"/>
                </a:lnTo>
                <a:lnTo>
                  <a:pt x="90203" y="8708"/>
                </a:lnTo>
                <a:lnTo>
                  <a:pt x="85736" y="7681"/>
                </a:lnTo>
                <a:lnTo>
                  <a:pt x="81242" y="6647"/>
                </a:lnTo>
                <a:lnTo>
                  <a:pt x="76775" y="5612"/>
                </a:lnTo>
                <a:lnTo>
                  <a:pt x="72334" y="4570"/>
                </a:lnTo>
                <a:lnTo>
                  <a:pt x="67893" y="3520"/>
                </a:lnTo>
                <a:lnTo>
                  <a:pt x="63480" y="2463"/>
                </a:lnTo>
                <a:lnTo>
                  <a:pt x="59066" y="1397"/>
                </a:lnTo>
                <a:lnTo>
                  <a:pt x="54705" y="317"/>
                </a:lnTo>
                <a:lnTo>
                  <a:pt x="54277" y="224"/>
                </a:lnTo>
                <a:lnTo>
                  <a:pt x="53823" y="147"/>
                </a:lnTo>
                <a:lnTo>
                  <a:pt x="53368" y="85"/>
                </a:lnTo>
                <a:lnTo>
                  <a:pt x="52913" y="39"/>
                </a:lnTo>
                <a:lnTo>
                  <a:pt x="52458" y="16"/>
                </a:lnTo>
                <a:lnTo>
                  <a:pt x="5200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4"/>
          <p:cNvSpPr/>
          <p:nvPr/>
        </p:nvSpPr>
        <p:spPr>
          <a:xfrm rot="10800000">
            <a:off x="1161751" y="4818663"/>
            <a:ext cx="178248" cy="149565"/>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4"/>
          <p:cNvSpPr/>
          <p:nvPr/>
        </p:nvSpPr>
        <p:spPr>
          <a:xfrm rot="10800000">
            <a:off x="928081" y="4751062"/>
            <a:ext cx="150541" cy="50400"/>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4"/>
          <p:cNvSpPr/>
          <p:nvPr/>
        </p:nvSpPr>
        <p:spPr>
          <a:xfrm rot="10800000">
            <a:off x="668744" y="4666778"/>
            <a:ext cx="140660" cy="67438"/>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4"/>
          <p:cNvSpPr/>
          <p:nvPr/>
        </p:nvSpPr>
        <p:spPr>
          <a:xfrm rot="10800000">
            <a:off x="274796" y="4407075"/>
            <a:ext cx="138524" cy="104222"/>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4"/>
          <p:cNvSpPr/>
          <p:nvPr/>
        </p:nvSpPr>
        <p:spPr>
          <a:xfrm rot="10800000">
            <a:off x="582272" y="4365774"/>
            <a:ext cx="227136" cy="186805"/>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4"/>
          <p:cNvSpPr/>
          <p:nvPr/>
        </p:nvSpPr>
        <p:spPr>
          <a:xfrm rot="10800000">
            <a:off x="7871218" y="4457385"/>
            <a:ext cx="884582" cy="558015"/>
          </a:xfrm>
          <a:custGeom>
            <a:rect b="b" l="l" r="r" t="t"/>
            <a:pathLst>
              <a:path extrusionOk="0" h="107829" w="312573">
                <a:moveTo>
                  <a:pt x="124596" y="4523"/>
                </a:moveTo>
                <a:lnTo>
                  <a:pt x="130267" y="7382"/>
                </a:lnTo>
                <a:lnTo>
                  <a:pt x="135914" y="10241"/>
                </a:lnTo>
                <a:lnTo>
                  <a:pt x="141561" y="13111"/>
                </a:lnTo>
                <a:lnTo>
                  <a:pt x="147185" y="15982"/>
                </a:lnTo>
                <a:lnTo>
                  <a:pt x="152784" y="18853"/>
                </a:lnTo>
                <a:lnTo>
                  <a:pt x="158360" y="21735"/>
                </a:lnTo>
                <a:lnTo>
                  <a:pt x="163912" y="24628"/>
                </a:lnTo>
                <a:lnTo>
                  <a:pt x="169463" y="27533"/>
                </a:lnTo>
                <a:lnTo>
                  <a:pt x="174968" y="30437"/>
                </a:lnTo>
                <a:lnTo>
                  <a:pt x="180448" y="33342"/>
                </a:lnTo>
                <a:lnTo>
                  <a:pt x="185905" y="36269"/>
                </a:lnTo>
                <a:lnTo>
                  <a:pt x="191313" y="39197"/>
                </a:lnTo>
                <a:lnTo>
                  <a:pt x="196722" y="42147"/>
                </a:lnTo>
                <a:lnTo>
                  <a:pt x="202084" y="45098"/>
                </a:lnTo>
                <a:lnTo>
                  <a:pt x="207421" y="48059"/>
                </a:lnTo>
                <a:lnTo>
                  <a:pt x="212735" y="51032"/>
                </a:lnTo>
                <a:lnTo>
                  <a:pt x="218024" y="54028"/>
                </a:lnTo>
                <a:lnTo>
                  <a:pt x="223266" y="57024"/>
                </a:lnTo>
                <a:lnTo>
                  <a:pt x="228485" y="60043"/>
                </a:lnTo>
                <a:lnTo>
                  <a:pt x="233655" y="63073"/>
                </a:lnTo>
                <a:lnTo>
                  <a:pt x="238802" y="66114"/>
                </a:lnTo>
                <a:lnTo>
                  <a:pt x="243901" y="69178"/>
                </a:lnTo>
                <a:lnTo>
                  <a:pt x="248977" y="72242"/>
                </a:lnTo>
                <a:lnTo>
                  <a:pt x="254004" y="75341"/>
                </a:lnTo>
                <a:lnTo>
                  <a:pt x="259008" y="78451"/>
                </a:lnTo>
                <a:lnTo>
                  <a:pt x="263964" y="81572"/>
                </a:lnTo>
                <a:lnTo>
                  <a:pt x="268873" y="84716"/>
                </a:lnTo>
                <a:lnTo>
                  <a:pt x="273734" y="87871"/>
                </a:lnTo>
                <a:lnTo>
                  <a:pt x="276164" y="89466"/>
                </a:lnTo>
                <a:lnTo>
                  <a:pt x="278571" y="91049"/>
                </a:lnTo>
                <a:lnTo>
                  <a:pt x="280977" y="92655"/>
                </a:lnTo>
                <a:lnTo>
                  <a:pt x="283360" y="94250"/>
                </a:lnTo>
                <a:lnTo>
                  <a:pt x="285743" y="95868"/>
                </a:lnTo>
                <a:lnTo>
                  <a:pt x="288102" y="97474"/>
                </a:lnTo>
                <a:lnTo>
                  <a:pt x="290461" y="99091"/>
                </a:lnTo>
                <a:lnTo>
                  <a:pt x="292796" y="100720"/>
                </a:lnTo>
                <a:lnTo>
                  <a:pt x="257745" y="97371"/>
                </a:lnTo>
                <a:lnTo>
                  <a:pt x="222695" y="94034"/>
                </a:lnTo>
                <a:lnTo>
                  <a:pt x="187644" y="90719"/>
                </a:lnTo>
                <a:lnTo>
                  <a:pt x="152593" y="87404"/>
                </a:lnTo>
                <a:lnTo>
                  <a:pt x="82468" y="80786"/>
                </a:lnTo>
                <a:lnTo>
                  <a:pt x="12343" y="74156"/>
                </a:lnTo>
                <a:lnTo>
                  <a:pt x="12153" y="74145"/>
                </a:lnTo>
                <a:lnTo>
                  <a:pt x="11938" y="74133"/>
                </a:lnTo>
                <a:lnTo>
                  <a:pt x="11533" y="74122"/>
                </a:lnTo>
                <a:lnTo>
                  <a:pt x="15346" y="72072"/>
                </a:lnTo>
                <a:lnTo>
                  <a:pt x="19158" y="70010"/>
                </a:lnTo>
                <a:lnTo>
                  <a:pt x="22947" y="67948"/>
                </a:lnTo>
                <a:lnTo>
                  <a:pt x="26711" y="65875"/>
                </a:lnTo>
                <a:lnTo>
                  <a:pt x="30500" y="63790"/>
                </a:lnTo>
                <a:lnTo>
                  <a:pt x="34241" y="61706"/>
                </a:lnTo>
                <a:lnTo>
                  <a:pt x="38006" y="59610"/>
                </a:lnTo>
                <a:lnTo>
                  <a:pt x="41723" y="57502"/>
                </a:lnTo>
                <a:lnTo>
                  <a:pt x="45440" y="55384"/>
                </a:lnTo>
                <a:lnTo>
                  <a:pt x="49157" y="53265"/>
                </a:lnTo>
                <a:lnTo>
                  <a:pt x="52827" y="51146"/>
                </a:lnTo>
                <a:lnTo>
                  <a:pt x="56496" y="49005"/>
                </a:lnTo>
                <a:lnTo>
                  <a:pt x="60142" y="46863"/>
                </a:lnTo>
                <a:lnTo>
                  <a:pt x="63787" y="44710"/>
                </a:lnTo>
                <a:lnTo>
                  <a:pt x="67385" y="42557"/>
                </a:lnTo>
                <a:lnTo>
                  <a:pt x="70983" y="40382"/>
                </a:lnTo>
                <a:lnTo>
                  <a:pt x="74534" y="38206"/>
                </a:lnTo>
                <a:lnTo>
                  <a:pt x="78084" y="36030"/>
                </a:lnTo>
                <a:lnTo>
                  <a:pt x="81587" y="33832"/>
                </a:lnTo>
                <a:lnTo>
                  <a:pt x="85089" y="31633"/>
                </a:lnTo>
                <a:lnTo>
                  <a:pt x="88544" y="29423"/>
                </a:lnTo>
                <a:lnTo>
                  <a:pt x="91976" y="27202"/>
                </a:lnTo>
                <a:lnTo>
                  <a:pt x="95383" y="24970"/>
                </a:lnTo>
                <a:lnTo>
                  <a:pt x="98767" y="22737"/>
                </a:lnTo>
                <a:lnTo>
                  <a:pt x="102126" y="20493"/>
                </a:lnTo>
                <a:lnTo>
                  <a:pt x="105438" y="18237"/>
                </a:lnTo>
                <a:lnTo>
                  <a:pt x="108703" y="15971"/>
                </a:lnTo>
                <a:lnTo>
                  <a:pt x="111967" y="13704"/>
                </a:lnTo>
                <a:lnTo>
                  <a:pt x="115160" y="11426"/>
                </a:lnTo>
                <a:lnTo>
                  <a:pt x="118353" y="9136"/>
                </a:lnTo>
                <a:lnTo>
                  <a:pt x="121474" y="6835"/>
                </a:lnTo>
                <a:lnTo>
                  <a:pt x="124596" y="4523"/>
                </a:lnTo>
                <a:close/>
                <a:moveTo>
                  <a:pt x="123547" y="0"/>
                </a:moveTo>
                <a:lnTo>
                  <a:pt x="123309" y="12"/>
                </a:lnTo>
                <a:lnTo>
                  <a:pt x="123095" y="35"/>
                </a:lnTo>
                <a:lnTo>
                  <a:pt x="122880" y="57"/>
                </a:lnTo>
                <a:lnTo>
                  <a:pt x="122642" y="91"/>
                </a:lnTo>
                <a:lnTo>
                  <a:pt x="122451" y="126"/>
                </a:lnTo>
                <a:lnTo>
                  <a:pt x="122022" y="228"/>
                </a:lnTo>
                <a:lnTo>
                  <a:pt x="121665" y="342"/>
                </a:lnTo>
                <a:lnTo>
                  <a:pt x="121308" y="479"/>
                </a:lnTo>
                <a:lnTo>
                  <a:pt x="120998" y="638"/>
                </a:lnTo>
                <a:lnTo>
                  <a:pt x="120736" y="809"/>
                </a:lnTo>
                <a:lnTo>
                  <a:pt x="120521" y="1003"/>
                </a:lnTo>
                <a:lnTo>
                  <a:pt x="120426" y="1105"/>
                </a:lnTo>
                <a:lnTo>
                  <a:pt x="120355" y="1196"/>
                </a:lnTo>
                <a:lnTo>
                  <a:pt x="120283" y="1299"/>
                </a:lnTo>
                <a:lnTo>
                  <a:pt x="120235" y="1413"/>
                </a:lnTo>
                <a:lnTo>
                  <a:pt x="112849" y="5810"/>
                </a:lnTo>
                <a:lnTo>
                  <a:pt x="105462" y="10218"/>
                </a:lnTo>
                <a:lnTo>
                  <a:pt x="98099" y="14626"/>
                </a:lnTo>
                <a:lnTo>
                  <a:pt x="90760" y="19046"/>
                </a:lnTo>
                <a:lnTo>
                  <a:pt x="76083" y="27886"/>
                </a:lnTo>
                <a:lnTo>
                  <a:pt x="68744" y="32294"/>
                </a:lnTo>
                <a:lnTo>
                  <a:pt x="61405" y="36714"/>
                </a:lnTo>
                <a:lnTo>
                  <a:pt x="54042" y="41111"/>
                </a:lnTo>
                <a:lnTo>
                  <a:pt x="46655" y="45508"/>
                </a:lnTo>
                <a:lnTo>
                  <a:pt x="39221" y="49893"/>
                </a:lnTo>
                <a:lnTo>
                  <a:pt x="31763" y="54267"/>
                </a:lnTo>
                <a:lnTo>
                  <a:pt x="28022" y="56443"/>
                </a:lnTo>
                <a:lnTo>
                  <a:pt x="24257" y="58619"/>
                </a:lnTo>
                <a:lnTo>
                  <a:pt x="20492" y="60794"/>
                </a:lnTo>
                <a:lnTo>
                  <a:pt x="16704" y="62959"/>
                </a:lnTo>
                <a:lnTo>
                  <a:pt x="12915" y="65123"/>
                </a:lnTo>
                <a:lnTo>
                  <a:pt x="9103" y="67276"/>
                </a:lnTo>
                <a:lnTo>
                  <a:pt x="5267" y="69429"/>
                </a:lnTo>
                <a:lnTo>
                  <a:pt x="1430" y="71582"/>
                </a:lnTo>
                <a:lnTo>
                  <a:pt x="1121" y="71753"/>
                </a:lnTo>
                <a:lnTo>
                  <a:pt x="858" y="71935"/>
                </a:lnTo>
                <a:lnTo>
                  <a:pt x="644" y="72129"/>
                </a:lnTo>
                <a:lnTo>
                  <a:pt x="453" y="72311"/>
                </a:lnTo>
                <a:lnTo>
                  <a:pt x="310" y="72493"/>
                </a:lnTo>
                <a:lnTo>
                  <a:pt x="167" y="72687"/>
                </a:lnTo>
                <a:lnTo>
                  <a:pt x="96" y="72880"/>
                </a:lnTo>
                <a:lnTo>
                  <a:pt x="24" y="73063"/>
                </a:lnTo>
                <a:lnTo>
                  <a:pt x="1" y="73256"/>
                </a:lnTo>
                <a:lnTo>
                  <a:pt x="1" y="73439"/>
                </a:lnTo>
                <a:lnTo>
                  <a:pt x="24" y="73632"/>
                </a:lnTo>
                <a:lnTo>
                  <a:pt x="96" y="73814"/>
                </a:lnTo>
                <a:lnTo>
                  <a:pt x="167" y="73997"/>
                </a:lnTo>
                <a:lnTo>
                  <a:pt x="287" y="74168"/>
                </a:lnTo>
                <a:lnTo>
                  <a:pt x="406" y="74338"/>
                </a:lnTo>
                <a:lnTo>
                  <a:pt x="549" y="74509"/>
                </a:lnTo>
                <a:lnTo>
                  <a:pt x="739" y="74680"/>
                </a:lnTo>
                <a:lnTo>
                  <a:pt x="930" y="74840"/>
                </a:lnTo>
                <a:lnTo>
                  <a:pt x="1144" y="74988"/>
                </a:lnTo>
                <a:lnTo>
                  <a:pt x="1359" y="75136"/>
                </a:lnTo>
                <a:lnTo>
                  <a:pt x="1621" y="75272"/>
                </a:lnTo>
                <a:lnTo>
                  <a:pt x="1883" y="75409"/>
                </a:lnTo>
                <a:lnTo>
                  <a:pt x="2145" y="75523"/>
                </a:lnTo>
                <a:lnTo>
                  <a:pt x="2455" y="75648"/>
                </a:lnTo>
                <a:lnTo>
                  <a:pt x="2741" y="75751"/>
                </a:lnTo>
                <a:lnTo>
                  <a:pt x="3051" y="75842"/>
                </a:lnTo>
                <a:lnTo>
                  <a:pt x="3384" y="75933"/>
                </a:lnTo>
                <a:lnTo>
                  <a:pt x="3718" y="76002"/>
                </a:lnTo>
                <a:lnTo>
                  <a:pt x="4051" y="76070"/>
                </a:lnTo>
                <a:lnTo>
                  <a:pt x="4409" y="76115"/>
                </a:lnTo>
                <a:lnTo>
                  <a:pt x="4766" y="76150"/>
                </a:lnTo>
                <a:lnTo>
                  <a:pt x="5124" y="76184"/>
                </a:lnTo>
                <a:lnTo>
                  <a:pt x="4933" y="76457"/>
                </a:lnTo>
                <a:lnTo>
                  <a:pt x="4814" y="76742"/>
                </a:lnTo>
                <a:lnTo>
                  <a:pt x="4718" y="77027"/>
                </a:lnTo>
                <a:lnTo>
                  <a:pt x="4695" y="77311"/>
                </a:lnTo>
                <a:lnTo>
                  <a:pt x="4718" y="77596"/>
                </a:lnTo>
                <a:lnTo>
                  <a:pt x="4766" y="77733"/>
                </a:lnTo>
                <a:lnTo>
                  <a:pt x="4814" y="77870"/>
                </a:lnTo>
                <a:lnTo>
                  <a:pt x="4861" y="78006"/>
                </a:lnTo>
                <a:lnTo>
                  <a:pt x="4957" y="78143"/>
                </a:lnTo>
                <a:lnTo>
                  <a:pt x="5052" y="78268"/>
                </a:lnTo>
                <a:lnTo>
                  <a:pt x="5147" y="78394"/>
                </a:lnTo>
                <a:lnTo>
                  <a:pt x="5267" y="78519"/>
                </a:lnTo>
                <a:lnTo>
                  <a:pt x="5410" y="78644"/>
                </a:lnTo>
                <a:lnTo>
                  <a:pt x="5576" y="78758"/>
                </a:lnTo>
                <a:lnTo>
                  <a:pt x="5743" y="78872"/>
                </a:lnTo>
                <a:lnTo>
                  <a:pt x="5934" y="78986"/>
                </a:lnTo>
                <a:lnTo>
                  <a:pt x="6124" y="79089"/>
                </a:lnTo>
                <a:lnTo>
                  <a:pt x="6339" y="79191"/>
                </a:lnTo>
                <a:lnTo>
                  <a:pt x="6577" y="79282"/>
                </a:lnTo>
                <a:lnTo>
                  <a:pt x="6839" y="79373"/>
                </a:lnTo>
                <a:lnTo>
                  <a:pt x="7101" y="79453"/>
                </a:lnTo>
                <a:lnTo>
                  <a:pt x="7387" y="79533"/>
                </a:lnTo>
                <a:lnTo>
                  <a:pt x="7697" y="79601"/>
                </a:lnTo>
                <a:lnTo>
                  <a:pt x="8007" y="79658"/>
                </a:lnTo>
                <a:lnTo>
                  <a:pt x="8364" y="79715"/>
                </a:lnTo>
                <a:lnTo>
                  <a:pt x="8722" y="79761"/>
                </a:lnTo>
                <a:lnTo>
                  <a:pt x="9103" y="79806"/>
                </a:lnTo>
                <a:lnTo>
                  <a:pt x="82993" y="86823"/>
                </a:lnTo>
                <a:lnTo>
                  <a:pt x="156882" y="93840"/>
                </a:lnTo>
                <a:lnTo>
                  <a:pt x="193839" y="97337"/>
                </a:lnTo>
                <a:lnTo>
                  <a:pt x="230796" y="100834"/>
                </a:lnTo>
                <a:lnTo>
                  <a:pt x="267753" y="104308"/>
                </a:lnTo>
                <a:lnTo>
                  <a:pt x="304710" y="107771"/>
                </a:lnTo>
                <a:lnTo>
                  <a:pt x="305162" y="107805"/>
                </a:lnTo>
                <a:lnTo>
                  <a:pt x="305615" y="107828"/>
                </a:lnTo>
                <a:lnTo>
                  <a:pt x="306068" y="107828"/>
                </a:lnTo>
                <a:lnTo>
                  <a:pt x="306521" y="107817"/>
                </a:lnTo>
                <a:lnTo>
                  <a:pt x="306973" y="107783"/>
                </a:lnTo>
                <a:lnTo>
                  <a:pt x="307402" y="107737"/>
                </a:lnTo>
                <a:lnTo>
                  <a:pt x="307831" y="107680"/>
                </a:lnTo>
                <a:lnTo>
                  <a:pt x="308260" y="107612"/>
                </a:lnTo>
                <a:lnTo>
                  <a:pt x="308689" y="107532"/>
                </a:lnTo>
                <a:lnTo>
                  <a:pt x="309094" y="107441"/>
                </a:lnTo>
                <a:lnTo>
                  <a:pt x="309475" y="107327"/>
                </a:lnTo>
                <a:lnTo>
                  <a:pt x="309856" y="107213"/>
                </a:lnTo>
                <a:lnTo>
                  <a:pt x="310214" y="107088"/>
                </a:lnTo>
                <a:lnTo>
                  <a:pt x="310547" y="106951"/>
                </a:lnTo>
                <a:lnTo>
                  <a:pt x="310857" y="106803"/>
                </a:lnTo>
                <a:lnTo>
                  <a:pt x="311167" y="106655"/>
                </a:lnTo>
                <a:lnTo>
                  <a:pt x="311429" y="106495"/>
                </a:lnTo>
                <a:lnTo>
                  <a:pt x="311691" y="106325"/>
                </a:lnTo>
                <a:lnTo>
                  <a:pt x="311906" y="106142"/>
                </a:lnTo>
                <a:lnTo>
                  <a:pt x="312096" y="105960"/>
                </a:lnTo>
                <a:lnTo>
                  <a:pt x="312263" y="105778"/>
                </a:lnTo>
                <a:lnTo>
                  <a:pt x="312382" y="105584"/>
                </a:lnTo>
                <a:lnTo>
                  <a:pt x="312478" y="105390"/>
                </a:lnTo>
                <a:lnTo>
                  <a:pt x="312549" y="105185"/>
                </a:lnTo>
                <a:lnTo>
                  <a:pt x="312573" y="104980"/>
                </a:lnTo>
                <a:lnTo>
                  <a:pt x="312573" y="104775"/>
                </a:lnTo>
                <a:lnTo>
                  <a:pt x="312525" y="104559"/>
                </a:lnTo>
                <a:lnTo>
                  <a:pt x="312430" y="104354"/>
                </a:lnTo>
                <a:lnTo>
                  <a:pt x="312287" y="104137"/>
                </a:lnTo>
                <a:lnTo>
                  <a:pt x="312096" y="103921"/>
                </a:lnTo>
                <a:lnTo>
                  <a:pt x="311882" y="103705"/>
                </a:lnTo>
                <a:lnTo>
                  <a:pt x="311596" y="103500"/>
                </a:lnTo>
                <a:lnTo>
                  <a:pt x="306616" y="99991"/>
                </a:lnTo>
                <a:lnTo>
                  <a:pt x="301588" y="96483"/>
                </a:lnTo>
                <a:lnTo>
                  <a:pt x="296537" y="92997"/>
                </a:lnTo>
                <a:lnTo>
                  <a:pt x="291414" y="89523"/>
                </a:lnTo>
                <a:lnTo>
                  <a:pt x="286243" y="86048"/>
                </a:lnTo>
                <a:lnTo>
                  <a:pt x="281025" y="82597"/>
                </a:lnTo>
                <a:lnTo>
                  <a:pt x="278404" y="80877"/>
                </a:lnTo>
                <a:lnTo>
                  <a:pt x="275759" y="79157"/>
                </a:lnTo>
                <a:lnTo>
                  <a:pt x="273114" y="77437"/>
                </a:lnTo>
                <a:lnTo>
                  <a:pt x="270445" y="75728"/>
                </a:lnTo>
                <a:lnTo>
                  <a:pt x="267777" y="74019"/>
                </a:lnTo>
                <a:lnTo>
                  <a:pt x="265084" y="72322"/>
                </a:lnTo>
                <a:lnTo>
                  <a:pt x="262368" y="70625"/>
                </a:lnTo>
                <a:lnTo>
                  <a:pt x="259651" y="68928"/>
                </a:lnTo>
                <a:lnTo>
                  <a:pt x="256935" y="67242"/>
                </a:lnTo>
                <a:lnTo>
                  <a:pt x="254195" y="65556"/>
                </a:lnTo>
                <a:lnTo>
                  <a:pt x="251431" y="63870"/>
                </a:lnTo>
                <a:lnTo>
                  <a:pt x="248667" y="62196"/>
                </a:lnTo>
                <a:lnTo>
                  <a:pt x="245879" y="60521"/>
                </a:lnTo>
                <a:lnTo>
                  <a:pt x="243091" y="58858"/>
                </a:lnTo>
                <a:lnTo>
                  <a:pt x="240279" y="57195"/>
                </a:lnTo>
                <a:lnTo>
                  <a:pt x="237468" y="55543"/>
                </a:lnTo>
                <a:lnTo>
                  <a:pt x="234632" y="53891"/>
                </a:lnTo>
                <a:lnTo>
                  <a:pt x="231773" y="52240"/>
                </a:lnTo>
                <a:lnTo>
                  <a:pt x="228914" y="50611"/>
                </a:lnTo>
                <a:lnTo>
                  <a:pt x="226030" y="48971"/>
                </a:lnTo>
                <a:lnTo>
                  <a:pt x="223147" y="47342"/>
                </a:lnTo>
                <a:lnTo>
                  <a:pt x="220240" y="45724"/>
                </a:lnTo>
                <a:lnTo>
                  <a:pt x="217333" y="44107"/>
                </a:lnTo>
                <a:lnTo>
                  <a:pt x="214403" y="42500"/>
                </a:lnTo>
                <a:lnTo>
                  <a:pt x="211448" y="40894"/>
                </a:lnTo>
                <a:lnTo>
                  <a:pt x="208493" y="39300"/>
                </a:lnTo>
                <a:lnTo>
                  <a:pt x="205515" y="37705"/>
                </a:lnTo>
                <a:lnTo>
                  <a:pt x="202513" y="36121"/>
                </a:lnTo>
                <a:lnTo>
                  <a:pt x="199510" y="34549"/>
                </a:lnTo>
                <a:lnTo>
                  <a:pt x="196484" y="32977"/>
                </a:lnTo>
                <a:lnTo>
                  <a:pt x="193458" y="31417"/>
                </a:lnTo>
                <a:lnTo>
                  <a:pt x="190408" y="29856"/>
                </a:lnTo>
                <a:lnTo>
                  <a:pt x="187334" y="28307"/>
                </a:lnTo>
                <a:lnTo>
                  <a:pt x="184260" y="26769"/>
                </a:lnTo>
                <a:lnTo>
                  <a:pt x="181163" y="25232"/>
                </a:lnTo>
                <a:lnTo>
                  <a:pt x="178041" y="23705"/>
                </a:lnTo>
                <a:lnTo>
                  <a:pt x="174920" y="22190"/>
                </a:lnTo>
                <a:lnTo>
                  <a:pt x="171775" y="20687"/>
                </a:lnTo>
                <a:lnTo>
                  <a:pt x="168629" y="19183"/>
                </a:lnTo>
                <a:lnTo>
                  <a:pt x="165460" y="17691"/>
                </a:lnTo>
                <a:lnTo>
                  <a:pt x="162267" y="16198"/>
                </a:lnTo>
                <a:lnTo>
                  <a:pt x="159051" y="14718"/>
                </a:lnTo>
                <a:lnTo>
                  <a:pt x="155834" y="13248"/>
                </a:lnTo>
                <a:lnTo>
                  <a:pt x="152593" y="11790"/>
                </a:lnTo>
                <a:lnTo>
                  <a:pt x="149353" y="10343"/>
                </a:lnTo>
                <a:lnTo>
                  <a:pt x="146088" y="8897"/>
                </a:lnTo>
                <a:lnTo>
                  <a:pt x="142800" y="7461"/>
                </a:lnTo>
                <a:lnTo>
                  <a:pt x="139512" y="6038"/>
                </a:lnTo>
                <a:lnTo>
                  <a:pt x="136176" y="4625"/>
                </a:lnTo>
                <a:lnTo>
                  <a:pt x="132840" y="3224"/>
                </a:lnTo>
                <a:lnTo>
                  <a:pt x="129504" y="1823"/>
                </a:lnTo>
                <a:lnTo>
                  <a:pt x="126145" y="433"/>
                </a:lnTo>
                <a:lnTo>
                  <a:pt x="125906" y="353"/>
                </a:lnTo>
                <a:lnTo>
                  <a:pt x="125668" y="274"/>
                </a:lnTo>
                <a:lnTo>
                  <a:pt x="125430" y="205"/>
                </a:lnTo>
                <a:lnTo>
                  <a:pt x="125215" y="148"/>
                </a:lnTo>
                <a:lnTo>
                  <a:pt x="124977" y="103"/>
                </a:lnTo>
                <a:lnTo>
                  <a:pt x="124739" y="57"/>
                </a:lnTo>
                <a:lnTo>
                  <a:pt x="124501" y="35"/>
                </a:lnTo>
                <a:lnTo>
                  <a:pt x="124262" y="12"/>
                </a:lnTo>
                <a:lnTo>
                  <a:pt x="12402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4"/>
          <p:cNvSpPr/>
          <p:nvPr/>
        </p:nvSpPr>
        <p:spPr>
          <a:xfrm rot="10800000">
            <a:off x="5521357" y="4495105"/>
            <a:ext cx="731913" cy="293645"/>
          </a:xfrm>
          <a:custGeom>
            <a:rect b="b" l="l" r="r" t="t"/>
            <a:pathLst>
              <a:path extrusionOk="0" h="36008" w="164198">
                <a:moveTo>
                  <a:pt x="160719" y="0"/>
                </a:moveTo>
                <a:lnTo>
                  <a:pt x="160433" y="12"/>
                </a:lnTo>
                <a:lnTo>
                  <a:pt x="160123" y="23"/>
                </a:lnTo>
                <a:lnTo>
                  <a:pt x="159837" y="57"/>
                </a:lnTo>
                <a:lnTo>
                  <a:pt x="159527" y="103"/>
                </a:lnTo>
                <a:lnTo>
                  <a:pt x="159265" y="160"/>
                </a:lnTo>
                <a:lnTo>
                  <a:pt x="158979" y="228"/>
                </a:lnTo>
                <a:lnTo>
                  <a:pt x="158717" y="308"/>
                </a:lnTo>
                <a:lnTo>
                  <a:pt x="158479" y="399"/>
                </a:lnTo>
                <a:lnTo>
                  <a:pt x="158241" y="501"/>
                </a:lnTo>
                <a:lnTo>
                  <a:pt x="158026" y="615"/>
                </a:lnTo>
                <a:lnTo>
                  <a:pt x="157835" y="752"/>
                </a:lnTo>
                <a:lnTo>
                  <a:pt x="157669" y="889"/>
                </a:lnTo>
                <a:lnTo>
                  <a:pt x="157526" y="1037"/>
                </a:lnTo>
                <a:lnTo>
                  <a:pt x="157407" y="1208"/>
                </a:lnTo>
                <a:lnTo>
                  <a:pt x="157335" y="1378"/>
                </a:lnTo>
                <a:lnTo>
                  <a:pt x="157287" y="1572"/>
                </a:lnTo>
                <a:lnTo>
                  <a:pt x="157097" y="2404"/>
                </a:lnTo>
                <a:lnTo>
                  <a:pt x="156882" y="3224"/>
                </a:lnTo>
                <a:lnTo>
                  <a:pt x="156620" y="4044"/>
                </a:lnTo>
                <a:lnTo>
                  <a:pt x="156311" y="4853"/>
                </a:lnTo>
                <a:lnTo>
                  <a:pt x="155977" y="5650"/>
                </a:lnTo>
                <a:lnTo>
                  <a:pt x="155620" y="6436"/>
                </a:lnTo>
                <a:lnTo>
                  <a:pt x="155214" y="7222"/>
                </a:lnTo>
                <a:lnTo>
                  <a:pt x="154786" y="7985"/>
                </a:lnTo>
                <a:lnTo>
                  <a:pt x="154309" y="8749"/>
                </a:lnTo>
                <a:lnTo>
                  <a:pt x="153785" y="9500"/>
                </a:lnTo>
                <a:lnTo>
                  <a:pt x="153237" y="10229"/>
                </a:lnTo>
                <a:lnTo>
                  <a:pt x="152665" y="10958"/>
                </a:lnTo>
                <a:lnTo>
                  <a:pt x="152069" y="11687"/>
                </a:lnTo>
                <a:lnTo>
                  <a:pt x="151426" y="12394"/>
                </a:lnTo>
                <a:lnTo>
                  <a:pt x="150735" y="13089"/>
                </a:lnTo>
                <a:lnTo>
                  <a:pt x="150044" y="13772"/>
                </a:lnTo>
                <a:lnTo>
                  <a:pt x="149305" y="14444"/>
                </a:lnTo>
                <a:lnTo>
                  <a:pt x="148519" y="15105"/>
                </a:lnTo>
                <a:lnTo>
                  <a:pt x="147733" y="15765"/>
                </a:lnTo>
                <a:lnTo>
                  <a:pt x="146899" y="16403"/>
                </a:lnTo>
                <a:lnTo>
                  <a:pt x="146041" y="17030"/>
                </a:lnTo>
                <a:lnTo>
                  <a:pt x="145159" y="17645"/>
                </a:lnTo>
                <a:lnTo>
                  <a:pt x="144230" y="18249"/>
                </a:lnTo>
                <a:lnTo>
                  <a:pt x="143277" y="18841"/>
                </a:lnTo>
                <a:lnTo>
                  <a:pt x="142300" y="19422"/>
                </a:lnTo>
                <a:lnTo>
                  <a:pt x="141299" y="19991"/>
                </a:lnTo>
                <a:lnTo>
                  <a:pt x="140274" y="20538"/>
                </a:lnTo>
                <a:lnTo>
                  <a:pt x="139202" y="21085"/>
                </a:lnTo>
                <a:lnTo>
                  <a:pt x="138130" y="21609"/>
                </a:lnTo>
                <a:lnTo>
                  <a:pt x="137010" y="22122"/>
                </a:lnTo>
                <a:lnTo>
                  <a:pt x="135890" y="22623"/>
                </a:lnTo>
                <a:lnTo>
                  <a:pt x="134723" y="23113"/>
                </a:lnTo>
                <a:lnTo>
                  <a:pt x="133531" y="23591"/>
                </a:lnTo>
                <a:lnTo>
                  <a:pt x="132316" y="24047"/>
                </a:lnTo>
                <a:lnTo>
                  <a:pt x="131077" y="24491"/>
                </a:lnTo>
                <a:lnTo>
                  <a:pt x="129814" y="24924"/>
                </a:lnTo>
                <a:lnTo>
                  <a:pt x="128551" y="25345"/>
                </a:lnTo>
                <a:lnTo>
                  <a:pt x="127241" y="25744"/>
                </a:lnTo>
                <a:lnTo>
                  <a:pt x="125906" y="26131"/>
                </a:lnTo>
                <a:lnTo>
                  <a:pt x="124548" y="26507"/>
                </a:lnTo>
                <a:lnTo>
                  <a:pt x="123190" y="26860"/>
                </a:lnTo>
                <a:lnTo>
                  <a:pt x="121784" y="27202"/>
                </a:lnTo>
                <a:lnTo>
                  <a:pt x="120378" y="27532"/>
                </a:lnTo>
                <a:lnTo>
                  <a:pt x="118949" y="27840"/>
                </a:lnTo>
                <a:lnTo>
                  <a:pt x="117495" y="28136"/>
                </a:lnTo>
                <a:lnTo>
                  <a:pt x="116018" y="28409"/>
                </a:lnTo>
                <a:lnTo>
                  <a:pt x="114517" y="28683"/>
                </a:lnTo>
                <a:lnTo>
                  <a:pt x="113016" y="28922"/>
                </a:lnTo>
                <a:lnTo>
                  <a:pt x="111491" y="29161"/>
                </a:lnTo>
                <a:lnTo>
                  <a:pt x="109942" y="29366"/>
                </a:lnTo>
                <a:lnTo>
                  <a:pt x="108369" y="29571"/>
                </a:lnTo>
                <a:lnTo>
                  <a:pt x="106796" y="29754"/>
                </a:lnTo>
                <a:lnTo>
                  <a:pt x="105200" y="29913"/>
                </a:lnTo>
                <a:lnTo>
                  <a:pt x="103580" y="30061"/>
                </a:lnTo>
                <a:lnTo>
                  <a:pt x="101936" y="30186"/>
                </a:lnTo>
                <a:lnTo>
                  <a:pt x="100292" y="30300"/>
                </a:lnTo>
                <a:lnTo>
                  <a:pt x="98647" y="30392"/>
                </a:lnTo>
                <a:lnTo>
                  <a:pt x="96956" y="30471"/>
                </a:lnTo>
                <a:lnTo>
                  <a:pt x="95264" y="30528"/>
                </a:lnTo>
                <a:lnTo>
                  <a:pt x="93572" y="30574"/>
                </a:lnTo>
                <a:lnTo>
                  <a:pt x="91856" y="30585"/>
                </a:lnTo>
                <a:lnTo>
                  <a:pt x="90117" y="30597"/>
                </a:lnTo>
                <a:lnTo>
                  <a:pt x="88378" y="30574"/>
                </a:lnTo>
                <a:lnTo>
                  <a:pt x="86614" y="30540"/>
                </a:lnTo>
                <a:lnTo>
                  <a:pt x="85018" y="30494"/>
                </a:lnTo>
                <a:lnTo>
                  <a:pt x="83421" y="30426"/>
                </a:lnTo>
                <a:lnTo>
                  <a:pt x="81825" y="30346"/>
                </a:lnTo>
                <a:lnTo>
                  <a:pt x="80276" y="30255"/>
                </a:lnTo>
                <a:lnTo>
                  <a:pt x="78704" y="30141"/>
                </a:lnTo>
                <a:lnTo>
                  <a:pt x="77179" y="30016"/>
                </a:lnTo>
                <a:lnTo>
                  <a:pt x="75630" y="29879"/>
                </a:lnTo>
                <a:lnTo>
                  <a:pt x="74129" y="29719"/>
                </a:lnTo>
                <a:lnTo>
                  <a:pt x="72628" y="29549"/>
                </a:lnTo>
                <a:lnTo>
                  <a:pt x="71126" y="29366"/>
                </a:lnTo>
                <a:lnTo>
                  <a:pt x="69649" y="29161"/>
                </a:lnTo>
                <a:lnTo>
                  <a:pt x="68172" y="28956"/>
                </a:lnTo>
                <a:lnTo>
                  <a:pt x="66742" y="28728"/>
                </a:lnTo>
                <a:lnTo>
                  <a:pt x="65289" y="28489"/>
                </a:lnTo>
                <a:lnTo>
                  <a:pt x="63859" y="28227"/>
                </a:lnTo>
                <a:lnTo>
                  <a:pt x="62453" y="27965"/>
                </a:lnTo>
                <a:lnTo>
                  <a:pt x="61047" y="27680"/>
                </a:lnTo>
                <a:lnTo>
                  <a:pt x="59665" y="27396"/>
                </a:lnTo>
                <a:lnTo>
                  <a:pt x="58307" y="27088"/>
                </a:lnTo>
                <a:lnTo>
                  <a:pt x="56949" y="26769"/>
                </a:lnTo>
                <a:lnTo>
                  <a:pt x="55591" y="26439"/>
                </a:lnTo>
                <a:lnTo>
                  <a:pt x="54256" y="26108"/>
                </a:lnTo>
                <a:lnTo>
                  <a:pt x="52946" y="25755"/>
                </a:lnTo>
                <a:lnTo>
                  <a:pt x="51635" y="25391"/>
                </a:lnTo>
                <a:lnTo>
                  <a:pt x="50349" y="25015"/>
                </a:lnTo>
                <a:lnTo>
                  <a:pt x="49062" y="24628"/>
                </a:lnTo>
                <a:lnTo>
                  <a:pt x="47799" y="24229"/>
                </a:lnTo>
                <a:lnTo>
                  <a:pt x="46560" y="23830"/>
                </a:lnTo>
                <a:lnTo>
                  <a:pt x="45321" y="23409"/>
                </a:lnTo>
                <a:lnTo>
                  <a:pt x="44106" y="22987"/>
                </a:lnTo>
                <a:lnTo>
                  <a:pt x="42890" y="22554"/>
                </a:lnTo>
                <a:lnTo>
                  <a:pt x="41675" y="22099"/>
                </a:lnTo>
                <a:lnTo>
                  <a:pt x="40508" y="21643"/>
                </a:lnTo>
                <a:lnTo>
                  <a:pt x="39340" y="21188"/>
                </a:lnTo>
                <a:lnTo>
                  <a:pt x="38173" y="20709"/>
                </a:lnTo>
                <a:lnTo>
                  <a:pt x="37029" y="20231"/>
                </a:lnTo>
                <a:lnTo>
                  <a:pt x="35909" y="19741"/>
                </a:lnTo>
                <a:lnTo>
                  <a:pt x="34789" y="19240"/>
                </a:lnTo>
                <a:lnTo>
                  <a:pt x="33693" y="18738"/>
                </a:lnTo>
                <a:lnTo>
                  <a:pt x="32597" y="18226"/>
                </a:lnTo>
                <a:lnTo>
                  <a:pt x="31525" y="17702"/>
                </a:lnTo>
                <a:lnTo>
                  <a:pt x="30452" y="17167"/>
                </a:lnTo>
                <a:lnTo>
                  <a:pt x="29404" y="16631"/>
                </a:lnTo>
                <a:lnTo>
                  <a:pt x="28379" y="16084"/>
                </a:lnTo>
                <a:lnTo>
                  <a:pt x="27355" y="15538"/>
                </a:lnTo>
                <a:lnTo>
                  <a:pt x="26354" y="14979"/>
                </a:lnTo>
                <a:lnTo>
                  <a:pt x="25353" y="14421"/>
                </a:lnTo>
                <a:lnTo>
                  <a:pt x="24376" y="13852"/>
                </a:lnTo>
                <a:lnTo>
                  <a:pt x="23423" y="13271"/>
                </a:lnTo>
                <a:lnTo>
                  <a:pt x="22470" y="12690"/>
                </a:lnTo>
                <a:lnTo>
                  <a:pt x="21541" y="12109"/>
                </a:lnTo>
                <a:lnTo>
                  <a:pt x="20612" y="11517"/>
                </a:lnTo>
                <a:lnTo>
                  <a:pt x="19706" y="10913"/>
                </a:lnTo>
                <a:lnTo>
                  <a:pt x="18801" y="10320"/>
                </a:lnTo>
                <a:lnTo>
                  <a:pt x="17919" y="9705"/>
                </a:lnTo>
                <a:lnTo>
                  <a:pt x="17061" y="9102"/>
                </a:lnTo>
                <a:lnTo>
                  <a:pt x="16203" y="8487"/>
                </a:lnTo>
                <a:lnTo>
                  <a:pt x="15369" y="7871"/>
                </a:lnTo>
                <a:lnTo>
                  <a:pt x="14535" y="7245"/>
                </a:lnTo>
                <a:lnTo>
                  <a:pt x="13725" y="6618"/>
                </a:lnTo>
                <a:lnTo>
                  <a:pt x="12939" y="5992"/>
                </a:lnTo>
                <a:lnTo>
                  <a:pt x="12153" y="5354"/>
                </a:lnTo>
                <a:lnTo>
                  <a:pt x="11390" y="4727"/>
                </a:lnTo>
                <a:lnTo>
                  <a:pt x="10628" y="4090"/>
                </a:lnTo>
                <a:lnTo>
                  <a:pt x="10461" y="3941"/>
                </a:lnTo>
                <a:lnTo>
                  <a:pt x="10270" y="3816"/>
                </a:lnTo>
                <a:lnTo>
                  <a:pt x="10080" y="3691"/>
                </a:lnTo>
                <a:lnTo>
                  <a:pt x="9889" y="3577"/>
                </a:lnTo>
                <a:lnTo>
                  <a:pt x="9675" y="3463"/>
                </a:lnTo>
                <a:lnTo>
                  <a:pt x="9460" y="3372"/>
                </a:lnTo>
                <a:lnTo>
                  <a:pt x="9246" y="3269"/>
                </a:lnTo>
                <a:lnTo>
                  <a:pt x="9007" y="3190"/>
                </a:lnTo>
                <a:lnTo>
                  <a:pt x="8793" y="3110"/>
                </a:lnTo>
                <a:lnTo>
                  <a:pt x="8555" y="3042"/>
                </a:lnTo>
                <a:lnTo>
                  <a:pt x="8316" y="2985"/>
                </a:lnTo>
                <a:lnTo>
                  <a:pt x="8078" y="2928"/>
                </a:lnTo>
                <a:lnTo>
                  <a:pt x="7816" y="2882"/>
                </a:lnTo>
                <a:lnTo>
                  <a:pt x="7578" y="2837"/>
                </a:lnTo>
                <a:lnTo>
                  <a:pt x="7077" y="2780"/>
                </a:lnTo>
                <a:lnTo>
                  <a:pt x="6553" y="2745"/>
                </a:lnTo>
                <a:lnTo>
                  <a:pt x="6029" y="2734"/>
                </a:lnTo>
                <a:lnTo>
                  <a:pt x="5505" y="2745"/>
                </a:lnTo>
                <a:lnTo>
                  <a:pt x="4981" y="2780"/>
                </a:lnTo>
                <a:lnTo>
                  <a:pt x="4480" y="2848"/>
                </a:lnTo>
                <a:lnTo>
                  <a:pt x="3980" y="2928"/>
                </a:lnTo>
                <a:lnTo>
                  <a:pt x="3503" y="3019"/>
                </a:lnTo>
                <a:lnTo>
                  <a:pt x="3027" y="3144"/>
                </a:lnTo>
                <a:lnTo>
                  <a:pt x="2574" y="3281"/>
                </a:lnTo>
                <a:lnTo>
                  <a:pt x="2145" y="3440"/>
                </a:lnTo>
                <a:lnTo>
                  <a:pt x="1740" y="3611"/>
                </a:lnTo>
                <a:lnTo>
                  <a:pt x="1383" y="3793"/>
                </a:lnTo>
                <a:lnTo>
                  <a:pt x="1049" y="3998"/>
                </a:lnTo>
                <a:lnTo>
                  <a:pt x="763" y="4215"/>
                </a:lnTo>
                <a:lnTo>
                  <a:pt x="501" y="4431"/>
                </a:lnTo>
                <a:lnTo>
                  <a:pt x="310" y="4671"/>
                </a:lnTo>
                <a:lnTo>
                  <a:pt x="144" y="4921"/>
                </a:lnTo>
                <a:lnTo>
                  <a:pt x="96" y="5046"/>
                </a:lnTo>
                <a:lnTo>
                  <a:pt x="48" y="5172"/>
                </a:lnTo>
                <a:lnTo>
                  <a:pt x="1" y="5308"/>
                </a:lnTo>
                <a:lnTo>
                  <a:pt x="1" y="5445"/>
                </a:lnTo>
                <a:lnTo>
                  <a:pt x="1" y="5582"/>
                </a:lnTo>
                <a:lnTo>
                  <a:pt x="1" y="5718"/>
                </a:lnTo>
                <a:lnTo>
                  <a:pt x="24" y="5855"/>
                </a:lnTo>
                <a:lnTo>
                  <a:pt x="72" y="5992"/>
                </a:lnTo>
                <a:lnTo>
                  <a:pt x="144" y="6129"/>
                </a:lnTo>
                <a:lnTo>
                  <a:pt x="215" y="6277"/>
                </a:lnTo>
                <a:lnTo>
                  <a:pt x="310" y="6413"/>
                </a:lnTo>
                <a:lnTo>
                  <a:pt x="429" y="6561"/>
                </a:lnTo>
                <a:lnTo>
                  <a:pt x="572" y="6710"/>
                </a:lnTo>
                <a:lnTo>
                  <a:pt x="715" y="6858"/>
                </a:lnTo>
                <a:lnTo>
                  <a:pt x="1669" y="7689"/>
                </a:lnTo>
                <a:lnTo>
                  <a:pt x="2622" y="8521"/>
                </a:lnTo>
                <a:lnTo>
                  <a:pt x="3622" y="9341"/>
                </a:lnTo>
                <a:lnTo>
                  <a:pt x="4647" y="10150"/>
                </a:lnTo>
                <a:lnTo>
                  <a:pt x="5695" y="10958"/>
                </a:lnTo>
                <a:lnTo>
                  <a:pt x="6768" y="11767"/>
                </a:lnTo>
                <a:lnTo>
                  <a:pt x="7864" y="12553"/>
                </a:lnTo>
                <a:lnTo>
                  <a:pt x="8984" y="13339"/>
                </a:lnTo>
                <a:lnTo>
                  <a:pt x="10127" y="14114"/>
                </a:lnTo>
                <a:lnTo>
                  <a:pt x="11295" y="14888"/>
                </a:lnTo>
                <a:lnTo>
                  <a:pt x="12486" y="15651"/>
                </a:lnTo>
                <a:lnTo>
                  <a:pt x="13702" y="16392"/>
                </a:lnTo>
                <a:lnTo>
                  <a:pt x="14941" y="17132"/>
                </a:lnTo>
                <a:lnTo>
                  <a:pt x="16180" y="17873"/>
                </a:lnTo>
                <a:lnTo>
                  <a:pt x="17466" y="18590"/>
                </a:lnTo>
                <a:lnTo>
                  <a:pt x="18777" y="19297"/>
                </a:lnTo>
                <a:lnTo>
                  <a:pt x="20111" y="20003"/>
                </a:lnTo>
                <a:lnTo>
                  <a:pt x="21469" y="20686"/>
                </a:lnTo>
                <a:lnTo>
                  <a:pt x="22828" y="21370"/>
                </a:lnTo>
                <a:lnTo>
                  <a:pt x="24233" y="22030"/>
                </a:lnTo>
                <a:lnTo>
                  <a:pt x="25639" y="22691"/>
                </a:lnTo>
                <a:lnTo>
                  <a:pt x="27069" y="23329"/>
                </a:lnTo>
                <a:lnTo>
                  <a:pt x="28522" y="23967"/>
                </a:lnTo>
                <a:lnTo>
                  <a:pt x="30000" y="24582"/>
                </a:lnTo>
                <a:lnTo>
                  <a:pt x="31501" y="25186"/>
                </a:lnTo>
                <a:lnTo>
                  <a:pt x="33002" y="25778"/>
                </a:lnTo>
                <a:lnTo>
                  <a:pt x="34551" y="26359"/>
                </a:lnTo>
                <a:lnTo>
                  <a:pt x="36100" y="26917"/>
                </a:lnTo>
                <a:lnTo>
                  <a:pt x="37672" y="27475"/>
                </a:lnTo>
                <a:lnTo>
                  <a:pt x="39269" y="28011"/>
                </a:lnTo>
                <a:lnTo>
                  <a:pt x="40865" y="28523"/>
                </a:lnTo>
                <a:lnTo>
                  <a:pt x="42509" y="29036"/>
                </a:lnTo>
                <a:lnTo>
                  <a:pt x="44153" y="29526"/>
                </a:lnTo>
                <a:lnTo>
                  <a:pt x="45821" y="30004"/>
                </a:lnTo>
                <a:lnTo>
                  <a:pt x="47489" y="30460"/>
                </a:lnTo>
                <a:lnTo>
                  <a:pt x="49181" y="30904"/>
                </a:lnTo>
                <a:lnTo>
                  <a:pt x="50897" y="31337"/>
                </a:lnTo>
                <a:lnTo>
                  <a:pt x="52636" y="31747"/>
                </a:lnTo>
                <a:lnTo>
                  <a:pt x="54375" y="32134"/>
                </a:lnTo>
                <a:lnTo>
                  <a:pt x="56139" y="32510"/>
                </a:lnTo>
                <a:lnTo>
                  <a:pt x="57926" y="32875"/>
                </a:lnTo>
                <a:lnTo>
                  <a:pt x="59737" y="33217"/>
                </a:lnTo>
                <a:lnTo>
                  <a:pt x="61524" y="33535"/>
                </a:lnTo>
                <a:lnTo>
                  <a:pt x="63359" y="33843"/>
                </a:lnTo>
                <a:lnTo>
                  <a:pt x="65193" y="34128"/>
                </a:lnTo>
                <a:lnTo>
                  <a:pt x="67052" y="34390"/>
                </a:lnTo>
                <a:lnTo>
                  <a:pt x="68934" y="34640"/>
                </a:lnTo>
                <a:lnTo>
                  <a:pt x="70817" y="34868"/>
                </a:lnTo>
                <a:lnTo>
                  <a:pt x="72699" y="35073"/>
                </a:lnTo>
                <a:lnTo>
                  <a:pt x="74605" y="35267"/>
                </a:lnTo>
                <a:lnTo>
                  <a:pt x="76535" y="35426"/>
                </a:lnTo>
                <a:lnTo>
                  <a:pt x="78465" y="35574"/>
                </a:lnTo>
                <a:lnTo>
                  <a:pt x="80419" y="35700"/>
                </a:lnTo>
                <a:lnTo>
                  <a:pt x="82373" y="35802"/>
                </a:lnTo>
                <a:lnTo>
                  <a:pt x="84351" y="35893"/>
                </a:lnTo>
                <a:lnTo>
                  <a:pt x="86328" y="35950"/>
                </a:lnTo>
                <a:lnTo>
                  <a:pt x="88330" y="35985"/>
                </a:lnTo>
                <a:lnTo>
                  <a:pt x="90332" y="36007"/>
                </a:lnTo>
                <a:lnTo>
                  <a:pt x="92357" y="35996"/>
                </a:lnTo>
                <a:lnTo>
                  <a:pt x="94382" y="35973"/>
                </a:lnTo>
                <a:lnTo>
                  <a:pt x="96431" y="35916"/>
                </a:lnTo>
                <a:lnTo>
                  <a:pt x="98481" y="35836"/>
                </a:lnTo>
                <a:lnTo>
                  <a:pt x="100530" y="35734"/>
                </a:lnTo>
                <a:lnTo>
                  <a:pt x="102603" y="35609"/>
                </a:lnTo>
                <a:lnTo>
                  <a:pt x="104247" y="35495"/>
                </a:lnTo>
                <a:lnTo>
                  <a:pt x="105891" y="35358"/>
                </a:lnTo>
                <a:lnTo>
                  <a:pt x="107535" y="35210"/>
                </a:lnTo>
                <a:lnTo>
                  <a:pt x="109155" y="35039"/>
                </a:lnTo>
                <a:lnTo>
                  <a:pt x="110752" y="34845"/>
                </a:lnTo>
                <a:lnTo>
                  <a:pt x="112348" y="34640"/>
                </a:lnTo>
                <a:lnTo>
                  <a:pt x="113921" y="34424"/>
                </a:lnTo>
                <a:lnTo>
                  <a:pt x="115494" y="34185"/>
                </a:lnTo>
                <a:lnTo>
                  <a:pt x="117042" y="33934"/>
                </a:lnTo>
                <a:lnTo>
                  <a:pt x="118591" y="33672"/>
                </a:lnTo>
                <a:lnTo>
                  <a:pt x="120092" y="33387"/>
                </a:lnTo>
                <a:lnTo>
                  <a:pt x="121617" y="33091"/>
                </a:lnTo>
                <a:lnTo>
                  <a:pt x="123095" y="32784"/>
                </a:lnTo>
                <a:lnTo>
                  <a:pt x="124572" y="32453"/>
                </a:lnTo>
                <a:lnTo>
                  <a:pt x="126025" y="32112"/>
                </a:lnTo>
                <a:lnTo>
                  <a:pt x="127455" y="31747"/>
                </a:lnTo>
                <a:lnTo>
                  <a:pt x="128861" y="31383"/>
                </a:lnTo>
                <a:lnTo>
                  <a:pt x="130267" y="30995"/>
                </a:lnTo>
                <a:lnTo>
                  <a:pt x="131649" y="30597"/>
                </a:lnTo>
                <a:lnTo>
                  <a:pt x="132983" y="30186"/>
                </a:lnTo>
                <a:lnTo>
                  <a:pt x="134318" y="29754"/>
                </a:lnTo>
                <a:lnTo>
                  <a:pt x="135628" y="29321"/>
                </a:lnTo>
                <a:lnTo>
                  <a:pt x="136939" y="28865"/>
                </a:lnTo>
                <a:lnTo>
                  <a:pt x="138201" y="28398"/>
                </a:lnTo>
                <a:lnTo>
                  <a:pt x="139440" y="27920"/>
                </a:lnTo>
                <a:lnTo>
                  <a:pt x="140656" y="27430"/>
                </a:lnTo>
                <a:lnTo>
                  <a:pt x="141847" y="26929"/>
                </a:lnTo>
                <a:lnTo>
                  <a:pt x="143038" y="26416"/>
                </a:lnTo>
                <a:lnTo>
                  <a:pt x="144182" y="25881"/>
                </a:lnTo>
                <a:lnTo>
                  <a:pt x="145302" y="25345"/>
                </a:lnTo>
                <a:lnTo>
                  <a:pt x="146398" y="24799"/>
                </a:lnTo>
                <a:lnTo>
                  <a:pt x="147447" y="24240"/>
                </a:lnTo>
                <a:lnTo>
                  <a:pt x="148495" y="23659"/>
                </a:lnTo>
                <a:lnTo>
                  <a:pt x="149496" y="23078"/>
                </a:lnTo>
                <a:lnTo>
                  <a:pt x="150497" y="22486"/>
                </a:lnTo>
                <a:lnTo>
                  <a:pt x="151450" y="21882"/>
                </a:lnTo>
                <a:lnTo>
                  <a:pt x="152355" y="21267"/>
                </a:lnTo>
                <a:lnTo>
                  <a:pt x="153261" y="20641"/>
                </a:lnTo>
                <a:lnTo>
                  <a:pt x="154118" y="20014"/>
                </a:lnTo>
                <a:lnTo>
                  <a:pt x="154952" y="19365"/>
                </a:lnTo>
                <a:lnTo>
                  <a:pt x="155739" y="18716"/>
                </a:lnTo>
                <a:lnTo>
                  <a:pt x="156525" y="18055"/>
                </a:lnTo>
                <a:lnTo>
                  <a:pt x="157240" y="17383"/>
                </a:lnTo>
                <a:lnTo>
                  <a:pt x="157955" y="16699"/>
                </a:lnTo>
                <a:lnTo>
                  <a:pt x="158622" y="16016"/>
                </a:lnTo>
                <a:lnTo>
                  <a:pt x="159241" y="15321"/>
                </a:lnTo>
                <a:lnTo>
                  <a:pt x="159837" y="14615"/>
                </a:lnTo>
                <a:lnTo>
                  <a:pt x="160409" y="13897"/>
                </a:lnTo>
                <a:lnTo>
                  <a:pt x="160933" y="13180"/>
                </a:lnTo>
                <a:lnTo>
                  <a:pt x="161410" y="12451"/>
                </a:lnTo>
                <a:lnTo>
                  <a:pt x="161862" y="11710"/>
                </a:lnTo>
                <a:lnTo>
                  <a:pt x="162291" y="10970"/>
                </a:lnTo>
                <a:lnTo>
                  <a:pt x="162649" y="10218"/>
                </a:lnTo>
                <a:lnTo>
                  <a:pt x="162982" y="9466"/>
                </a:lnTo>
                <a:lnTo>
                  <a:pt x="163292" y="8703"/>
                </a:lnTo>
                <a:lnTo>
                  <a:pt x="163530" y="7928"/>
                </a:lnTo>
                <a:lnTo>
                  <a:pt x="163745" y="7154"/>
                </a:lnTo>
                <a:lnTo>
                  <a:pt x="163935" y="6368"/>
                </a:lnTo>
                <a:lnTo>
                  <a:pt x="164055" y="5582"/>
                </a:lnTo>
                <a:lnTo>
                  <a:pt x="164150" y="4796"/>
                </a:lnTo>
                <a:lnTo>
                  <a:pt x="164198" y="3998"/>
                </a:lnTo>
                <a:lnTo>
                  <a:pt x="164198" y="3190"/>
                </a:lnTo>
                <a:lnTo>
                  <a:pt x="164174" y="2381"/>
                </a:lnTo>
                <a:lnTo>
                  <a:pt x="164078" y="1572"/>
                </a:lnTo>
                <a:lnTo>
                  <a:pt x="164031" y="1378"/>
                </a:lnTo>
                <a:lnTo>
                  <a:pt x="163959" y="1196"/>
                </a:lnTo>
                <a:lnTo>
                  <a:pt x="163864" y="1037"/>
                </a:lnTo>
                <a:lnTo>
                  <a:pt x="163721" y="877"/>
                </a:lnTo>
                <a:lnTo>
                  <a:pt x="163578" y="741"/>
                </a:lnTo>
                <a:lnTo>
                  <a:pt x="163387" y="604"/>
                </a:lnTo>
                <a:lnTo>
                  <a:pt x="163173" y="490"/>
                </a:lnTo>
                <a:lnTo>
                  <a:pt x="162958" y="387"/>
                </a:lnTo>
                <a:lnTo>
                  <a:pt x="162720" y="296"/>
                </a:lnTo>
                <a:lnTo>
                  <a:pt x="162458" y="217"/>
                </a:lnTo>
                <a:lnTo>
                  <a:pt x="162196" y="148"/>
                </a:lnTo>
                <a:lnTo>
                  <a:pt x="161910" y="91"/>
                </a:lnTo>
                <a:lnTo>
                  <a:pt x="161624" y="57"/>
                </a:lnTo>
                <a:lnTo>
                  <a:pt x="161338" y="23"/>
                </a:lnTo>
                <a:lnTo>
                  <a:pt x="16102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4"/>
          <p:cNvSpPr/>
          <p:nvPr/>
        </p:nvSpPr>
        <p:spPr>
          <a:xfrm rot="10800000">
            <a:off x="7653194" y="639868"/>
            <a:ext cx="91997" cy="98090"/>
          </a:xfrm>
          <a:custGeom>
            <a:rect b="b" l="l" r="r" t="t"/>
            <a:pathLst>
              <a:path extrusionOk="0" h="11265" w="32422">
                <a:moveTo>
                  <a:pt x="28115" y="1"/>
                </a:moveTo>
                <a:lnTo>
                  <a:pt x="27741" y="9"/>
                </a:lnTo>
                <a:lnTo>
                  <a:pt x="27339" y="32"/>
                </a:lnTo>
                <a:lnTo>
                  <a:pt x="26965" y="55"/>
                </a:lnTo>
                <a:lnTo>
                  <a:pt x="26590" y="94"/>
                </a:lnTo>
                <a:lnTo>
                  <a:pt x="26216" y="148"/>
                </a:lnTo>
                <a:lnTo>
                  <a:pt x="25841" y="209"/>
                </a:lnTo>
                <a:lnTo>
                  <a:pt x="25494" y="279"/>
                </a:lnTo>
                <a:lnTo>
                  <a:pt x="25146" y="364"/>
                </a:lnTo>
                <a:lnTo>
                  <a:pt x="24825" y="464"/>
                </a:lnTo>
                <a:lnTo>
                  <a:pt x="23327" y="966"/>
                </a:lnTo>
                <a:lnTo>
                  <a:pt x="21829" y="1460"/>
                </a:lnTo>
                <a:lnTo>
                  <a:pt x="18752" y="2456"/>
                </a:lnTo>
                <a:lnTo>
                  <a:pt x="15676" y="3444"/>
                </a:lnTo>
                <a:lnTo>
                  <a:pt x="12627" y="4448"/>
                </a:lnTo>
                <a:lnTo>
                  <a:pt x="11102" y="4957"/>
                </a:lnTo>
                <a:lnTo>
                  <a:pt x="9604" y="5467"/>
                </a:lnTo>
                <a:lnTo>
                  <a:pt x="8133" y="5976"/>
                </a:lnTo>
                <a:lnTo>
                  <a:pt x="6661" y="6493"/>
                </a:lnTo>
                <a:lnTo>
                  <a:pt x="5243" y="7011"/>
                </a:lnTo>
                <a:lnTo>
                  <a:pt x="3852" y="7536"/>
                </a:lnTo>
                <a:lnTo>
                  <a:pt x="2488" y="8068"/>
                </a:lnTo>
                <a:lnTo>
                  <a:pt x="1177" y="8609"/>
                </a:lnTo>
                <a:lnTo>
                  <a:pt x="963" y="8701"/>
                </a:lnTo>
                <a:lnTo>
                  <a:pt x="776" y="8786"/>
                </a:lnTo>
                <a:lnTo>
                  <a:pt x="616" y="8879"/>
                </a:lnTo>
                <a:lnTo>
                  <a:pt x="482" y="8964"/>
                </a:lnTo>
                <a:lnTo>
                  <a:pt x="348" y="9056"/>
                </a:lnTo>
                <a:lnTo>
                  <a:pt x="268" y="9141"/>
                </a:lnTo>
                <a:lnTo>
                  <a:pt x="161" y="9226"/>
                </a:lnTo>
                <a:lnTo>
                  <a:pt x="107" y="9319"/>
                </a:lnTo>
                <a:lnTo>
                  <a:pt x="54" y="9404"/>
                </a:lnTo>
                <a:lnTo>
                  <a:pt x="27" y="9489"/>
                </a:lnTo>
                <a:lnTo>
                  <a:pt x="0" y="9566"/>
                </a:lnTo>
                <a:lnTo>
                  <a:pt x="0" y="9651"/>
                </a:lnTo>
                <a:lnTo>
                  <a:pt x="54" y="9813"/>
                </a:lnTo>
                <a:lnTo>
                  <a:pt x="161" y="9967"/>
                </a:lnTo>
                <a:lnTo>
                  <a:pt x="321" y="10114"/>
                </a:lnTo>
                <a:lnTo>
                  <a:pt x="562" y="10261"/>
                </a:lnTo>
                <a:lnTo>
                  <a:pt x="830" y="10400"/>
                </a:lnTo>
                <a:lnTo>
                  <a:pt x="1124" y="10523"/>
                </a:lnTo>
                <a:lnTo>
                  <a:pt x="1498" y="10647"/>
                </a:lnTo>
                <a:lnTo>
                  <a:pt x="1873" y="10762"/>
                </a:lnTo>
                <a:lnTo>
                  <a:pt x="2301" y="10863"/>
                </a:lnTo>
                <a:lnTo>
                  <a:pt x="2756" y="10955"/>
                </a:lnTo>
                <a:lnTo>
                  <a:pt x="3264" y="11033"/>
                </a:lnTo>
                <a:lnTo>
                  <a:pt x="3772" y="11110"/>
                </a:lnTo>
                <a:lnTo>
                  <a:pt x="4307" y="11164"/>
                </a:lnTo>
                <a:lnTo>
                  <a:pt x="4842" y="11210"/>
                </a:lnTo>
                <a:lnTo>
                  <a:pt x="5404" y="11241"/>
                </a:lnTo>
                <a:lnTo>
                  <a:pt x="5992" y="11264"/>
                </a:lnTo>
                <a:lnTo>
                  <a:pt x="6554" y="11264"/>
                </a:lnTo>
                <a:lnTo>
                  <a:pt x="7143" y="11257"/>
                </a:lnTo>
                <a:lnTo>
                  <a:pt x="7731" y="11233"/>
                </a:lnTo>
                <a:lnTo>
                  <a:pt x="8293" y="11187"/>
                </a:lnTo>
                <a:lnTo>
                  <a:pt x="8855" y="11125"/>
                </a:lnTo>
                <a:lnTo>
                  <a:pt x="9417" y="11048"/>
                </a:lnTo>
                <a:lnTo>
                  <a:pt x="9952" y="10955"/>
                </a:lnTo>
                <a:lnTo>
                  <a:pt x="10219" y="10901"/>
                </a:lnTo>
                <a:lnTo>
                  <a:pt x="10487" y="10840"/>
                </a:lnTo>
                <a:lnTo>
                  <a:pt x="10727" y="10778"/>
                </a:lnTo>
                <a:lnTo>
                  <a:pt x="10968" y="10708"/>
                </a:lnTo>
                <a:lnTo>
                  <a:pt x="11209" y="10639"/>
                </a:lnTo>
                <a:lnTo>
                  <a:pt x="11450" y="10562"/>
                </a:lnTo>
                <a:lnTo>
                  <a:pt x="12867" y="10044"/>
                </a:lnTo>
                <a:lnTo>
                  <a:pt x="14232" y="9520"/>
                </a:lnTo>
                <a:lnTo>
                  <a:pt x="15569" y="8995"/>
                </a:lnTo>
                <a:lnTo>
                  <a:pt x="16907" y="8454"/>
                </a:lnTo>
                <a:lnTo>
                  <a:pt x="18191" y="7906"/>
                </a:lnTo>
                <a:lnTo>
                  <a:pt x="19475" y="7358"/>
                </a:lnTo>
                <a:lnTo>
                  <a:pt x="20732" y="6802"/>
                </a:lnTo>
                <a:lnTo>
                  <a:pt x="21963" y="6246"/>
                </a:lnTo>
                <a:lnTo>
                  <a:pt x="24424" y="5119"/>
                </a:lnTo>
                <a:lnTo>
                  <a:pt x="26831" y="3992"/>
                </a:lnTo>
                <a:lnTo>
                  <a:pt x="29265" y="2873"/>
                </a:lnTo>
                <a:lnTo>
                  <a:pt x="31700" y="1761"/>
                </a:lnTo>
                <a:lnTo>
                  <a:pt x="31941" y="1638"/>
                </a:lnTo>
                <a:lnTo>
                  <a:pt x="32128" y="1522"/>
                </a:lnTo>
                <a:lnTo>
                  <a:pt x="32288" y="1398"/>
                </a:lnTo>
                <a:lnTo>
                  <a:pt x="32369" y="1282"/>
                </a:lnTo>
                <a:lnTo>
                  <a:pt x="32422" y="1167"/>
                </a:lnTo>
                <a:lnTo>
                  <a:pt x="32422" y="1059"/>
                </a:lnTo>
                <a:lnTo>
                  <a:pt x="32395" y="950"/>
                </a:lnTo>
                <a:lnTo>
                  <a:pt x="32342" y="842"/>
                </a:lnTo>
                <a:lnTo>
                  <a:pt x="32208" y="750"/>
                </a:lnTo>
                <a:lnTo>
                  <a:pt x="32074" y="649"/>
                </a:lnTo>
                <a:lnTo>
                  <a:pt x="31887" y="564"/>
                </a:lnTo>
                <a:lnTo>
                  <a:pt x="31700" y="480"/>
                </a:lnTo>
                <a:lnTo>
                  <a:pt x="31459" y="402"/>
                </a:lnTo>
                <a:lnTo>
                  <a:pt x="31192" y="325"/>
                </a:lnTo>
                <a:lnTo>
                  <a:pt x="30924" y="263"/>
                </a:lnTo>
                <a:lnTo>
                  <a:pt x="30630" y="202"/>
                </a:lnTo>
                <a:lnTo>
                  <a:pt x="30309" y="148"/>
                </a:lnTo>
                <a:lnTo>
                  <a:pt x="29961" y="101"/>
                </a:lnTo>
                <a:lnTo>
                  <a:pt x="29613" y="63"/>
                </a:lnTo>
                <a:lnTo>
                  <a:pt x="29239" y="40"/>
                </a:lnTo>
                <a:lnTo>
                  <a:pt x="28864" y="16"/>
                </a:lnTo>
                <a:lnTo>
                  <a:pt x="28490" y="9"/>
                </a:lnTo>
                <a:lnTo>
                  <a:pt x="2811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4"/>
          <p:cNvSpPr/>
          <p:nvPr/>
        </p:nvSpPr>
        <p:spPr>
          <a:xfrm rot="10800000">
            <a:off x="7856636" y="411930"/>
            <a:ext cx="170182" cy="123020"/>
          </a:xfrm>
          <a:custGeom>
            <a:rect b="b" l="l" r="r" t="t"/>
            <a:pathLst>
              <a:path extrusionOk="0" h="14128" w="59976">
                <a:moveTo>
                  <a:pt x="54812" y="0"/>
                </a:moveTo>
                <a:lnTo>
                  <a:pt x="54411" y="15"/>
                </a:lnTo>
                <a:lnTo>
                  <a:pt x="54010" y="46"/>
                </a:lnTo>
                <a:lnTo>
                  <a:pt x="53609" y="85"/>
                </a:lnTo>
                <a:lnTo>
                  <a:pt x="53234" y="139"/>
                </a:lnTo>
                <a:lnTo>
                  <a:pt x="52860" y="216"/>
                </a:lnTo>
                <a:lnTo>
                  <a:pt x="52485" y="301"/>
                </a:lnTo>
                <a:lnTo>
                  <a:pt x="52111" y="401"/>
                </a:lnTo>
                <a:lnTo>
                  <a:pt x="50800" y="818"/>
                </a:lnTo>
                <a:lnTo>
                  <a:pt x="49462" y="1220"/>
                </a:lnTo>
                <a:lnTo>
                  <a:pt x="48125" y="1621"/>
                </a:lnTo>
                <a:lnTo>
                  <a:pt x="46787" y="2007"/>
                </a:lnTo>
                <a:lnTo>
                  <a:pt x="45423" y="2393"/>
                </a:lnTo>
                <a:lnTo>
                  <a:pt x="44059" y="2771"/>
                </a:lnTo>
                <a:lnTo>
                  <a:pt x="42694" y="3134"/>
                </a:lnTo>
                <a:lnTo>
                  <a:pt x="41303" y="3497"/>
                </a:lnTo>
                <a:lnTo>
                  <a:pt x="39912" y="3852"/>
                </a:lnTo>
                <a:lnTo>
                  <a:pt x="38521" y="4207"/>
                </a:lnTo>
                <a:lnTo>
                  <a:pt x="37103" y="4547"/>
                </a:lnTo>
                <a:lnTo>
                  <a:pt x="35686" y="4879"/>
                </a:lnTo>
                <a:lnTo>
                  <a:pt x="34241" y="5211"/>
                </a:lnTo>
                <a:lnTo>
                  <a:pt x="32797" y="5535"/>
                </a:lnTo>
                <a:lnTo>
                  <a:pt x="31325" y="5852"/>
                </a:lnTo>
                <a:lnTo>
                  <a:pt x="29854" y="6160"/>
                </a:lnTo>
                <a:lnTo>
                  <a:pt x="28356" y="6469"/>
                </a:lnTo>
                <a:lnTo>
                  <a:pt x="26831" y="6770"/>
                </a:lnTo>
                <a:lnTo>
                  <a:pt x="25306" y="7064"/>
                </a:lnTo>
                <a:lnTo>
                  <a:pt x="23782" y="7349"/>
                </a:lnTo>
                <a:lnTo>
                  <a:pt x="22230" y="7635"/>
                </a:lnTo>
                <a:lnTo>
                  <a:pt x="20652" y="7913"/>
                </a:lnTo>
                <a:lnTo>
                  <a:pt x="19047" y="8183"/>
                </a:lnTo>
                <a:lnTo>
                  <a:pt x="17442" y="8453"/>
                </a:lnTo>
                <a:lnTo>
                  <a:pt x="15810" y="8716"/>
                </a:lnTo>
                <a:lnTo>
                  <a:pt x="14151" y="8971"/>
                </a:lnTo>
                <a:lnTo>
                  <a:pt x="12493" y="9225"/>
                </a:lnTo>
                <a:lnTo>
                  <a:pt x="10808" y="9472"/>
                </a:lnTo>
                <a:lnTo>
                  <a:pt x="9096" y="9712"/>
                </a:lnTo>
                <a:lnTo>
                  <a:pt x="7357" y="9951"/>
                </a:lnTo>
                <a:lnTo>
                  <a:pt x="5618" y="10183"/>
                </a:lnTo>
                <a:lnTo>
                  <a:pt x="3826" y="10414"/>
                </a:lnTo>
                <a:lnTo>
                  <a:pt x="3451" y="10468"/>
                </a:lnTo>
                <a:lnTo>
                  <a:pt x="3103" y="10522"/>
                </a:lnTo>
                <a:lnTo>
                  <a:pt x="2756" y="10576"/>
                </a:lnTo>
                <a:lnTo>
                  <a:pt x="2461" y="10638"/>
                </a:lnTo>
                <a:lnTo>
                  <a:pt x="2167" y="10700"/>
                </a:lnTo>
                <a:lnTo>
                  <a:pt x="1873" y="10769"/>
                </a:lnTo>
                <a:lnTo>
                  <a:pt x="1632" y="10839"/>
                </a:lnTo>
                <a:lnTo>
                  <a:pt x="1391" y="10908"/>
                </a:lnTo>
                <a:lnTo>
                  <a:pt x="1177" y="10985"/>
                </a:lnTo>
                <a:lnTo>
                  <a:pt x="990" y="11055"/>
                </a:lnTo>
                <a:lnTo>
                  <a:pt x="803" y="11132"/>
                </a:lnTo>
                <a:lnTo>
                  <a:pt x="642" y="11217"/>
                </a:lnTo>
                <a:lnTo>
                  <a:pt x="509" y="11294"/>
                </a:lnTo>
                <a:lnTo>
                  <a:pt x="375" y="11379"/>
                </a:lnTo>
                <a:lnTo>
                  <a:pt x="268" y="11464"/>
                </a:lnTo>
                <a:lnTo>
                  <a:pt x="188" y="11549"/>
                </a:lnTo>
                <a:lnTo>
                  <a:pt x="107" y="11634"/>
                </a:lnTo>
                <a:lnTo>
                  <a:pt x="54" y="11719"/>
                </a:lnTo>
                <a:lnTo>
                  <a:pt x="27" y="11804"/>
                </a:lnTo>
                <a:lnTo>
                  <a:pt x="0" y="11896"/>
                </a:lnTo>
                <a:lnTo>
                  <a:pt x="0" y="12074"/>
                </a:lnTo>
                <a:lnTo>
                  <a:pt x="54" y="12251"/>
                </a:lnTo>
                <a:lnTo>
                  <a:pt x="161" y="12421"/>
                </a:lnTo>
                <a:lnTo>
                  <a:pt x="321" y="12599"/>
                </a:lnTo>
                <a:lnTo>
                  <a:pt x="562" y="12769"/>
                </a:lnTo>
                <a:lnTo>
                  <a:pt x="830" y="12939"/>
                </a:lnTo>
                <a:lnTo>
                  <a:pt x="1151" y="13093"/>
                </a:lnTo>
                <a:lnTo>
                  <a:pt x="1525" y="13247"/>
                </a:lnTo>
                <a:lnTo>
                  <a:pt x="1926" y="13394"/>
                </a:lnTo>
                <a:lnTo>
                  <a:pt x="2381" y="13533"/>
                </a:lnTo>
                <a:lnTo>
                  <a:pt x="2863" y="13657"/>
                </a:lnTo>
                <a:lnTo>
                  <a:pt x="3398" y="13772"/>
                </a:lnTo>
                <a:lnTo>
                  <a:pt x="3959" y="13865"/>
                </a:lnTo>
                <a:lnTo>
                  <a:pt x="4548" y="13958"/>
                </a:lnTo>
                <a:lnTo>
                  <a:pt x="5163" y="14027"/>
                </a:lnTo>
                <a:lnTo>
                  <a:pt x="5484" y="14050"/>
                </a:lnTo>
                <a:lnTo>
                  <a:pt x="5832" y="14073"/>
                </a:lnTo>
                <a:lnTo>
                  <a:pt x="6153" y="14097"/>
                </a:lnTo>
                <a:lnTo>
                  <a:pt x="6501" y="14112"/>
                </a:lnTo>
                <a:lnTo>
                  <a:pt x="6848" y="14120"/>
                </a:lnTo>
                <a:lnTo>
                  <a:pt x="7196" y="14127"/>
                </a:lnTo>
                <a:lnTo>
                  <a:pt x="7544" y="14127"/>
                </a:lnTo>
                <a:lnTo>
                  <a:pt x="7892" y="14120"/>
                </a:lnTo>
                <a:lnTo>
                  <a:pt x="8266" y="14112"/>
                </a:lnTo>
                <a:lnTo>
                  <a:pt x="8641" y="14097"/>
                </a:lnTo>
                <a:lnTo>
                  <a:pt x="9015" y="14073"/>
                </a:lnTo>
                <a:lnTo>
                  <a:pt x="9390" y="14043"/>
                </a:lnTo>
                <a:lnTo>
                  <a:pt x="9764" y="14012"/>
                </a:lnTo>
                <a:lnTo>
                  <a:pt x="10139" y="13973"/>
                </a:lnTo>
                <a:lnTo>
                  <a:pt x="11985" y="13757"/>
                </a:lnTo>
                <a:lnTo>
                  <a:pt x="13830" y="13525"/>
                </a:lnTo>
                <a:lnTo>
                  <a:pt x="15649" y="13286"/>
                </a:lnTo>
                <a:lnTo>
                  <a:pt x="17468" y="13039"/>
                </a:lnTo>
                <a:lnTo>
                  <a:pt x="19261" y="12769"/>
                </a:lnTo>
                <a:lnTo>
                  <a:pt x="21053" y="12499"/>
                </a:lnTo>
                <a:lnTo>
                  <a:pt x="22819" y="12213"/>
                </a:lnTo>
                <a:lnTo>
                  <a:pt x="24584" y="11912"/>
                </a:lnTo>
                <a:lnTo>
                  <a:pt x="26323" y="11611"/>
                </a:lnTo>
                <a:lnTo>
                  <a:pt x="28035" y="11294"/>
                </a:lnTo>
                <a:lnTo>
                  <a:pt x="29720" y="10962"/>
                </a:lnTo>
                <a:lnTo>
                  <a:pt x="31406" y="10630"/>
                </a:lnTo>
                <a:lnTo>
                  <a:pt x="33064" y="10283"/>
                </a:lnTo>
                <a:lnTo>
                  <a:pt x="34696" y="9928"/>
                </a:lnTo>
                <a:lnTo>
                  <a:pt x="36301" y="9557"/>
                </a:lnTo>
                <a:lnTo>
                  <a:pt x="37906" y="9187"/>
                </a:lnTo>
                <a:lnTo>
                  <a:pt x="39457" y="8801"/>
                </a:lnTo>
                <a:lnTo>
                  <a:pt x="41009" y="8415"/>
                </a:lnTo>
                <a:lnTo>
                  <a:pt x="42507" y="8013"/>
                </a:lnTo>
                <a:lnTo>
                  <a:pt x="43978" y="7604"/>
                </a:lnTo>
                <a:lnTo>
                  <a:pt x="45450" y="7187"/>
                </a:lnTo>
                <a:lnTo>
                  <a:pt x="46867" y="6770"/>
                </a:lnTo>
                <a:lnTo>
                  <a:pt x="48258" y="6338"/>
                </a:lnTo>
                <a:lnTo>
                  <a:pt x="49623" y="5898"/>
                </a:lnTo>
                <a:lnTo>
                  <a:pt x="50960" y="5458"/>
                </a:lnTo>
                <a:lnTo>
                  <a:pt x="52244" y="5010"/>
                </a:lnTo>
                <a:lnTo>
                  <a:pt x="53502" y="4555"/>
                </a:lnTo>
                <a:lnTo>
                  <a:pt x="54732" y="4092"/>
                </a:lnTo>
                <a:lnTo>
                  <a:pt x="55936" y="3621"/>
                </a:lnTo>
                <a:lnTo>
                  <a:pt x="57086" y="3150"/>
                </a:lnTo>
                <a:lnTo>
                  <a:pt x="58210" y="2671"/>
                </a:lnTo>
                <a:lnTo>
                  <a:pt x="59280" y="2185"/>
                </a:lnTo>
                <a:lnTo>
                  <a:pt x="59520" y="2061"/>
                </a:lnTo>
                <a:lnTo>
                  <a:pt x="59681" y="1945"/>
                </a:lnTo>
                <a:lnTo>
                  <a:pt x="59815" y="1822"/>
                </a:lnTo>
                <a:lnTo>
                  <a:pt x="59922" y="1698"/>
                </a:lnTo>
                <a:lnTo>
                  <a:pt x="59948" y="1567"/>
                </a:lnTo>
                <a:lnTo>
                  <a:pt x="59975" y="1444"/>
                </a:lnTo>
                <a:lnTo>
                  <a:pt x="59922" y="1328"/>
                </a:lnTo>
                <a:lnTo>
                  <a:pt x="59841" y="1204"/>
                </a:lnTo>
                <a:lnTo>
                  <a:pt x="59734" y="1089"/>
                </a:lnTo>
                <a:lnTo>
                  <a:pt x="59601" y="973"/>
                </a:lnTo>
                <a:lnTo>
                  <a:pt x="59413" y="857"/>
                </a:lnTo>
                <a:lnTo>
                  <a:pt x="59226" y="749"/>
                </a:lnTo>
                <a:lnTo>
                  <a:pt x="58985" y="648"/>
                </a:lnTo>
                <a:lnTo>
                  <a:pt x="58718" y="548"/>
                </a:lnTo>
                <a:lnTo>
                  <a:pt x="58450" y="455"/>
                </a:lnTo>
                <a:lnTo>
                  <a:pt x="58156" y="371"/>
                </a:lnTo>
                <a:lnTo>
                  <a:pt x="57835" y="293"/>
                </a:lnTo>
                <a:lnTo>
                  <a:pt x="57487" y="224"/>
                </a:lnTo>
                <a:lnTo>
                  <a:pt x="57140" y="162"/>
                </a:lnTo>
                <a:lnTo>
                  <a:pt x="56765" y="108"/>
                </a:lnTo>
                <a:lnTo>
                  <a:pt x="56391" y="69"/>
                </a:lnTo>
                <a:lnTo>
                  <a:pt x="55989" y="31"/>
                </a:lnTo>
                <a:lnTo>
                  <a:pt x="55615" y="8"/>
                </a:lnTo>
                <a:lnTo>
                  <a:pt x="5521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4"/>
          <p:cNvSpPr/>
          <p:nvPr/>
        </p:nvSpPr>
        <p:spPr>
          <a:xfrm rot="10800000">
            <a:off x="8142501" y="342092"/>
            <a:ext cx="128434" cy="48544"/>
          </a:xfrm>
          <a:custGeom>
            <a:rect b="b" l="l" r="r" t="t"/>
            <a:pathLst>
              <a:path extrusionOk="0" h="5575" w="45263">
                <a:moveTo>
                  <a:pt x="43256" y="1"/>
                </a:moveTo>
                <a:lnTo>
                  <a:pt x="43069" y="8"/>
                </a:lnTo>
                <a:lnTo>
                  <a:pt x="42855" y="16"/>
                </a:lnTo>
                <a:lnTo>
                  <a:pt x="40340" y="186"/>
                </a:lnTo>
                <a:lnTo>
                  <a:pt x="37852" y="333"/>
                </a:lnTo>
                <a:lnTo>
                  <a:pt x="35338" y="479"/>
                </a:lnTo>
                <a:lnTo>
                  <a:pt x="32823" y="611"/>
                </a:lnTo>
                <a:lnTo>
                  <a:pt x="30335" y="734"/>
                </a:lnTo>
                <a:lnTo>
                  <a:pt x="27794" y="850"/>
                </a:lnTo>
                <a:lnTo>
                  <a:pt x="22738" y="1081"/>
                </a:lnTo>
                <a:lnTo>
                  <a:pt x="21508" y="1135"/>
                </a:lnTo>
                <a:lnTo>
                  <a:pt x="20277" y="1182"/>
                </a:lnTo>
                <a:lnTo>
                  <a:pt x="17843" y="1274"/>
                </a:lnTo>
                <a:lnTo>
                  <a:pt x="15382" y="1359"/>
                </a:lnTo>
                <a:lnTo>
                  <a:pt x="12947" y="1452"/>
                </a:lnTo>
                <a:lnTo>
                  <a:pt x="11717" y="1514"/>
                </a:lnTo>
                <a:lnTo>
                  <a:pt x="10513" y="1575"/>
                </a:lnTo>
                <a:lnTo>
                  <a:pt x="9309" y="1645"/>
                </a:lnTo>
                <a:lnTo>
                  <a:pt x="8132" y="1722"/>
                </a:lnTo>
                <a:lnTo>
                  <a:pt x="6929" y="1815"/>
                </a:lnTo>
                <a:lnTo>
                  <a:pt x="5751" y="1915"/>
                </a:lnTo>
                <a:lnTo>
                  <a:pt x="4601" y="2031"/>
                </a:lnTo>
                <a:lnTo>
                  <a:pt x="3451" y="2154"/>
                </a:lnTo>
                <a:lnTo>
                  <a:pt x="3130" y="2201"/>
                </a:lnTo>
                <a:lnTo>
                  <a:pt x="2836" y="2239"/>
                </a:lnTo>
                <a:lnTo>
                  <a:pt x="2568" y="2286"/>
                </a:lnTo>
                <a:lnTo>
                  <a:pt x="2301" y="2332"/>
                </a:lnTo>
                <a:lnTo>
                  <a:pt x="2060" y="2386"/>
                </a:lnTo>
                <a:lnTo>
                  <a:pt x="1819" y="2440"/>
                </a:lnTo>
                <a:lnTo>
                  <a:pt x="1391" y="2548"/>
                </a:lnTo>
                <a:lnTo>
                  <a:pt x="1043" y="2672"/>
                </a:lnTo>
                <a:lnTo>
                  <a:pt x="722" y="2803"/>
                </a:lnTo>
                <a:lnTo>
                  <a:pt x="482" y="2942"/>
                </a:lnTo>
                <a:lnTo>
                  <a:pt x="294" y="3081"/>
                </a:lnTo>
                <a:lnTo>
                  <a:pt x="134" y="3228"/>
                </a:lnTo>
                <a:lnTo>
                  <a:pt x="54" y="3374"/>
                </a:lnTo>
                <a:lnTo>
                  <a:pt x="0" y="3529"/>
                </a:lnTo>
                <a:lnTo>
                  <a:pt x="0" y="3683"/>
                </a:lnTo>
                <a:lnTo>
                  <a:pt x="54" y="3837"/>
                </a:lnTo>
                <a:lnTo>
                  <a:pt x="134" y="3992"/>
                </a:lnTo>
                <a:lnTo>
                  <a:pt x="294" y="4146"/>
                </a:lnTo>
                <a:lnTo>
                  <a:pt x="455" y="4293"/>
                </a:lnTo>
                <a:lnTo>
                  <a:pt x="669" y="4440"/>
                </a:lnTo>
                <a:lnTo>
                  <a:pt x="936" y="4586"/>
                </a:lnTo>
                <a:lnTo>
                  <a:pt x="1231" y="4717"/>
                </a:lnTo>
                <a:lnTo>
                  <a:pt x="1552" y="4849"/>
                </a:lnTo>
                <a:lnTo>
                  <a:pt x="1899" y="4972"/>
                </a:lnTo>
                <a:lnTo>
                  <a:pt x="2301" y="5088"/>
                </a:lnTo>
                <a:lnTo>
                  <a:pt x="2729" y="5196"/>
                </a:lnTo>
                <a:lnTo>
                  <a:pt x="3183" y="5289"/>
                </a:lnTo>
                <a:lnTo>
                  <a:pt x="3665" y="5374"/>
                </a:lnTo>
                <a:lnTo>
                  <a:pt x="4173" y="5443"/>
                </a:lnTo>
                <a:lnTo>
                  <a:pt x="4708" y="5497"/>
                </a:lnTo>
                <a:lnTo>
                  <a:pt x="5243" y="5544"/>
                </a:lnTo>
                <a:lnTo>
                  <a:pt x="5832" y="5567"/>
                </a:lnTo>
                <a:lnTo>
                  <a:pt x="6420" y="5574"/>
                </a:lnTo>
                <a:lnTo>
                  <a:pt x="7036" y="5567"/>
                </a:lnTo>
                <a:lnTo>
                  <a:pt x="7651" y="5544"/>
                </a:lnTo>
                <a:lnTo>
                  <a:pt x="8855" y="5466"/>
                </a:lnTo>
                <a:lnTo>
                  <a:pt x="10005" y="5381"/>
                </a:lnTo>
                <a:lnTo>
                  <a:pt x="11182" y="5281"/>
                </a:lnTo>
                <a:lnTo>
                  <a:pt x="12305" y="5165"/>
                </a:lnTo>
                <a:lnTo>
                  <a:pt x="13456" y="5034"/>
                </a:lnTo>
                <a:lnTo>
                  <a:pt x="14579" y="4903"/>
                </a:lnTo>
                <a:lnTo>
                  <a:pt x="15703" y="4756"/>
                </a:lnTo>
                <a:lnTo>
                  <a:pt x="16799" y="4609"/>
                </a:lnTo>
                <a:lnTo>
                  <a:pt x="19020" y="4293"/>
                </a:lnTo>
                <a:lnTo>
                  <a:pt x="21187" y="3976"/>
                </a:lnTo>
                <a:lnTo>
                  <a:pt x="23380" y="3660"/>
                </a:lnTo>
                <a:lnTo>
                  <a:pt x="24477" y="3505"/>
                </a:lnTo>
                <a:lnTo>
                  <a:pt x="25574" y="3359"/>
                </a:lnTo>
                <a:lnTo>
                  <a:pt x="30202" y="2757"/>
                </a:lnTo>
                <a:lnTo>
                  <a:pt x="32502" y="2456"/>
                </a:lnTo>
                <a:lnTo>
                  <a:pt x="34803" y="2162"/>
                </a:lnTo>
                <a:lnTo>
                  <a:pt x="37103" y="1884"/>
                </a:lnTo>
                <a:lnTo>
                  <a:pt x="39431" y="1606"/>
                </a:lnTo>
                <a:lnTo>
                  <a:pt x="41811" y="1336"/>
                </a:lnTo>
                <a:lnTo>
                  <a:pt x="44192" y="1081"/>
                </a:lnTo>
                <a:lnTo>
                  <a:pt x="44379" y="1058"/>
                </a:lnTo>
                <a:lnTo>
                  <a:pt x="44540" y="1035"/>
                </a:lnTo>
                <a:lnTo>
                  <a:pt x="44700" y="1004"/>
                </a:lnTo>
                <a:lnTo>
                  <a:pt x="44834" y="966"/>
                </a:lnTo>
                <a:lnTo>
                  <a:pt x="44941" y="927"/>
                </a:lnTo>
                <a:lnTo>
                  <a:pt x="45048" y="888"/>
                </a:lnTo>
                <a:lnTo>
                  <a:pt x="45128" y="842"/>
                </a:lnTo>
                <a:lnTo>
                  <a:pt x="45182" y="804"/>
                </a:lnTo>
                <a:lnTo>
                  <a:pt x="45235" y="757"/>
                </a:lnTo>
                <a:lnTo>
                  <a:pt x="45262" y="703"/>
                </a:lnTo>
                <a:lnTo>
                  <a:pt x="45262" y="611"/>
                </a:lnTo>
                <a:lnTo>
                  <a:pt x="45235" y="510"/>
                </a:lnTo>
                <a:lnTo>
                  <a:pt x="45128" y="410"/>
                </a:lnTo>
                <a:lnTo>
                  <a:pt x="44968" y="317"/>
                </a:lnTo>
                <a:lnTo>
                  <a:pt x="44781" y="232"/>
                </a:lnTo>
                <a:lnTo>
                  <a:pt x="44540" y="155"/>
                </a:lnTo>
                <a:lnTo>
                  <a:pt x="44272" y="86"/>
                </a:lnTo>
                <a:lnTo>
                  <a:pt x="44112" y="62"/>
                </a:lnTo>
                <a:lnTo>
                  <a:pt x="43951" y="39"/>
                </a:lnTo>
                <a:lnTo>
                  <a:pt x="43791" y="24"/>
                </a:lnTo>
                <a:lnTo>
                  <a:pt x="43630" y="8"/>
                </a:lnTo>
                <a:lnTo>
                  <a:pt x="4344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4"/>
          <p:cNvSpPr/>
          <p:nvPr/>
        </p:nvSpPr>
        <p:spPr>
          <a:xfrm rot="10800000">
            <a:off x="8286334" y="290160"/>
            <a:ext cx="137654" cy="65013"/>
          </a:xfrm>
          <a:custGeom>
            <a:rect b="b" l="l" r="r" t="t"/>
            <a:pathLst>
              <a:path extrusionOk="0" h="6602" w="42883">
                <a:moveTo>
                  <a:pt x="38228" y="1"/>
                </a:moveTo>
                <a:lnTo>
                  <a:pt x="37746" y="8"/>
                </a:lnTo>
                <a:lnTo>
                  <a:pt x="37238" y="24"/>
                </a:lnTo>
                <a:lnTo>
                  <a:pt x="36703" y="55"/>
                </a:lnTo>
                <a:lnTo>
                  <a:pt x="28357" y="734"/>
                </a:lnTo>
                <a:lnTo>
                  <a:pt x="24184" y="1074"/>
                </a:lnTo>
                <a:lnTo>
                  <a:pt x="19984" y="1429"/>
                </a:lnTo>
                <a:lnTo>
                  <a:pt x="15837" y="1792"/>
                </a:lnTo>
                <a:lnTo>
                  <a:pt x="13751" y="1977"/>
                </a:lnTo>
                <a:lnTo>
                  <a:pt x="11691" y="2170"/>
                </a:lnTo>
                <a:lnTo>
                  <a:pt x="9631" y="2371"/>
                </a:lnTo>
                <a:lnTo>
                  <a:pt x="7571" y="2571"/>
                </a:lnTo>
                <a:lnTo>
                  <a:pt x="5538" y="2780"/>
                </a:lnTo>
                <a:lnTo>
                  <a:pt x="3505" y="2996"/>
                </a:lnTo>
                <a:lnTo>
                  <a:pt x="3184" y="3035"/>
                </a:lnTo>
                <a:lnTo>
                  <a:pt x="2890" y="3073"/>
                </a:lnTo>
                <a:lnTo>
                  <a:pt x="2596" y="3119"/>
                </a:lnTo>
                <a:lnTo>
                  <a:pt x="2328" y="3166"/>
                </a:lnTo>
                <a:lnTo>
                  <a:pt x="2087" y="3220"/>
                </a:lnTo>
                <a:lnTo>
                  <a:pt x="1847" y="3274"/>
                </a:lnTo>
                <a:lnTo>
                  <a:pt x="1633" y="3328"/>
                </a:lnTo>
                <a:lnTo>
                  <a:pt x="1419" y="3390"/>
                </a:lnTo>
                <a:lnTo>
                  <a:pt x="1231" y="3451"/>
                </a:lnTo>
                <a:lnTo>
                  <a:pt x="1044" y="3521"/>
                </a:lnTo>
                <a:lnTo>
                  <a:pt x="884" y="3590"/>
                </a:lnTo>
                <a:lnTo>
                  <a:pt x="750" y="3660"/>
                </a:lnTo>
                <a:lnTo>
                  <a:pt x="482" y="3806"/>
                </a:lnTo>
                <a:lnTo>
                  <a:pt x="295" y="3953"/>
                </a:lnTo>
                <a:lnTo>
                  <a:pt x="135" y="4115"/>
                </a:lnTo>
                <a:lnTo>
                  <a:pt x="54" y="4277"/>
                </a:lnTo>
                <a:lnTo>
                  <a:pt x="1" y="4447"/>
                </a:lnTo>
                <a:lnTo>
                  <a:pt x="1" y="4617"/>
                </a:lnTo>
                <a:lnTo>
                  <a:pt x="54" y="4787"/>
                </a:lnTo>
                <a:lnTo>
                  <a:pt x="135" y="4957"/>
                </a:lnTo>
                <a:lnTo>
                  <a:pt x="295" y="5127"/>
                </a:lnTo>
                <a:lnTo>
                  <a:pt x="456" y="5289"/>
                </a:lnTo>
                <a:lnTo>
                  <a:pt x="696" y="5451"/>
                </a:lnTo>
                <a:lnTo>
                  <a:pt x="937" y="5605"/>
                </a:lnTo>
                <a:lnTo>
                  <a:pt x="1231" y="5752"/>
                </a:lnTo>
                <a:lnTo>
                  <a:pt x="1579" y="5891"/>
                </a:lnTo>
                <a:lnTo>
                  <a:pt x="1954" y="6030"/>
                </a:lnTo>
                <a:lnTo>
                  <a:pt x="2355" y="6146"/>
                </a:lnTo>
                <a:lnTo>
                  <a:pt x="2783" y="6261"/>
                </a:lnTo>
                <a:lnTo>
                  <a:pt x="3238" y="6354"/>
                </a:lnTo>
                <a:lnTo>
                  <a:pt x="3746" y="6439"/>
                </a:lnTo>
                <a:lnTo>
                  <a:pt x="4254" y="6508"/>
                </a:lnTo>
                <a:lnTo>
                  <a:pt x="4549" y="6532"/>
                </a:lnTo>
                <a:lnTo>
                  <a:pt x="4816" y="6555"/>
                </a:lnTo>
                <a:lnTo>
                  <a:pt x="5084" y="6578"/>
                </a:lnTo>
                <a:lnTo>
                  <a:pt x="5378" y="6586"/>
                </a:lnTo>
                <a:lnTo>
                  <a:pt x="5672" y="6601"/>
                </a:lnTo>
                <a:lnTo>
                  <a:pt x="6287" y="6601"/>
                </a:lnTo>
                <a:lnTo>
                  <a:pt x="6582" y="6593"/>
                </a:lnTo>
                <a:lnTo>
                  <a:pt x="6903" y="6586"/>
                </a:lnTo>
                <a:lnTo>
                  <a:pt x="7224" y="6570"/>
                </a:lnTo>
                <a:lnTo>
                  <a:pt x="7545" y="6547"/>
                </a:lnTo>
                <a:lnTo>
                  <a:pt x="7892" y="6516"/>
                </a:lnTo>
                <a:lnTo>
                  <a:pt x="9925" y="6323"/>
                </a:lnTo>
                <a:lnTo>
                  <a:pt x="11985" y="6115"/>
                </a:lnTo>
                <a:lnTo>
                  <a:pt x="14018" y="5906"/>
                </a:lnTo>
                <a:lnTo>
                  <a:pt x="16051" y="5682"/>
                </a:lnTo>
                <a:lnTo>
                  <a:pt x="18084" y="5459"/>
                </a:lnTo>
                <a:lnTo>
                  <a:pt x="20117" y="5235"/>
                </a:lnTo>
                <a:lnTo>
                  <a:pt x="24130" y="4764"/>
                </a:lnTo>
                <a:lnTo>
                  <a:pt x="28169" y="4285"/>
                </a:lnTo>
                <a:lnTo>
                  <a:pt x="32182" y="3791"/>
                </a:lnTo>
                <a:lnTo>
                  <a:pt x="40154" y="2811"/>
                </a:lnTo>
                <a:lnTo>
                  <a:pt x="40635" y="2749"/>
                </a:lnTo>
                <a:lnTo>
                  <a:pt x="41063" y="2672"/>
                </a:lnTo>
                <a:lnTo>
                  <a:pt x="41438" y="2587"/>
                </a:lnTo>
                <a:lnTo>
                  <a:pt x="41759" y="2494"/>
                </a:lnTo>
                <a:lnTo>
                  <a:pt x="42053" y="2386"/>
                </a:lnTo>
                <a:lnTo>
                  <a:pt x="42294" y="2278"/>
                </a:lnTo>
                <a:lnTo>
                  <a:pt x="42481" y="2162"/>
                </a:lnTo>
                <a:lnTo>
                  <a:pt x="42641" y="2046"/>
                </a:lnTo>
                <a:lnTo>
                  <a:pt x="42775" y="1923"/>
                </a:lnTo>
                <a:lnTo>
                  <a:pt x="42829" y="1792"/>
                </a:lnTo>
                <a:lnTo>
                  <a:pt x="42882" y="1668"/>
                </a:lnTo>
                <a:lnTo>
                  <a:pt x="42882" y="1537"/>
                </a:lnTo>
                <a:lnTo>
                  <a:pt x="42855" y="1406"/>
                </a:lnTo>
                <a:lnTo>
                  <a:pt x="42775" y="1274"/>
                </a:lnTo>
                <a:lnTo>
                  <a:pt x="42668" y="1143"/>
                </a:lnTo>
                <a:lnTo>
                  <a:pt x="42534" y="1020"/>
                </a:lnTo>
                <a:lnTo>
                  <a:pt x="42347" y="896"/>
                </a:lnTo>
                <a:lnTo>
                  <a:pt x="42160" y="780"/>
                </a:lnTo>
                <a:lnTo>
                  <a:pt x="41919" y="664"/>
                </a:lnTo>
                <a:lnTo>
                  <a:pt x="41678" y="556"/>
                </a:lnTo>
                <a:lnTo>
                  <a:pt x="41384" y="456"/>
                </a:lnTo>
                <a:lnTo>
                  <a:pt x="41063" y="363"/>
                </a:lnTo>
                <a:lnTo>
                  <a:pt x="40715" y="279"/>
                </a:lnTo>
                <a:lnTo>
                  <a:pt x="40368" y="201"/>
                </a:lnTo>
                <a:lnTo>
                  <a:pt x="39966" y="140"/>
                </a:lnTo>
                <a:lnTo>
                  <a:pt x="39565" y="86"/>
                </a:lnTo>
                <a:lnTo>
                  <a:pt x="39137" y="47"/>
                </a:lnTo>
                <a:lnTo>
                  <a:pt x="38682" y="16"/>
                </a:lnTo>
                <a:lnTo>
                  <a:pt x="3822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4"/>
          <p:cNvSpPr/>
          <p:nvPr/>
        </p:nvSpPr>
        <p:spPr>
          <a:xfrm rot="10800000">
            <a:off x="118745" y="789854"/>
            <a:ext cx="409756" cy="628246"/>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4"/>
          <p:cNvSpPr/>
          <p:nvPr/>
        </p:nvSpPr>
        <p:spPr>
          <a:xfrm rot="10800000">
            <a:off x="-107416" y="4665733"/>
            <a:ext cx="784478" cy="583641"/>
          </a:xfrm>
          <a:custGeom>
            <a:rect b="b" l="l" r="r" t="t"/>
            <a:pathLst>
              <a:path extrusionOk="0" h="49980" w="206035">
                <a:moveTo>
                  <a:pt x="13269" y="1"/>
                </a:moveTo>
                <a:lnTo>
                  <a:pt x="12574" y="16"/>
                </a:lnTo>
                <a:lnTo>
                  <a:pt x="11878" y="39"/>
                </a:lnTo>
                <a:lnTo>
                  <a:pt x="11209" y="86"/>
                </a:lnTo>
                <a:lnTo>
                  <a:pt x="10514" y="147"/>
                </a:lnTo>
                <a:lnTo>
                  <a:pt x="9872" y="225"/>
                </a:lnTo>
                <a:lnTo>
                  <a:pt x="9257" y="317"/>
                </a:lnTo>
                <a:lnTo>
                  <a:pt x="8641" y="425"/>
                </a:lnTo>
                <a:lnTo>
                  <a:pt x="8347" y="487"/>
                </a:lnTo>
                <a:lnTo>
                  <a:pt x="8080" y="549"/>
                </a:lnTo>
                <a:lnTo>
                  <a:pt x="7812" y="618"/>
                </a:lnTo>
                <a:lnTo>
                  <a:pt x="7545" y="695"/>
                </a:lnTo>
                <a:lnTo>
                  <a:pt x="7304" y="773"/>
                </a:lnTo>
                <a:lnTo>
                  <a:pt x="7063" y="850"/>
                </a:lnTo>
                <a:lnTo>
                  <a:pt x="6822" y="935"/>
                </a:lnTo>
                <a:lnTo>
                  <a:pt x="6608" y="1027"/>
                </a:lnTo>
                <a:lnTo>
                  <a:pt x="6421" y="1120"/>
                </a:lnTo>
                <a:lnTo>
                  <a:pt x="6207" y="1213"/>
                </a:lnTo>
                <a:lnTo>
                  <a:pt x="6046" y="1313"/>
                </a:lnTo>
                <a:lnTo>
                  <a:pt x="5886" y="1421"/>
                </a:lnTo>
                <a:lnTo>
                  <a:pt x="5725" y="1529"/>
                </a:lnTo>
                <a:lnTo>
                  <a:pt x="5592" y="1645"/>
                </a:lnTo>
                <a:lnTo>
                  <a:pt x="4816" y="2394"/>
                </a:lnTo>
                <a:lnTo>
                  <a:pt x="4094" y="3135"/>
                </a:lnTo>
                <a:lnTo>
                  <a:pt x="3452" y="3868"/>
                </a:lnTo>
                <a:lnTo>
                  <a:pt x="2863" y="4602"/>
                </a:lnTo>
                <a:lnTo>
                  <a:pt x="2301" y="5335"/>
                </a:lnTo>
                <a:lnTo>
                  <a:pt x="1820" y="6061"/>
                </a:lnTo>
                <a:lnTo>
                  <a:pt x="1419" y="6786"/>
                </a:lnTo>
                <a:lnTo>
                  <a:pt x="1044" y="7504"/>
                </a:lnTo>
                <a:lnTo>
                  <a:pt x="723" y="8222"/>
                </a:lnTo>
                <a:lnTo>
                  <a:pt x="482" y="8933"/>
                </a:lnTo>
                <a:lnTo>
                  <a:pt x="268" y="9635"/>
                </a:lnTo>
                <a:lnTo>
                  <a:pt x="135" y="10338"/>
                </a:lnTo>
                <a:lnTo>
                  <a:pt x="28" y="11040"/>
                </a:lnTo>
                <a:lnTo>
                  <a:pt x="1" y="11735"/>
                </a:lnTo>
                <a:lnTo>
                  <a:pt x="28" y="12422"/>
                </a:lnTo>
                <a:lnTo>
                  <a:pt x="81" y="13109"/>
                </a:lnTo>
                <a:lnTo>
                  <a:pt x="188" y="13788"/>
                </a:lnTo>
                <a:lnTo>
                  <a:pt x="375" y="14468"/>
                </a:lnTo>
                <a:lnTo>
                  <a:pt x="589" y="15139"/>
                </a:lnTo>
                <a:lnTo>
                  <a:pt x="857" y="15803"/>
                </a:lnTo>
                <a:lnTo>
                  <a:pt x="1178" y="16467"/>
                </a:lnTo>
                <a:lnTo>
                  <a:pt x="1552" y="17123"/>
                </a:lnTo>
                <a:lnTo>
                  <a:pt x="1954" y="17780"/>
                </a:lnTo>
                <a:lnTo>
                  <a:pt x="2408" y="18420"/>
                </a:lnTo>
                <a:lnTo>
                  <a:pt x="2917" y="19069"/>
                </a:lnTo>
                <a:lnTo>
                  <a:pt x="3478" y="19702"/>
                </a:lnTo>
                <a:lnTo>
                  <a:pt x="4094" y="20335"/>
                </a:lnTo>
                <a:lnTo>
                  <a:pt x="4736" y="20968"/>
                </a:lnTo>
                <a:lnTo>
                  <a:pt x="5431" y="21593"/>
                </a:lnTo>
                <a:lnTo>
                  <a:pt x="6153" y="22211"/>
                </a:lnTo>
                <a:lnTo>
                  <a:pt x="6929" y="22821"/>
                </a:lnTo>
                <a:lnTo>
                  <a:pt x="7759" y="23431"/>
                </a:lnTo>
                <a:lnTo>
                  <a:pt x="8615" y="24033"/>
                </a:lnTo>
                <a:lnTo>
                  <a:pt x="9524" y="24627"/>
                </a:lnTo>
                <a:lnTo>
                  <a:pt x="10460" y="25214"/>
                </a:lnTo>
                <a:lnTo>
                  <a:pt x="11450" y="25801"/>
                </a:lnTo>
                <a:lnTo>
                  <a:pt x="12493" y="26380"/>
                </a:lnTo>
                <a:lnTo>
                  <a:pt x="13537" y="26959"/>
                </a:lnTo>
                <a:lnTo>
                  <a:pt x="14660" y="27522"/>
                </a:lnTo>
                <a:lnTo>
                  <a:pt x="15784" y="28086"/>
                </a:lnTo>
                <a:lnTo>
                  <a:pt x="16987" y="28649"/>
                </a:lnTo>
                <a:lnTo>
                  <a:pt x="18191" y="29197"/>
                </a:lnTo>
                <a:lnTo>
                  <a:pt x="19449" y="29745"/>
                </a:lnTo>
                <a:lnTo>
                  <a:pt x="20733" y="30286"/>
                </a:lnTo>
                <a:lnTo>
                  <a:pt x="22070" y="30819"/>
                </a:lnTo>
                <a:lnTo>
                  <a:pt x="23408" y="31343"/>
                </a:lnTo>
                <a:lnTo>
                  <a:pt x="24799" y="31868"/>
                </a:lnTo>
                <a:lnTo>
                  <a:pt x="26243" y="32378"/>
                </a:lnTo>
                <a:lnTo>
                  <a:pt x="27688" y="32887"/>
                </a:lnTo>
                <a:lnTo>
                  <a:pt x="29186" y="33389"/>
                </a:lnTo>
                <a:lnTo>
                  <a:pt x="30711" y="33891"/>
                </a:lnTo>
                <a:lnTo>
                  <a:pt x="32262" y="34377"/>
                </a:lnTo>
                <a:lnTo>
                  <a:pt x="33840" y="34864"/>
                </a:lnTo>
                <a:lnTo>
                  <a:pt x="35472" y="35335"/>
                </a:lnTo>
                <a:lnTo>
                  <a:pt x="37104" y="35806"/>
                </a:lnTo>
                <a:lnTo>
                  <a:pt x="38789" y="36276"/>
                </a:lnTo>
                <a:lnTo>
                  <a:pt x="40475" y="36732"/>
                </a:lnTo>
                <a:lnTo>
                  <a:pt x="42213" y="37180"/>
                </a:lnTo>
                <a:lnTo>
                  <a:pt x="43979" y="37627"/>
                </a:lnTo>
                <a:lnTo>
                  <a:pt x="45744" y="38060"/>
                </a:lnTo>
                <a:lnTo>
                  <a:pt x="47563" y="38492"/>
                </a:lnTo>
                <a:lnTo>
                  <a:pt x="49382" y="38917"/>
                </a:lnTo>
                <a:lnTo>
                  <a:pt x="51255" y="39326"/>
                </a:lnTo>
                <a:lnTo>
                  <a:pt x="53128" y="39735"/>
                </a:lnTo>
                <a:lnTo>
                  <a:pt x="55054" y="40136"/>
                </a:lnTo>
                <a:lnTo>
                  <a:pt x="56980" y="40538"/>
                </a:lnTo>
                <a:lnTo>
                  <a:pt x="58932" y="40924"/>
                </a:lnTo>
                <a:lnTo>
                  <a:pt x="60885" y="41302"/>
                </a:lnTo>
                <a:lnTo>
                  <a:pt x="62892" y="41673"/>
                </a:lnTo>
                <a:lnTo>
                  <a:pt x="64898" y="42043"/>
                </a:lnTo>
                <a:lnTo>
                  <a:pt x="66931" y="42398"/>
                </a:lnTo>
                <a:lnTo>
                  <a:pt x="68991" y="42746"/>
                </a:lnTo>
                <a:lnTo>
                  <a:pt x="71077" y="43093"/>
                </a:lnTo>
                <a:lnTo>
                  <a:pt x="73164" y="43425"/>
                </a:lnTo>
                <a:lnTo>
                  <a:pt x="75277" y="43757"/>
                </a:lnTo>
                <a:lnTo>
                  <a:pt x="77390" y="44074"/>
                </a:lnTo>
                <a:lnTo>
                  <a:pt x="79557" y="44390"/>
                </a:lnTo>
                <a:lnTo>
                  <a:pt x="81697" y="44691"/>
                </a:lnTo>
                <a:lnTo>
                  <a:pt x="83891" y="44985"/>
                </a:lnTo>
                <a:lnTo>
                  <a:pt x="86084" y="45278"/>
                </a:lnTo>
                <a:lnTo>
                  <a:pt x="88278" y="45556"/>
                </a:lnTo>
                <a:lnTo>
                  <a:pt x="90498" y="45826"/>
                </a:lnTo>
                <a:lnTo>
                  <a:pt x="92718" y="46096"/>
                </a:lnTo>
                <a:lnTo>
                  <a:pt x="94966" y="46351"/>
                </a:lnTo>
                <a:lnTo>
                  <a:pt x="97213" y="46598"/>
                </a:lnTo>
                <a:lnTo>
                  <a:pt x="99486" y="46837"/>
                </a:lnTo>
                <a:lnTo>
                  <a:pt x="101760" y="47069"/>
                </a:lnTo>
                <a:lnTo>
                  <a:pt x="104061" y="47293"/>
                </a:lnTo>
                <a:lnTo>
                  <a:pt x="106361" y="47509"/>
                </a:lnTo>
                <a:lnTo>
                  <a:pt x="108662" y="47710"/>
                </a:lnTo>
                <a:lnTo>
                  <a:pt x="110989" y="47910"/>
                </a:lnTo>
                <a:lnTo>
                  <a:pt x="113290" y="48096"/>
                </a:lnTo>
                <a:lnTo>
                  <a:pt x="115644" y="48281"/>
                </a:lnTo>
                <a:lnTo>
                  <a:pt x="117971" y="48451"/>
                </a:lnTo>
                <a:lnTo>
                  <a:pt x="120298" y="48613"/>
                </a:lnTo>
                <a:lnTo>
                  <a:pt x="122652" y="48767"/>
                </a:lnTo>
                <a:lnTo>
                  <a:pt x="125006" y="48914"/>
                </a:lnTo>
                <a:lnTo>
                  <a:pt x="127360" y="49045"/>
                </a:lnTo>
                <a:lnTo>
                  <a:pt x="129741" y="49176"/>
                </a:lnTo>
                <a:lnTo>
                  <a:pt x="132095" y="49292"/>
                </a:lnTo>
                <a:lnTo>
                  <a:pt x="134476" y="49400"/>
                </a:lnTo>
                <a:lnTo>
                  <a:pt x="136830" y="49501"/>
                </a:lnTo>
                <a:lnTo>
                  <a:pt x="139211" y="49593"/>
                </a:lnTo>
                <a:lnTo>
                  <a:pt x="141592" y="49671"/>
                </a:lnTo>
                <a:lnTo>
                  <a:pt x="143946" y="49740"/>
                </a:lnTo>
                <a:lnTo>
                  <a:pt x="146327" y="49809"/>
                </a:lnTo>
                <a:lnTo>
                  <a:pt x="148707" y="49856"/>
                </a:lnTo>
                <a:lnTo>
                  <a:pt x="151062" y="49902"/>
                </a:lnTo>
                <a:lnTo>
                  <a:pt x="153442" y="49933"/>
                </a:lnTo>
                <a:lnTo>
                  <a:pt x="155796" y="49964"/>
                </a:lnTo>
                <a:lnTo>
                  <a:pt x="158150" y="49979"/>
                </a:lnTo>
                <a:lnTo>
                  <a:pt x="162859" y="49979"/>
                </a:lnTo>
                <a:lnTo>
                  <a:pt x="165213" y="49964"/>
                </a:lnTo>
                <a:lnTo>
                  <a:pt x="167567" y="49941"/>
                </a:lnTo>
                <a:lnTo>
                  <a:pt x="169894" y="49902"/>
                </a:lnTo>
                <a:lnTo>
                  <a:pt x="172221" y="49856"/>
                </a:lnTo>
                <a:lnTo>
                  <a:pt x="174549" y="49802"/>
                </a:lnTo>
                <a:lnTo>
                  <a:pt x="176876" y="49740"/>
                </a:lnTo>
                <a:lnTo>
                  <a:pt x="179176" y="49663"/>
                </a:lnTo>
                <a:lnTo>
                  <a:pt x="181477" y="49578"/>
                </a:lnTo>
                <a:lnTo>
                  <a:pt x="183751" y="49485"/>
                </a:lnTo>
                <a:lnTo>
                  <a:pt x="186051" y="49377"/>
                </a:lnTo>
                <a:lnTo>
                  <a:pt x="188298" y="49261"/>
                </a:lnTo>
                <a:lnTo>
                  <a:pt x="190572" y="49138"/>
                </a:lnTo>
                <a:lnTo>
                  <a:pt x="192819" y="48999"/>
                </a:lnTo>
                <a:lnTo>
                  <a:pt x="195040" y="48852"/>
                </a:lnTo>
                <a:lnTo>
                  <a:pt x="197260" y="48698"/>
                </a:lnTo>
                <a:lnTo>
                  <a:pt x="197982" y="48636"/>
                </a:lnTo>
                <a:lnTo>
                  <a:pt x="198651" y="48574"/>
                </a:lnTo>
                <a:lnTo>
                  <a:pt x="199293" y="48497"/>
                </a:lnTo>
                <a:lnTo>
                  <a:pt x="199908" y="48420"/>
                </a:lnTo>
                <a:lnTo>
                  <a:pt x="200497" y="48335"/>
                </a:lnTo>
                <a:lnTo>
                  <a:pt x="201058" y="48250"/>
                </a:lnTo>
                <a:lnTo>
                  <a:pt x="201567" y="48150"/>
                </a:lnTo>
                <a:lnTo>
                  <a:pt x="202075" y="48049"/>
                </a:lnTo>
                <a:lnTo>
                  <a:pt x="202530" y="47941"/>
                </a:lnTo>
                <a:lnTo>
                  <a:pt x="202958" y="47825"/>
                </a:lnTo>
                <a:lnTo>
                  <a:pt x="203359" y="47710"/>
                </a:lnTo>
                <a:lnTo>
                  <a:pt x="203733" y="47586"/>
                </a:lnTo>
                <a:lnTo>
                  <a:pt x="204081" y="47463"/>
                </a:lnTo>
                <a:lnTo>
                  <a:pt x="204375" y="47331"/>
                </a:lnTo>
                <a:lnTo>
                  <a:pt x="204670" y="47192"/>
                </a:lnTo>
                <a:lnTo>
                  <a:pt x="204937" y="47061"/>
                </a:lnTo>
                <a:lnTo>
                  <a:pt x="205151" y="46914"/>
                </a:lnTo>
                <a:lnTo>
                  <a:pt x="205365" y="46776"/>
                </a:lnTo>
                <a:lnTo>
                  <a:pt x="205526" y="46629"/>
                </a:lnTo>
                <a:lnTo>
                  <a:pt x="205686" y="46482"/>
                </a:lnTo>
                <a:lnTo>
                  <a:pt x="205820" y="46328"/>
                </a:lnTo>
                <a:lnTo>
                  <a:pt x="205900" y="46181"/>
                </a:lnTo>
                <a:lnTo>
                  <a:pt x="205981" y="46027"/>
                </a:lnTo>
                <a:lnTo>
                  <a:pt x="206034" y="45872"/>
                </a:lnTo>
                <a:lnTo>
                  <a:pt x="206034" y="45718"/>
                </a:lnTo>
                <a:lnTo>
                  <a:pt x="206034" y="45564"/>
                </a:lnTo>
                <a:lnTo>
                  <a:pt x="206007" y="45401"/>
                </a:lnTo>
                <a:lnTo>
                  <a:pt x="205954" y="45247"/>
                </a:lnTo>
                <a:lnTo>
                  <a:pt x="205874" y="45093"/>
                </a:lnTo>
                <a:lnTo>
                  <a:pt x="205767" y="44938"/>
                </a:lnTo>
                <a:lnTo>
                  <a:pt x="205660" y="44784"/>
                </a:lnTo>
                <a:lnTo>
                  <a:pt x="205499" y="44629"/>
                </a:lnTo>
                <a:lnTo>
                  <a:pt x="205339" y="44475"/>
                </a:lnTo>
                <a:lnTo>
                  <a:pt x="205151" y="44321"/>
                </a:lnTo>
                <a:lnTo>
                  <a:pt x="204937" y="44174"/>
                </a:lnTo>
                <a:lnTo>
                  <a:pt x="204697" y="44027"/>
                </a:lnTo>
                <a:lnTo>
                  <a:pt x="204456" y="43881"/>
                </a:lnTo>
                <a:lnTo>
                  <a:pt x="204188" y="43742"/>
                </a:lnTo>
                <a:lnTo>
                  <a:pt x="203894" y="43603"/>
                </a:lnTo>
                <a:lnTo>
                  <a:pt x="203573" y="43471"/>
                </a:lnTo>
                <a:lnTo>
                  <a:pt x="203225" y="43340"/>
                </a:lnTo>
                <a:lnTo>
                  <a:pt x="202877" y="43209"/>
                </a:lnTo>
                <a:lnTo>
                  <a:pt x="202503" y="43085"/>
                </a:lnTo>
                <a:lnTo>
                  <a:pt x="202102" y="42962"/>
                </a:lnTo>
                <a:lnTo>
                  <a:pt x="201700" y="42854"/>
                </a:lnTo>
                <a:lnTo>
                  <a:pt x="201272" y="42738"/>
                </a:lnTo>
                <a:lnTo>
                  <a:pt x="200818" y="42638"/>
                </a:lnTo>
                <a:lnTo>
                  <a:pt x="200363" y="42537"/>
                </a:lnTo>
                <a:lnTo>
                  <a:pt x="199855" y="42445"/>
                </a:lnTo>
                <a:lnTo>
                  <a:pt x="199373" y="42352"/>
                </a:lnTo>
                <a:lnTo>
                  <a:pt x="198838" y="42275"/>
                </a:lnTo>
                <a:lnTo>
                  <a:pt x="198330" y="42198"/>
                </a:lnTo>
                <a:lnTo>
                  <a:pt x="197768" y="42128"/>
                </a:lnTo>
                <a:lnTo>
                  <a:pt x="197206" y="42074"/>
                </a:lnTo>
                <a:lnTo>
                  <a:pt x="196618" y="42020"/>
                </a:lnTo>
                <a:lnTo>
                  <a:pt x="196029" y="41974"/>
                </a:lnTo>
                <a:lnTo>
                  <a:pt x="195414" y="41935"/>
                </a:lnTo>
                <a:lnTo>
                  <a:pt x="194799" y="41904"/>
                </a:lnTo>
                <a:lnTo>
                  <a:pt x="194157" y="41881"/>
                </a:lnTo>
                <a:lnTo>
                  <a:pt x="193515" y="41873"/>
                </a:lnTo>
                <a:lnTo>
                  <a:pt x="192846" y="41866"/>
                </a:lnTo>
                <a:lnTo>
                  <a:pt x="192177" y="41873"/>
                </a:lnTo>
                <a:lnTo>
                  <a:pt x="191482" y="41889"/>
                </a:lnTo>
                <a:lnTo>
                  <a:pt x="190786" y="41920"/>
                </a:lnTo>
                <a:lnTo>
                  <a:pt x="188940" y="41989"/>
                </a:lnTo>
                <a:lnTo>
                  <a:pt x="187095" y="42059"/>
                </a:lnTo>
                <a:lnTo>
                  <a:pt x="187790" y="39951"/>
                </a:lnTo>
                <a:lnTo>
                  <a:pt x="188432" y="37851"/>
                </a:lnTo>
                <a:lnTo>
                  <a:pt x="189021" y="35744"/>
                </a:lnTo>
                <a:lnTo>
                  <a:pt x="189529" y="33644"/>
                </a:lnTo>
                <a:lnTo>
                  <a:pt x="189984" y="31536"/>
                </a:lnTo>
                <a:lnTo>
                  <a:pt x="190385" y="29437"/>
                </a:lnTo>
                <a:lnTo>
                  <a:pt x="190733" y="27329"/>
                </a:lnTo>
                <a:lnTo>
                  <a:pt x="191027" y="25222"/>
                </a:lnTo>
                <a:lnTo>
                  <a:pt x="191241" y="23122"/>
                </a:lnTo>
                <a:lnTo>
                  <a:pt x="191401" y="21014"/>
                </a:lnTo>
                <a:lnTo>
                  <a:pt x="191508" y="18907"/>
                </a:lnTo>
                <a:lnTo>
                  <a:pt x="191535" y="16799"/>
                </a:lnTo>
                <a:lnTo>
                  <a:pt x="191535" y="14684"/>
                </a:lnTo>
                <a:lnTo>
                  <a:pt x="191455" y="12576"/>
                </a:lnTo>
                <a:lnTo>
                  <a:pt x="191294" y="10461"/>
                </a:lnTo>
                <a:lnTo>
                  <a:pt x="191107" y="8346"/>
                </a:lnTo>
                <a:lnTo>
                  <a:pt x="191080" y="8215"/>
                </a:lnTo>
                <a:lnTo>
                  <a:pt x="191054" y="8083"/>
                </a:lnTo>
                <a:lnTo>
                  <a:pt x="190973" y="7952"/>
                </a:lnTo>
                <a:lnTo>
                  <a:pt x="190920" y="7821"/>
                </a:lnTo>
                <a:lnTo>
                  <a:pt x="190813" y="7697"/>
                </a:lnTo>
                <a:lnTo>
                  <a:pt x="190706" y="7574"/>
                </a:lnTo>
                <a:lnTo>
                  <a:pt x="190599" y="7450"/>
                </a:lnTo>
                <a:lnTo>
                  <a:pt x="190465" y="7335"/>
                </a:lnTo>
                <a:lnTo>
                  <a:pt x="190305" y="7219"/>
                </a:lnTo>
                <a:lnTo>
                  <a:pt x="190144" y="7103"/>
                </a:lnTo>
                <a:lnTo>
                  <a:pt x="189770" y="6879"/>
                </a:lnTo>
                <a:lnTo>
                  <a:pt x="189342" y="6671"/>
                </a:lnTo>
                <a:lnTo>
                  <a:pt x="188887" y="6470"/>
                </a:lnTo>
                <a:lnTo>
                  <a:pt x="188352" y="6277"/>
                </a:lnTo>
                <a:lnTo>
                  <a:pt x="187817" y="6092"/>
                </a:lnTo>
                <a:lnTo>
                  <a:pt x="187202" y="5922"/>
                </a:lnTo>
                <a:lnTo>
                  <a:pt x="186586" y="5760"/>
                </a:lnTo>
                <a:lnTo>
                  <a:pt x="185918" y="5613"/>
                </a:lnTo>
                <a:lnTo>
                  <a:pt x="185222" y="5474"/>
                </a:lnTo>
                <a:lnTo>
                  <a:pt x="184500" y="5351"/>
                </a:lnTo>
                <a:lnTo>
                  <a:pt x="183751" y="5235"/>
                </a:lnTo>
                <a:lnTo>
                  <a:pt x="182975" y="5134"/>
                </a:lnTo>
                <a:lnTo>
                  <a:pt x="182199" y="5042"/>
                </a:lnTo>
                <a:lnTo>
                  <a:pt x="181397" y="4965"/>
                </a:lnTo>
                <a:lnTo>
                  <a:pt x="180594" y="4895"/>
                </a:lnTo>
                <a:lnTo>
                  <a:pt x="179792" y="4841"/>
                </a:lnTo>
                <a:lnTo>
                  <a:pt x="178962" y="4802"/>
                </a:lnTo>
                <a:lnTo>
                  <a:pt x="178160" y="4779"/>
                </a:lnTo>
                <a:lnTo>
                  <a:pt x="177331" y="4764"/>
                </a:lnTo>
                <a:lnTo>
                  <a:pt x="176528" y="4764"/>
                </a:lnTo>
                <a:lnTo>
                  <a:pt x="175699" y="4779"/>
                </a:lnTo>
                <a:lnTo>
                  <a:pt x="174923" y="4810"/>
                </a:lnTo>
                <a:lnTo>
                  <a:pt x="174147" y="4849"/>
                </a:lnTo>
                <a:lnTo>
                  <a:pt x="173372" y="4911"/>
                </a:lnTo>
                <a:lnTo>
                  <a:pt x="172649" y="4980"/>
                </a:lnTo>
                <a:lnTo>
                  <a:pt x="171927" y="5065"/>
                </a:lnTo>
                <a:lnTo>
                  <a:pt x="171231" y="5165"/>
                </a:lnTo>
                <a:lnTo>
                  <a:pt x="170750" y="5003"/>
                </a:lnTo>
                <a:lnTo>
                  <a:pt x="170215" y="4833"/>
                </a:lnTo>
                <a:lnTo>
                  <a:pt x="169653" y="4679"/>
                </a:lnTo>
                <a:lnTo>
                  <a:pt x="169038" y="4525"/>
                </a:lnTo>
                <a:lnTo>
                  <a:pt x="168583" y="4324"/>
                </a:lnTo>
                <a:lnTo>
                  <a:pt x="168102" y="4139"/>
                </a:lnTo>
                <a:lnTo>
                  <a:pt x="167593" y="3953"/>
                </a:lnTo>
                <a:lnTo>
                  <a:pt x="167032" y="3791"/>
                </a:lnTo>
                <a:lnTo>
                  <a:pt x="166443" y="3637"/>
                </a:lnTo>
                <a:lnTo>
                  <a:pt x="165828" y="3490"/>
                </a:lnTo>
                <a:lnTo>
                  <a:pt x="165186" y="3359"/>
                </a:lnTo>
                <a:lnTo>
                  <a:pt x="164517" y="3243"/>
                </a:lnTo>
                <a:lnTo>
                  <a:pt x="163822" y="3135"/>
                </a:lnTo>
                <a:lnTo>
                  <a:pt x="163099" y="3035"/>
                </a:lnTo>
                <a:lnTo>
                  <a:pt x="162377" y="2957"/>
                </a:lnTo>
                <a:lnTo>
                  <a:pt x="161628" y="2888"/>
                </a:lnTo>
                <a:lnTo>
                  <a:pt x="160879" y="2834"/>
                </a:lnTo>
                <a:lnTo>
                  <a:pt x="160130" y="2788"/>
                </a:lnTo>
                <a:lnTo>
                  <a:pt x="159354" y="2764"/>
                </a:lnTo>
                <a:lnTo>
                  <a:pt x="158578" y="2749"/>
                </a:lnTo>
                <a:lnTo>
                  <a:pt x="157749" y="2649"/>
                </a:lnTo>
                <a:lnTo>
                  <a:pt x="156947" y="2556"/>
                </a:lnTo>
                <a:lnTo>
                  <a:pt x="156117" y="2471"/>
                </a:lnTo>
                <a:lnTo>
                  <a:pt x="155288" y="2394"/>
                </a:lnTo>
                <a:lnTo>
                  <a:pt x="154486" y="2317"/>
                </a:lnTo>
                <a:lnTo>
                  <a:pt x="153656" y="2255"/>
                </a:lnTo>
                <a:lnTo>
                  <a:pt x="152827" y="2185"/>
                </a:lnTo>
                <a:lnTo>
                  <a:pt x="151998" y="2131"/>
                </a:lnTo>
                <a:lnTo>
                  <a:pt x="151169" y="2077"/>
                </a:lnTo>
                <a:lnTo>
                  <a:pt x="150339" y="2031"/>
                </a:lnTo>
                <a:lnTo>
                  <a:pt x="149483" y="1992"/>
                </a:lnTo>
                <a:lnTo>
                  <a:pt x="148654" y="1954"/>
                </a:lnTo>
                <a:lnTo>
                  <a:pt x="147798" y="1923"/>
                </a:lnTo>
                <a:lnTo>
                  <a:pt x="146942" y="1900"/>
                </a:lnTo>
                <a:lnTo>
                  <a:pt x="146086" y="1877"/>
                </a:lnTo>
                <a:lnTo>
                  <a:pt x="145230" y="1861"/>
                </a:lnTo>
                <a:lnTo>
                  <a:pt x="144347" y="1853"/>
                </a:lnTo>
                <a:lnTo>
                  <a:pt x="143491" y="1846"/>
                </a:lnTo>
                <a:lnTo>
                  <a:pt x="142608" y="1846"/>
                </a:lnTo>
                <a:lnTo>
                  <a:pt x="141699" y="1853"/>
                </a:lnTo>
                <a:lnTo>
                  <a:pt x="140816" y="1861"/>
                </a:lnTo>
                <a:lnTo>
                  <a:pt x="139907" y="1877"/>
                </a:lnTo>
                <a:lnTo>
                  <a:pt x="138087" y="1923"/>
                </a:lnTo>
                <a:lnTo>
                  <a:pt x="136215" y="1977"/>
                </a:lnTo>
                <a:lnTo>
                  <a:pt x="134289" y="2062"/>
                </a:lnTo>
                <a:lnTo>
                  <a:pt x="132363" y="2155"/>
                </a:lnTo>
                <a:lnTo>
                  <a:pt x="130357" y="2270"/>
                </a:lnTo>
                <a:lnTo>
                  <a:pt x="129715" y="2317"/>
                </a:lnTo>
                <a:lnTo>
                  <a:pt x="129099" y="2363"/>
                </a:lnTo>
                <a:lnTo>
                  <a:pt x="128511" y="2425"/>
                </a:lnTo>
                <a:lnTo>
                  <a:pt x="127949" y="2494"/>
                </a:lnTo>
                <a:lnTo>
                  <a:pt x="127414" y="2564"/>
                </a:lnTo>
                <a:lnTo>
                  <a:pt x="126879" y="2649"/>
                </a:lnTo>
                <a:lnTo>
                  <a:pt x="126397" y="2734"/>
                </a:lnTo>
                <a:lnTo>
                  <a:pt x="125916" y="2826"/>
                </a:lnTo>
                <a:lnTo>
                  <a:pt x="85068" y="680"/>
                </a:lnTo>
                <a:lnTo>
                  <a:pt x="84399" y="649"/>
                </a:lnTo>
                <a:lnTo>
                  <a:pt x="83730" y="626"/>
                </a:lnTo>
                <a:lnTo>
                  <a:pt x="83088" y="611"/>
                </a:lnTo>
                <a:lnTo>
                  <a:pt x="82446" y="603"/>
                </a:lnTo>
                <a:lnTo>
                  <a:pt x="81831" y="603"/>
                </a:lnTo>
                <a:lnTo>
                  <a:pt x="81216" y="611"/>
                </a:lnTo>
                <a:lnTo>
                  <a:pt x="80627" y="626"/>
                </a:lnTo>
                <a:lnTo>
                  <a:pt x="80039" y="649"/>
                </a:lnTo>
                <a:lnTo>
                  <a:pt x="79477" y="680"/>
                </a:lnTo>
                <a:lnTo>
                  <a:pt x="78915" y="711"/>
                </a:lnTo>
                <a:lnTo>
                  <a:pt x="78380" y="757"/>
                </a:lnTo>
                <a:lnTo>
                  <a:pt x="77845" y="804"/>
                </a:lnTo>
                <a:lnTo>
                  <a:pt x="77337" y="858"/>
                </a:lnTo>
                <a:lnTo>
                  <a:pt x="76829" y="919"/>
                </a:lnTo>
                <a:lnTo>
                  <a:pt x="76347" y="989"/>
                </a:lnTo>
                <a:lnTo>
                  <a:pt x="75892" y="1058"/>
                </a:lnTo>
                <a:lnTo>
                  <a:pt x="75438" y="1135"/>
                </a:lnTo>
                <a:lnTo>
                  <a:pt x="74983" y="1220"/>
                </a:lnTo>
                <a:lnTo>
                  <a:pt x="74582" y="1305"/>
                </a:lnTo>
                <a:lnTo>
                  <a:pt x="74154" y="1398"/>
                </a:lnTo>
                <a:lnTo>
                  <a:pt x="73779" y="1491"/>
                </a:lnTo>
                <a:lnTo>
                  <a:pt x="73405" y="1591"/>
                </a:lnTo>
                <a:lnTo>
                  <a:pt x="73030" y="1699"/>
                </a:lnTo>
                <a:lnTo>
                  <a:pt x="72709" y="1807"/>
                </a:lnTo>
                <a:lnTo>
                  <a:pt x="72361" y="1923"/>
                </a:lnTo>
                <a:lnTo>
                  <a:pt x="72067" y="2039"/>
                </a:lnTo>
                <a:lnTo>
                  <a:pt x="71773" y="2155"/>
                </a:lnTo>
                <a:lnTo>
                  <a:pt x="71505" y="2278"/>
                </a:lnTo>
                <a:lnTo>
                  <a:pt x="71238" y="2402"/>
                </a:lnTo>
                <a:lnTo>
                  <a:pt x="70997" y="2533"/>
                </a:lnTo>
                <a:lnTo>
                  <a:pt x="70783" y="2664"/>
                </a:lnTo>
                <a:lnTo>
                  <a:pt x="70569" y="2795"/>
                </a:lnTo>
                <a:lnTo>
                  <a:pt x="52887" y="1514"/>
                </a:lnTo>
                <a:lnTo>
                  <a:pt x="52191" y="1467"/>
                </a:lnTo>
                <a:lnTo>
                  <a:pt x="51523" y="1437"/>
                </a:lnTo>
                <a:lnTo>
                  <a:pt x="50854" y="1406"/>
                </a:lnTo>
                <a:lnTo>
                  <a:pt x="50185" y="1390"/>
                </a:lnTo>
                <a:lnTo>
                  <a:pt x="49570" y="1383"/>
                </a:lnTo>
                <a:lnTo>
                  <a:pt x="48928" y="1383"/>
                </a:lnTo>
                <a:lnTo>
                  <a:pt x="48312" y="1390"/>
                </a:lnTo>
                <a:lnTo>
                  <a:pt x="47724" y="1406"/>
                </a:lnTo>
                <a:lnTo>
                  <a:pt x="47135" y="1429"/>
                </a:lnTo>
                <a:lnTo>
                  <a:pt x="46574" y="1460"/>
                </a:lnTo>
                <a:lnTo>
                  <a:pt x="46039" y="1498"/>
                </a:lnTo>
                <a:lnTo>
                  <a:pt x="45504" y="1537"/>
                </a:lnTo>
                <a:lnTo>
                  <a:pt x="44969" y="1591"/>
                </a:lnTo>
                <a:lnTo>
                  <a:pt x="44460" y="1653"/>
                </a:lnTo>
                <a:lnTo>
                  <a:pt x="43979" y="1722"/>
                </a:lnTo>
                <a:lnTo>
                  <a:pt x="43524" y="1792"/>
                </a:lnTo>
                <a:lnTo>
                  <a:pt x="43069" y="1869"/>
                </a:lnTo>
                <a:lnTo>
                  <a:pt x="42615" y="1954"/>
                </a:lnTo>
                <a:lnTo>
                  <a:pt x="42187" y="2046"/>
                </a:lnTo>
                <a:lnTo>
                  <a:pt x="41785" y="2139"/>
                </a:lnTo>
                <a:lnTo>
                  <a:pt x="41411" y="2239"/>
                </a:lnTo>
                <a:lnTo>
                  <a:pt x="41036" y="2348"/>
                </a:lnTo>
                <a:lnTo>
                  <a:pt x="40689" y="2456"/>
                </a:lnTo>
                <a:lnTo>
                  <a:pt x="40341" y="2571"/>
                </a:lnTo>
                <a:lnTo>
                  <a:pt x="40020" y="2687"/>
                </a:lnTo>
                <a:lnTo>
                  <a:pt x="39725" y="2811"/>
                </a:lnTo>
                <a:lnTo>
                  <a:pt x="39458" y="2934"/>
                </a:lnTo>
                <a:lnTo>
                  <a:pt x="39190" y="3065"/>
                </a:lnTo>
                <a:lnTo>
                  <a:pt x="38950" y="3204"/>
                </a:lnTo>
                <a:lnTo>
                  <a:pt x="38709" y="3336"/>
                </a:lnTo>
                <a:lnTo>
                  <a:pt x="38522" y="3482"/>
                </a:lnTo>
                <a:lnTo>
                  <a:pt x="38334" y="3621"/>
                </a:lnTo>
                <a:lnTo>
                  <a:pt x="37880" y="3490"/>
                </a:lnTo>
                <a:lnTo>
                  <a:pt x="37398" y="3374"/>
                </a:lnTo>
                <a:lnTo>
                  <a:pt x="36917" y="3258"/>
                </a:lnTo>
                <a:lnTo>
                  <a:pt x="36408" y="3166"/>
                </a:lnTo>
                <a:lnTo>
                  <a:pt x="35900" y="3073"/>
                </a:lnTo>
                <a:lnTo>
                  <a:pt x="35365" y="3004"/>
                </a:lnTo>
                <a:lnTo>
                  <a:pt x="34830" y="2934"/>
                </a:lnTo>
                <a:lnTo>
                  <a:pt x="34268" y="2880"/>
                </a:lnTo>
                <a:lnTo>
                  <a:pt x="33707" y="2834"/>
                </a:lnTo>
                <a:lnTo>
                  <a:pt x="33145" y="2795"/>
                </a:lnTo>
                <a:lnTo>
                  <a:pt x="32583" y="2764"/>
                </a:lnTo>
                <a:lnTo>
                  <a:pt x="31995" y="2749"/>
                </a:lnTo>
                <a:lnTo>
                  <a:pt x="31433" y="2741"/>
                </a:lnTo>
                <a:lnTo>
                  <a:pt x="30844" y="2741"/>
                </a:lnTo>
                <a:lnTo>
                  <a:pt x="30256" y="2757"/>
                </a:lnTo>
                <a:lnTo>
                  <a:pt x="29667" y="2772"/>
                </a:lnTo>
                <a:lnTo>
                  <a:pt x="29106" y="2803"/>
                </a:lnTo>
                <a:lnTo>
                  <a:pt x="28517" y="2834"/>
                </a:lnTo>
                <a:lnTo>
                  <a:pt x="27955" y="2880"/>
                </a:lnTo>
                <a:lnTo>
                  <a:pt x="27367" y="2934"/>
                </a:lnTo>
                <a:lnTo>
                  <a:pt x="26832" y="2988"/>
                </a:lnTo>
                <a:lnTo>
                  <a:pt x="26270" y="3058"/>
                </a:lnTo>
                <a:lnTo>
                  <a:pt x="25735" y="3135"/>
                </a:lnTo>
                <a:lnTo>
                  <a:pt x="25200" y="3220"/>
                </a:lnTo>
                <a:lnTo>
                  <a:pt x="24692" y="3305"/>
                </a:lnTo>
                <a:lnTo>
                  <a:pt x="24183" y="3405"/>
                </a:lnTo>
                <a:lnTo>
                  <a:pt x="23702" y="3505"/>
                </a:lnTo>
                <a:lnTo>
                  <a:pt x="23220" y="3621"/>
                </a:lnTo>
                <a:lnTo>
                  <a:pt x="22766" y="3737"/>
                </a:lnTo>
                <a:lnTo>
                  <a:pt x="22338" y="3861"/>
                </a:lnTo>
                <a:lnTo>
                  <a:pt x="21936" y="3984"/>
                </a:lnTo>
                <a:lnTo>
                  <a:pt x="21535" y="4123"/>
                </a:lnTo>
                <a:lnTo>
                  <a:pt x="21508" y="3197"/>
                </a:lnTo>
                <a:lnTo>
                  <a:pt x="21508" y="2734"/>
                </a:lnTo>
                <a:lnTo>
                  <a:pt x="21535" y="2270"/>
                </a:lnTo>
                <a:lnTo>
                  <a:pt x="21535" y="2147"/>
                </a:lnTo>
                <a:lnTo>
                  <a:pt x="21535" y="2023"/>
                </a:lnTo>
                <a:lnTo>
                  <a:pt x="21482" y="1907"/>
                </a:lnTo>
                <a:lnTo>
                  <a:pt x="21428" y="1792"/>
                </a:lnTo>
                <a:lnTo>
                  <a:pt x="21348" y="1676"/>
                </a:lnTo>
                <a:lnTo>
                  <a:pt x="21268" y="1568"/>
                </a:lnTo>
                <a:lnTo>
                  <a:pt x="21161" y="1467"/>
                </a:lnTo>
                <a:lnTo>
                  <a:pt x="21027" y="1367"/>
                </a:lnTo>
                <a:lnTo>
                  <a:pt x="20893" y="1267"/>
                </a:lnTo>
                <a:lnTo>
                  <a:pt x="20733" y="1174"/>
                </a:lnTo>
                <a:lnTo>
                  <a:pt x="20572" y="1081"/>
                </a:lnTo>
                <a:lnTo>
                  <a:pt x="20385" y="997"/>
                </a:lnTo>
                <a:lnTo>
                  <a:pt x="20198" y="912"/>
                </a:lnTo>
                <a:lnTo>
                  <a:pt x="19984" y="834"/>
                </a:lnTo>
                <a:lnTo>
                  <a:pt x="19770" y="757"/>
                </a:lnTo>
                <a:lnTo>
                  <a:pt x="19529" y="680"/>
                </a:lnTo>
                <a:lnTo>
                  <a:pt x="19288" y="611"/>
                </a:lnTo>
                <a:lnTo>
                  <a:pt x="19021" y="549"/>
                </a:lnTo>
                <a:lnTo>
                  <a:pt x="18486" y="425"/>
                </a:lnTo>
                <a:lnTo>
                  <a:pt x="17924" y="325"/>
                </a:lnTo>
                <a:lnTo>
                  <a:pt x="17308" y="232"/>
                </a:lnTo>
                <a:lnTo>
                  <a:pt x="16666" y="155"/>
                </a:lnTo>
                <a:lnTo>
                  <a:pt x="16024" y="93"/>
                </a:lnTo>
                <a:lnTo>
                  <a:pt x="15356" y="47"/>
                </a:lnTo>
                <a:lnTo>
                  <a:pt x="14660" y="16"/>
                </a:lnTo>
                <a:lnTo>
                  <a:pt x="139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4"/>
          <p:cNvSpPr/>
          <p:nvPr/>
        </p:nvSpPr>
        <p:spPr>
          <a:xfrm rot="10800000">
            <a:off x="58633" y="4211466"/>
            <a:ext cx="118052" cy="117557"/>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4"/>
          <p:cNvSpPr txBox="1"/>
          <p:nvPr>
            <p:ph idx="6"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9">
    <p:spTree>
      <p:nvGrpSpPr>
        <p:cNvPr id="475" name="Shape 475"/>
        <p:cNvGrpSpPr/>
        <p:nvPr/>
      </p:nvGrpSpPr>
      <p:grpSpPr>
        <a:xfrm>
          <a:off x="0" y="0"/>
          <a:ext cx="0" cy="0"/>
          <a:chOff x="0" y="0"/>
          <a:chExt cx="0" cy="0"/>
        </a:xfrm>
      </p:grpSpPr>
      <p:sp>
        <p:nvSpPr>
          <p:cNvPr id="476" name="Google Shape;476;p25"/>
          <p:cNvSpPr/>
          <p:nvPr/>
        </p:nvSpPr>
        <p:spPr>
          <a:xfrm>
            <a:off x="7188122" y="-775910"/>
            <a:ext cx="2471746" cy="2631820"/>
          </a:xfrm>
          <a:custGeom>
            <a:rect b="b" l="l" r="r" t="t"/>
            <a:pathLst>
              <a:path extrusionOk="0" h="128916" w="121075">
                <a:moveTo>
                  <a:pt x="33098" y="10017"/>
                </a:moveTo>
                <a:lnTo>
                  <a:pt x="0" y="81879"/>
                </a:lnTo>
                <a:lnTo>
                  <a:pt x="79700" y="128916"/>
                </a:lnTo>
                <a:lnTo>
                  <a:pt x="120204" y="113237"/>
                </a:lnTo>
                <a:lnTo>
                  <a:pt x="121075" y="14168"/>
                </a:lnTo>
                <a:lnTo>
                  <a:pt x="60537" y="0"/>
                </a:lnTo>
                <a:close/>
              </a:path>
            </a:pathLst>
          </a:custGeom>
          <a:solidFill>
            <a:schemeClr val="lt1"/>
          </a:solidFill>
          <a:ln>
            <a:noFill/>
          </a:ln>
        </p:spPr>
      </p:sp>
      <p:sp>
        <p:nvSpPr>
          <p:cNvPr id="477" name="Google Shape;477;p25"/>
          <p:cNvSpPr/>
          <p:nvPr/>
        </p:nvSpPr>
        <p:spPr>
          <a:xfrm>
            <a:off x="-1146162" y="813712"/>
            <a:ext cx="5077420" cy="6900086"/>
          </a:xfrm>
          <a:custGeom>
            <a:rect b="b" l="l" r="r" t="t"/>
            <a:pathLst>
              <a:path extrusionOk="0" h="115415" w="84928">
                <a:moveTo>
                  <a:pt x="19164" y="0"/>
                </a:moveTo>
                <a:lnTo>
                  <a:pt x="1307" y="7404"/>
                </a:lnTo>
                <a:lnTo>
                  <a:pt x="0" y="115415"/>
                </a:lnTo>
                <a:lnTo>
                  <a:pt x="65330" y="81008"/>
                </a:lnTo>
                <a:lnTo>
                  <a:pt x="84928" y="41811"/>
                </a:lnTo>
                <a:lnTo>
                  <a:pt x="34843" y="17421"/>
                </a:lnTo>
                <a:close/>
              </a:path>
            </a:pathLst>
          </a:custGeom>
          <a:solidFill>
            <a:schemeClr val="lt1"/>
          </a:solidFill>
          <a:ln>
            <a:noFill/>
          </a:ln>
        </p:spPr>
      </p:sp>
      <p:sp>
        <p:nvSpPr>
          <p:cNvPr id="478" name="Google Shape;478;p25"/>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79" name="Google Shape;479;p25"/>
          <p:cNvSpPr txBox="1"/>
          <p:nvPr>
            <p:ph type="title"/>
          </p:nvPr>
        </p:nvSpPr>
        <p:spPr>
          <a:xfrm>
            <a:off x="720000" y="24989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80" name="Google Shape;480;p25"/>
          <p:cNvSpPr txBox="1"/>
          <p:nvPr>
            <p:ph idx="1" type="subTitle"/>
          </p:nvPr>
        </p:nvSpPr>
        <p:spPr>
          <a:xfrm>
            <a:off x="719975" y="3026700"/>
            <a:ext cx="2336400" cy="126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1" name="Google Shape;481;p25"/>
          <p:cNvSpPr txBox="1"/>
          <p:nvPr>
            <p:ph idx="2" type="title"/>
          </p:nvPr>
        </p:nvSpPr>
        <p:spPr>
          <a:xfrm>
            <a:off x="3403800" y="24989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82" name="Google Shape;482;p25"/>
          <p:cNvSpPr txBox="1"/>
          <p:nvPr>
            <p:ph idx="3" type="subTitle"/>
          </p:nvPr>
        </p:nvSpPr>
        <p:spPr>
          <a:xfrm>
            <a:off x="3403725" y="3026700"/>
            <a:ext cx="2336400" cy="126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3" name="Google Shape;483;p25"/>
          <p:cNvSpPr txBox="1"/>
          <p:nvPr>
            <p:ph idx="4" type="title"/>
          </p:nvPr>
        </p:nvSpPr>
        <p:spPr>
          <a:xfrm>
            <a:off x="6087600" y="2498988"/>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84" name="Google Shape;484;p25"/>
          <p:cNvSpPr txBox="1"/>
          <p:nvPr>
            <p:ph idx="5" type="subTitle"/>
          </p:nvPr>
        </p:nvSpPr>
        <p:spPr>
          <a:xfrm>
            <a:off x="6087600" y="3026700"/>
            <a:ext cx="2336400" cy="126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5" name="Google Shape;485;p25"/>
          <p:cNvSpPr/>
          <p:nvPr/>
        </p:nvSpPr>
        <p:spPr>
          <a:xfrm rot="10800000">
            <a:off x="7910878" y="299573"/>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5"/>
          <p:cNvSpPr/>
          <p:nvPr/>
        </p:nvSpPr>
        <p:spPr>
          <a:xfrm flipH="1" rot="10800000">
            <a:off x="588263" y="813706"/>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txBox="1"/>
          <p:nvPr>
            <p:ph idx="6"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cSld name="CUSTOM_7">
    <p:spTree>
      <p:nvGrpSpPr>
        <p:cNvPr id="488" name="Shape 488"/>
        <p:cNvGrpSpPr/>
        <p:nvPr/>
      </p:nvGrpSpPr>
      <p:grpSpPr>
        <a:xfrm>
          <a:off x="0" y="0"/>
          <a:ext cx="0" cy="0"/>
          <a:chOff x="0" y="0"/>
          <a:chExt cx="0" cy="0"/>
        </a:xfrm>
      </p:grpSpPr>
      <p:sp>
        <p:nvSpPr>
          <p:cNvPr id="489" name="Google Shape;489;p26"/>
          <p:cNvSpPr/>
          <p:nvPr/>
        </p:nvSpPr>
        <p:spPr>
          <a:xfrm flipH="1">
            <a:off x="-690775" y="-805785"/>
            <a:ext cx="2471746" cy="2631820"/>
          </a:xfrm>
          <a:custGeom>
            <a:rect b="b" l="l" r="r" t="t"/>
            <a:pathLst>
              <a:path extrusionOk="0" h="128916" w="121075">
                <a:moveTo>
                  <a:pt x="33098" y="10017"/>
                </a:moveTo>
                <a:lnTo>
                  <a:pt x="0" y="81879"/>
                </a:lnTo>
                <a:lnTo>
                  <a:pt x="79700" y="128916"/>
                </a:lnTo>
                <a:lnTo>
                  <a:pt x="120204" y="113237"/>
                </a:lnTo>
                <a:lnTo>
                  <a:pt x="121075" y="14168"/>
                </a:lnTo>
                <a:lnTo>
                  <a:pt x="60537" y="0"/>
                </a:lnTo>
                <a:close/>
              </a:path>
            </a:pathLst>
          </a:custGeom>
          <a:solidFill>
            <a:schemeClr val="lt1"/>
          </a:solidFill>
          <a:ln>
            <a:noFill/>
          </a:ln>
        </p:spPr>
      </p:sp>
      <p:sp>
        <p:nvSpPr>
          <p:cNvPr id="490" name="Google Shape;490;p26"/>
          <p:cNvSpPr/>
          <p:nvPr/>
        </p:nvSpPr>
        <p:spPr>
          <a:xfrm flipH="1">
            <a:off x="6206736" y="402462"/>
            <a:ext cx="5077420" cy="6900086"/>
          </a:xfrm>
          <a:custGeom>
            <a:rect b="b" l="l" r="r" t="t"/>
            <a:pathLst>
              <a:path extrusionOk="0" h="115415" w="84928">
                <a:moveTo>
                  <a:pt x="19164" y="0"/>
                </a:moveTo>
                <a:lnTo>
                  <a:pt x="1307" y="7404"/>
                </a:lnTo>
                <a:lnTo>
                  <a:pt x="0" y="115415"/>
                </a:lnTo>
                <a:lnTo>
                  <a:pt x="65330" y="81008"/>
                </a:lnTo>
                <a:lnTo>
                  <a:pt x="84928" y="41811"/>
                </a:lnTo>
                <a:lnTo>
                  <a:pt x="34843" y="17421"/>
                </a:lnTo>
                <a:close/>
              </a:path>
            </a:pathLst>
          </a:custGeom>
          <a:solidFill>
            <a:schemeClr val="lt1"/>
          </a:solidFill>
          <a:ln>
            <a:noFill/>
          </a:ln>
        </p:spPr>
      </p:sp>
      <p:sp>
        <p:nvSpPr>
          <p:cNvPr id="491" name="Google Shape;491;p26"/>
          <p:cNvSpPr/>
          <p:nvPr/>
        </p:nvSpPr>
        <p:spPr>
          <a:xfrm rot="-1496038">
            <a:off x="888936" y="3961755"/>
            <a:ext cx="301362" cy="481509"/>
          </a:xfrm>
          <a:custGeom>
            <a:rect b="b" l="l" r="r" t="t"/>
            <a:pathLst>
              <a:path extrusionOk="0" h="92362" w="43103">
                <a:moveTo>
                  <a:pt x="5150" y="0"/>
                </a:moveTo>
                <a:lnTo>
                  <a:pt x="5005" y="8"/>
                </a:lnTo>
                <a:lnTo>
                  <a:pt x="4854" y="33"/>
                </a:lnTo>
                <a:lnTo>
                  <a:pt x="4709" y="83"/>
                </a:lnTo>
                <a:lnTo>
                  <a:pt x="4563" y="142"/>
                </a:lnTo>
                <a:lnTo>
                  <a:pt x="4423" y="217"/>
                </a:lnTo>
                <a:lnTo>
                  <a:pt x="4283" y="316"/>
                </a:lnTo>
                <a:lnTo>
                  <a:pt x="4148" y="425"/>
                </a:lnTo>
                <a:lnTo>
                  <a:pt x="4018" y="541"/>
                </a:lnTo>
                <a:lnTo>
                  <a:pt x="3894" y="683"/>
                </a:lnTo>
                <a:lnTo>
                  <a:pt x="3774" y="833"/>
                </a:lnTo>
                <a:lnTo>
                  <a:pt x="3660" y="991"/>
                </a:lnTo>
                <a:lnTo>
                  <a:pt x="3551" y="1166"/>
                </a:lnTo>
                <a:lnTo>
                  <a:pt x="3447" y="1349"/>
                </a:lnTo>
                <a:lnTo>
                  <a:pt x="3354" y="1549"/>
                </a:lnTo>
                <a:lnTo>
                  <a:pt x="3266" y="1757"/>
                </a:lnTo>
                <a:lnTo>
                  <a:pt x="3188" y="1973"/>
                </a:lnTo>
                <a:lnTo>
                  <a:pt x="3115" y="2198"/>
                </a:lnTo>
                <a:lnTo>
                  <a:pt x="3058" y="2439"/>
                </a:lnTo>
                <a:lnTo>
                  <a:pt x="3006" y="2681"/>
                </a:lnTo>
                <a:lnTo>
                  <a:pt x="2964" y="2931"/>
                </a:lnTo>
                <a:lnTo>
                  <a:pt x="2933" y="3189"/>
                </a:lnTo>
                <a:lnTo>
                  <a:pt x="2913" y="3455"/>
                </a:lnTo>
                <a:lnTo>
                  <a:pt x="2663" y="8659"/>
                </a:lnTo>
                <a:lnTo>
                  <a:pt x="2425" y="13862"/>
                </a:lnTo>
                <a:lnTo>
                  <a:pt x="2201" y="19074"/>
                </a:lnTo>
                <a:lnTo>
                  <a:pt x="1988" y="24277"/>
                </a:lnTo>
                <a:lnTo>
                  <a:pt x="1786" y="29489"/>
                </a:lnTo>
                <a:lnTo>
                  <a:pt x="1594" y="34692"/>
                </a:lnTo>
                <a:lnTo>
                  <a:pt x="1417" y="39904"/>
                </a:lnTo>
                <a:lnTo>
                  <a:pt x="1251" y="45115"/>
                </a:lnTo>
                <a:lnTo>
                  <a:pt x="1101" y="50327"/>
                </a:lnTo>
                <a:lnTo>
                  <a:pt x="955" y="55539"/>
                </a:lnTo>
                <a:lnTo>
                  <a:pt x="826" y="60759"/>
                </a:lnTo>
                <a:lnTo>
                  <a:pt x="711" y="65971"/>
                </a:lnTo>
                <a:lnTo>
                  <a:pt x="602" y="71182"/>
                </a:lnTo>
                <a:lnTo>
                  <a:pt x="509" y="76402"/>
                </a:lnTo>
                <a:lnTo>
                  <a:pt x="431" y="81622"/>
                </a:lnTo>
                <a:lnTo>
                  <a:pt x="358" y="86834"/>
                </a:lnTo>
                <a:lnTo>
                  <a:pt x="364" y="86942"/>
                </a:lnTo>
                <a:lnTo>
                  <a:pt x="369" y="87050"/>
                </a:lnTo>
                <a:lnTo>
                  <a:pt x="379" y="87250"/>
                </a:lnTo>
                <a:lnTo>
                  <a:pt x="296" y="87458"/>
                </a:lnTo>
                <a:lnTo>
                  <a:pt x="218" y="87666"/>
                </a:lnTo>
                <a:lnTo>
                  <a:pt x="156" y="87891"/>
                </a:lnTo>
                <a:lnTo>
                  <a:pt x="104" y="88108"/>
                </a:lnTo>
                <a:lnTo>
                  <a:pt x="63" y="88341"/>
                </a:lnTo>
                <a:lnTo>
                  <a:pt x="31" y="88566"/>
                </a:lnTo>
                <a:lnTo>
                  <a:pt x="11" y="88799"/>
                </a:lnTo>
                <a:lnTo>
                  <a:pt x="0" y="89032"/>
                </a:lnTo>
                <a:lnTo>
                  <a:pt x="5" y="89265"/>
                </a:lnTo>
                <a:lnTo>
                  <a:pt x="16" y="89498"/>
                </a:lnTo>
                <a:lnTo>
                  <a:pt x="37" y="89731"/>
                </a:lnTo>
                <a:lnTo>
                  <a:pt x="68" y="89964"/>
                </a:lnTo>
                <a:lnTo>
                  <a:pt x="104" y="90181"/>
                </a:lnTo>
                <a:lnTo>
                  <a:pt x="156" y="90406"/>
                </a:lnTo>
                <a:lnTo>
                  <a:pt x="218" y="90614"/>
                </a:lnTo>
                <a:lnTo>
                  <a:pt x="286" y="90822"/>
                </a:lnTo>
                <a:lnTo>
                  <a:pt x="364" y="91013"/>
                </a:lnTo>
                <a:lnTo>
                  <a:pt x="447" y="91205"/>
                </a:lnTo>
                <a:lnTo>
                  <a:pt x="540" y="91380"/>
                </a:lnTo>
                <a:lnTo>
                  <a:pt x="644" y="91546"/>
                </a:lnTo>
                <a:lnTo>
                  <a:pt x="758" y="91704"/>
                </a:lnTo>
                <a:lnTo>
                  <a:pt x="878" y="91846"/>
                </a:lnTo>
                <a:lnTo>
                  <a:pt x="1002" y="91971"/>
                </a:lnTo>
                <a:lnTo>
                  <a:pt x="1137" y="92079"/>
                </a:lnTo>
                <a:lnTo>
                  <a:pt x="1210" y="92129"/>
                </a:lnTo>
                <a:lnTo>
                  <a:pt x="1282" y="92170"/>
                </a:lnTo>
                <a:lnTo>
                  <a:pt x="1355" y="92212"/>
                </a:lnTo>
                <a:lnTo>
                  <a:pt x="1433" y="92254"/>
                </a:lnTo>
                <a:lnTo>
                  <a:pt x="1511" y="92279"/>
                </a:lnTo>
                <a:lnTo>
                  <a:pt x="1589" y="92312"/>
                </a:lnTo>
                <a:lnTo>
                  <a:pt x="1672" y="92329"/>
                </a:lnTo>
                <a:lnTo>
                  <a:pt x="1755" y="92345"/>
                </a:lnTo>
                <a:lnTo>
                  <a:pt x="1838" y="92362"/>
                </a:lnTo>
                <a:lnTo>
                  <a:pt x="2108" y="92362"/>
                </a:lnTo>
                <a:lnTo>
                  <a:pt x="2196" y="92354"/>
                </a:lnTo>
                <a:lnTo>
                  <a:pt x="2290" y="92337"/>
                </a:lnTo>
                <a:lnTo>
                  <a:pt x="2388" y="92312"/>
                </a:lnTo>
                <a:lnTo>
                  <a:pt x="2482" y="92287"/>
                </a:lnTo>
                <a:lnTo>
                  <a:pt x="3141" y="92071"/>
                </a:lnTo>
                <a:lnTo>
                  <a:pt x="3800" y="91846"/>
                </a:lnTo>
                <a:lnTo>
                  <a:pt x="4460" y="91621"/>
                </a:lnTo>
                <a:lnTo>
                  <a:pt x="5119" y="91380"/>
                </a:lnTo>
                <a:lnTo>
                  <a:pt x="5778" y="91130"/>
                </a:lnTo>
                <a:lnTo>
                  <a:pt x="6432" y="90880"/>
                </a:lnTo>
                <a:lnTo>
                  <a:pt x="7091" y="90622"/>
                </a:lnTo>
                <a:lnTo>
                  <a:pt x="7746" y="90356"/>
                </a:lnTo>
                <a:lnTo>
                  <a:pt x="8400" y="90081"/>
                </a:lnTo>
                <a:lnTo>
                  <a:pt x="9059" y="89806"/>
                </a:lnTo>
                <a:lnTo>
                  <a:pt x="10367" y="89240"/>
                </a:lnTo>
                <a:lnTo>
                  <a:pt x="11675" y="88657"/>
                </a:lnTo>
                <a:lnTo>
                  <a:pt x="12978" y="88066"/>
                </a:lnTo>
                <a:lnTo>
                  <a:pt x="14286" y="87458"/>
                </a:lnTo>
                <a:lnTo>
                  <a:pt x="15589" y="86859"/>
                </a:lnTo>
                <a:lnTo>
                  <a:pt x="18195" y="85643"/>
                </a:lnTo>
                <a:lnTo>
                  <a:pt x="19498" y="85044"/>
                </a:lnTo>
                <a:lnTo>
                  <a:pt x="20801" y="84453"/>
                </a:lnTo>
                <a:lnTo>
                  <a:pt x="22104" y="83878"/>
                </a:lnTo>
                <a:lnTo>
                  <a:pt x="23407" y="83321"/>
                </a:lnTo>
                <a:lnTo>
                  <a:pt x="23968" y="83087"/>
                </a:lnTo>
                <a:lnTo>
                  <a:pt x="24544" y="82863"/>
                </a:lnTo>
                <a:lnTo>
                  <a:pt x="25131" y="82638"/>
                </a:lnTo>
                <a:lnTo>
                  <a:pt x="25723" y="82421"/>
                </a:lnTo>
                <a:lnTo>
                  <a:pt x="26943" y="81989"/>
                </a:lnTo>
                <a:lnTo>
                  <a:pt x="28189" y="81564"/>
                </a:lnTo>
                <a:lnTo>
                  <a:pt x="29455" y="81131"/>
                </a:lnTo>
                <a:lnTo>
                  <a:pt x="30732" y="80690"/>
                </a:lnTo>
                <a:lnTo>
                  <a:pt x="31371" y="80457"/>
                </a:lnTo>
                <a:lnTo>
                  <a:pt x="32015" y="80224"/>
                </a:lnTo>
                <a:lnTo>
                  <a:pt x="32658" y="79982"/>
                </a:lnTo>
                <a:lnTo>
                  <a:pt x="33297" y="79724"/>
                </a:lnTo>
                <a:lnTo>
                  <a:pt x="33935" y="79466"/>
                </a:lnTo>
                <a:lnTo>
                  <a:pt x="34569" y="79191"/>
                </a:lnTo>
                <a:lnTo>
                  <a:pt x="35197" y="78908"/>
                </a:lnTo>
                <a:lnTo>
                  <a:pt x="35820" y="78617"/>
                </a:lnTo>
                <a:lnTo>
                  <a:pt x="36437" y="78309"/>
                </a:lnTo>
                <a:lnTo>
                  <a:pt x="37045" y="77984"/>
                </a:lnTo>
                <a:lnTo>
                  <a:pt x="37346" y="77818"/>
                </a:lnTo>
                <a:lnTo>
                  <a:pt x="37647" y="77643"/>
                </a:lnTo>
                <a:lnTo>
                  <a:pt x="37943" y="77468"/>
                </a:lnTo>
                <a:lnTo>
                  <a:pt x="38239" y="77285"/>
                </a:lnTo>
                <a:lnTo>
                  <a:pt x="38529" y="77102"/>
                </a:lnTo>
                <a:lnTo>
                  <a:pt x="38820" y="76910"/>
                </a:lnTo>
                <a:lnTo>
                  <a:pt x="39106" y="76719"/>
                </a:lnTo>
                <a:lnTo>
                  <a:pt x="39391" y="76519"/>
                </a:lnTo>
                <a:lnTo>
                  <a:pt x="39672" y="76319"/>
                </a:lnTo>
                <a:lnTo>
                  <a:pt x="39947" y="76111"/>
                </a:lnTo>
                <a:lnTo>
                  <a:pt x="40222" y="75894"/>
                </a:lnTo>
                <a:lnTo>
                  <a:pt x="40492" y="75678"/>
                </a:lnTo>
                <a:lnTo>
                  <a:pt x="40762" y="75453"/>
                </a:lnTo>
                <a:lnTo>
                  <a:pt x="41026" y="75220"/>
                </a:lnTo>
                <a:lnTo>
                  <a:pt x="41286" y="74987"/>
                </a:lnTo>
                <a:lnTo>
                  <a:pt x="41540" y="74745"/>
                </a:lnTo>
                <a:lnTo>
                  <a:pt x="41790" y="74496"/>
                </a:lnTo>
                <a:lnTo>
                  <a:pt x="42039" y="74246"/>
                </a:lnTo>
                <a:lnTo>
                  <a:pt x="42283" y="73988"/>
                </a:lnTo>
                <a:lnTo>
                  <a:pt x="42522" y="73721"/>
                </a:lnTo>
                <a:lnTo>
                  <a:pt x="42579" y="73647"/>
                </a:lnTo>
                <a:lnTo>
                  <a:pt x="42631" y="73572"/>
                </a:lnTo>
                <a:lnTo>
                  <a:pt x="42682" y="73488"/>
                </a:lnTo>
                <a:lnTo>
                  <a:pt x="42729" y="73397"/>
                </a:lnTo>
                <a:lnTo>
                  <a:pt x="42771" y="73297"/>
                </a:lnTo>
                <a:lnTo>
                  <a:pt x="42807" y="73197"/>
                </a:lnTo>
                <a:lnTo>
                  <a:pt x="42843" y="73089"/>
                </a:lnTo>
                <a:lnTo>
                  <a:pt x="42875" y="72972"/>
                </a:lnTo>
                <a:lnTo>
                  <a:pt x="42900" y="72864"/>
                </a:lnTo>
                <a:lnTo>
                  <a:pt x="42921" y="72739"/>
                </a:lnTo>
                <a:lnTo>
                  <a:pt x="42942" y="72622"/>
                </a:lnTo>
                <a:lnTo>
                  <a:pt x="42952" y="72506"/>
                </a:lnTo>
                <a:lnTo>
                  <a:pt x="42963" y="72381"/>
                </a:lnTo>
                <a:lnTo>
                  <a:pt x="42963" y="72264"/>
                </a:lnTo>
                <a:lnTo>
                  <a:pt x="42963" y="72148"/>
                </a:lnTo>
                <a:lnTo>
                  <a:pt x="42958" y="72023"/>
                </a:lnTo>
                <a:lnTo>
                  <a:pt x="42989" y="71915"/>
                </a:lnTo>
                <a:lnTo>
                  <a:pt x="43020" y="71798"/>
                </a:lnTo>
                <a:lnTo>
                  <a:pt x="43046" y="71682"/>
                </a:lnTo>
                <a:lnTo>
                  <a:pt x="43061" y="71557"/>
                </a:lnTo>
                <a:lnTo>
                  <a:pt x="43082" y="71440"/>
                </a:lnTo>
                <a:lnTo>
                  <a:pt x="43093" y="71315"/>
                </a:lnTo>
                <a:lnTo>
                  <a:pt x="43103" y="71191"/>
                </a:lnTo>
                <a:lnTo>
                  <a:pt x="43103" y="71066"/>
                </a:lnTo>
                <a:lnTo>
                  <a:pt x="43103" y="70941"/>
                </a:lnTo>
                <a:lnTo>
                  <a:pt x="43098" y="70808"/>
                </a:lnTo>
                <a:lnTo>
                  <a:pt x="43087" y="70683"/>
                </a:lnTo>
                <a:lnTo>
                  <a:pt x="43072" y="70558"/>
                </a:lnTo>
                <a:lnTo>
                  <a:pt x="43051" y="70425"/>
                </a:lnTo>
                <a:lnTo>
                  <a:pt x="43025" y="70300"/>
                </a:lnTo>
                <a:lnTo>
                  <a:pt x="42989" y="70175"/>
                </a:lnTo>
                <a:lnTo>
                  <a:pt x="42952" y="70042"/>
                </a:lnTo>
                <a:lnTo>
                  <a:pt x="42610" y="68993"/>
                </a:lnTo>
                <a:lnTo>
                  <a:pt x="42257" y="67952"/>
                </a:lnTo>
                <a:lnTo>
                  <a:pt x="41899" y="66920"/>
                </a:lnTo>
                <a:lnTo>
                  <a:pt x="41535" y="65879"/>
                </a:lnTo>
                <a:lnTo>
                  <a:pt x="41167" y="64855"/>
                </a:lnTo>
                <a:lnTo>
                  <a:pt x="40788" y="63831"/>
                </a:lnTo>
                <a:lnTo>
                  <a:pt x="40409" y="62807"/>
                </a:lnTo>
                <a:lnTo>
                  <a:pt x="40019" y="61791"/>
                </a:lnTo>
                <a:lnTo>
                  <a:pt x="39625" y="60784"/>
                </a:lnTo>
                <a:lnTo>
                  <a:pt x="39225" y="59776"/>
                </a:lnTo>
                <a:lnTo>
                  <a:pt x="38815" y="58777"/>
                </a:lnTo>
                <a:lnTo>
                  <a:pt x="38405" y="57778"/>
                </a:lnTo>
                <a:lnTo>
                  <a:pt x="37990" y="56788"/>
                </a:lnTo>
                <a:lnTo>
                  <a:pt x="37564" y="55797"/>
                </a:lnTo>
                <a:lnTo>
                  <a:pt x="37138" y="54814"/>
                </a:lnTo>
                <a:lnTo>
                  <a:pt x="36707" y="53832"/>
                </a:lnTo>
                <a:lnTo>
                  <a:pt x="36266" y="52850"/>
                </a:lnTo>
                <a:lnTo>
                  <a:pt x="35825" y="51884"/>
                </a:lnTo>
                <a:lnTo>
                  <a:pt x="35378" y="50910"/>
                </a:lnTo>
                <a:lnTo>
                  <a:pt x="34927" y="49944"/>
                </a:lnTo>
                <a:lnTo>
                  <a:pt x="34470" y="48987"/>
                </a:lnTo>
                <a:lnTo>
                  <a:pt x="34013" y="48029"/>
                </a:lnTo>
                <a:lnTo>
                  <a:pt x="33546" y="47072"/>
                </a:lnTo>
                <a:lnTo>
                  <a:pt x="33079" y="46123"/>
                </a:lnTo>
                <a:lnTo>
                  <a:pt x="32606" y="45174"/>
                </a:lnTo>
                <a:lnTo>
                  <a:pt x="32129" y="44233"/>
                </a:lnTo>
                <a:lnTo>
                  <a:pt x="31651" y="43292"/>
                </a:lnTo>
                <a:lnTo>
                  <a:pt x="31163" y="42351"/>
                </a:lnTo>
                <a:lnTo>
                  <a:pt x="30680" y="41419"/>
                </a:lnTo>
                <a:lnTo>
                  <a:pt x="30187" y="40495"/>
                </a:lnTo>
                <a:lnTo>
                  <a:pt x="29694" y="39562"/>
                </a:lnTo>
                <a:lnTo>
                  <a:pt x="29196" y="38647"/>
                </a:lnTo>
                <a:lnTo>
                  <a:pt x="28697" y="37722"/>
                </a:lnTo>
                <a:lnTo>
                  <a:pt x="28194" y="36807"/>
                </a:lnTo>
                <a:lnTo>
                  <a:pt x="27690" y="35891"/>
                </a:lnTo>
                <a:lnTo>
                  <a:pt x="27181" y="34983"/>
                </a:lnTo>
                <a:lnTo>
                  <a:pt x="26159" y="33168"/>
                </a:lnTo>
                <a:lnTo>
                  <a:pt x="25131" y="31362"/>
                </a:lnTo>
                <a:lnTo>
                  <a:pt x="24093" y="29572"/>
                </a:lnTo>
                <a:lnTo>
                  <a:pt x="23044" y="27790"/>
                </a:lnTo>
                <a:lnTo>
                  <a:pt x="21990" y="26025"/>
                </a:lnTo>
                <a:lnTo>
                  <a:pt x="20936" y="24260"/>
                </a:lnTo>
                <a:lnTo>
                  <a:pt x="19877" y="22512"/>
                </a:lnTo>
                <a:lnTo>
                  <a:pt x="18813" y="20764"/>
                </a:lnTo>
                <a:lnTo>
                  <a:pt x="17749" y="19032"/>
                </a:lnTo>
                <a:lnTo>
                  <a:pt x="16680" y="17300"/>
                </a:lnTo>
                <a:lnTo>
                  <a:pt x="14551" y="13870"/>
                </a:lnTo>
                <a:lnTo>
                  <a:pt x="12428" y="10465"/>
                </a:lnTo>
                <a:lnTo>
                  <a:pt x="12392" y="10349"/>
                </a:lnTo>
                <a:lnTo>
                  <a:pt x="12298" y="10124"/>
                </a:lnTo>
                <a:lnTo>
                  <a:pt x="12205" y="9907"/>
                </a:lnTo>
                <a:lnTo>
                  <a:pt x="12101" y="9716"/>
                </a:lnTo>
                <a:lnTo>
                  <a:pt x="11992" y="9541"/>
                </a:lnTo>
                <a:lnTo>
                  <a:pt x="11883" y="9383"/>
                </a:lnTo>
                <a:lnTo>
                  <a:pt x="11769" y="9241"/>
                </a:lnTo>
                <a:lnTo>
                  <a:pt x="11649" y="9125"/>
                </a:lnTo>
                <a:lnTo>
                  <a:pt x="11525" y="9008"/>
                </a:lnTo>
                <a:lnTo>
                  <a:pt x="10274" y="7002"/>
                </a:lnTo>
                <a:lnTo>
                  <a:pt x="9033" y="5004"/>
                </a:lnTo>
                <a:lnTo>
                  <a:pt x="7808" y="3006"/>
                </a:lnTo>
                <a:lnTo>
                  <a:pt x="6588" y="1016"/>
                </a:lnTo>
                <a:lnTo>
                  <a:pt x="6520" y="916"/>
                </a:lnTo>
                <a:lnTo>
                  <a:pt x="6458" y="816"/>
                </a:lnTo>
                <a:lnTo>
                  <a:pt x="6391" y="724"/>
                </a:lnTo>
                <a:lnTo>
                  <a:pt x="6318" y="641"/>
                </a:lnTo>
                <a:lnTo>
                  <a:pt x="6250" y="558"/>
                </a:lnTo>
                <a:lnTo>
                  <a:pt x="6183" y="483"/>
                </a:lnTo>
                <a:lnTo>
                  <a:pt x="6110" y="416"/>
                </a:lnTo>
                <a:lnTo>
                  <a:pt x="6038" y="350"/>
                </a:lnTo>
                <a:lnTo>
                  <a:pt x="5965" y="292"/>
                </a:lnTo>
                <a:lnTo>
                  <a:pt x="5892" y="242"/>
                </a:lnTo>
                <a:lnTo>
                  <a:pt x="5820" y="192"/>
                </a:lnTo>
                <a:lnTo>
                  <a:pt x="5747" y="150"/>
                </a:lnTo>
                <a:lnTo>
                  <a:pt x="5674" y="117"/>
                </a:lnTo>
                <a:lnTo>
                  <a:pt x="5602" y="83"/>
                </a:lnTo>
                <a:lnTo>
                  <a:pt x="5451" y="33"/>
                </a:lnTo>
                <a:lnTo>
                  <a:pt x="5300" y="8"/>
                </a:lnTo>
                <a:lnTo>
                  <a:pt x="515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rot="1301031">
            <a:off x="8158501" y="1629360"/>
            <a:ext cx="242722" cy="974624"/>
          </a:xfrm>
          <a:custGeom>
            <a:rect b="b" l="l" r="r" t="t"/>
            <a:pathLst>
              <a:path extrusionOk="0" h="90289" w="16763">
                <a:moveTo>
                  <a:pt x="11416" y="0"/>
                </a:moveTo>
                <a:lnTo>
                  <a:pt x="11312" y="17"/>
                </a:lnTo>
                <a:lnTo>
                  <a:pt x="11203" y="42"/>
                </a:lnTo>
                <a:lnTo>
                  <a:pt x="11094" y="92"/>
                </a:lnTo>
                <a:lnTo>
                  <a:pt x="10985" y="158"/>
                </a:lnTo>
                <a:lnTo>
                  <a:pt x="10653" y="391"/>
                </a:lnTo>
                <a:lnTo>
                  <a:pt x="10320" y="633"/>
                </a:lnTo>
                <a:lnTo>
                  <a:pt x="9993" y="874"/>
                </a:lnTo>
                <a:lnTo>
                  <a:pt x="9661" y="1124"/>
                </a:lnTo>
                <a:lnTo>
                  <a:pt x="9012" y="1632"/>
                </a:lnTo>
                <a:lnTo>
                  <a:pt x="8363" y="2156"/>
                </a:lnTo>
                <a:lnTo>
                  <a:pt x="7720" y="2698"/>
                </a:lnTo>
                <a:lnTo>
                  <a:pt x="7081" y="3255"/>
                </a:lnTo>
                <a:lnTo>
                  <a:pt x="6443" y="3822"/>
                </a:lnTo>
                <a:lnTo>
                  <a:pt x="5814" y="4404"/>
                </a:lnTo>
                <a:lnTo>
                  <a:pt x="5186" y="4995"/>
                </a:lnTo>
                <a:lnTo>
                  <a:pt x="4563" y="5595"/>
                </a:lnTo>
                <a:lnTo>
                  <a:pt x="3946" y="6211"/>
                </a:lnTo>
                <a:lnTo>
                  <a:pt x="3328" y="6827"/>
                </a:lnTo>
                <a:lnTo>
                  <a:pt x="2710" y="7451"/>
                </a:lnTo>
                <a:lnTo>
                  <a:pt x="2103" y="8084"/>
                </a:lnTo>
                <a:lnTo>
                  <a:pt x="883" y="9350"/>
                </a:lnTo>
                <a:lnTo>
                  <a:pt x="826" y="9416"/>
                </a:lnTo>
                <a:lnTo>
                  <a:pt x="769" y="9491"/>
                </a:lnTo>
                <a:lnTo>
                  <a:pt x="717" y="9566"/>
                </a:lnTo>
                <a:lnTo>
                  <a:pt x="665" y="9649"/>
                </a:lnTo>
                <a:lnTo>
                  <a:pt x="618" y="9741"/>
                </a:lnTo>
                <a:lnTo>
                  <a:pt x="577" y="9841"/>
                </a:lnTo>
                <a:lnTo>
                  <a:pt x="535" y="9932"/>
                </a:lnTo>
                <a:lnTo>
                  <a:pt x="499" y="10041"/>
                </a:lnTo>
                <a:lnTo>
                  <a:pt x="468" y="10141"/>
                </a:lnTo>
                <a:lnTo>
                  <a:pt x="436" y="10257"/>
                </a:lnTo>
                <a:lnTo>
                  <a:pt x="410" y="10365"/>
                </a:lnTo>
                <a:lnTo>
                  <a:pt x="384" y="10482"/>
                </a:lnTo>
                <a:lnTo>
                  <a:pt x="369" y="10590"/>
                </a:lnTo>
                <a:lnTo>
                  <a:pt x="353" y="10707"/>
                </a:lnTo>
                <a:lnTo>
                  <a:pt x="343" y="10823"/>
                </a:lnTo>
                <a:lnTo>
                  <a:pt x="333" y="10940"/>
                </a:lnTo>
                <a:lnTo>
                  <a:pt x="333" y="11056"/>
                </a:lnTo>
                <a:lnTo>
                  <a:pt x="333" y="11173"/>
                </a:lnTo>
                <a:lnTo>
                  <a:pt x="343" y="11289"/>
                </a:lnTo>
                <a:lnTo>
                  <a:pt x="353" y="11406"/>
                </a:lnTo>
                <a:lnTo>
                  <a:pt x="369" y="11514"/>
                </a:lnTo>
                <a:lnTo>
                  <a:pt x="390" y="11622"/>
                </a:lnTo>
                <a:lnTo>
                  <a:pt x="416" y="11731"/>
                </a:lnTo>
                <a:lnTo>
                  <a:pt x="447" y="11831"/>
                </a:lnTo>
                <a:lnTo>
                  <a:pt x="483" y="11930"/>
                </a:lnTo>
                <a:lnTo>
                  <a:pt x="525" y="12022"/>
                </a:lnTo>
                <a:lnTo>
                  <a:pt x="566" y="12114"/>
                </a:lnTo>
                <a:lnTo>
                  <a:pt x="618" y="12197"/>
                </a:lnTo>
                <a:lnTo>
                  <a:pt x="675" y="12280"/>
                </a:lnTo>
                <a:lnTo>
                  <a:pt x="743" y="12347"/>
                </a:lnTo>
                <a:lnTo>
                  <a:pt x="810" y="12413"/>
                </a:lnTo>
                <a:lnTo>
                  <a:pt x="883" y="12472"/>
                </a:lnTo>
                <a:lnTo>
                  <a:pt x="1516" y="12921"/>
                </a:lnTo>
                <a:lnTo>
                  <a:pt x="2144" y="13354"/>
                </a:lnTo>
                <a:lnTo>
                  <a:pt x="2778" y="13779"/>
                </a:lnTo>
                <a:lnTo>
                  <a:pt x="3416" y="14203"/>
                </a:lnTo>
                <a:lnTo>
                  <a:pt x="4049" y="14611"/>
                </a:lnTo>
                <a:lnTo>
                  <a:pt x="4688" y="15011"/>
                </a:lnTo>
                <a:lnTo>
                  <a:pt x="5332" y="15402"/>
                </a:lnTo>
                <a:lnTo>
                  <a:pt x="5970" y="15793"/>
                </a:lnTo>
                <a:lnTo>
                  <a:pt x="6614" y="16168"/>
                </a:lnTo>
                <a:lnTo>
                  <a:pt x="7258" y="16534"/>
                </a:lnTo>
                <a:lnTo>
                  <a:pt x="7907" y="16892"/>
                </a:lnTo>
                <a:lnTo>
                  <a:pt x="8555" y="17242"/>
                </a:lnTo>
                <a:lnTo>
                  <a:pt x="9204" y="17583"/>
                </a:lnTo>
                <a:lnTo>
                  <a:pt x="9858" y="17925"/>
                </a:lnTo>
                <a:lnTo>
                  <a:pt x="10513" y="18249"/>
                </a:lnTo>
                <a:lnTo>
                  <a:pt x="11172" y="18566"/>
                </a:lnTo>
                <a:lnTo>
                  <a:pt x="540" y="28923"/>
                </a:lnTo>
                <a:lnTo>
                  <a:pt x="462" y="29006"/>
                </a:lnTo>
                <a:lnTo>
                  <a:pt x="390" y="29089"/>
                </a:lnTo>
                <a:lnTo>
                  <a:pt x="322" y="29189"/>
                </a:lnTo>
                <a:lnTo>
                  <a:pt x="260" y="29289"/>
                </a:lnTo>
                <a:lnTo>
                  <a:pt x="208" y="29389"/>
                </a:lnTo>
                <a:lnTo>
                  <a:pt x="161" y="29497"/>
                </a:lnTo>
                <a:lnTo>
                  <a:pt x="120" y="29605"/>
                </a:lnTo>
                <a:lnTo>
                  <a:pt x="83" y="29722"/>
                </a:lnTo>
                <a:lnTo>
                  <a:pt x="57" y="29838"/>
                </a:lnTo>
                <a:lnTo>
                  <a:pt x="31" y="29955"/>
                </a:lnTo>
                <a:lnTo>
                  <a:pt x="16" y="30080"/>
                </a:lnTo>
                <a:lnTo>
                  <a:pt x="5" y="30196"/>
                </a:lnTo>
                <a:lnTo>
                  <a:pt x="0" y="30321"/>
                </a:lnTo>
                <a:lnTo>
                  <a:pt x="0" y="30446"/>
                </a:lnTo>
                <a:lnTo>
                  <a:pt x="5" y="30563"/>
                </a:lnTo>
                <a:lnTo>
                  <a:pt x="16" y="30688"/>
                </a:lnTo>
                <a:lnTo>
                  <a:pt x="31" y="30812"/>
                </a:lnTo>
                <a:lnTo>
                  <a:pt x="52" y="30929"/>
                </a:lnTo>
                <a:lnTo>
                  <a:pt x="73" y="31046"/>
                </a:lnTo>
                <a:lnTo>
                  <a:pt x="104" y="31162"/>
                </a:lnTo>
                <a:lnTo>
                  <a:pt x="140" y="31279"/>
                </a:lnTo>
                <a:lnTo>
                  <a:pt x="182" y="31387"/>
                </a:lnTo>
                <a:lnTo>
                  <a:pt x="224" y="31495"/>
                </a:lnTo>
                <a:lnTo>
                  <a:pt x="275" y="31595"/>
                </a:lnTo>
                <a:lnTo>
                  <a:pt x="327" y="31695"/>
                </a:lnTo>
                <a:lnTo>
                  <a:pt x="384" y="31787"/>
                </a:lnTo>
                <a:lnTo>
                  <a:pt x="447" y="31878"/>
                </a:lnTo>
                <a:lnTo>
                  <a:pt x="509" y="31961"/>
                </a:lnTo>
                <a:lnTo>
                  <a:pt x="582" y="32036"/>
                </a:lnTo>
                <a:lnTo>
                  <a:pt x="654" y="32103"/>
                </a:lnTo>
                <a:lnTo>
                  <a:pt x="727" y="32169"/>
                </a:lnTo>
                <a:lnTo>
                  <a:pt x="810" y="32228"/>
                </a:lnTo>
                <a:lnTo>
                  <a:pt x="9796" y="37939"/>
                </a:lnTo>
                <a:lnTo>
                  <a:pt x="1179" y="46647"/>
                </a:lnTo>
                <a:lnTo>
                  <a:pt x="1116" y="46714"/>
                </a:lnTo>
                <a:lnTo>
                  <a:pt x="1059" y="46789"/>
                </a:lnTo>
                <a:lnTo>
                  <a:pt x="1002" y="46864"/>
                </a:lnTo>
                <a:lnTo>
                  <a:pt x="950" y="46947"/>
                </a:lnTo>
                <a:lnTo>
                  <a:pt x="904" y="47039"/>
                </a:lnTo>
                <a:lnTo>
                  <a:pt x="862" y="47130"/>
                </a:lnTo>
                <a:lnTo>
                  <a:pt x="821" y="47230"/>
                </a:lnTo>
                <a:lnTo>
                  <a:pt x="784" y="47330"/>
                </a:lnTo>
                <a:lnTo>
                  <a:pt x="748" y="47438"/>
                </a:lnTo>
                <a:lnTo>
                  <a:pt x="722" y="47546"/>
                </a:lnTo>
                <a:lnTo>
                  <a:pt x="696" y="47655"/>
                </a:lnTo>
                <a:lnTo>
                  <a:pt x="675" y="47763"/>
                </a:lnTo>
                <a:lnTo>
                  <a:pt x="660" y="47879"/>
                </a:lnTo>
                <a:lnTo>
                  <a:pt x="644" y="47988"/>
                </a:lnTo>
                <a:lnTo>
                  <a:pt x="634" y="48104"/>
                </a:lnTo>
                <a:lnTo>
                  <a:pt x="634" y="48221"/>
                </a:lnTo>
                <a:lnTo>
                  <a:pt x="634" y="48337"/>
                </a:lnTo>
                <a:lnTo>
                  <a:pt x="634" y="48454"/>
                </a:lnTo>
                <a:lnTo>
                  <a:pt x="644" y="48562"/>
                </a:lnTo>
                <a:lnTo>
                  <a:pt x="654" y="48679"/>
                </a:lnTo>
                <a:lnTo>
                  <a:pt x="675" y="48787"/>
                </a:lnTo>
                <a:lnTo>
                  <a:pt x="696" y="48895"/>
                </a:lnTo>
                <a:lnTo>
                  <a:pt x="722" y="49003"/>
                </a:lnTo>
                <a:lnTo>
                  <a:pt x="753" y="49103"/>
                </a:lnTo>
                <a:lnTo>
                  <a:pt x="789" y="49203"/>
                </a:lnTo>
                <a:lnTo>
                  <a:pt x="831" y="49295"/>
                </a:lnTo>
                <a:lnTo>
                  <a:pt x="878" y="49386"/>
                </a:lnTo>
                <a:lnTo>
                  <a:pt x="930" y="49478"/>
                </a:lnTo>
                <a:lnTo>
                  <a:pt x="981" y="49561"/>
                </a:lnTo>
                <a:lnTo>
                  <a:pt x="1044" y="49636"/>
                </a:lnTo>
                <a:lnTo>
                  <a:pt x="1111" y="49703"/>
                </a:lnTo>
                <a:lnTo>
                  <a:pt x="1179" y="49769"/>
                </a:lnTo>
                <a:lnTo>
                  <a:pt x="1843" y="50310"/>
                </a:lnTo>
                <a:lnTo>
                  <a:pt x="2508" y="50852"/>
                </a:lnTo>
                <a:lnTo>
                  <a:pt x="3172" y="51376"/>
                </a:lnTo>
                <a:lnTo>
                  <a:pt x="3842" y="51901"/>
                </a:lnTo>
                <a:lnTo>
                  <a:pt x="4511" y="52408"/>
                </a:lnTo>
                <a:lnTo>
                  <a:pt x="5181" y="52916"/>
                </a:lnTo>
                <a:lnTo>
                  <a:pt x="5851" y="53416"/>
                </a:lnTo>
                <a:lnTo>
                  <a:pt x="6531" y="53907"/>
                </a:lnTo>
                <a:lnTo>
                  <a:pt x="7206" y="54390"/>
                </a:lnTo>
                <a:lnTo>
                  <a:pt x="7886" y="54864"/>
                </a:lnTo>
                <a:lnTo>
                  <a:pt x="8566" y="55331"/>
                </a:lnTo>
                <a:lnTo>
                  <a:pt x="9246" y="55797"/>
                </a:lnTo>
                <a:lnTo>
                  <a:pt x="9931" y="56246"/>
                </a:lnTo>
                <a:lnTo>
                  <a:pt x="10616" y="56696"/>
                </a:lnTo>
                <a:lnTo>
                  <a:pt x="11307" y="57137"/>
                </a:lnTo>
                <a:lnTo>
                  <a:pt x="11997" y="57579"/>
                </a:lnTo>
                <a:lnTo>
                  <a:pt x="11353" y="58211"/>
                </a:lnTo>
                <a:lnTo>
                  <a:pt x="10710" y="58844"/>
                </a:lnTo>
                <a:lnTo>
                  <a:pt x="10071" y="59493"/>
                </a:lnTo>
                <a:lnTo>
                  <a:pt x="9438" y="60151"/>
                </a:lnTo>
                <a:lnTo>
                  <a:pt x="8805" y="60809"/>
                </a:lnTo>
                <a:lnTo>
                  <a:pt x="8176" y="61475"/>
                </a:lnTo>
                <a:lnTo>
                  <a:pt x="7548" y="62158"/>
                </a:lnTo>
                <a:lnTo>
                  <a:pt x="6925" y="62840"/>
                </a:lnTo>
                <a:lnTo>
                  <a:pt x="6302" y="63531"/>
                </a:lnTo>
                <a:lnTo>
                  <a:pt x="5685" y="64222"/>
                </a:lnTo>
                <a:lnTo>
                  <a:pt x="5072" y="64930"/>
                </a:lnTo>
                <a:lnTo>
                  <a:pt x="4460" y="65646"/>
                </a:lnTo>
                <a:lnTo>
                  <a:pt x="3852" y="66362"/>
                </a:lnTo>
                <a:lnTo>
                  <a:pt x="3245" y="67094"/>
                </a:lnTo>
                <a:lnTo>
                  <a:pt x="2643" y="67827"/>
                </a:lnTo>
                <a:lnTo>
                  <a:pt x="2040" y="68576"/>
                </a:lnTo>
                <a:lnTo>
                  <a:pt x="1978" y="68660"/>
                </a:lnTo>
                <a:lnTo>
                  <a:pt x="1916" y="68751"/>
                </a:lnTo>
                <a:lnTo>
                  <a:pt x="1864" y="68851"/>
                </a:lnTo>
                <a:lnTo>
                  <a:pt x="1822" y="68951"/>
                </a:lnTo>
                <a:lnTo>
                  <a:pt x="1786" y="69051"/>
                </a:lnTo>
                <a:lnTo>
                  <a:pt x="1755" y="69159"/>
                </a:lnTo>
                <a:lnTo>
                  <a:pt x="1729" y="69267"/>
                </a:lnTo>
                <a:lnTo>
                  <a:pt x="1708" y="69376"/>
                </a:lnTo>
                <a:lnTo>
                  <a:pt x="1698" y="69484"/>
                </a:lnTo>
                <a:lnTo>
                  <a:pt x="1693" y="69592"/>
                </a:lnTo>
                <a:lnTo>
                  <a:pt x="1687" y="69700"/>
                </a:lnTo>
                <a:lnTo>
                  <a:pt x="1693" y="69817"/>
                </a:lnTo>
                <a:lnTo>
                  <a:pt x="1703" y="69925"/>
                </a:lnTo>
                <a:lnTo>
                  <a:pt x="1713" y="70042"/>
                </a:lnTo>
                <a:lnTo>
                  <a:pt x="1734" y="70150"/>
                </a:lnTo>
                <a:lnTo>
                  <a:pt x="1755" y="70258"/>
                </a:lnTo>
                <a:lnTo>
                  <a:pt x="1786" y="70366"/>
                </a:lnTo>
                <a:lnTo>
                  <a:pt x="1812" y="70475"/>
                </a:lnTo>
                <a:lnTo>
                  <a:pt x="1848" y="70574"/>
                </a:lnTo>
                <a:lnTo>
                  <a:pt x="1885" y="70674"/>
                </a:lnTo>
                <a:lnTo>
                  <a:pt x="1926" y="70774"/>
                </a:lnTo>
                <a:lnTo>
                  <a:pt x="1973" y="70874"/>
                </a:lnTo>
                <a:lnTo>
                  <a:pt x="2020" y="70966"/>
                </a:lnTo>
                <a:lnTo>
                  <a:pt x="2072" y="71049"/>
                </a:lnTo>
                <a:lnTo>
                  <a:pt x="2123" y="71132"/>
                </a:lnTo>
                <a:lnTo>
                  <a:pt x="2175" y="71216"/>
                </a:lnTo>
                <a:lnTo>
                  <a:pt x="2233" y="71290"/>
                </a:lnTo>
                <a:lnTo>
                  <a:pt x="2290" y="71357"/>
                </a:lnTo>
                <a:lnTo>
                  <a:pt x="2352" y="71424"/>
                </a:lnTo>
                <a:lnTo>
                  <a:pt x="2409" y="71482"/>
                </a:lnTo>
                <a:lnTo>
                  <a:pt x="2471" y="71532"/>
                </a:lnTo>
                <a:lnTo>
                  <a:pt x="2539" y="71574"/>
                </a:lnTo>
                <a:lnTo>
                  <a:pt x="13337" y="78584"/>
                </a:lnTo>
                <a:lnTo>
                  <a:pt x="12252" y="79732"/>
                </a:lnTo>
                <a:lnTo>
                  <a:pt x="11172" y="80890"/>
                </a:lnTo>
                <a:lnTo>
                  <a:pt x="10092" y="82047"/>
                </a:lnTo>
                <a:lnTo>
                  <a:pt x="9012" y="83212"/>
                </a:lnTo>
                <a:lnTo>
                  <a:pt x="7938" y="84386"/>
                </a:lnTo>
                <a:lnTo>
                  <a:pt x="6873" y="85577"/>
                </a:lnTo>
                <a:lnTo>
                  <a:pt x="5809" y="86776"/>
                </a:lnTo>
                <a:lnTo>
                  <a:pt x="4750" y="87983"/>
                </a:lnTo>
                <a:lnTo>
                  <a:pt x="4683" y="88074"/>
                </a:lnTo>
                <a:lnTo>
                  <a:pt x="4620" y="88166"/>
                </a:lnTo>
                <a:lnTo>
                  <a:pt x="4569" y="88266"/>
                </a:lnTo>
                <a:lnTo>
                  <a:pt x="4522" y="88366"/>
                </a:lnTo>
                <a:lnTo>
                  <a:pt x="4486" y="88474"/>
                </a:lnTo>
                <a:lnTo>
                  <a:pt x="4454" y="88582"/>
                </a:lnTo>
                <a:lnTo>
                  <a:pt x="4434" y="88699"/>
                </a:lnTo>
                <a:lnTo>
                  <a:pt x="4418" y="88807"/>
                </a:lnTo>
                <a:lnTo>
                  <a:pt x="4408" y="88924"/>
                </a:lnTo>
                <a:lnTo>
                  <a:pt x="4408" y="89040"/>
                </a:lnTo>
                <a:lnTo>
                  <a:pt x="4408" y="89148"/>
                </a:lnTo>
                <a:lnTo>
                  <a:pt x="4418" y="89265"/>
                </a:lnTo>
                <a:lnTo>
                  <a:pt x="4434" y="89373"/>
                </a:lnTo>
                <a:lnTo>
                  <a:pt x="4454" y="89481"/>
                </a:lnTo>
                <a:lnTo>
                  <a:pt x="4486" y="89581"/>
                </a:lnTo>
                <a:lnTo>
                  <a:pt x="4517" y="89681"/>
                </a:lnTo>
                <a:lnTo>
                  <a:pt x="4553" y="89773"/>
                </a:lnTo>
                <a:lnTo>
                  <a:pt x="4595" y="89864"/>
                </a:lnTo>
                <a:lnTo>
                  <a:pt x="4636" y="89948"/>
                </a:lnTo>
                <a:lnTo>
                  <a:pt x="4688" y="90023"/>
                </a:lnTo>
                <a:lnTo>
                  <a:pt x="4740" y="90089"/>
                </a:lnTo>
                <a:lnTo>
                  <a:pt x="4797" y="90147"/>
                </a:lnTo>
                <a:lnTo>
                  <a:pt x="4859" y="90197"/>
                </a:lnTo>
                <a:lnTo>
                  <a:pt x="4922" y="90239"/>
                </a:lnTo>
                <a:lnTo>
                  <a:pt x="4989" y="90264"/>
                </a:lnTo>
                <a:lnTo>
                  <a:pt x="5062" y="90281"/>
                </a:lnTo>
                <a:lnTo>
                  <a:pt x="5134" y="90289"/>
                </a:lnTo>
                <a:lnTo>
                  <a:pt x="5207" y="90281"/>
                </a:lnTo>
                <a:lnTo>
                  <a:pt x="5285" y="90256"/>
                </a:lnTo>
                <a:lnTo>
                  <a:pt x="5363" y="90222"/>
                </a:lnTo>
                <a:lnTo>
                  <a:pt x="5441" y="90172"/>
                </a:lnTo>
                <a:lnTo>
                  <a:pt x="5524" y="90106"/>
                </a:lnTo>
                <a:lnTo>
                  <a:pt x="6204" y="89481"/>
                </a:lnTo>
                <a:lnTo>
                  <a:pt x="6884" y="88857"/>
                </a:lnTo>
                <a:lnTo>
                  <a:pt x="7559" y="88233"/>
                </a:lnTo>
                <a:lnTo>
                  <a:pt x="8234" y="87592"/>
                </a:lnTo>
                <a:lnTo>
                  <a:pt x="9578" y="86318"/>
                </a:lnTo>
                <a:lnTo>
                  <a:pt x="10917" y="85019"/>
                </a:lnTo>
                <a:lnTo>
                  <a:pt x="12252" y="83712"/>
                </a:lnTo>
                <a:lnTo>
                  <a:pt x="13581" y="82388"/>
                </a:lnTo>
                <a:lnTo>
                  <a:pt x="14909" y="81064"/>
                </a:lnTo>
                <a:lnTo>
                  <a:pt x="16238" y="79741"/>
                </a:lnTo>
                <a:lnTo>
                  <a:pt x="16316" y="79657"/>
                </a:lnTo>
                <a:lnTo>
                  <a:pt x="16384" y="79566"/>
                </a:lnTo>
                <a:lnTo>
                  <a:pt x="16451" y="79474"/>
                </a:lnTo>
                <a:lnTo>
                  <a:pt x="16508" y="79374"/>
                </a:lnTo>
                <a:lnTo>
                  <a:pt x="16560" y="79275"/>
                </a:lnTo>
                <a:lnTo>
                  <a:pt x="16607" y="79166"/>
                </a:lnTo>
                <a:lnTo>
                  <a:pt x="16649" y="79058"/>
                </a:lnTo>
                <a:lnTo>
                  <a:pt x="16680" y="78950"/>
                </a:lnTo>
                <a:lnTo>
                  <a:pt x="16711" y="78833"/>
                </a:lnTo>
                <a:lnTo>
                  <a:pt x="16732" y="78717"/>
                </a:lnTo>
                <a:lnTo>
                  <a:pt x="16747" y="78600"/>
                </a:lnTo>
                <a:lnTo>
                  <a:pt x="16758" y="78484"/>
                </a:lnTo>
                <a:lnTo>
                  <a:pt x="16763" y="78367"/>
                </a:lnTo>
                <a:lnTo>
                  <a:pt x="16763" y="78242"/>
                </a:lnTo>
                <a:lnTo>
                  <a:pt x="16758" y="78126"/>
                </a:lnTo>
                <a:lnTo>
                  <a:pt x="16752" y="78009"/>
                </a:lnTo>
                <a:lnTo>
                  <a:pt x="16737" y="77892"/>
                </a:lnTo>
                <a:lnTo>
                  <a:pt x="16716" y="77776"/>
                </a:lnTo>
                <a:lnTo>
                  <a:pt x="16690" y="77659"/>
                </a:lnTo>
                <a:lnTo>
                  <a:pt x="16659" y="77551"/>
                </a:lnTo>
                <a:lnTo>
                  <a:pt x="16628" y="77435"/>
                </a:lnTo>
                <a:lnTo>
                  <a:pt x="16586" y="77326"/>
                </a:lnTo>
                <a:lnTo>
                  <a:pt x="16545" y="77226"/>
                </a:lnTo>
                <a:lnTo>
                  <a:pt x="16498" y="77127"/>
                </a:lnTo>
                <a:lnTo>
                  <a:pt x="16446" y="77027"/>
                </a:lnTo>
                <a:lnTo>
                  <a:pt x="16389" y="76935"/>
                </a:lnTo>
                <a:lnTo>
                  <a:pt x="16332" y="76852"/>
                </a:lnTo>
                <a:lnTo>
                  <a:pt x="16264" y="76769"/>
                </a:lnTo>
                <a:lnTo>
                  <a:pt x="16197" y="76694"/>
                </a:lnTo>
                <a:lnTo>
                  <a:pt x="16129" y="76627"/>
                </a:lnTo>
                <a:lnTo>
                  <a:pt x="16052" y="76560"/>
                </a:lnTo>
                <a:lnTo>
                  <a:pt x="15974" y="76510"/>
                </a:lnTo>
                <a:lnTo>
                  <a:pt x="5072" y="69384"/>
                </a:lnTo>
                <a:lnTo>
                  <a:pt x="5679" y="68660"/>
                </a:lnTo>
                <a:lnTo>
                  <a:pt x="6287" y="67952"/>
                </a:lnTo>
                <a:lnTo>
                  <a:pt x="6899" y="67244"/>
                </a:lnTo>
                <a:lnTo>
                  <a:pt x="7512" y="66553"/>
                </a:lnTo>
                <a:lnTo>
                  <a:pt x="8130" y="65862"/>
                </a:lnTo>
                <a:lnTo>
                  <a:pt x="8753" y="65180"/>
                </a:lnTo>
                <a:lnTo>
                  <a:pt x="9376" y="64514"/>
                </a:lnTo>
                <a:lnTo>
                  <a:pt x="9999" y="63848"/>
                </a:lnTo>
                <a:lnTo>
                  <a:pt x="10632" y="63190"/>
                </a:lnTo>
                <a:lnTo>
                  <a:pt x="11260" y="62532"/>
                </a:lnTo>
                <a:lnTo>
                  <a:pt x="11899" y="61891"/>
                </a:lnTo>
                <a:lnTo>
                  <a:pt x="12537" y="61258"/>
                </a:lnTo>
                <a:lnTo>
                  <a:pt x="13181" y="60626"/>
                </a:lnTo>
                <a:lnTo>
                  <a:pt x="13825" y="60001"/>
                </a:lnTo>
                <a:lnTo>
                  <a:pt x="14479" y="59393"/>
                </a:lnTo>
                <a:lnTo>
                  <a:pt x="15128" y="58777"/>
                </a:lnTo>
                <a:lnTo>
                  <a:pt x="15211" y="58702"/>
                </a:lnTo>
                <a:lnTo>
                  <a:pt x="15283" y="58611"/>
                </a:lnTo>
                <a:lnTo>
                  <a:pt x="15351" y="58519"/>
                </a:lnTo>
                <a:lnTo>
                  <a:pt x="15408" y="58428"/>
                </a:lnTo>
                <a:lnTo>
                  <a:pt x="15465" y="58320"/>
                </a:lnTo>
                <a:lnTo>
                  <a:pt x="15512" y="58211"/>
                </a:lnTo>
                <a:lnTo>
                  <a:pt x="15553" y="58103"/>
                </a:lnTo>
                <a:lnTo>
                  <a:pt x="15590" y="57986"/>
                </a:lnTo>
                <a:lnTo>
                  <a:pt x="15615" y="57870"/>
                </a:lnTo>
                <a:lnTo>
                  <a:pt x="15641" y="57753"/>
                </a:lnTo>
                <a:lnTo>
                  <a:pt x="15657" y="57629"/>
                </a:lnTo>
                <a:lnTo>
                  <a:pt x="15667" y="57512"/>
                </a:lnTo>
                <a:lnTo>
                  <a:pt x="15673" y="57387"/>
                </a:lnTo>
                <a:lnTo>
                  <a:pt x="15673" y="57262"/>
                </a:lnTo>
                <a:lnTo>
                  <a:pt x="15667" y="57137"/>
                </a:lnTo>
                <a:lnTo>
                  <a:pt x="15657" y="57012"/>
                </a:lnTo>
                <a:lnTo>
                  <a:pt x="15641" y="56888"/>
                </a:lnTo>
                <a:lnTo>
                  <a:pt x="15621" y="56771"/>
                </a:lnTo>
                <a:lnTo>
                  <a:pt x="15595" y="56646"/>
                </a:lnTo>
                <a:lnTo>
                  <a:pt x="15569" y="56530"/>
                </a:lnTo>
                <a:lnTo>
                  <a:pt x="15532" y="56413"/>
                </a:lnTo>
                <a:lnTo>
                  <a:pt x="15491" y="56305"/>
                </a:lnTo>
                <a:lnTo>
                  <a:pt x="15444" y="56197"/>
                </a:lnTo>
                <a:lnTo>
                  <a:pt x="15397" y="56097"/>
                </a:lnTo>
                <a:lnTo>
                  <a:pt x="15346" y="55997"/>
                </a:lnTo>
                <a:lnTo>
                  <a:pt x="15288" y="55897"/>
                </a:lnTo>
                <a:lnTo>
                  <a:pt x="15226" y="55814"/>
                </a:lnTo>
                <a:lnTo>
                  <a:pt x="15159" y="55730"/>
                </a:lnTo>
                <a:lnTo>
                  <a:pt x="15091" y="55655"/>
                </a:lnTo>
                <a:lnTo>
                  <a:pt x="15018" y="55589"/>
                </a:lnTo>
                <a:lnTo>
                  <a:pt x="14941" y="55531"/>
                </a:lnTo>
                <a:lnTo>
                  <a:pt x="14863" y="55472"/>
                </a:lnTo>
                <a:lnTo>
                  <a:pt x="14167" y="55064"/>
                </a:lnTo>
                <a:lnTo>
                  <a:pt x="13477" y="54648"/>
                </a:lnTo>
                <a:lnTo>
                  <a:pt x="12786" y="54223"/>
                </a:lnTo>
                <a:lnTo>
                  <a:pt x="12101" y="53791"/>
                </a:lnTo>
                <a:lnTo>
                  <a:pt x="11421" y="53349"/>
                </a:lnTo>
                <a:lnTo>
                  <a:pt x="10741" y="52900"/>
                </a:lnTo>
                <a:lnTo>
                  <a:pt x="10061" y="52450"/>
                </a:lnTo>
                <a:lnTo>
                  <a:pt x="9386" y="51984"/>
                </a:lnTo>
                <a:lnTo>
                  <a:pt x="8711" y="51518"/>
                </a:lnTo>
                <a:lnTo>
                  <a:pt x="8041" y="51035"/>
                </a:lnTo>
                <a:lnTo>
                  <a:pt x="7372" y="50552"/>
                </a:lnTo>
                <a:lnTo>
                  <a:pt x="6702" y="50061"/>
                </a:lnTo>
                <a:lnTo>
                  <a:pt x="6038" y="49561"/>
                </a:lnTo>
                <a:lnTo>
                  <a:pt x="5373" y="49053"/>
                </a:lnTo>
                <a:lnTo>
                  <a:pt x="4709" y="48546"/>
                </a:lnTo>
                <a:lnTo>
                  <a:pt x="4044" y="48021"/>
                </a:lnTo>
                <a:lnTo>
                  <a:pt x="12838" y="39138"/>
                </a:lnTo>
                <a:lnTo>
                  <a:pt x="12916" y="39055"/>
                </a:lnTo>
                <a:lnTo>
                  <a:pt x="12989" y="38963"/>
                </a:lnTo>
                <a:lnTo>
                  <a:pt x="13056" y="38871"/>
                </a:lnTo>
                <a:lnTo>
                  <a:pt x="13113" y="38772"/>
                </a:lnTo>
                <a:lnTo>
                  <a:pt x="13165" y="38663"/>
                </a:lnTo>
                <a:lnTo>
                  <a:pt x="13217" y="38555"/>
                </a:lnTo>
                <a:lnTo>
                  <a:pt x="13253" y="38447"/>
                </a:lnTo>
                <a:lnTo>
                  <a:pt x="13290" y="38330"/>
                </a:lnTo>
                <a:lnTo>
                  <a:pt x="13321" y="38214"/>
                </a:lnTo>
                <a:lnTo>
                  <a:pt x="13342" y="38097"/>
                </a:lnTo>
                <a:lnTo>
                  <a:pt x="13362" y="37972"/>
                </a:lnTo>
                <a:lnTo>
                  <a:pt x="13373" y="37856"/>
                </a:lnTo>
                <a:lnTo>
                  <a:pt x="13378" y="37731"/>
                </a:lnTo>
                <a:lnTo>
                  <a:pt x="13378" y="37614"/>
                </a:lnTo>
                <a:lnTo>
                  <a:pt x="13373" y="37489"/>
                </a:lnTo>
                <a:lnTo>
                  <a:pt x="13362" y="37365"/>
                </a:lnTo>
                <a:lnTo>
                  <a:pt x="13352" y="37248"/>
                </a:lnTo>
                <a:lnTo>
                  <a:pt x="13331" y="37131"/>
                </a:lnTo>
                <a:lnTo>
                  <a:pt x="13305" y="37007"/>
                </a:lnTo>
                <a:lnTo>
                  <a:pt x="13274" y="36898"/>
                </a:lnTo>
                <a:lnTo>
                  <a:pt x="13238" y="36782"/>
                </a:lnTo>
                <a:lnTo>
                  <a:pt x="13202" y="36674"/>
                </a:lnTo>
                <a:lnTo>
                  <a:pt x="13155" y="36565"/>
                </a:lnTo>
                <a:lnTo>
                  <a:pt x="13108" y="36465"/>
                </a:lnTo>
                <a:lnTo>
                  <a:pt x="13056" y="36365"/>
                </a:lnTo>
                <a:lnTo>
                  <a:pt x="12999" y="36274"/>
                </a:lnTo>
                <a:lnTo>
                  <a:pt x="12937" y="36182"/>
                </a:lnTo>
                <a:lnTo>
                  <a:pt x="12869" y="36099"/>
                </a:lnTo>
                <a:lnTo>
                  <a:pt x="12802" y="36024"/>
                </a:lnTo>
                <a:lnTo>
                  <a:pt x="12729" y="35958"/>
                </a:lnTo>
                <a:lnTo>
                  <a:pt x="12651" y="35891"/>
                </a:lnTo>
                <a:lnTo>
                  <a:pt x="12568" y="35833"/>
                </a:lnTo>
                <a:lnTo>
                  <a:pt x="3624" y="30146"/>
                </a:lnTo>
                <a:lnTo>
                  <a:pt x="14531" y="19523"/>
                </a:lnTo>
                <a:lnTo>
                  <a:pt x="14608" y="19448"/>
                </a:lnTo>
                <a:lnTo>
                  <a:pt x="14676" y="19365"/>
                </a:lnTo>
                <a:lnTo>
                  <a:pt x="14738" y="19273"/>
                </a:lnTo>
                <a:lnTo>
                  <a:pt x="14795" y="19174"/>
                </a:lnTo>
                <a:lnTo>
                  <a:pt x="14847" y="19065"/>
                </a:lnTo>
                <a:lnTo>
                  <a:pt x="14894" y="18957"/>
                </a:lnTo>
                <a:lnTo>
                  <a:pt x="14935" y="18849"/>
                </a:lnTo>
                <a:lnTo>
                  <a:pt x="14967" y="18732"/>
                </a:lnTo>
                <a:lnTo>
                  <a:pt x="14998" y="18607"/>
                </a:lnTo>
                <a:lnTo>
                  <a:pt x="15024" y="18491"/>
                </a:lnTo>
                <a:lnTo>
                  <a:pt x="15044" y="18366"/>
                </a:lnTo>
                <a:lnTo>
                  <a:pt x="15055" y="18233"/>
                </a:lnTo>
                <a:lnTo>
                  <a:pt x="15065" y="18108"/>
                </a:lnTo>
                <a:lnTo>
                  <a:pt x="15070" y="17983"/>
                </a:lnTo>
                <a:lnTo>
                  <a:pt x="15070" y="17850"/>
                </a:lnTo>
                <a:lnTo>
                  <a:pt x="15060" y="17725"/>
                </a:lnTo>
                <a:lnTo>
                  <a:pt x="15050" y="17600"/>
                </a:lnTo>
                <a:lnTo>
                  <a:pt x="15034" y="17475"/>
                </a:lnTo>
                <a:lnTo>
                  <a:pt x="15008" y="17350"/>
                </a:lnTo>
                <a:lnTo>
                  <a:pt x="14982" y="17234"/>
                </a:lnTo>
                <a:lnTo>
                  <a:pt x="14951" y="17117"/>
                </a:lnTo>
                <a:lnTo>
                  <a:pt x="14915" y="17001"/>
                </a:lnTo>
                <a:lnTo>
                  <a:pt x="14868" y="16901"/>
                </a:lnTo>
                <a:lnTo>
                  <a:pt x="14821" y="16792"/>
                </a:lnTo>
                <a:lnTo>
                  <a:pt x="14769" y="16701"/>
                </a:lnTo>
                <a:lnTo>
                  <a:pt x="14712" y="16609"/>
                </a:lnTo>
                <a:lnTo>
                  <a:pt x="14650" y="16518"/>
                </a:lnTo>
                <a:lnTo>
                  <a:pt x="14582" y="16443"/>
                </a:lnTo>
                <a:lnTo>
                  <a:pt x="14510" y="16376"/>
                </a:lnTo>
                <a:lnTo>
                  <a:pt x="14432" y="16318"/>
                </a:lnTo>
                <a:lnTo>
                  <a:pt x="14349" y="16260"/>
                </a:lnTo>
                <a:lnTo>
                  <a:pt x="14261" y="16218"/>
                </a:lnTo>
                <a:lnTo>
                  <a:pt x="13596" y="15935"/>
                </a:lnTo>
                <a:lnTo>
                  <a:pt x="12932" y="15635"/>
                </a:lnTo>
                <a:lnTo>
                  <a:pt x="12272" y="15336"/>
                </a:lnTo>
                <a:lnTo>
                  <a:pt x="11613" y="15028"/>
                </a:lnTo>
                <a:lnTo>
                  <a:pt x="10959" y="14703"/>
                </a:lnTo>
                <a:lnTo>
                  <a:pt x="10305" y="14378"/>
                </a:lnTo>
                <a:lnTo>
                  <a:pt x="9656" y="14037"/>
                </a:lnTo>
                <a:lnTo>
                  <a:pt x="9007" y="13687"/>
                </a:lnTo>
                <a:lnTo>
                  <a:pt x="8358" y="13337"/>
                </a:lnTo>
                <a:lnTo>
                  <a:pt x="7714" y="12971"/>
                </a:lnTo>
                <a:lnTo>
                  <a:pt x="7071" y="12596"/>
                </a:lnTo>
                <a:lnTo>
                  <a:pt x="6432" y="12222"/>
                </a:lnTo>
                <a:lnTo>
                  <a:pt x="5794" y="11831"/>
                </a:lnTo>
                <a:lnTo>
                  <a:pt x="5155" y="11431"/>
                </a:lnTo>
                <a:lnTo>
                  <a:pt x="4517" y="11023"/>
                </a:lnTo>
                <a:lnTo>
                  <a:pt x="3883" y="10607"/>
                </a:lnTo>
                <a:lnTo>
                  <a:pt x="4387" y="10116"/>
                </a:lnTo>
                <a:lnTo>
                  <a:pt x="4890" y="9624"/>
                </a:lnTo>
                <a:lnTo>
                  <a:pt x="5903" y="8667"/>
                </a:lnTo>
                <a:lnTo>
                  <a:pt x="6920" y="7718"/>
                </a:lnTo>
                <a:lnTo>
                  <a:pt x="7938" y="6777"/>
                </a:lnTo>
                <a:lnTo>
                  <a:pt x="9978" y="4896"/>
                </a:lnTo>
                <a:lnTo>
                  <a:pt x="11000" y="3946"/>
                </a:lnTo>
                <a:lnTo>
                  <a:pt x="12018" y="2989"/>
                </a:lnTo>
                <a:lnTo>
                  <a:pt x="12122" y="2881"/>
                </a:lnTo>
                <a:lnTo>
                  <a:pt x="12210" y="2764"/>
                </a:lnTo>
                <a:lnTo>
                  <a:pt x="12288" y="2639"/>
                </a:lnTo>
                <a:lnTo>
                  <a:pt x="12355" y="2514"/>
                </a:lnTo>
                <a:lnTo>
                  <a:pt x="12412" y="2381"/>
                </a:lnTo>
                <a:lnTo>
                  <a:pt x="12454" y="2248"/>
                </a:lnTo>
                <a:lnTo>
                  <a:pt x="12490" y="2107"/>
                </a:lnTo>
                <a:lnTo>
                  <a:pt x="12511" y="1965"/>
                </a:lnTo>
                <a:lnTo>
                  <a:pt x="12527" y="1823"/>
                </a:lnTo>
                <a:lnTo>
                  <a:pt x="12532" y="1674"/>
                </a:lnTo>
                <a:lnTo>
                  <a:pt x="12527" y="1532"/>
                </a:lnTo>
                <a:lnTo>
                  <a:pt x="12511" y="1391"/>
                </a:lnTo>
                <a:lnTo>
                  <a:pt x="12490" y="1249"/>
                </a:lnTo>
                <a:lnTo>
                  <a:pt x="12459" y="1116"/>
                </a:lnTo>
                <a:lnTo>
                  <a:pt x="12423" y="983"/>
                </a:lnTo>
                <a:lnTo>
                  <a:pt x="12376" y="849"/>
                </a:lnTo>
                <a:lnTo>
                  <a:pt x="12324" y="733"/>
                </a:lnTo>
                <a:lnTo>
                  <a:pt x="12267" y="616"/>
                </a:lnTo>
                <a:lnTo>
                  <a:pt x="12205" y="508"/>
                </a:lnTo>
                <a:lnTo>
                  <a:pt x="12137" y="408"/>
                </a:lnTo>
                <a:lnTo>
                  <a:pt x="12059" y="317"/>
                </a:lnTo>
                <a:lnTo>
                  <a:pt x="11982" y="233"/>
                </a:lnTo>
                <a:lnTo>
                  <a:pt x="11893" y="158"/>
                </a:lnTo>
                <a:lnTo>
                  <a:pt x="11805" y="100"/>
                </a:lnTo>
                <a:lnTo>
                  <a:pt x="11712" y="58"/>
                </a:lnTo>
                <a:lnTo>
                  <a:pt x="11618" y="25"/>
                </a:lnTo>
                <a:lnTo>
                  <a:pt x="1152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6"/>
          <p:cNvSpPr/>
          <p:nvPr/>
        </p:nvSpPr>
        <p:spPr>
          <a:xfrm>
            <a:off x="606842" y="526587"/>
            <a:ext cx="395337" cy="480876"/>
          </a:xfrm>
          <a:custGeom>
            <a:rect b="b" l="l" r="r" t="t"/>
            <a:pathLst>
              <a:path extrusionOk="0" h="67021" w="41074">
                <a:moveTo>
                  <a:pt x="2757" y="3614"/>
                </a:moveTo>
                <a:lnTo>
                  <a:pt x="2840" y="3622"/>
                </a:lnTo>
                <a:lnTo>
                  <a:pt x="2928" y="3647"/>
                </a:lnTo>
                <a:lnTo>
                  <a:pt x="3022" y="3672"/>
                </a:lnTo>
                <a:lnTo>
                  <a:pt x="3125" y="3714"/>
                </a:lnTo>
                <a:lnTo>
                  <a:pt x="3343" y="3814"/>
                </a:lnTo>
                <a:lnTo>
                  <a:pt x="3582" y="3939"/>
                </a:lnTo>
                <a:lnTo>
                  <a:pt x="3837" y="4088"/>
                </a:lnTo>
                <a:lnTo>
                  <a:pt x="4117" y="4263"/>
                </a:lnTo>
                <a:lnTo>
                  <a:pt x="4408" y="4471"/>
                </a:lnTo>
                <a:lnTo>
                  <a:pt x="4714" y="4688"/>
                </a:lnTo>
                <a:lnTo>
                  <a:pt x="5031" y="4929"/>
                </a:lnTo>
                <a:lnTo>
                  <a:pt x="5358" y="5187"/>
                </a:lnTo>
                <a:lnTo>
                  <a:pt x="5700" y="5454"/>
                </a:lnTo>
                <a:lnTo>
                  <a:pt x="6043" y="5737"/>
                </a:lnTo>
                <a:lnTo>
                  <a:pt x="6749" y="6336"/>
                </a:lnTo>
                <a:lnTo>
                  <a:pt x="7460" y="6961"/>
                </a:lnTo>
                <a:lnTo>
                  <a:pt x="8171" y="7593"/>
                </a:lnTo>
                <a:lnTo>
                  <a:pt x="8856" y="8218"/>
                </a:lnTo>
                <a:lnTo>
                  <a:pt x="10118" y="9375"/>
                </a:lnTo>
                <a:lnTo>
                  <a:pt x="11135" y="10316"/>
                </a:lnTo>
                <a:lnTo>
                  <a:pt x="11520" y="10657"/>
                </a:lnTo>
                <a:lnTo>
                  <a:pt x="11800" y="10899"/>
                </a:lnTo>
                <a:lnTo>
                  <a:pt x="12994" y="11873"/>
                </a:lnTo>
                <a:lnTo>
                  <a:pt x="14183" y="12855"/>
                </a:lnTo>
                <a:lnTo>
                  <a:pt x="15377" y="13837"/>
                </a:lnTo>
                <a:lnTo>
                  <a:pt x="16565" y="14828"/>
                </a:lnTo>
                <a:lnTo>
                  <a:pt x="17749" y="15827"/>
                </a:lnTo>
                <a:lnTo>
                  <a:pt x="18933" y="16826"/>
                </a:lnTo>
                <a:lnTo>
                  <a:pt x="20116" y="17842"/>
                </a:lnTo>
                <a:lnTo>
                  <a:pt x="21295" y="18858"/>
                </a:lnTo>
                <a:lnTo>
                  <a:pt x="21866" y="19357"/>
                </a:lnTo>
                <a:lnTo>
                  <a:pt x="22442" y="19857"/>
                </a:lnTo>
                <a:lnTo>
                  <a:pt x="23584" y="20881"/>
                </a:lnTo>
                <a:lnTo>
                  <a:pt x="24731" y="21921"/>
                </a:lnTo>
                <a:lnTo>
                  <a:pt x="25868" y="22970"/>
                </a:lnTo>
                <a:lnTo>
                  <a:pt x="28152" y="25093"/>
                </a:lnTo>
                <a:lnTo>
                  <a:pt x="29294" y="26151"/>
                </a:lnTo>
                <a:lnTo>
                  <a:pt x="30442" y="27208"/>
                </a:lnTo>
                <a:lnTo>
                  <a:pt x="31589" y="28249"/>
                </a:lnTo>
                <a:lnTo>
                  <a:pt x="32741" y="29281"/>
                </a:lnTo>
                <a:lnTo>
                  <a:pt x="33317" y="29789"/>
                </a:lnTo>
                <a:lnTo>
                  <a:pt x="33894" y="30297"/>
                </a:lnTo>
                <a:lnTo>
                  <a:pt x="34475" y="30796"/>
                </a:lnTo>
                <a:lnTo>
                  <a:pt x="35057" y="31287"/>
                </a:lnTo>
                <a:lnTo>
                  <a:pt x="35638" y="31779"/>
                </a:lnTo>
                <a:lnTo>
                  <a:pt x="36225" y="32262"/>
                </a:lnTo>
                <a:lnTo>
                  <a:pt x="36806" y="32728"/>
                </a:lnTo>
                <a:lnTo>
                  <a:pt x="37398" y="33194"/>
                </a:lnTo>
                <a:lnTo>
                  <a:pt x="37984" y="33652"/>
                </a:lnTo>
                <a:lnTo>
                  <a:pt x="38576" y="34101"/>
                </a:lnTo>
                <a:lnTo>
                  <a:pt x="39173" y="34543"/>
                </a:lnTo>
                <a:lnTo>
                  <a:pt x="39765" y="34967"/>
                </a:lnTo>
                <a:lnTo>
                  <a:pt x="39713" y="34967"/>
                </a:lnTo>
                <a:lnTo>
                  <a:pt x="39661" y="34976"/>
                </a:lnTo>
                <a:lnTo>
                  <a:pt x="39614" y="34984"/>
                </a:lnTo>
                <a:lnTo>
                  <a:pt x="39563" y="35001"/>
                </a:lnTo>
                <a:lnTo>
                  <a:pt x="39511" y="35026"/>
                </a:lnTo>
                <a:lnTo>
                  <a:pt x="39459" y="35059"/>
                </a:lnTo>
                <a:lnTo>
                  <a:pt x="39407" y="35101"/>
                </a:lnTo>
                <a:lnTo>
                  <a:pt x="39355" y="35150"/>
                </a:lnTo>
                <a:lnTo>
                  <a:pt x="38696" y="35908"/>
                </a:lnTo>
                <a:lnTo>
                  <a:pt x="38041" y="36666"/>
                </a:lnTo>
                <a:lnTo>
                  <a:pt x="37393" y="37432"/>
                </a:lnTo>
                <a:lnTo>
                  <a:pt x="36744" y="38206"/>
                </a:lnTo>
                <a:lnTo>
                  <a:pt x="36100" y="38988"/>
                </a:lnTo>
                <a:lnTo>
                  <a:pt x="35456" y="39771"/>
                </a:lnTo>
                <a:lnTo>
                  <a:pt x="34818" y="40562"/>
                </a:lnTo>
                <a:lnTo>
                  <a:pt x="34184" y="41353"/>
                </a:lnTo>
                <a:lnTo>
                  <a:pt x="33551" y="42160"/>
                </a:lnTo>
                <a:lnTo>
                  <a:pt x="32923" y="42968"/>
                </a:lnTo>
                <a:lnTo>
                  <a:pt x="32300" y="43776"/>
                </a:lnTo>
                <a:lnTo>
                  <a:pt x="31677" y="44600"/>
                </a:lnTo>
                <a:lnTo>
                  <a:pt x="31054" y="45424"/>
                </a:lnTo>
                <a:lnTo>
                  <a:pt x="30442" y="46257"/>
                </a:lnTo>
                <a:lnTo>
                  <a:pt x="29829" y="47089"/>
                </a:lnTo>
                <a:lnTo>
                  <a:pt x="29216" y="47930"/>
                </a:lnTo>
                <a:lnTo>
                  <a:pt x="28609" y="48779"/>
                </a:lnTo>
                <a:lnTo>
                  <a:pt x="28007" y="49637"/>
                </a:lnTo>
                <a:lnTo>
                  <a:pt x="27405" y="50494"/>
                </a:lnTo>
                <a:lnTo>
                  <a:pt x="26808" y="51360"/>
                </a:lnTo>
                <a:lnTo>
                  <a:pt x="26216" y="52226"/>
                </a:lnTo>
                <a:lnTo>
                  <a:pt x="25624" y="53108"/>
                </a:lnTo>
                <a:lnTo>
                  <a:pt x="25037" y="53991"/>
                </a:lnTo>
                <a:lnTo>
                  <a:pt x="24451" y="54873"/>
                </a:lnTo>
                <a:lnTo>
                  <a:pt x="23864" y="55764"/>
                </a:lnTo>
                <a:lnTo>
                  <a:pt x="23288" y="56663"/>
                </a:lnTo>
                <a:lnTo>
                  <a:pt x="22712" y="57571"/>
                </a:lnTo>
                <a:lnTo>
                  <a:pt x="22136" y="58478"/>
                </a:lnTo>
                <a:lnTo>
                  <a:pt x="21565" y="59394"/>
                </a:lnTo>
                <a:lnTo>
                  <a:pt x="20994" y="60310"/>
                </a:lnTo>
                <a:lnTo>
                  <a:pt x="20433" y="61234"/>
                </a:lnTo>
                <a:lnTo>
                  <a:pt x="19867" y="62166"/>
                </a:lnTo>
                <a:lnTo>
                  <a:pt x="18741" y="58561"/>
                </a:lnTo>
                <a:lnTo>
                  <a:pt x="17619" y="54948"/>
                </a:lnTo>
                <a:lnTo>
                  <a:pt x="16498" y="51335"/>
                </a:lnTo>
                <a:lnTo>
                  <a:pt x="15387" y="47722"/>
                </a:lnTo>
                <a:lnTo>
                  <a:pt x="14286" y="44100"/>
                </a:lnTo>
                <a:lnTo>
                  <a:pt x="13186" y="40470"/>
                </a:lnTo>
                <a:lnTo>
                  <a:pt x="12091" y="36841"/>
                </a:lnTo>
                <a:lnTo>
                  <a:pt x="11006" y="33202"/>
                </a:lnTo>
                <a:lnTo>
                  <a:pt x="9921" y="29564"/>
                </a:lnTo>
                <a:lnTo>
                  <a:pt x="8846" y="25918"/>
                </a:lnTo>
                <a:lnTo>
                  <a:pt x="7777" y="22271"/>
                </a:lnTo>
                <a:lnTo>
                  <a:pt x="6712" y="18616"/>
                </a:lnTo>
                <a:lnTo>
                  <a:pt x="5653" y="14961"/>
                </a:lnTo>
                <a:lnTo>
                  <a:pt x="4600" y="11298"/>
                </a:lnTo>
                <a:lnTo>
                  <a:pt x="3551" y="7635"/>
                </a:lnTo>
                <a:lnTo>
                  <a:pt x="2513" y="3964"/>
                </a:lnTo>
                <a:lnTo>
                  <a:pt x="2575" y="3889"/>
                </a:lnTo>
                <a:lnTo>
                  <a:pt x="2643" y="3805"/>
                </a:lnTo>
                <a:lnTo>
                  <a:pt x="2705" y="3714"/>
                </a:lnTo>
                <a:lnTo>
                  <a:pt x="2757" y="3614"/>
                </a:lnTo>
                <a:close/>
                <a:moveTo>
                  <a:pt x="2466" y="1"/>
                </a:moveTo>
                <a:lnTo>
                  <a:pt x="2300" y="17"/>
                </a:lnTo>
                <a:lnTo>
                  <a:pt x="2217" y="34"/>
                </a:lnTo>
                <a:lnTo>
                  <a:pt x="2134" y="59"/>
                </a:lnTo>
                <a:lnTo>
                  <a:pt x="2051" y="84"/>
                </a:lnTo>
                <a:lnTo>
                  <a:pt x="1968" y="117"/>
                </a:lnTo>
                <a:lnTo>
                  <a:pt x="1885" y="151"/>
                </a:lnTo>
                <a:lnTo>
                  <a:pt x="1802" y="201"/>
                </a:lnTo>
                <a:lnTo>
                  <a:pt x="1719" y="250"/>
                </a:lnTo>
                <a:lnTo>
                  <a:pt x="1635" y="300"/>
                </a:lnTo>
                <a:lnTo>
                  <a:pt x="1552" y="359"/>
                </a:lnTo>
                <a:lnTo>
                  <a:pt x="1475" y="434"/>
                </a:lnTo>
                <a:lnTo>
                  <a:pt x="1391" y="500"/>
                </a:lnTo>
                <a:lnTo>
                  <a:pt x="1314" y="583"/>
                </a:lnTo>
                <a:lnTo>
                  <a:pt x="1231" y="675"/>
                </a:lnTo>
                <a:lnTo>
                  <a:pt x="1153" y="783"/>
                </a:lnTo>
                <a:lnTo>
                  <a:pt x="1085" y="892"/>
                </a:lnTo>
                <a:lnTo>
                  <a:pt x="1023" y="1016"/>
                </a:lnTo>
                <a:lnTo>
                  <a:pt x="966" y="1141"/>
                </a:lnTo>
                <a:lnTo>
                  <a:pt x="919" y="1274"/>
                </a:lnTo>
                <a:lnTo>
                  <a:pt x="878" y="1416"/>
                </a:lnTo>
                <a:lnTo>
                  <a:pt x="841" y="1558"/>
                </a:lnTo>
                <a:lnTo>
                  <a:pt x="732" y="1632"/>
                </a:lnTo>
                <a:lnTo>
                  <a:pt x="628" y="1724"/>
                </a:lnTo>
                <a:lnTo>
                  <a:pt x="525" y="1832"/>
                </a:lnTo>
                <a:lnTo>
                  <a:pt x="431" y="1949"/>
                </a:lnTo>
                <a:lnTo>
                  <a:pt x="343" y="2082"/>
                </a:lnTo>
                <a:lnTo>
                  <a:pt x="265" y="2232"/>
                </a:lnTo>
                <a:lnTo>
                  <a:pt x="192" y="2390"/>
                </a:lnTo>
                <a:lnTo>
                  <a:pt x="130" y="2565"/>
                </a:lnTo>
                <a:lnTo>
                  <a:pt x="104" y="2656"/>
                </a:lnTo>
                <a:lnTo>
                  <a:pt x="78" y="2748"/>
                </a:lnTo>
                <a:lnTo>
                  <a:pt x="57" y="2840"/>
                </a:lnTo>
                <a:lnTo>
                  <a:pt x="42" y="2940"/>
                </a:lnTo>
                <a:lnTo>
                  <a:pt x="26" y="3031"/>
                </a:lnTo>
                <a:lnTo>
                  <a:pt x="11" y="3131"/>
                </a:lnTo>
                <a:lnTo>
                  <a:pt x="5" y="3231"/>
                </a:lnTo>
                <a:lnTo>
                  <a:pt x="0" y="3339"/>
                </a:lnTo>
                <a:lnTo>
                  <a:pt x="0" y="3439"/>
                </a:lnTo>
                <a:lnTo>
                  <a:pt x="5" y="3547"/>
                </a:lnTo>
                <a:lnTo>
                  <a:pt x="11" y="3656"/>
                </a:lnTo>
                <a:lnTo>
                  <a:pt x="21" y="3764"/>
                </a:lnTo>
                <a:lnTo>
                  <a:pt x="37" y="3872"/>
                </a:lnTo>
                <a:lnTo>
                  <a:pt x="57" y="3980"/>
                </a:lnTo>
                <a:lnTo>
                  <a:pt x="83" y="4097"/>
                </a:lnTo>
                <a:lnTo>
                  <a:pt x="109" y="4205"/>
                </a:lnTo>
                <a:lnTo>
                  <a:pt x="1220" y="8118"/>
                </a:lnTo>
                <a:lnTo>
                  <a:pt x="2331" y="12023"/>
                </a:lnTo>
                <a:lnTo>
                  <a:pt x="3452" y="15919"/>
                </a:lnTo>
                <a:lnTo>
                  <a:pt x="4579" y="19815"/>
                </a:lnTo>
                <a:lnTo>
                  <a:pt x="5711" y="23703"/>
                </a:lnTo>
                <a:lnTo>
                  <a:pt x="6847" y="27583"/>
                </a:lnTo>
                <a:lnTo>
                  <a:pt x="7995" y="31462"/>
                </a:lnTo>
                <a:lnTo>
                  <a:pt x="9147" y="35334"/>
                </a:lnTo>
                <a:lnTo>
                  <a:pt x="10305" y="39205"/>
                </a:lnTo>
                <a:lnTo>
                  <a:pt x="11473" y="43068"/>
                </a:lnTo>
                <a:lnTo>
                  <a:pt x="12646" y="46923"/>
                </a:lnTo>
                <a:lnTo>
                  <a:pt x="13824" y="50777"/>
                </a:lnTo>
                <a:lnTo>
                  <a:pt x="15008" y="54624"/>
                </a:lnTo>
                <a:lnTo>
                  <a:pt x="16202" y="58470"/>
                </a:lnTo>
                <a:lnTo>
                  <a:pt x="17401" y="62308"/>
                </a:lnTo>
                <a:lnTo>
                  <a:pt x="18606" y="66146"/>
                </a:lnTo>
                <a:lnTo>
                  <a:pt x="18637" y="66237"/>
                </a:lnTo>
                <a:lnTo>
                  <a:pt x="18673" y="66321"/>
                </a:lnTo>
                <a:lnTo>
                  <a:pt x="18715" y="66404"/>
                </a:lnTo>
                <a:lnTo>
                  <a:pt x="18756" y="66487"/>
                </a:lnTo>
                <a:lnTo>
                  <a:pt x="18803" y="66554"/>
                </a:lnTo>
                <a:lnTo>
                  <a:pt x="18850" y="66620"/>
                </a:lnTo>
                <a:lnTo>
                  <a:pt x="18896" y="66687"/>
                </a:lnTo>
                <a:lnTo>
                  <a:pt x="18948" y="66745"/>
                </a:lnTo>
                <a:lnTo>
                  <a:pt x="19005" y="66795"/>
                </a:lnTo>
                <a:lnTo>
                  <a:pt x="19062" y="66837"/>
                </a:lnTo>
                <a:lnTo>
                  <a:pt x="19119" y="66879"/>
                </a:lnTo>
                <a:lnTo>
                  <a:pt x="19182" y="66920"/>
                </a:lnTo>
                <a:lnTo>
                  <a:pt x="19239" y="66945"/>
                </a:lnTo>
                <a:lnTo>
                  <a:pt x="19301" y="66970"/>
                </a:lnTo>
                <a:lnTo>
                  <a:pt x="19363" y="66995"/>
                </a:lnTo>
                <a:lnTo>
                  <a:pt x="19431" y="67012"/>
                </a:lnTo>
                <a:lnTo>
                  <a:pt x="19493" y="67020"/>
                </a:lnTo>
                <a:lnTo>
                  <a:pt x="19623" y="67020"/>
                </a:lnTo>
                <a:lnTo>
                  <a:pt x="19685" y="67012"/>
                </a:lnTo>
                <a:lnTo>
                  <a:pt x="19748" y="67003"/>
                </a:lnTo>
                <a:lnTo>
                  <a:pt x="19810" y="66987"/>
                </a:lnTo>
                <a:lnTo>
                  <a:pt x="19872" y="66962"/>
                </a:lnTo>
                <a:lnTo>
                  <a:pt x="19935" y="66928"/>
                </a:lnTo>
                <a:lnTo>
                  <a:pt x="19997" y="66895"/>
                </a:lnTo>
                <a:lnTo>
                  <a:pt x="20054" y="66862"/>
                </a:lnTo>
                <a:lnTo>
                  <a:pt x="20111" y="66812"/>
                </a:lnTo>
                <a:lnTo>
                  <a:pt x="20168" y="66762"/>
                </a:lnTo>
                <a:lnTo>
                  <a:pt x="20220" y="66704"/>
                </a:lnTo>
                <a:lnTo>
                  <a:pt x="20272" y="66645"/>
                </a:lnTo>
                <a:lnTo>
                  <a:pt x="20319" y="66579"/>
                </a:lnTo>
                <a:lnTo>
                  <a:pt x="20365" y="66504"/>
                </a:lnTo>
                <a:lnTo>
                  <a:pt x="20947" y="65521"/>
                </a:lnTo>
                <a:lnTo>
                  <a:pt x="21533" y="64539"/>
                </a:lnTo>
                <a:lnTo>
                  <a:pt x="22125" y="63565"/>
                </a:lnTo>
                <a:lnTo>
                  <a:pt x="22717" y="62591"/>
                </a:lnTo>
                <a:lnTo>
                  <a:pt x="23314" y="61625"/>
                </a:lnTo>
                <a:lnTo>
                  <a:pt x="23911" y="60659"/>
                </a:lnTo>
                <a:lnTo>
                  <a:pt x="24508" y="59702"/>
                </a:lnTo>
                <a:lnTo>
                  <a:pt x="25115" y="58753"/>
                </a:lnTo>
                <a:lnTo>
                  <a:pt x="25718" y="57804"/>
                </a:lnTo>
                <a:lnTo>
                  <a:pt x="26325" y="56855"/>
                </a:lnTo>
                <a:lnTo>
                  <a:pt x="26937" y="55914"/>
                </a:lnTo>
                <a:lnTo>
                  <a:pt x="27550" y="54982"/>
                </a:lnTo>
                <a:lnTo>
                  <a:pt x="28168" y="54049"/>
                </a:lnTo>
                <a:lnTo>
                  <a:pt x="28786" y="53125"/>
                </a:lnTo>
                <a:lnTo>
                  <a:pt x="29408" y="52209"/>
                </a:lnTo>
                <a:lnTo>
                  <a:pt x="30031" y="51285"/>
                </a:lnTo>
                <a:lnTo>
                  <a:pt x="30660" y="50378"/>
                </a:lnTo>
                <a:lnTo>
                  <a:pt x="31288" y="49470"/>
                </a:lnTo>
                <a:lnTo>
                  <a:pt x="31916" y="48563"/>
                </a:lnTo>
                <a:lnTo>
                  <a:pt x="32549" y="47664"/>
                </a:lnTo>
                <a:lnTo>
                  <a:pt x="33188" y="46773"/>
                </a:lnTo>
                <a:lnTo>
                  <a:pt x="33826" y="45882"/>
                </a:lnTo>
                <a:lnTo>
                  <a:pt x="34465" y="44991"/>
                </a:lnTo>
                <a:lnTo>
                  <a:pt x="35108" y="44109"/>
                </a:lnTo>
                <a:lnTo>
                  <a:pt x="35752" y="43226"/>
                </a:lnTo>
                <a:lnTo>
                  <a:pt x="36401" y="42352"/>
                </a:lnTo>
                <a:lnTo>
                  <a:pt x="37050" y="41486"/>
                </a:lnTo>
                <a:lnTo>
                  <a:pt x="37704" y="40620"/>
                </a:lnTo>
                <a:lnTo>
                  <a:pt x="38358" y="39754"/>
                </a:lnTo>
                <a:lnTo>
                  <a:pt x="39017" y="38897"/>
                </a:lnTo>
                <a:lnTo>
                  <a:pt x="39677" y="38039"/>
                </a:lnTo>
                <a:lnTo>
                  <a:pt x="40336" y="37190"/>
                </a:lnTo>
                <a:lnTo>
                  <a:pt x="40372" y="37140"/>
                </a:lnTo>
                <a:lnTo>
                  <a:pt x="40409" y="37082"/>
                </a:lnTo>
                <a:lnTo>
                  <a:pt x="40440" y="37032"/>
                </a:lnTo>
                <a:lnTo>
                  <a:pt x="40466" y="36974"/>
                </a:lnTo>
                <a:lnTo>
                  <a:pt x="40512" y="36857"/>
                </a:lnTo>
                <a:lnTo>
                  <a:pt x="40549" y="36732"/>
                </a:lnTo>
                <a:lnTo>
                  <a:pt x="40575" y="36607"/>
                </a:lnTo>
                <a:lnTo>
                  <a:pt x="40585" y="36474"/>
                </a:lnTo>
                <a:lnTo>
                  <a:pt x="40590" y="36341"/>
                </a:lnTo>
                <a:lnTo>
                  <a:pt x="40580" y="36216"/>
                </a:lnTo>
                <a:lnTo>
                  <a:pt x="40564" y="36083"/>
                </a:lnTo>
                <a:lnTo>
                  <a:pt x="40538" y="35958"/>
                </a:lnTo>
                <a:lnTo>
                  <a:pt x="40507" y="35833"/>
                </a:lnTo>
                <a:lnTo>
                  <a:pt x="40466" y="35708"/>
                </a:lnTo>
                <a:lnTo>
                  <a:pt x="40419" y="35592"/>
                </a:lnTo>
                <a:lnTo>
                  <a:pt x="40367" y="35483"/>
                </a:lnTo>
                <a:lnTo>
                  <a:pt x="40310" y="35375"/>
                </a:lnTo>
                <a:lnTo>
                  <a:pt x="40248" y="35284"/>
                </a:lnTo>
                <a:lnTo>
                  <a:pt x="40300" y="35300"/>
                </a:lnTo>
                <a:lnTo>
                  <a:pt x="40352" y="35309"/>
                </a:lnTo>
                <a:lnTo>
                  <a:pt x="40403" y="35309"/>
                </a:lnTo>
                <a:lnTo>
                  <a:pt x="40450" y="35300"/>
                </a:lnTo>
                <a:lnTo>
                  <a:pt x="40502" y="35292"/>
                </a:lnTo>
                <a:lnTo>
                  <a:pt x="40554" y="35267"/>
                </a:lnTo>
                <a:lnTo>
                  <a:pt x="40601" y="35250"/>
                </a:lnTo>
                <a:lnTo>
                  <a:pt x="40647" y="35217"/>
                </a:lnTo>
                <a:lnTo>
                  <a:pt x="40694" y="35184"/>
                </a:lnTo>
                <a:lnTo>
                  <a:pt x="40741" y="35150"/>
                </a:lnTo>
                <a:lnTo>
                  <a:pt x="40782" y="35109"/>
                </a:lnTo>
                <a:lnTo>
                  <a:pt x="40824" y="35059"/>
                </a:lnTo>
                <a:lnTo>
                  <a:pt x="40866" y="35009"/>
                </a:lnTo>
                <a:lnTo>
                  <a:pt x="40897" y="34959"/>
                </a:lnTo>
                <a:lnTo>
                  <a:pt x="40933" y="34901"/>
                </a:lnTo>
                <a:lnTo>
                  <a:pt x="40964" y="34842"/>
                </a:lnTo>
                <a:lnTo>
                  <a:pt x="40990" y="34776"/>
                </a:lnTo>
                <a:lnTo>
                  <a:pt x="41016" y="34709"/>
                </a:lnTo>
                <a:lnTo>
                  <a:pt x="41032" y="34643"/>
                </a:lnTo>
                <a:lnTo>
                  <a:pt x="41052" y="34576"/>
                </a:lnTo>
                <a:lnTo>
                  <a:pt x="41063" y="34509"/>
                </a:lnTo>
                <a:lnTo>
                  <a:pt x="41068" y="34434"/>
                </a:lnTo>
                <a:lnTo>
                  <a:pt x="41073" y="34368"/>
                </a:lnTo>
                <a:lnTo>
                  <a:pt x="41073" y="34293"/>
                </a:lnTo>
                <a:lnTo>
                  <a:pt x="41068" y="34218"/>
                </a:lnTo>
                <a:lnTo>
                  <a:pt x="41052" y="34143"/>
                </a:lnTo>
                <a:lnTo>
                  <a:pt x="41037" y="34076"/>
                </a:lnTo>
                <a:lnTo>
                  <a:pt x="41016" y="34002"/>
                </a:lnTo>
                <a:lnTo>
                  <a:pt x="40985" y="33935"/>
                </a:lnTo>
                <a:lnTo>
                  <a:pt x="40954" y="33860"/>
                </a:lnTo>
                <a:lnTo>
                  <a:pt x="40912" y="33793"/>
                </a:lnTo>
                <a:lnTo>
                  <a:pt x="40866" y="33727"/>
                </a:lnTo>
                <a:lnTo>
                  <a:pt x="40232" y="32928"/>
                </a:lnTo>
                <a:lnTo>
                  <a:pt x="39599" y="32137"/>
                </a:lnTo>
                <a:lnTo>
                  <a:pt x="38950" y="31354"/>
                </a:lnTo>
                <a:lnTo>
                  <a:pt x="38296" y="30588"/>
                </a:lnTo>
                <a:lnTo>
                  <a:pt x="37637" y="29839"/>
                </a:lnTo>
                <a:lnTo>
                  <a:pt x="36967" y="29098"/>
                </a:lnTo>
                <a:lnTo>
                  <a:pt x="36297" y="28365"/>
                </a:lnTo>
                <a:lnTo>
                  <a:pt x="35617" y="27649"/>
                </a:lnTo>
                <a:lnTo>
                  <a:pt x="34932" y="26933"/>
                </a:lnTo>
                <a:lnTo>
                  <a:pt x="34242" y="26234"/>
                </a:lnTo>
                <a:lnTo>
                  <a:pt x="33546" y="25543"/>
                </a:lnTo>
                <a:lnTo>
                  <a:pt x="32845" y="24860"/>
                </a:lnTo>
                <a:lnTo>
                  <a:pt x="32139" y="24194"/>
                </a:lnTo>
                <a:lnTo>
                  <a:pt x="31433" y="23528"/>
                </a:lnTo>
                <a:lnTo>
                  <a:pt x="30722" y="22871"/>
                </a:lnTo>
                <a:lnTo>
                  <a:pt x="30005" y="22213"/>
                </a:lnTo>
                <a:lnTo>
                  <a:pt x="29289" y="21572"/>
                </a:lnTo>
                <a:lnTo>
                  <a:pt x="28573" y="20931"/>
                </a:lnTo>
                <a:lnTo>
                  <a:pt x="27851" y="20298"/>
                </a:lnTo>
                <a:lnTo>
                  <a:pt x="27130" y="19674"/>
                </a:lnTo>
                <a:lnTo>
                  <a:pt x="25681" y="18433"/>
                </a:lnTo>
                <a:lnTo>
                  <a:pt x="24233" y="17209"/>
                </a:lnTo>
                <a:lnTo>
                  <a:pt x="22784" y="15994"/>
                </a:lnTo>
                <a:lnTo>
                  <a:pt x="21341" y="14795"/>
                </a:lnTo>
                <a:lnTo>
                  <a:pt x="19909" y="13596"/>
                </a:lnTo>
                <a:lnTo>
                  <a:pt x="18481" y="12397"/>
                </a:lnTo>
                <a:lnTo>
                  <a:pt x="17001" y="11148"/>
                </a:lnTo>
                <a:lnTo>
                  <a:pt x="15512" y="9916"/>
                </a:lnTo>
                <a:lnTo>
                  <a:pt x="14027" y="8684"/>
                </a:lnTo>
                <a:lnTo>
                  <a:pt x="12532" y="7469"/>
                </a:lnTo>
                <a:lnTo>
                  <a:pt x="11037" y="6261"/>
                </a:lnTo>
                <a:lnTo>
                  <a:pt x="9542" y="5063"/>
                </a:lnTo>
                <a:lnTo>
                  <a:pt x="8041" y="3880"/>
                </a:lnTo>
                <a:lnTo>
                  <a:pt x="6536" y="2698"/>
                </a:lnTo>
                <a:lnTo>
                  <a:pt x="6391" y="2582"/>
                </a:lnTo>
                <a:lnTo>
                  <a:pt x="6240" y="2457"/>
                </a:lnTo>
                <a:lnTo>
                  <a:pt x="5939" y="2190"/>
                </a:lnTo>
                <a:lnTo>
                  <a:pt x="5311" y="1616"/>
                </a:lnTo>
                <a:lnTo>
                  <a:pt x="4989" y="1324"/>
                </a:lnTo>
                <a:lnTo>
                  <a:pt x="4657" y="1033"/>
                </a:lnTo>
                <a:lnTo>
                  <a:pt x="4491" y="900"/>
                </a:lnTo>
                <a:lnTo>
                  <a:pt x="4325" y="767"/>
                </a:lnTo>
                <a:lnTo>
                  <a:pt x="4158" y="642"/>
                </a:lnTo>
                <a:lnTo>
                  <a:pt x="3992" y="525"/>
                </a:lnTo>
                <a:lnTo>
                  <a:pt x="3821" y="417"/>
                </a:lnTo>
                <a:lnTo>
                  <a:pt x="3650" y="325"/>
                </a:lnTo>
                <a:lnTo>
                  <a:pt x="3484" y="234"/>
                </a:lnTo>
                <a:lnTo>
                  <a:pt x="3312" y="159"/>
                </a:lnTo>
                <a:lnTo>
                  <a:pt x="3141" y="101"/>
                </a:lnTo>
                <a:lnTo>
                  <a:pt x="2975" y="51"/>
                </a:lnTo>
                <a:lnTo>
                  <a:pt x="2803" y="17"/>
                </a:lnTo>
                <a:lnTo>
                  <a:pt x="263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555563" y="3209893"/>
            <a:ext cx="328884" cy="357433"/>
          </a:xfrm>
          <a:custGeom>
            <a:rect b="b" l="l" r="r" t="t"/>
            <a:pathLst>
              <a:path extrusionOk="0" h="33111" w="22713">
                <a:moveTo>
                  <a:pt x="10289" y="3622"/>
                </a:moveTo>
                <a:lnTo>
                  <a:pt x="10471" y="3631"/>
                </a:lnTo>
                <a:lnTo>
                  <a:pt x="10653" y="3639"/>
                </a:lnTo>
                <a:lnTo>
                  <a:pt x="10840" y="3664"/>
                </a:lnTo>
                <a:lnTo>
                  <a:pt x="11021" y="3689"/>
                </a:lnTo>
                <a:lnTo>
                  <a:pt x="11203" y="3714"/>
                </a:lnTo>
                <a:lnTo>
                  <a:pt x="11385" y="3756"/>
                </a:lnTo>
                <a:lnTo>
                  <a:pt x="11567" y="3797"/>
                </a:lnTo>
                <a:lnTo>
                  <a:pt x="11748" y="3847"/>
                </a:lnTo>
                <a:lnTo>
                  <a:pt x="11930" y="3897"/>
                </a:lnTo>
                <a:lnTo>
                  <a:pt x="12112" y="3955"/>
                </a:lnTo>
                <a:lnTo>
                  <a:pt x="12293" y="4022"/>
                </a:lnTo>
                <a:lnTo>
                  <a:pt x="12470" y="4089"/>
                </a:lnTo>
                <a:lnTo>
                  <a:pt x="12651" y="4172"/>
                </a:lnTo>
                <a:lnTo>
                  <a:pt x="12828" y="4247"/>
                </a:lnTo>
                <a:lnTo>
                  <a:pt x="13004" y="4338"/>
                </a:lnTo>
                <a:lnTo>
                  <a:pt x="13181" y="4430"/>
                </a:lnTo>
                <a:lnTo>
                  <a:pt x="13357" y="4530"/>
                </a:lnTo>
                <a:lnTo>
                  <a:pt x="13534" y="4630"/>
                </a:lnTo>
                <a:lnTo>
                  <a:pt x="13705" y="4738"/>
                </a:lnTo>
                <a:lnTo>
                  <a:pt x="13882" y="4855"/>
                </a:lnTo>
                <a:lnTo>
                  <a:pt x="14053" y="4971"/>
                </a:lnTo>
                <a:lnTo>
                  <a:pt x="14224" y="5096"/>
                </a:lnTo>
                <a:lnTo>
                  <a:pt x="14391" y="5229"/>
                </a:lnTo>
                <a:lnTo>
                  <a:pt x="14562" y="5362"/>
                </a:lnTo>
                <a:lnTo>
                  <a:pt x="14728" y="5504"/>
                </a:lnTo>
                <a:lnTo>
                  <a:pt x="14889" y="5645"/>
                </a:lnTo>
                <a:lnTo>
                  <a:pt x="15055" y="5795"/>
                </a:lnTo>
                <a:lnTo>
                  <a:pt x="15216" y="5953"/>
                </a:lnTo>
                <a:lnTo>
                  <a:pt x="15377" y="6112"/>
                </a:lnTo>
                <a:lnTo>
                  <a:pt x="15450" y="6187"/>
                </a:lnTo>
                <a:lnTo>
                  <a:pt x="15522" y="6245"/>
                </a:lnTo>
                <a:lnTo>
                  <a:pt x="15595" y="6295"/>
                </a:lnTo>
                <a:lnTo>
                  <a:pt x="15668" y="6336"/>
                </a:lnTo>
                <a:lnTo>
                  <a:pt x="15735" y="6370"/>
                </a:lnTo>
                <a:lnTo>
                  <a:pt x="15808" y="6386"/>
                </a:lnTo>
                <a:lnTo>
                  <a:pt x="15875" y="6403"/>
                </a:lnTo>
                <a:lnTo>
                  <a:pt x="16005" y="6403"/>
                </a:lnTo>
                <a:lnTo>
                  <a:pt x="16072" y="6386"/>
                </a:lnTo>
                <a:lnTo>
                  <a:pt x="16130" y="6370"/>
                </a:lnTo>
                <a:lnTo>
                  <a:pt x="16192" y="6345"/>
                </a:lnTo>
                <a:lnTo>
                  <a:pt x="16249" y="6311"/>
                </a:lnTo>
                <a:lnTo>
                  <a:pt x="16306" y="6270"/>
                </a:lnTo>
                <a:lnTo>
                  <a:pt x="16363" y="6228"/>
                </a:lnTo>
                <a:lnTo>
                  <a:pt x="16415" y="6170"/>
                </a:lnTo>
                <a:lnTo>
                  <a:pt x="16597" y="6395"/>
                </a:lnTo>
                <a:lnTo>
                  <a:pt x="16773" y="6620"/>
                </a:lnTo>
                <a:lnTo>
                  <a:pt x="16950" y="6844"/>
                </a:lnTo>
                <a:lnTo>
                  <a:pt x="17121" y="7077"/>
                </a:lnTo>
                <a:lnTo>
                  <a:pt x="17292" y="7319"/>
                </a:lnTo>
                <a:lnTo>
                  <a:pt x="17459" y="7560"/>
                </a:lnTo>
                <a:lnTo>
                  <a:pt x="17625" y="7810"/>
                </a:lnTo>
                <a:lnTo>
                  <a:pt x="17786" y="8068"/>
                </a:lnTo>
                <a:lnTo>
                  <a:pt x="17941" y="8326"/>
                </a:lnTo>
                <a:lnTo>
                  <a:pt x="18097" y="8584"/>
                </a:lnTo>
                <a:lnTo>
                  <a:pt x="18253" y="8859"/>
                </a:lnTo>
                <a:lnTo>
                  <a:pt x="18398" y="9125"/>
                </a:lnTo>
                <a:lnTo>
                  <a:pt x="18544" y="9400"/>
                </a:lnTo>
                <a:lnTo>
                  <a:pt x="18689" y="9683"/>
                </a:lnTo>
                <a:lnTo>
                  <a:pt x="18824" y="9966"/>
                </a:lnTo>
                <a:lnTo>
                  <a:pt x="18959" y="10249"/>
                </a:lnTo>
                <a:lnTo>
                  <a:pt x="19089" y="10541"/>
                </a:lnTo>
                <a:lnTo>
                  <a:pt x="19213" y="10832"/>
                </a:lnTo>
                <a:lnTo>
                  <a:pt x="19338" y="11124"/>
                </a:lnTo>
                <a:lnTo>
                  <a:pt x="19452" y="11423"/>
                </a:lnTo>
                <a:lnTo>
                  <a:pt x="19566" y="11731"/>
                </a:lnTo>
                <a:lnTo>
                  <a:pt x="19675" y="12031"/>
                </a:lnTo>
                <a:lnTo>
                  <a:pt x="19779" y="12339"/>
                </a:lnTo>
                <a:lnTo>
                  <a:pt x="19878" y="12647"/>
                </a:lnTo>
                <a:lnTo>
                  <a:pt x="19971" y="12963"/>
                </a:lnTo>
                <a:lnTo>
                  <a:pt x="20059" y="13280"/>
                </a:lnTo>
                <a:lnTo>
                  <a:pt x="20142" y="13596"/>
                </a:lnTo>
                <a:lnTo>
                  <a:pt x="20220" y="13913"/>
                </a:lnTo>
                <a:lnTo>
                  <a:pt x="20293" y="14229"/>
                </a:lnTo>
                <a:lnTo>
                  <a:pt x="20360" y="14554"/>
                </a:lnTo>
                <a:lnTo>
                  <a:pt x="20423" y="14878"/>
                </a:lnTo>
                <a:lnTo>
                  <a:pt x="20480" y="15203"/>
                </a:lnTo>
                <a:lnTo>
                  <a:pt x="20532" y="15528"/>
                </a:lnTo>
                <a:lnTo>
                  <a:pt x="20573" y="15852"/>
                </a:lnTo>
                <a:lnTo>
                  <a:pt x="20610" y="16185"/>
                </a:lnTo>
                <a:lnTo>
                  <a:pt x="20646" y="16510"/>
                </a:lnTo>
                <a:lnTo>
                  <a:pt x="20667" y="16843"/>
                </a:lnTo>
                <a:lnTo>
                  <a:pt x="20687" y="17176"/>
                </a:lnTo>
                <a:lnTo>
                  <a:pt x="20698" y="17501"/>
                </a:lnTo>
                <a:lnTo>
                  <a:pt x="20708" y="17834"/>
                </a:lnTo>
                <a:lnTo>
                  <a:pt x="20703" y="18167"/>
                </a:lnTo>
                <a:lnTo>
                  <a:pt x="20698" y="18500"/>
                </a:lnTo>
                <a:lnTo>
                  <a:pt x="20682" y="18833"/>
                </a:lnTo>
                <a:lnTo>
                  <a:pt x="20662" y="19166"/>
                </a:lnTo>
                <a:lnTo>
                  <a:pt x="20630" y="19491"/>
                </a:lnTo>
                <a:lnTo>
                  <a:pt x="20594" y="19824"/>
                </a:lnTo>
                <a:lnTo>
                  <a:pt x="20547" y="20157"/>
                </a:lnTo>
                <a:lnTo>
                  <a:pt x="20495" y="20481"/>
                </a:lnTo>
                <a:lnTo>
                  <a:pt x="20438" y="20814"/>
                </a:lnTo>
                <a:lnTo>
                  <a:pt x="20366" y="21139"/>
                </a:lnTo>
                <a:lnTo>
                  <a:pt x="20293" y="21464"/>
                </a:lnTo>
                <a:lnTo>
                  <a:pt x="20210" y="21788"/>
                </a:lnTo>
                <a:lnTo>
                  <a:pt x="20116" y="22113"/>
                </a:lnTo>
                <a:lnTo>
                  <a:pt x="20018" y="22438"/>
                </a:lnTo>
                <a:lnTo>
                  <a:pt x="19909" y="22754"/>
                </a:lnTo>
                <a:lnTo>
                  <a:pt x="19789" y="23079"/>
                </a:lnTo>
                <a:lnTo>
                  <a:pt x="19665" y="23395"/>
                </a:lnTo>
                <a:lnTo>
                  <a:pt x="19530" y="23703"/>
                </a:lnTo>
                <a:lnTo>
                  <a:pt x="19384" y="24020"/>
                </a:lnTo>
                <a:lnTo>
                  <a:pt x="19229" y="24328"/>
                </a:lnTo>
                <a:lnTo>
                  <a:pt x="19068" y="24636"/>
                </a:lnTo>
                <a:lnTo>
                  <a:pt x="18897" y="24944"/>
                </a:lnTo>
                <a:lnTo>
                  <a:pt x="18715" y="25243"/>
                </a:lnTo>
                <a:lnTo>
                  <a:pt x="18528" y="25543"/>
                </a:lnTo>
                <a:lnTo>
                  <a:pt x="18367" y="25785"/>
                </a:lnTo>
                <a:lnTo>
                  <a:pt x="18201" y="26009"/>
                </a:lnTo>
                <a:lnTo>
                  <a:pt x="18030" y="26234"/>
                </a:lnTo>
                <a:lnTo>
                  <a:pt x="17853" y="26451"/>
                </a:lnTo>
                <a:lnTo>
                  <a:pt x="17671" y="26659"/>
                </a:lnTo>
                <a:lnTo>
                  <a:pt x="17485" y="26859"/>
                </a:lnTo>
                <a:lnTo>
                  <a:pt x="17292" y="27050"/>
                </a:lnTo>
                <a:lnTo>
                  <a:pt x="17100" y="27241"/>
                </a:lnTo>
                <a:lnTo>
                  <a:pt x="16898" y="27416"/>
                </a:lnTo>
                <a:lnTo>
                  <a:pt x="16695" y="27591"/>
                </a:lnTo>
                <a:lnTo>
                  <a:pt x="16488" y="27758"/>
                </a:lnTo>
                <a:lnTo>
                  <a:pt x="16280" y="27916"/>
                </a:lnTo>
                <a:lnTo>
                  <a:pt x="16062" y="28066"/>
                </a:lnTo>
                <a:lnTo>
                  <a:pt x="15844" y="28207"/>
                </a:lnTo>
                <a:lnTo>
                  <a:pt x="15626" y="28340"/>
                </a:lnTo>
                <a:lnTo>
                  <a:pt x="15403" y="28465"/>
                </a:lnTo>
                <a:lnTo>
                  <a:pt x="15174" y="28590"/>
                </a:lnTo>
                <a:lnTo>
                  <a:pt x="14946" y="28698"/>
                </a:lnTo>
                <a:lnTo>
                  <a:pt x="14712" y="28807"/>
                </a:lnTo>
                <a:lnTo>
                  <a:pt x="14479" y="28907"/>
                </a:lnTo>
                <a:lnTo>
                  <a:pt x="14245" y="28998"/>
                </a:lnTo>
                <a:lnTo>
                  <a:pt x="14006" y="29081"/>
                </a:lnTo>
                <a:lnTo>
                  <a:pt x="13768" y="29156"/>
                </a:lnTo>
                <a:lnTo>
                  <a:pt x="13524" y="29223"/>
                </a:lnTo>
                <a:lnTo>
                  <a:pt x="13285" y="29281"/>
                </a:lnTo>
                <a:lnTo>
                  <a:pt x="13041" y="29339"/>
                </a:lnTo>
                <a:lnTo>
                  <a:pt x="12797" y="29381"/>
                </a:lnTo>
                <a:lnTo>
                  <a:pt x="12548" y="29423"/>
                </a:lnTo>
                <a:lnTo>
                  <a:pt x="12304" y="29448"/>
                </a:lnTo>
                <a:lnTo>
                  <a:pt x="12054" y="29473"/>
                </a:lnTo>
                <a:lnTo>
                  <a:pt x="11811" y="29489"/>
                </a:lnTo>
                <a:lnTo>
                  <a:pt x="11561" y="29498"/>
                </a:lnTo>
                <a:lnTo>
                  <a:pt x="11317" y="29498"/>
                </a:lnTo>
                <a:lnTo>
                  <a:pt x="11068" y="29489"/>
                </a:lnTo>
                <a:lnTo>
                  <a:pt x="10824" y="29473"/>
                </a:lnTo>
                <a:lnTo>
                  <a:pt x="10580" y="29448"/>
                </a:lnTo>
                <a:lnTo>
                  <a:pt x="10331" y="29414"/>
                </a:lnTo>
                <a:lnTo>
                  <a:pt x="10092" y="29373"/>
                </a:lnTo>
                <a:lnTo>
                  <a:pt x="9848" y="29331"/>
                </a:lnTo>
                <a:lnTo>
                  <a:pt x="9604" y="29273"/>
                </a:lnTo>
                <a:lnTo>
                  <a:pt x="9365" y="29206"/>
                </a:lnTo>
                <a:lnTo>
                  <a:pt x="9127" y="29140"/>
                </a:lnTo>
                <a:lnTo>
                  <a:pt x="8893" y="29056"/>
                </a:lnTo>
                <a:lnTo>
                  <a:pt x="8659" y="28973"/>
                </a:lnTo>
                <a:lnTo>
                  <a:pt x="8426" y="28873"/>
                </a:lnTo>
                <a:lnTo>
                  <a:pt x="8197" y="28773"/>
                </a:lnTo>
                <a:lnTo>
                  <a:pt x="7969" y="28665"/>
                </a:lnTo>
                <a:lnTo>
                  <a:pt x="7746" y="28549"/>
                </a:lnTo>
                <a:lnTo>
                  <a:pt x="7523" y="28415"/>
                </a:lnTo>
                <a:lnTo>
                  <a:pt x="7305" y="28282"/>
                </a:lnTo>
                <a:lnTo>
                  <a:pt x="7092" y="28141"/>
                </a:lnTo>
                <a:lnTo>
                  <a:pt x="6879" y="27991"/>
                </a:lnTo>
                <a:lnTo>
                  <a:pt x="6671" y="27833"/>
                </a:lnTo>
                <a:lnTo>
                  <a:pt x="6469" y="27666"/>
                </a:lnTo>
                <a:lnTo>
                  <a:pt x="6271" y="27483"/>
                </a:lnTo>
                <a:lnTo>
                  <a:pt x="6074" y="27300"/>
                </a:lnTo>
                <a:lnTo>
                  <a:pt x="5882" y="27108"/>
                </a:lnTo>
                <a:lnTo>
                  <a:pt x="5695" y="26908"/>
                </a:lnTo>
                <a:lnTo>
                  <a:pt x="5514" y="26700"/>
                </a:lnTo>
                <a:lnTo>
                  <a:pt x="5337" y="26484"/>
                </a:lnTo>
                <a:lnTo>
                  <a:pt x="5166" y="26259"/>
                </a:lnTo>
                <a:lnTo>
                  <a:pt x="5000" y="26026"/>
                </a:lnTo>
                <a:lnTo>
                  <a:pt x="4839" y="25785"/>
                </a:lnTo>
                <a:lnTo>
                  <a:pt x="4683" y="25535"/>
                </a:lnTo>
                <a:lnTo>
                  <a:pt x="4548" y="25310"/>
                </a:lnTo>
                <a:lnTo>
                  <a:pt x="4418" y="25069"/>
                </a:lnTo>
                <a:lnTo>
                  <a:pt x="4294" y="24827"/>
                </a:lnTo>
                <a:lnTo>
                  <a:pt x="4169" y="24586"/>
                </a:lnTo>
                <a:lnTo>
                  <a:pt x="4044" y="24336"/>
                </a:lnTo>
                <a:lnTo>
                  <a:pt x="3930" y="24078"/>
                </a:lnTo>
                <a:lnTo>
                  <a:pt x="3816" y="23820"/>
                </a:lnTo>
                <a:lnTo>
                  <a:pt x="3707" y="23562"/>
                </a:lnTo>
                <a:lnTo>
                  <a:pt x="3603" y="23295"/>
                </a:lnTo>
                <a:lnTo>
                  <a:pt x="3499" y="23021"/>
                </a:lnTo>
                <a:lnTo>
                  <a:pt x="3401" y="22754"/>
                </a:lnTo>
                <a:lnTo>
                  <a:pt x="3307" y="22471"/>
                </a:lnTo>
                <a:lnTo>
                  <a:pt x="3219" y="22188"/>
                </a:lnTo>
                <a:lnTo>
                  <a:pt x="3131" y="21905"/>
                </a:lnTo>
                <a:lnTo>
                  <a:pt x="3048" y="21622"/>
                </a:lnTo>
                <a:lnTo>
                  <a:pt x="2970" y="21330"/>
                </a:lnTo>
                <a:lnTo>
                  <a:pt x="2897" y="21039"/>
                </a:lnTo>
                <a:lnTo>
                  <a:pt x="2825" y="20748"/>
                </a:lnTo>
                <a:lnTo>
                  <a:pt x="2757" y="20448"/>
                </a:lnTo>
                <a:lnTo>
                  <a:pt x="2695" y="20148"/>
                </a:lnTo>
                <a:lnTo>
                  <a:pt x="2638" y="19849"/>
                </a:lnTo>
                <a:lnTo>
                  <a:pt x="2586" y="19541"/>
                </a:lnTo>
                <a:lnTo>
                  <a:pt x="2534" y="19241"/>
                </a:lnTo>
                <a:lnTo>
                  <a:pt x="2487" y="18933"/>
                </a:lnTo>
                <a:lnTo>
                  <a:pt x="2446" y="18625"/>
                </a:lnTo>
                <a:lnTo>
                  <a:pt x="2409" y="18317"/>
                </a:lnTo>
                <a:lnTo>
                  <a:pt x="2378" y="18009"/>
                </a:lnTo>
                <a:lnTo>
                  <a:pt x="2347" y="17701"/>
                </a:lnTo>
                <a:lnTo>
                  <a:pt x="2321" y="17384"/>
                </a:lnTo>
                <a:lnTo>
                  <a:pt x="2300" y="17076"/>
                </a:lnTo>
                <a:lnTo>
                  <a:pt x="2285" y="16760"/>
                </a:lnTo>
                <a:lnTo>
                  <a:pt x="2274" y="16452"/>
                </a:lnTo>
                <a:lnTo>
                  <a:pt x="2269" y="16135"/>
                </a:lnTo>
                <a:lnTo>
                  <a:pt x="2264" y="15827"/>
                </a:lnTo>
                <a:lnTo>
                  <a:pt x="2269" y="15511"/>
                </a:lnTo>
                <a:lnTo>
                  <a:pt x="2274" y="15203"/>
                </a:lnTo>
                <a:lnTo>
                  <a:pt x="2285" y="14887"/>
                </a:lnTo>
                <a:lnTo>
                  <a:pt x="2300" y="14579"/>
                </a:lnTo>
                <a:lnTo>
                  <a:pt x="2321" y="14271"/>
                </a:lnTo>
                <a:lnTo>
                  <a:pt x="2342" y="13963"/>
                </a:lnTo>
                <a:lnTo>
                  <a:pt x="2373" y="13654"/>
                </a:lnTo>
                <a:lnTo>
                  <a:pt x="2409" y="13355"/>
                </a:lnTo>
                <a:lnTo>
                  <a:pt x="2446" y="13047"/>
                </a:lnTo>
                <a:lnTo>
                  <a:pt x="2487" y="12747"/>
                </a:lnTo>
                <a:lnTo>
                  <a:pt x="2539" y="12447"/>
                </a:lnTo>
                <a:lnTo>
                  <a:pt x="2591" y="12148"/>
                </a:lnTo>
                <a:lnTo>
                  <a:pt x="2648" y="11848"/>
                </a:lnTo>
                <a:lnTo>
                  <a:pt x="2710" y="11556"/>
                </a:lnTo>
                <a:lnTo>
                  <a:pt x="2778" y="11265"/>
                </a:lnTo>
                <a:lnTo>
                  <a:pt x="2850" y="10982"/>
                </a:lnTo>
                <a:lnTo>
                  <a:pt x="2928" y="10691"/>
                </a:lnTo>
                <a:lnTo>
                  <a:pt x="3011" y="10416"/>
                </a:lnTo>
                <a:lnTo>
                  <a:pt x="3100" y="10133"/>
                </a:lnTo>
                <a:lnTo>
                  <a:pt x="3188" y="9858"/>
                </a:lnTo>
                <a:lnTo>
                  <a:pt x="3287" y="9583"/>
                </a:lnTo>
                <a:lnTo>
                  <a:pt x="3390" y="9317"/>
                </a:lnTo>
                <a:lnTo>
                  <a:pt x="3499" y="9051"/>
                </a:lnTo>
                <a:lnTo>
                  <a:pt x="3608" y="8792"/>
                </a:lnTo>
                <a:lnTo>
                  <a:pt x="3728" y="8534"/>
                </a:lnTo>
                <a:lnTo>
                  <a:pt x="3852" y="8285"/>
                </a:lnTo>
                <a:lnTo>
                  <a:pt x="3977" y="8043"/>
                </a:lnTo>
                <a:lnTo>
                  <a:pt x="4112" y="7793"/>
                </a:lnTo>
                <a:lnTo>
                  <a:pt x="4252" y="7560"/>
                </a:lnTo>
                <a:lnTo>
                  <a:pt x="4392" y="7327"/>
                </a:lnTo>
                <a:lnTo>
                  <a:pt x="4538" y="7111"/>
                </a:lnTo>
                <a:lnTo>
                  <a:pt x="4683" y="6894"/>
                </a:lnTo>
                <a:lnTo>
                  <a:pt x="4828" y="6694"/>
                </a:lnTo>
                <a:lnTo>
                  <a:pt x="4979" y="6495"/>
                </a:lnTo>
                <a:lnTo>
                  <a:pt x="5129" y="6303"/>
                </a:lnTo>
                <a:lnTo>
                  <a:pt x="5280" y="6120"/>
                </a:lnTo>
                <a:lnTo>
                  <a:pt x="5436" y="5945"/>
                </a:lnTo>
                <a:lnTo>
                  <a:pt x="5591" y="5770"/>
                </a:lnTo>
                <a:lnTo>
                  <a:pt x="5752" y="5604"/>
                </a:lnTo>
                <a:lnTo>
                  <a:pt x="5913" y="5446"/>
                </a:lnTo>
                <a:lnTo>
                  <a:pt x="6074" y="5296"/>
                </a:lnTo>
                <a:lnTo>
                  <a:pt x="6235" y="5154"/>
                </a:lnTo>
                <a:lnTo>
                  <a:pt x="6401" y="5021"/>
                </a:lnTo>
                <a:lnTo>
                  <a:pt x="6567" y="4888"/>
                </a:lnTo>
                <a:lnTo>
                  <a:pt x="6739" y="4763"/>
                </a:lnTo>
                <a:lnTo>
                  <a:pt x="6905" y="4646"/>
                </a:lnTo>
                <a:lnTo>
                  <a:pt x="7076" y="4538"/>
                </a:lnTo>
                <a:lnTo>
                  <a:pt x="7247" y="4430"/>
                </a:lnTo>
                <a:lnTo>
                  <a:pt x="7419" y="4338"/>
                </a:lnTo>
                <a:lnTo>
                  <a:pt x="7595" y="4247"/>
                </a:lnTo>
                <a:lnTo>
                  <a:pt x="7772" y="4155"/>
                </a:lnTo>
                <a:lnTo>
                  <a:pt x="7943" y="4080"/>
                </a:lnTo>
                <a:lnTo>
                  <a:pt x="8120" y="4005"/>
                </a:lnTo>
                <a:lnTo>
                  <a:pt x="8301" y="3939"/>
                </a:lnTo>
                <a:lnTo>
                  <a:pt x="8478" y="3880"/>
                </a:lnTo>
                <a:lnTo>
                  <a:pt x="8654" y="3831"/>
                </a:lnTo>
                <a:lnTo>
                  <a:pt x="8836" y="3781"/>
                </a:lnTo>
                <a:lnTo>
                  <a:pt x="9018" y="3739"/>
                </a:lnTo>
                <a:lnTo>
                  <a:pt x="9199" y="3706"/>
                </a:lnTo>
                <a:lnTo>
                  <a:pt x="9381" y="3672"/>
                </a:lnTo>
                <a:lnTo>
                  <a:pt x="9563" y="3656"/>
                </a:lnTo>
                <a:lnTo>
                  <a:pt x="9744" y="3639"/>
                </a:lnTo>
                <a:lnTo>
                  <a:pt x="9926" y="3622"/>
                </a:lnTo>
                <a:close/>
                <a:moveTo>
                  <a:pt x="10227" y="1"/>
                </a:moveTo>
                <a:lnTo>
                  <a:pt x="9983" y="9"/>
                </a:lnTo>
                <a:lnTo>
                  <a:pt x="9739" y="26"/>
                </a:lnTo>
                <a:lnTo>
                  <a:pt x="9490" y="51"/>
                </a:lnTo>
                <a:lnTo>
                  <a:pt x="9246" y="84"/>
                </a:lnTo>
                <a:lnTo>
                  <a:pt x="9002" y="126"/>
                </a:lnTo>
                <a:lnTo>
                  <a:pt x="8758" y="176"/>
                </a:lnTo>
                <a:lnTo>
                  <a:pt x="8514" y="234"/>
                </a:lnTo>
                <a:lnTo>
                  <a:pt x="8270" y="309"/>
                </a:lnTo>
                <a:lnTo>
                  <a:pt x="8031" y="384"/>
                </a:lnTo>
                <a:lnTo>
                  <a:pt x="7787" y="467"/>
                </a:lnTo>
                <a:lnTo>
                  <a:pt x="7549" y="559"/>
                </a:lnTo>
                <a:lnTo>
                  <a:pt x="7315" y="667"/>
                </a:lnTo>
                <a:lnTo>
                  <a:pt x="7076" y="775"/>
                </a:lnTo>
                <a:lnTo>
                  <a:pt x="6843" y="892"/>
                </a:lnTo>
                <a:lnTo>
                  <a:pt x="6609" y="1017"/>
                </a:lnTo>
                <a:lnTo>
                  <a:pt x="6375" y="1158"/>
                </a:lnTo>
                <a:lnTo>
                  <a:pt x="6147" y="1300"/>
                </a:lnTo>
                <a:lnTo>
                  <a:pt x="5918" y="1449"/>
                </a:lnTo>
                <a:lnTo>
                  <a:pt x="5695" y="1608"/>
                </a:lnTo>
                <a:lnTo>
                  <a:pt x="5472" y="1774"/>
                </a:lnTo>
                <a:lnTo>
                  <a:pt x="5254" y="1957"/>
                </a:lnTo>
                <a:lnTo>
                  <a:pt x="5036" y="2140"/>
                </a:lnTo>
                <a:lnTo>
                  <a:pt x="4823" y="2332"/>
                </a:lnTo>
                <a:lnTo>
                  <a:pt x="4610" y="2532"/>
                </a:lnTo>
                <a:lnTo>
                  <a:pt x="4403" y="2740"/>
                </a:lnTo>
                <a:lnTo>
                  <a:pt x="4195" y="2956"/>
                </a:lnTo>
                <a:lnTo>
                  <a:pt x="3993" y="3181"/>
                </a:lnTo>
                <a:lnTo>
                  <a:pt x="3795" y="3414"/>
                </a:lnTo>
                <a:lnTo>
                  <a:pt x="3598" y="3647"/>
                </a:lnTo>
                <a:lnTo>
                  <a:pt x="3406" y="3897"/>
                </a:lnTo>
                <a:lnTo>
                  <a:pt x="3219" y="4155"/>
                </a:lnTo>
                <a:lnTo>
                  <a:pt x="3032" y="4413"/>
                </a:lnTo>
                <a:lnTo>
                  <a:pt x="2856" y="4688"/>
                </a:lnTo>
                <a:lnTo>
                  <a:pt x="2679" y="4963"/>
                </a:lnTo>
                <a:lnTo>
                  <a:pt x="2508" y="5254"/>
                </a:lnTo>
                <a:lnTo>
                  <a:pt x="2337" y="5546"/>
                </a:lnTo>
                <a:lnTo>
                  <a:pt x="2176" y="5845"/>
                </a:lnTo>
                <a:lnTo>
                  <a:pt x="2015" y="6153"/>
                </a:lnTo>
                <a:lnTo>
                  <a:pt x="1864" y="6470"/>
                </a:lnTo>
                <a:lnTo>
                  <a:pt x="1714" y="6794"/>
                </a:lnTo>
                <a:lnTo>
                  <a:pt x="1563" y="7144"/>
                </a:lnTo>
                <a:lnTo>
                  <a:pt x="1423" y="7502"/>
                </a:lnTo>
                <a:lnTo>
                  <a:pt x="1283" y="7860"/>
                </a:lnTo>
                <a:lnTo>
                  <a:pt x="1158" y="8218"/>
                </a:lnTo>
                <a:lnTo>
                  <a:pt x="1034" y="8593"/>
                </a:lnTo>
                <a:lnTo>
                  <a:pt x="919" y="8959"/>
                </a:lnTo>
                <a:lnTo>
                  <a:pt x="810" y="9342"/>
                </a:lnTo>
                <a:lnTo>
                  <a:pt x="712" y="9717"/>
                </a:lnTo>
                <a:lnTo>
                  <a:pt x="618" y="10108"/>
                </a:lnTo>
                <a:lnTo>
                  <a:pt x="530" y="10491"/>
                </a:lnTo>
                <a:lnTo>
                  <a:pt x="447" y="10882"/>
                </a:lnTo>
                <a:lnTo>
                  <a:pt x="374" y="11282"/>
                </a:lnTo>
                <a:lnTo>
                  <a:pt x="307" y="11673"/>
                </a:lnTo>
                <a:lnTo>
                  <a:pt x="250" y="12081"/>
                </a:lnTo>
                <a:lnTo>
                  <a:pt x="198" y="12481"/>
                </a:lnTo>
                <a:lnTo>
                  <a:pt x="151" y="12880"/>
                </a:lnTo>
                <a:lnTo>
                  <a:pt x="109" y="13288"/>
                </a:lnTo>
                <a:lnTo>
                  <a:pt x="73" y="13696"/>
                </a:lnTo>
                <a:lnTo>
                  <a:pt x="47" y="14104"/>
                </a:lnTo>
                <a:lnTo>
                  <a:pt x="26" y="14520"/>
                </a:lnTo>
                <a:lnTo>
                  <a:pt x="11" y="14928"/>
                </a:lnTo>
                <a:lnTo>
                  <a:pt x="0" y="15345"/>
                </a:lnTo>
                <a:lnTo>
                  <a:pt x="0" y="15752"/>
                </a:lnTo>
                <a:lnTo>
                  <a:pt x="6" y="16169"/>
                </a:lnTo>
                <a:lnTo>
                  <a:pt x="16" y="16585"/>
                </a:lnTo>
                <a:lnTo>
                  <a:pt x="32" y="16993"/>
                </a:lnTo>
                <a:lnTo>
                  <a:pt x="52" y="17409"/>
                </a:lnTo>
                <a:lnTo>
                  <a:pt x="84" y="17817"/>
                </a:lnTo>
                <a:lnTo>
                  <a:pt x="115" y="18233"/>
                </a:lnTo>
                <a:lnTo>
                  <a:pt x="156" y="18641"/>
                </a:lnTo>
                <a:lnTo>
                  <a:pt x="203" y="19049"/>
                </a:lnTo>
                <a:lnTo>
                  <a:pt x="255" y="19457"/>
                </a:lnTo>
                <a:lnTo>
                  <a:pt x="312" y="19865"/>
                </a:lnTo>
                <a:lnTo>
                  <a:pt x="379" y="20265"/>
                </a:lnTo>
                <a:lnTo>
                  <a:pt x="447" y="20664"/>
                </a:lnTo>
                <a:lnTo>
                  <a:pt x="520" y="21064"/>
                </a:lnTo>
                <a:lnTo>
                  <a:pt x="603" y="21464"/>
                </a:lnTo>
                <a:lnTo>
                  <a:pt x="691" y="21855"/>
                </a:lnTo>
                <a:lnTo>
                  <a:pt x="779" y="22238"/>
                </a:lnTo>
                <a:lnTo>
                  <a:pt x="878" y="22629"/>
                </a:lnTo>
                <a:lnTo>
                  <a:pt x="982" y="23012"/>
                </a:lnTo>
                <a:lnTo>
                  <a:pt x="1091" y="23387"/>
                </a:lnTo>
                <a:lnTo>
                  <a:pt x="1200" y="23761"/>
                </a:lnTo>
                <a:lnTo>
                  <a:pt x="1319" y="24136"/>
                </a:lnTo>
                <a:lnTo>
                  <a:pt x="1444" y="24494"/>
                </a:lnTo>
                <a:lnTo>
                  <a:pt x="1573" y="24860"/>
                </a:lnTo>
                <a:lnTo>
                  <a:pt x="1708" y="25210"/>
                </a:lnTo>
                <a:lnTo>
                  <a:pt x="1849" y="25568"/>
                </a:lnTo>
                <a:lnTo>
                  <a:pt x="1989" y="25909"/>
                </a:lnTo>
                <a:lnTo>
                  <a:pt x="2139" y="26251"/>
                </a:lnTo>
                <a:lnTo>
                  <a:pt x="2295" y="26584"/>
                </a:lnTo>
                <a:lnTo>
                  <a:pt x="2456" y="26908"/>
                </a:lnTo>
                <a:lnTo>
                  <a:pt x="2617" y="27225"/>
                </a:lnTo>
                <a:lnTo>
                  <a:pt x="2788" y="27541"/>
                </a:lnTo>
                <a:lnTo>
                  <a:pt x="2959" y="27849"/>
                </a:lnTo>
                <a:lnTo>
                  <a:pt x="3141" y="28149"/>
                </a:lnTo>
                <a:lnTo>
                  <a:pt x="3323" y="28440"/>
                </a:lnTo>
                <a:lnTo>
                  <a:pt x="3510" y="28723"/>
                </a:lnTo>
                <a:lnTo>
                  <a:pt x="3702" y="28998"/>
                </a:lnTo>
                <a:lnTo>
                  <a:pt x="3899" y="29265"/>
                </a:lnTo>
                <a:lnTo>
                  <a:pt x="4102" y="29523"/>
                </a:lnTo>
                <a:lnTo>
                  <a:pt x="4304" y="29781"/>
                </a:lnTo>
                <a:lnTo>
                  <a:pt x="4517" y="30022"/>
                </a:lnTo>
                <a:lnTo>
                  <a:pt x="4730" y="30255"/>
                </a:lnTo>
                <a:lnTo>
                  <a:pt x="4979" y="30505"/>
                </a:lnTo>
                <a:lnTo>
                  <a:pt x="5233" y="30746"/>
                </a:lnTo>
                <a:lnTo>
                  <a:pt x="5498" y="30980"/>
                </a:lnTo>
                <a:lnTo>
                  <a:pt x="5763" y="31196"/>
                </a:lnTo>
                <a:lnTo>
                  <a:pt x="6033" y="31404"/>
                </a:lnTo>
                <a:lnTo>
                  <a:pt x="6313" y="31596"/>
                </a:lnTo>
                <a:lnTo>
                  <a:pt x="6593" y="31779"/>
                </a:lnTo>
                <a:lnTo>
                  <a:pt x="6879" y="31954"/>
                </a:lnTo>
                <a:lnTo>
                  <a:pt x="7170" y="32112"/>
                </a:lnTo>
                <a:lnTo>
                  <a:pt x="7460" y="32262"/>
                </a:lnTo>
                <a:lnTo>
                  <a:pt x="7761" y="32395"/>
                </a:lnTo>
                <a:lnTo>
                  <a:pt x="8057" y="32520"/>
                </a:lnTo>
                <a:lnTo>
                  <a:pt x="8364" y="32628"/>
                </a:lnTo>
                <a:lnTo>
                  <a:pt x="8670" y="32728"/>
                </a:lnTo>
                <a:lnTo>
                  <a:pt x="8981" y="32820"/>
                </a:lnTo>
                <a:lnTo>
                  <a:pt x="9293" y="32894"/>
                </a:lnTo>
                <a:lnTo>
                  <a:pt x="9604" y="32961"/>
                </a:lnTo>
                <a:lnTo>
                  <a:pt x="9921" y="33019"/>
                </a:lnTo>
                <a:lnTo>
                  <a:pt x="10238" y="33061"/>
                </a:lnTo>
                <a:lnTo>
                  <a:pt x="10559" y="33086"/>
                </a:lnTo>
                <a:lnTo>
                  <a:pt x="10876" y="33111"/>
                </a:lnTo>
                <a:lnTo>
                  <a:pt x="11520" y="33111"/>
                </a:lnTo>
                <a:lnTo>
                  <a:pt x="11842" y="33094"/>
                </a:lnTo>
                <a:lnTo>
                  <a:pt x="12164" y="33069"/>
                </a:lnTo>
                <a:lnTo>
                  <a:pt x="12485" y="33028"/>
                </a:lnTo>
                <a:lnTo>
                  <a:pt x="12802" y="32978"/>
                </a:lnTo>
                <a:lnTo>
                  <a:pt x="13124" y="32919"/>
                </a:lnTo>
                <a:lnTo>
                  <a:pt x="13446" y="32844"/>
                </a:lnTo>
                <a:lnTo>
                  <a:pt x="13762" y="32761"/>
                </a:lnTo>
                <a:lnTo>
                  <a:pt x="14079" y="32670"/>
                </a:lnTo>
                <a:lnTo>
                  <a:pt x="14391" y="32561"/>
                </a:lnTo>
                <a:lnTo>
                  <a:pt x="14707" y="32445"/>
                </a:lnTo>
                <a:lnTo>
                  <a:pt x="15013" y="32312"/>
                </a:lnTo>
                <a:lnTo>
                  <a:pt x="15325" y="32170"/>
                </a:lnTo>
                <a:lnTo>
                  <a:pt x="15626" y="32020"/>
                </a:lnTo>
                <a:lnTo>
                  <a:pt x="15932" y="31862"/>
                </a:lnTo>
                <a:lnTo>
                  <a:pt x="16228" y="31687"/>
                </a:lnTo>
                <a:lnTo>
                  <a:pt x="16524" y="31504"/>
                </a:lnTo>
                <a:lnTo>
                  <a:pt x="16815" y="31304"/>
                </a:lnTo>
                <a:lnTo>
                  <a:pt x="17106" y="31096"/>
                </a:lnTo>
                <a:lnTo>
                  <a:pt x="17386" y="30880"/>
                </a:lnTo>
                <a:lnTo>
                  <a:pt x="17666" y="30647"/>
                </a:lnTo>
                <a:lnTo>
                  <a:pt x="17936" y="30405"/>
                </a:lnTo>
                <a:lnTo>
                  <a:pt x="18206" y="30155"/>
                </a:lnTo>
                <a:lnTo>
                  <a:pt x="18471" y="29897"/>
                </a:lnTo>
                <a:lnTo>
                  <a:pt x="18725" y="29623"/>
                </a:lnTo>
                <a:lnTo>
                  <a:pt x="18980" y="29339"/>
                </a:lnTo>
                <a:lnTo>
                  <a:pt x="19224" y="29040"/>
                </a:lnTo>
                <a:lnTo>
                  <a:pt x="19462" y="28732"/>
                </a:lnTo>
                <a:lnTo>
                  <a:pt x="19696" y="28415"/>
                </a:lnTo>
                <a:lnTo>
                  <a:pt x="19924" y="28091"/>
                </a:lnTo>
                <a:lnTo>
                  <a:pt x="20142" y="27749"/>
                </a:lnTo>
                <a:lnTo>
                  <a:pt x="20350" y="27400"/>
                </a:lnTo>
                <a:lnTo>
                  <a:pt x="20553" y="27042"/>
                </a:lnTo>
                <a:lnTo>
                  <a:pt x="20750" y="26667"/>
                </a:lnTo>
                <a:lnTo>
                  <a:pt x="20937" y="26284"/>
                </a:lnTo>
                <a:lnTo>
                  <a:pt x="21118" y="25893"/>
                </a:lnTo>
                <a:lnTo>
                  <a:pt x="21284" y="25485"/>
                </a:lnTo>
                <a:lnTo>
                  <a:pt x="21445" y="25077"/>
                </a:lnTo>
                <a:lnTo>
                  <a:pt x="21601" y="24644"/>
                </a:lnTo>
                <a:lnTo>
                  <a:pt x="21741" y="24211"/>
                </a:lnTo>
                <a:lnTo>
                  <a:pt x="21876" y="23761"/>
                </a:lnTo>
                <a:lnTo>
                  <a:pt x="21996" y="23312"/>
                </a:lnTo>
                <a:lnTo>
                  <a:pt x="22099" y="22887"/>
                </a:lnTo>
                <a:lnTo>
                  <a:pt x="22193" y="22471"/>
                </a:lnTo>
                <a:lnTo>
                  <a:pt x="22281" y="22063"/>
                </a:lnTo>
                <a:lnTo>
                  <a:pt x="22354" y="21647"/>
                </a:lnTo>
                <a:lnTo>
                  <a:pt x="22427" y="21231"/>
                </a:lnTo>
                <a:lnTo>
                  <a:pt x="22489" y="20823"/>
                </a:lnTo>
                <a:lnTo>
                  <a:pt x="22541" y="20406"/>
                </a:lnTo>
                <a:lnTo>
                  <a:pt x="22587" y="19998"/>
                </a:lnTo>
                <a:lnTo>
                  <a:pt x="22629" y="19590"/>
                </a:lnTo>
                <a:lnTo>
                  <a:pt x="22660" y="19183"/>
                </a:lnTo>
                <a:lnTo>
                  <a:pt x="22681" y="18775"/>
                </a:lnTo>
                <a:lnTo>
                  <a:pt x="22696" y="18375"/>
                </a:lnTo>
                <a:lnTo>
                  <a:pt x="22707" y="17975"/>
                </a:lnTo>
                <a:lnTo>
                  <a:pt x="22712" y="17576"/>
                </a:lnTo>
                <a:lnTo>
                  <a:pt x="22707" y="17176"/>
                </a:lnTo>
                <a:lnTo>
                  <a:pt x="22691" y="16776"/>
                </a:lnTo>
                <a:lnTo>
                  <a:pt x="22676" y="16385"/>
                </a:lnTo>
                <a:lnTo>
                  <a:pt x="22650" y="15994"/>
                </a:lnTo>
                <a:lnTo>
                  <a:pt x="22619" y="15611"/>
                </a:lnTo>
                <a:lnTo>
                  <a:pt x="22577" y="15220"/>
                </a:lnTo>
                <a:lnTo>
                  <a:pt x="22536" y="14837"/>
                </a:lnTo>
                <a:lnTo>
                  <a:pt x="22484" y="14462"/>
                </a:lnTo>
                <a:lnTo>
                  <a:pt x="22427" y="14087"/>
                </a:lnTo>
                <a:lnTo>
                  <a:pt x="22364" y="13713"/>
                </a:lnTo>
                <a:lnTo>
                  <a:pt x="22292" y="13338"/>
                </a:lnTo>
                <a:lnTo>
                  <a:pt x="22219" y="12972"/>
                </a:lnTo>
                <a:lnTo>
                  <a:pt x="22136" y="12605"/>
                </a:lnTo>
                <a:lnTo>
                  <a:pt x="22048" y="12247"/>
                </a:lnTo>
                <a:lnTo>
                  <a:pt x="21954" y="11889"/>
                </a:lnTo>
                <a:lnTo>
                  <a:pt x="21856" y="11540"/>
                </a:lnTo>
                <a:lnTo>
                  <a:pt x="21752" y="11190"/>
                </a:lnTo>
                <a:lnTo>
                  <a:pt x="21643" y="10840"/>
                </a:lnTo>
                <a:lnTo>
                  <a:pt x="21528" y="10499"/>
                </a:lnTo>
                <a:lnTo>
                  <a:pt x="21404" y="10166"/>
                </a:lnTo>
                <a:lnTo>
                  <a:pt x="21279" y="9833"/>
                </a:lnTo>
                <a:lnTo>
                  <a:pt x="21150" y="9500"/>
                </a:lnTo>
                <a:lnTo>
                  <a:pt x="21015" y="9175"/>
                </a:lnTo>
                <a:lnTo>
                  <a:pt x="20874" y="8859"/>
                </a:lnTo>
                <a:lnTo>
                  <a:pt x="20729" y="8543"/>
                </a:lnTo>
                <a:lnTo>
                  <a:pt x="20578" y="8235"/>
                </a:lnTo>
                <a:lnTo>
                  <a:pt x="20428" y="7927"/>
                </a:lnTo>
                <a:lnTo>
                  <a:pt x="20267" y="7627"/>
                </a:lnTo>
                <a:lnTo>
                  <a:pt x="20106" y="7335"/>
                </a:lnTo>
                <a:lnTo>
                  <a:pt x="19935" y="7044"/>
                </a:lnTo>
                <a:lnTo>
                  <a:pt x="19763" y="6761"/>
                </a:lnTo>
                <a:lnTo>
                  <a:pt x="19592" y="6478"/>
                </a:lnTo>
                <a:lnTo>
                  <a:pt x="19410" y="6203"/>
                </a:lnTo>
                <a:lnTo>
                  <a:pt x="19229" y="5937"/>
                </a:lnTo>
                <a:lnTo>
                  <a:pt x="19037" y="5670"/>
                </a:lnTo>
                <a:lnTo>
                  <a:pt x="18850" y="5412"/>
                </a:lnTo>
                <a:lnTo>
                  <a:pt x="18653" y="5163"/>
                </a:lnTo>
                <a:lnTo>
                  <a:pt x="18455" y="4921"/>
                </a:lnTo>
                <a:lnTo>
                  <a:pt x="18253" y="4680"/>
                </a:lnTo>
                <a:lnTo>
                  <a:pt x="18050" y="4447"/>
                </a:lnTo>
                <a:lnTo>
                  <a:pt x="17838" y="4222"/>
                </a:lnTo>
                <a:lnTo>
                  <a:pt x="17630" y="4005"/>
                </a:lnTo>
                <a:lnTo>
                  <a:pt x="17412" y="3789"/>
                </a:lnTo>
                <a:lnTo>
                  <a:pt x="17194" y="3581"/>
                </a:lnTo>
                <a:lnTo>
                  <a:pt x="16976" y="3381"/>
                </a:lnTo>
                <a:lnTo>
                  <a:pt x="16753" y="3189"/>
                </a:lnTo>
                <a:lnTo>
                  <a:pt x="16524" y="3006"/>
                </a:lnTo>
                <a:lnTo>
                  <a:pt x="16296" y="2831"/>
                </a:lnTo>
                <a:lnTo>
                  <a:pt x="16067" y="2657"/>
                </a:lnTo>
                <a:lnTo>
                  <a:pt x="15834" y="2490"/>
                </a:lnTo>
                <a:lnTo>
                  <a:pt x="15621" y="2282"/>
                </a:lnTo>
                <a:lnTo>
                  <a:pt x="15408" y="2082"/>
                </a:lnTo>
                <a:lnTo>
                  <a:pt x="15195" y="1891"/>
                </a:lnTo>
                <a:lnTo>
                  <a:pt x="14972" y="1708"/>
                </a:lnTo>
                <a:lnTo>
                  <a:pt x="14754" y="1541"/>
                </a:lnTo>
                <a:lnTo>
                  <a:pt x="14531" y="1375"/>
                </a:lnTo>
                <a:lnTo>
                  <a:pt x="14302" y="1225"/>
                </a:lnTo>
                <a:lnTo>
                  <a:pt x="14074" y="1075"/>
                </a:lnTo>
                <a:lnTo>
                  <a:pt x="13845" y="942"/>
                </a:lnTo>
                <a:lnTo>
                  <a:pt x="13612" y="817"/>
                </a:lnTo>
                <a:lnTo>
                  <a:pt x="13378" y="700"/>
                </a:lnTo>
                <a:lnTo>
                  <a:pt x="13139" y="592"/>
                </a:lnTo>
                <a:lnTo>
                  <a:pt x="12906" y="492"/>
                </a:lnTo>
                <a:lnTo>
                  <a:pt x="12667" y="400"/>
                </a:lnTo>
                <a:lnTo>
                  <a:pt x="12428" y="326"/>
                </a:lnTo>
                <a:lnTo>
                  <a:pt x="12184" y="251"/>
                </a:lnTo>
                <a:lnTo>
                  <a:pt x="11940" y="192"/>
                </a:lnTo>
                <a:lnTo>
                  <a:pt x="11701" y="134"/>
                </a:lnTo>
                <a:lnTo>
                  <a:pt x="11457" y="92"/>
                </a:lnTo>
                <a:lnTo>
                  <a:pt x="11214" y="51"/>
                </a:lnTo>
                <a:lnTo>
                  <a:pt x="10964" y="26"/>
                </a:lnTo>
                <a:lnTo>
                  <a:pt x="10720" y="9"/>
                </a:lnTo>
                <a:lnTo>
                  <a:pt x="1047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8649971" y="3909343"/>
            <a:ext cx="190948" cy="186505"/>
          </a:xfrm>
          <a:custGeom>
            <a:rect b="b" l="l" r="r" t="t"/>
            <a:pathLst>
              <a:path extrusionOk="0" h="17277" w="13187">
                <a:moveTo>
                  <a:pt x="6806" y="1"/>
                </a:moveTo>
                <a:lnTo>
                  <a:pt x="6744" y="9"/>
                </a:lnTo>
                <a:lnTo>
                  <a:pt x="6687" y="26"/>
                </a:lnTo>
                <a:lnTo>
                  <a:pt x="6624" y="43"/>
                </a:lnTo>
                <a:lnTo>
                  <a:pt x="6567" y="68"/>
                </a:lnTo>
                <a:lnTo>
                  <a:pt x="6510" y="109"/>
                </a:lnTo>
                <a:lnTo>
                  <a:pt x="6453" y="151"/>
                </a:lnTo>
                <a:lnTo>
                  <a:pt x="6396" y="201"/>
                </a:lnTo>
                <a:lnTo>
                  <a:pt x="6344" y="251"/>
                </a:lnTo>
                <a:lnTo>
                  <a:pt x="6297" y="317"/>
                </a:lnTo>
                <a:lnTo>
                  <a:pt x="6251" y="384"/>
                </a:lnTo>
                <a:lnTo>
                  <a:pt x="6209" y="451"/>
                </a:lnTo>
                <a:lnTo>
                  <a:pt x="6167" y="534"/>
                </a:lnTo>
                <a:lnTo>
                  <a:pt x="6131" y="617"/>
                </a:lnTo>
                <a:lnTo>
                  <a:pt x="6100" y="709"/>
                </a:lnTo>
                <a:lnTo>
                  <a:pt x="6074" y="800"/>
                </a:lnTo>
                <a:lnTo>
                  <a:pt x="6058" y="900"/>
                </a:lnTo>
                <a:lnTo>
                  <a:pt x="6043" y="1008"/>
                </a:lnTo>
                <a:lnTo>
                  <a:pt x="6033" y="1117"/>
                </a:lnTo>
                <a:lnTo>
                  <a:pt x="6012" y="1799"/>
                </a:lnTo>
                <a:lnTo>
                  <a:pt x="5996" y="2482"/>
                </a:lnTo>
                <a:lnTo>
                  <a:pt x="5991" y="3173"/>
                </a:lnTo>
                <a:lnTo>
                  <a:pt x="5991" y="3856"/>
                </a:lnTo>
                <a:lnTo>
                  <a:pt x="6001" y="4547"/>
                </a:lnTo>
                <a:lnTo>
                  <a:pt x="6012" y="5238"/>
                </a:lnTo>
                <a:lnTo>
                  <a:pt x="6043" y="6611"/>
                </a:lnTo>
                <a:lnTo>
                  <a:pt x="6043" y="6611"/>
                </a:lnTo>
                <a:lnTo>
                  <a:pt x="4750" y="6578"/>
                </a:lnTo>
                <a:lnTo>
                  <a:pt x="4107" y="6570"/>
                </a:lnTo>
                <a:lnTo>
                  <a:pt x="3463" y="6561"/>
                </a:lnTo>
                <a:lnTo>
                  <a:pt x="2819" y="6570"/>
                </a:lnTo>
                <a:lnTo>
                  <a:pt x="2175" y="6578"/>
                </a:lnTo>
                <a:lnTo>
                  <a:pt x="1532" y="6595"/>
                </a:lnTo>
                <a:lnTo>
                  <a:pt x="893" y="6620"/>
                </a:lnTo>
                <a:lnTo>
                  <a:pt x="784" y="6636"/>
                </a:lnTo>
                <a:lnTo>
                  <a:pt x="680" y="6661"/>
                </a:lnTo>
                <a:lnTo>
                  <a:pt x="587" y="6703"/>
                </a:lnTo>
                <a:lnTo>
                  <a:pt x="499" y="6761"/>
                </a:lnTo>
                <a:lnTo>
                  <a:pt x="421" y="6828"/>
                </a:lnTo>
                <a:lnTo>
                  <a:pt x="348" y="6911"/>
                </a:lnTo>
                <a:lnTo>
                  <a:pt x="281" y="7003"/>
                </a:lnTo>
                <a:lnTo>
                  <a:pt x="224" y="7102"/>
                </a:lnTo>
                <a:lnTo>
                  <a:pt x="172" y="7211"/>
                </a:lnTo>
                <a:lnTo>
                  <a:pt x="125" y="7319"/>
                </a:lnTo>
                <a:lnTo>
                  <a:pt x="83" y="7444"/>
                </a:lnTo>
                <a:lnTo>
                  <a:pt x="52" y="7569"/>
                </a:lnTo>
                <a:lnTo>
                  <a:pt x="31" y="7702"/>
                </a:lnTo>
                <a:lnTo>
                  <a:pt x="11" y="7835"/>
                </a:lnTo>
                <a:lnTo>
                  <a:pt x="0" y="7968"/>
                </a:lnTo>
                <a:lnTo>
                  <a:pt x="0" y="8102"/>
                </a:lnTo>
                <a:lnTo>
                  <a:pt x="0" y="8235"/>
                </a:lnTo>
                <a:lnTo>
                  <a:pt x="11" y="8376"/>
                </a:lnTo>
                <a:lnTo>
                  <a:pt x="31" y="8509"/>
                </a:lnTo>
                <a:lnTo>
                  <a:pt x="52" y="8634"/>
                </a:lnTo>
                <a:lnTo>
                  <a:pt x="89" y="8759"/>
                </a:lnTo>
                <a:lnTo>
                  <a:pt x="125" y="8884"/>
                </a:lnTo>
                <a:lnTo>
                  <a:pt x="172" y="9001"/>
                </a:lnTo>
                <a:lnTo>
                  <a:pt x="224" y="9109"/>
                </a:lnTo>
                <a:lnTo>
                  <a:pt x="281" y="9209"/>
                </a:lnTo>
                <a:lnTo>
                  <a:pt x="348" y="9292"/>
                </a:lnTo>
                <a:lnTo>
                  <a:pt x="421" y="9375"/>
                </a:lnTo>
                <a:lnTo>
                  <a:pt x="499" y="9442"/>
                </a:lnTo>
                <a:lnTo>
                  <a:pt x="587" y="9500"/>
                </a:lnTo>
                <a:lnTo>
                  <a:pt x="680" y="9542"/>
                </a:lnTo>
                <a:lnTo>
                  <a:pt x="784" y="9575"/>
                </a:lnTo>
                <a:lnTo>
                  <a:pt x="893" y="9583"/>
                </a:lnTo>
                <a:lnTo>
                  <a:pt x="1542" y="9608"/>
                </a:lnTo>
                <a:lnTo>
                  <a:pt x="2191" y="9625"/>
                </a:lnTo>
                <a:lnTo>
                  <a:pt x="2840" y="9642"/>
                </a:lnTo>
                <a:lnTo>
                  <a:pt x="4148" y="9642"/>
                </a:lnTo>
                <a:lnTo>
                  <a:pt x="4802" y="9625"/>
                </a:lnTo>
                <a:lnTo>
                  <a:pt x="6110" y="9592"/>
                </a:lnTo>
                <a:lnTo>
                  <a:pt x="6116" y="10424"/>
                </a:lnTo>
                <a:lnTo>
                  <a:pt x="6116" y="11265"/>
                </a:lnTo>
                <a:lnTo>
                  <a:pt x="6121" y="12106"/>
                </a:lnTo>
                <a:lnTo>
                  <a:pt x="6126" y="12531"/>
                </a:lnTo>
                <a:lnTo>
                  <a:pt x="6136" y="12947"/>
                </a:lnTo>
                <a:lnTo>
                  <a:pt x="6147" y="13372"/>
                </a:lnTo>
                <a:lnTo>
                  <a:pt x="6162" y="13788"/>
                </a:lnTo>
                <a:lnTo>
                  <a:pt x="6183" y="14204"/>
                </a:lnTo>
                <a:lnTo>
                  <a:pt x="6214" y="14620"/>
                </a:lnTo>
                <a:lnTo>
                  <a:pt x="6245" y="15028"/>
                </a:lnTo>
                <a:lnTo>
                  <a:pt x="6292" y="15436"/>
                </a:lnTo>
                <a:lnTo>
                  <a:pt x="6339" y="15836"/>
                </a:lnTo>
                <a:lnTo>
                  <a:pt x="6401" y="16244"/>
                </a:lnTo>
                <a:lnTo>
                  <a:pt x="6422" y="16360"/>
                </a:lnTo>
                <a:lnTo>
                  <a:pt x="6453" y="16469"/>
                </a:lnTo>
                <a:lnTo>
                  <a:pt x="6489" y="16577"/>
                </a:lnTo>
                <a:lnTo>
                  <a:pt x="6531" y="16668"/>
                </a:lnTo>
                <a:lnTo>
                  <a:pt x="6578" y="16760"/>
                </a:lnTo>
                <a:lnTo>
                  <a:pt x="6630" y="16843"/>
                </a:lnTo>
                <a:lnTo>
                  <a:pt x="6681" y="16926"/>
                </a:lnTo>
                <a:lnTo>
                  <a:pt x="6744" y="16993"/>
                </a:lnTo>
                <a:lnTo>
                  <a:pt x="6806" y="17051"/>
                </a:lnTo>
                <a:lnTo>
                  <a:pt x="6873" y="17110"/>
                </a:lnTo>
                <a:lnTo>
                  <a:pt x="6941" y="17160"/>
                </a:lnTo>
                <a:lnTo>
                  <a:pt x="7014" y="17193"/>
                </a:lnTo>
                <a:lnTo>
                  <a:pt x="7081" y="17226"/>
                </a:lnTo>
                <a:lnTo>
                  <a:pt x="7159" y="17251"/>
                </a:lnTo>
                <a:lnTo>
                  <a:pt x="7232" y="17268"/>
                </a:lnTo>
                <a:lnTo>
                  <a:pt x="7304" y="17276"/>
                </a:lnTo>
                <a:lnTo>
                  <a:pt x="7377" y="17276"/>
                </a:lnTo>
                <a:lnTo>
                  <a:pt x="7450" y="17268"/>
                </a:lnTo>
                <a:lnTo>
                  <a:pt x="7522" y="17251"/>
                </a:lnTo>
                <a:lnTo>
                  <a:pt x="7595" y="17226"/>
                </a:lnTo>
                <a:lnTo>
                  <a:pt x="7663" y="17193"/>
                </a:lnTo>
                <a:lnTo>
                  <a:pt x="7730" y="17151"/>
                </a:lnTo>
                <a:lnTo>
                  <a:pt x="7792" y="17101"/>
                </a:lnTo>
                <a:lnTo>
                  <a:pt x="7849" y="17043"/>
                </a:lnTo>
                <a:lnTo>
                  <a:pt x="7907" y="16976"/>
                </a:lnTo>
                <a:lnTo>
                  <a:pt x="7958" y="16901"/>
                </a:lnTo>
                <a:lnTo>
                  <a:pt x="8005" y="16810"/>
                </a:lnTo>
                <a:lnTo>
                  <a:pt x="8047" y="16718"/>
                </a:lnTo>
                <a:lnTo>
                  <a:pt x="8083" y="16610"/>
                </a:lnTo>
                <a:lnTo>
                  <a:pt x="8109" y="16494"/>
                </a:lnTo>
                <a:lnTo>
                  <a:pt x="8135" y="16377"/>
                </a:lnTo>
                <a:lnTo>
                  <a:pt x="8145" y="16244"/>
                </a:lnTo>
                <a:lnTo>
                  <a:pt x="8176" y="15827"/>
                </a:lnTo>
                <a:lnTo>
                  <a:pt x="8202" y="15411"/>
                </a:lnTo>
                <a:lnTo>
                  <a:pt x="8213" y="14987"/>
                </a:lnTo>
                <a:lnTo>
                  <a:pt x="8223" y="14570"/>
                </a:lnTo>
                <a:lnTo>
                  <a:pt x="8223" y="14154"/>
                </a:lnTo>
                <a:lnTo>
                  <a:pt x="8218" y="13729"/>
                </a:lnTo>
                <a:lnTo>
                  <a:pt x="8208" y="13305"/>
                </a:lnTo>
                <a:lnTo>
                  <a:pt x="8192" y="12889"/>
                </a:lnTo>
                <a:lnTo>
                  <a:pt x="8171" y="12464"/>
                </a:lnTo>
                <a:lnTo>
                  <a:pt x="8151" y="12039"/>
                </a:lnTo>
                <a:lnTo>
                  <a:pt x="8099" y="11199"/>
                </a:lnTo>
                <a:lnTo>
                  <a:pt x="7984" y="9517"/>
                </a:lnTo>
                <a:lnTo>
                  <a:pt x="9116" y="9450"/>
                </a:lnTo>
                <a:lnTo>
                  <a:pt x="10248" y="9384"/>
                </a:lnTo>
                <a:lnTo>
                  <a:pt x="12506" y="9234"/>
                </a:lnTo>
                <a:lnTo>
                  <a:pt x="12584" y="9225"/>
                </a:lnTo>
                <a:lnTo>
                  <a:pt x="12662" y="9200"/>
                </a:lnTo>
                <a:lnTo>
                  <a:pt x="12734" y="9167"/>
                </a:lnTo>
                <a:lnTo>
                  <a:pt x="12802" y="9126"/>
                </a:lnTo>
                <a:lnTo>
                  <a:pt x="12864" y="9067"/>
                </a:lnTo>
                <a:lnTo>
                  <a:pt x="12921" y="9009"/>
                </a:lnTo>
                <a:lnTo>
                  <a:pt x="12973" y="8942"/>
                </a:lnTo>
                <a:lnTo>
                  <a:pt x="13015" y="8867"/>
                </a:lnTo>
                <a:lnTo>
                  <a:pt x="13056" y="8784"/>
                </a:lnTo>
                <a:lnTo>
                  <a:pt x="13093" y="8693"/>
                </a:lnTo>
                <a:lnTo>
                  <a:pt x="13119" y="8601"/>
                </a:lnTo>
                <a:lnTo>
                  <a:pt x="13144" y="8509"/>
                </a:lnTo>
                <a:lnTo>
                  <a:pt x="13165" y="8410"/>
                </a:lnTo>
                <a:lnTo>
                  <a:pt x="13176" y="8310"/>
                </a:lnTo>
                <a:lnTo>
                  <a:pt x="13186" y="8210"/>
                </a:lnTo>
                <a:lnTo>
                  <a:pt x="13186" y="8102"/>
                </a:lnTo>
                <a:lnTo>
                  <a:pt x="13186" y="8002"/>
                </a:lnTo>
                <a:lnTo>
                  <a:pt x="13176" y="7893"/>
                </a:lnTo>
                <a:lnTo>
                  <a:pt x="13160" y="7793"/>
                </a:lnTo>
                <a:lnTo>
                  <a:pt x="13144" y="7694"/>
                </a:lnTo>
                <a:lnTo>
                  <a:pt x="13119" y="7602"/>
                </a:lnTo>
                <a:lnTo>
                  <a:pt x="13093" y="7510"/>
                </a:lnTo>
                <a:lnTo>
                  <a:pt x="13056" y="7419"/>
                </a:lnTo>
                <a:lnTo>
                  <a:pt x="13015" y="7344"/>
                </a:lnTo>
                <a:lnTo>
                  <a:pt x="12968" y="7261"/>
                </a:lnTo>
                <a:lnTo>
                  <a:pt x="12921" y="7194"/>
                </a:lnTo>
                <a:lnTo>
                  <a:pt x="12864" y="7136"/>
                </a:lnTo>
                <a:lnTo>
                  <a:pt x="12802" y="7078"/>
                </a:lnTo>
                <a:lnTo>
                  <a:pt x="12734" y="7036"/>
                </a:lnTo>
                <a:lnTo>
                  <a:pt x="12662" y="7003"/>
                </a:lnTo>
                <a:lnTo>
                  <a:pt x="12584" y="6978"/>
                </a:lnTo>
                <a:lnTo>
                  <a:pt x="12506" y="6969"/>
                </a:lnTo>
                <a:lnTo>
                  <a:pt x="10170" y="6811"/>
                </a:lnTo>
                <a:lnTo>
                  <a:pt x="9002" y="6744"/>
                </a:lnTo>
                <a:lnTo>
                  <a:pt x="7829" y="6686"/>
                </a:lnTo>
                <a:lnTo>
                  <a:pt x="7756" y="5213"/>
                </a:lnTo>
                <a:lnTo>
                  <a:pt x="7714" y="4472"/>
                </a:lnTo>
                <a:lnTo>
                  <a:pt x="7673" y="3739"/>
                </a:lnTo>
                <a:lnTo>
                  <a:pt x="7621" y="3006"/>
                </a:lnTo>
                <a:lnTo>
                  <a:pt x="7564" y="2274"/>
                </a:lnTo>
                <a:lnTo>
                  <a:pt x="7496" y="1541"/>
                </a:lnTo>
                <a:lnTo>
                  <a:pt x="7413" y="817"/>
                </a:lnTo>
                <a:lnTo>
                  <a:pt x="7398" y="700"/>
                </a:lnTo>
                <a:lnTo>
                  <a:pt x="7377" y="584"/>
                </a:lnTo>
                <a:lnTo>
                  <a:pt x="7346" y="492"/>
                </a:lnTo>
                <a:lnTo>
                  <a:pt x="7315" y="401"/>
                </a:lnTo>
                <a:lnTo>
                  <a:pt x="7278" y="317"/>
                </a:lnTo>
                <a:lnTo>
                  <a:pt x="7237" y="251"/>
                </a:lnTo>
                <a:lnTo>
                  <a:pt x="7190" y="184"/>
                </a:lnTo>
                <a:lnTo>
                  <a:pt x="7143" y="134"/>
                </a:lnTo>
                <a:lnTo>
                  <a:pt x="7092" y="93"/>
                </a:lnTo>
                <a:lnTo>
                  <a:pt x="7040" y="59"/>
                </a:lnTo>
                <a:lnTo>
                  <a:pt x="6983" y="34"/>
                </a:lnTo>
                <a:lnTo>
                  <a:pt x="6925" y="18"/>
                </a:lnTo>
                <a:lnTo>
                  <a:pt x="686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6"/>
          <p:cNvSpPr/>
          <p:nvPr/>
        </p:nvSpPr>
        <p:spPr>
          <a:xfrm>
            <a:off x="283762" y="488917"/>
            <a:ext cx="199592" cy="193684"/>
          </a:xfrm>
          <a:custGeom>
            <a:rect b="b" l="l" r="r" t="t"/>
            <a:pathLst>
              <a:path extrusionOk="0" h="17942" w="13784">
                <a:moveTo>
                  <a:pt x="7258" y="1"/>
                </a:moveTo>
                <a:lnTo>
                  <a:pt x="7201" y="9"/>
                </a:lnTo>
                <a:lnTo>
                  <a:pt x="7144" y="17"/>
                </a:lnTo>
                <a:lnTo>
                  <a:pt x="7087" y="34"/>
                </a:lnTo>
                <a:lnTo>
                  <a:pt x="7035" y="67"/>
                </a:lnTo>
                <a:lnTo>
                  <a:pt x="6978" y="100"/>
                </a:lnTo>
                <a:lnTo>
                  <a:pt x="6926" y="142"/>
                </a:lnTo>
                <a:lnTo>
                  <a:pt x="6879" y="192"/>
                </a:lnTo>
                <a:lnTo>
                  <a:pt x="6833" y="250"/>
                </a:lnTo>
                <a:lnTo>
                  <a:pt x="6791" y="325"/>
                </a:lnTo>
                <a:lnTo>
                  <a:pt x="6750" y="400"/>
                </a:lnTo>
                <a:lnTo>
                  <a:pt x="6713" y="483"/>
                </a:lnTo>
                <a:lnTo>
                  <a:pt x="6682" y="575"/>
                </a:lnTo>
                <a:lnTo>
                  <a:pt x="6656" y="675"/>
                </a:lnTo>
                <a:lnTo>
                  <a:pt x="6635" y="783"/>
                </a:lnTo>
                <a:lnTo>
                  <a:pt x="6620" y="900"/>
                </a:lnTo>
                <a:lnTo>
                  <a:pt x="6609" y="1033"/>
                </a:lnTo>
                <a:lnTo>
                  <a:pt x="6397" y="4646"/>
                </a:lnTo>
                <a:lnTo>
                  <a:pt x="6189" y="8276"/>
                </a:lnTo>
                <a:lnTo>
                  <a:pt x="5530" y="8168"/>
                </a:lnTo>
                <a:lnTo>
                  <a:pt x="4870" y="8076"/>
                </a:lnTo>
                <a:lnTo>
                  <a:pt x="4216" y="7993"/>
                </a:lnTo>
                <a:lnTo>
                  <a:pt x="3562" y="7926"/>
                </a:lnTo>
                <a:lnTo>
                  <a:pt x="2908" y="7868"/>
                </a:lnTo>
                <a:lnTo>
                  <a:pt x="2264" y="7826"/>
                </a:lnTo>
                <a:lnTo>
                  <a:pt x="1621" y="7801"/>
                </a:lnTo>
                <a:lnTo>
                  <a:pt x="982" y="7785"/>
                </a:lnTo>
                <a:lnTo>
                  <a:pt x="878" y="7793"/>
                </a:lnTo>
                <a:lnTo>
                  <a:pt x="785" y="7818"/>
                </a:lnTo>
                <a:lnTo>
                  <a:pt x="697" y="7851"/>
                </a:lnTo>
                <a:lnTo>
                  <a:pt x="608" y="7910"/>
                </a:lnTo>
                <a:lnTo>
                  <a:pt x="530" y="7968"/>
                </a:lnTo>
                <a:lnTo>
                  <a:pt x="453" y="8051"/>
                </a:lnTo>
                <a:lnTo>
                  <a:pt x="385" y="8134"/>
                </a:lnTo>
                <a:lnTo>
                  <a:pt x="318" y="8234"/>
                </a:lnTo>
                <a:lnTo>
                  <a:pt x="260" y="8334"/>
                </a:lnTo>
                <a:lnTo>
                  <a:pt x="209" y="8451"/>
                </a:lnTo>
                <a:lnTo>
                  <a:pt x="162" y="8567"/>
                </a:lnTo>
                <a:lnTo>
                  <a:pt x="120" y="8692"/>
                </a:lnTo>
                <a:lnTo>
                  <a:pt x="84" y="8825"/>
                </a:lnTo>
                <a:lnTo>
                  <a:pt x="53" y="8959"/>
                </a:lnTo>
                <a:lnTo>
                  <a:pt x="32" y="9100"/>
                </a:lnTo>
                <a:lnTo>
                  <a:pt x="17" y="9233"/>
                </a:lnTo>
                <a:lnTo>
                  <a:pt x="6" y="9375"/>
                </a:lnTo>
                <a:lnTo>
                  <a:pt x="1" y="9516"/>
                </a:lnTo>
                <a:lnTo>
                  <a:pt x="6" y="9658"/>
                </a:lnTo>
                <a:lnTo>
                  <a:pt x="17" y="9791"/>
                </a:lnTo>
                <a:lnTo>
                  <a:pt x="32" y="9924"/>
                </a:lnTo>
                <a:lnTo>
                  <a:pt x="58" y="10058"/>
                </a:lnTo>
                <a:lnTo>
                  <a:pt x="89" y="10182"/>
                </a:lnTo>
                <a:lnTo>
                  <a:pt x="131" y="10299"/>
                </a:lnTo>
                <a:lnTo>
                  <a:pt x="177" y="10416"/>
                </a:lnTo>
                <a:lnTo>
                  <a:pt x="229" y="10516"/>
                </a:lnTo>
                <a:lnTo>
                  <a:pt x="292" y="10615"/>
                </a:lnTo>
                <a:lnTo>
                  <a:pt x="359" y="10699"/>
                </a:lnTo>
                <a:lnTo>
                  <a:pt x="437" y="10774"/>
                </a:lnTo>
                <a:lnTo>
                  <a:pt x="520" y="10832"/>
                </a:lnTo>
                <a:lnTo>
                  <a:pt x="614" y="10882"/>
                </a:lnTo>
                <a:lnTo>
                  <a:pt x="717" y="10923"/>
                </a:lnTo>
                <a:lnTo>
                  <a:pt x="1361" y="11090"/>
                </a:lnTo>
                <a:lnTo>
                  <a:pt x="2010" y="11240"/>
                </a:lnTo>
                <a:lnTo>
                  <a:pt x="2664" y="11373"/>
                </a:lnTo>
                <a:lnTo>
                  <a:pt x="3323" y="11498"/>
                </a:lnTo>
                <a:lnTo>
                  <a:pt x="3988" y="11606"/>
                </a:lnTo>
                <a:lnTo>
                  <a:pt x="4657" y="11706"/>
                </a:lnTo>
                <a:lnTo>
                  <a:pt x="5327" y="11798"/>
                </a:lnTo>
                <a:lnTo>
                  <a:pt x="6002" y="11873"/>
                </a:lnTo>
                <a:lnTo>
                  <a:pt x="5945" y="13046"/>
                </a:lnTo>
                <a:lnTo>
                  <a:pt x="5893" y="14204"/>
                </a:lnTo>
                <a:lnTo>
                  <a:pt x="5841" y="15369"/>
                </a:lnTo>
                <a:lnTo>
                  <a:pt x="5800" y="16535"/>
                </a:lnTo>
                <a:lnTo>
                  <a:pt x="5800" y="16685"/>
                </a:lnTo>
                <a:lnTo>
                  <a:pt x="5810" y="16826"/>
                </a:lnTo>
                <a:lnTo>
                  <a:pt x="5825" y="16959"/>
                </a:lnTo>
                <a:lnTo>
                  <a:pt x="5851" y="17084"/>
                </a:lnTo>
                <a:lnTo>
                  <a:pt x="5888" y="17201"/>
                </a:lnTo>
                <a:lnTo>
                  <a:pt x="5924" y="17309"/>
                </a:lnTo>
                <a:lnTo>
                  <a:pt x="5971" y="17409"/>
                </a:lnTo>
                <a:lnTo>
                  <a:pt x="6023" y="17501"/>
                </a:lnTo>
                <a:lnTo>
                  <a:pt x="6080" y="17592"/>
                </a:lnTo>
                <a:lnTo>
                  <a:pt x="6142" y="17667"/>
                </a:lnTo>
                <a:lnTo>
                  <a:pt x="6210" y="17734"/>
                </a:lnTo>
                <a:lnTo>
                  <a:pt x="6277" y="17792"/>
                </a:lnTo>
                <a:lnTo>
                  <a:pt x="6350" y="17842"/>
                </a:lnTo>
                <a:lnTo>
                  <a:pt x="6428" y="17875"/>
                </a:lnTo>
                <a:lnTo>
                  <a:pt x="6506" y="17908"/>
                </a:lnTo>
                <a:lnTo>
                  <a:pt x="6583" y="17933"/>
                </a:lnTo>
                <a:lnTo>
                  <a:pt x="6661" y="17942"/>
                </a:lnTo>
                <a:lnTo>
                  <a:pt x="6744" y="17942"/>
                </a:lnTo>
                <a:lnTo>
                  <a:pt x="6822" y="17933"/>
                </a:lnTo>
                <a:lnTo>
                  <a:pt x="6900" y="17917"/>
                </a:lnTo>
                <a:lnTo>
                  <a:pt x="6978" y="17892"/>
                </a:lnTo>
                <a:lnTo>
                  <a:pt x="7051" y="17858"/>
                </a:lnTo>
                <a:lnTo>
                  <a:pt x="7123" y="17809"/>
                </a:lnTo>
                <a:lnTo>
                  <a:pt x="7196" y="17750"/>
                </a:lnTo>
                <a:lnTo>
                  <a:pt x="7258" y="17684"/>
                </a:lnTo>
                <a:lnTo>
                  <a:pt x="7321" y="17609"/>
                </a:lnTo>
                <a:lnTo>
                  <a:pt x="7378" y="17517"/>
                </a:lnTo>
                <a:lnTo>
                  <a:pt x="7430" y="17417"/>
                </a:lnTo>
                <a:lnTo>
                  <a:pt x="7476" y="17309"/>
                </a:lnTo>
                <a:lnTo>
                  <a:pt x="7518" y="17192"/>
                </a:lnTo>
                <a:lnTo>
                  <a:pt x="7549" y="17059"/>
                </a:lnTo>
                <a:lnTo>
                  <a:pt x="7575" y="16918"/>
                </a:lnTo>
                <a:lnTo>
                  <a:pt x="7653" y="16335"/>
                </a:lnTo>
                <a:lnTo>
                  <a:pt x="7725" y="15736"/>
                </a:lnTo>
                <a:lnTo>
                  <a:pt x="7793" y="15136"/>
                </a:lnTo>
                <a:lnTo>
                  <a:pt x="7855" y="14537"/>
                </a:lnTo>
                <a:lnTo>
                  <a:pt x="7907" y="13921"/>
                </a:lnTo>
                <a:lnTo>
                  <a:pt x="7959" y="13305"/>
                </a:lnTo>
                <a:lnTo>
                  <a:pt x="8006" y="12688"/>
                </a:lnTo>
                <a:lnTo>
                  <a:pt x="8042" y="12064"/>
                </a:lnTo>
                <a:lnTo>
                  <a:pt x="8681" y="12106"/>
                </a:lnTo>
                <a:lnTo>
                  <a:pt x="9319" y="12139"/>
                </a:lnTo>
                <a:lnTo>
                  <a:pt x="9953" y="12164"/>
                </a:lnTo>
                <a:lnTo>
                  <a:pt x="10581" y="12189"/>
                </a:lnTo>
                <a:lnTo>
                  <a:pt x="11209" y="12206"/>
                </a:lnTo>
                <a:lnTo>
                  <a:pt x="11837" y="12214"/>
                </a:lnTo>
                <a:lnTo>
                  <a:pt x="13072" y="12214"/>
                </a:lnTo>
                <a:lnTo>
                  <a:pt x="13145" y="12206"/>
                </a:lnTo>
                <a:lnTo>
                  <a:pt x="13213" y="12189"/>
                </a:lnTo>
                <a:lnTo>
                  <a:pt x="13280" y="12156"/>
                </a:lnTo>
                <a:lnTo>
                  <a:pt x="13342" y="12122"/>
                </a:lnTo>
                <a:lnTo>
                  <a:pt x="13399" y="12072"/>
                </a:lnTo>
                <a:lnTo>
                  <a:pt x="13457" y="12014"/>
                </a:lnTo>
                <a:lnTo>
                  <a:pt x="13508" y="11956"/>
                </a:lnTo>
                <a:lnTo>
                  <a:pt x="13555" y="11881"/>
                </a:lnTo>
                <a:lnTo>
                  <a:pt x="13597" y="11806"/>
                </a:lnTo>
                <a:lnTo>
                  <a:pt x="13633" y="11723"/>
                </a:lnTo>
                <a:lnTo>
                  <a:pt x="13669" y="11639"/>
                </a:lnTo>
                <a:lnTo>
                  <a:pt x="13701" y="11548"/>
                </a:lnTo>
                <a:lnTo>
                  <a:pt x="13727" y="11448"/>
                </a:lnTo>
                <a:lnTo>
                  <a:pt x="13747" y="11356"/>
                </a:lnTo>
                <a:lnTo>
                  <a:pt x="13763" y="11256"/>
                </a:lnTo>
                <a:lnTo>
                  <a:pt x="13773" y="11157"/>
                </a:lnTo>
                <a:lnTo>
                  <a:pt x="13784" y="11057"/>
                </a:lnTo>
                <a:lnTo>
                  <a:pt x="13784" y="10948"/>
                </a:lnTo>
                <a:lnTo>
                  <a:pt x="13784" y="10849"/>
                </a:lnTo>
                <a:lnTo>
                  <a:pt x="13773" y="10749"/>
                </a:lnTo>
                <a:lnTo>
                  <a:pt x="13763" y="10657"/>
                </a:lnTo>
                <a:lnTo>
                  <a:pt x="13742" y="10557"/>
                </a:lnTo>
                <a:lnTo>
                  <a:pt x="13721" y="10466"/>
                </a:lnTo>
                <a:lnTo>
                  <a:pt x="13690" y="10382"/>
                </a:lnTo>
                <a:lnTo>
                  <a:pt x="13659" y="10299"/>
                </a:lnTo>
                <a:lnTo>
                  <a:pt x="13618" y="10224"/>
                </a:lnTo>
                <a:lnTo>
                  <a:pt x="13576" y="10158"/>
                </a:lnTo>
                <a:lnTo>
                  <a:pt x="13524" y="10091"/>
                </a:lnTo>
                <a:lnTo>
                  <a:pt x="13467" y="10041"/>
                </a:lnTo>
                <a:lnTo>
                  <a:pt x="13405" y="9991"/>
                </a:lnTo>
                <a:lnTo>
                  <a:pt x="13337" y="9958"/>
                </a:lnTo>
                <a:lnTo>
                  <a:pt x="13265" y="9924"/>
                </a:lnTo>
                <a:lnTo>
                  <a:pt x="12647" y="9750"/>
                </a:lnTo>
                <a:lnTo>
                  <a:pt x="12019" y="9575"/>
                </a:lnTo>
                <a:lnTo>
                  <a:pt x="11390" y="9408"/>
                </a:lnTo>
                <a:lnTo>
                  <a:pt x="10752" y="9242"/>
                </a:lnTo>
                <a:lnTo>
                  <a:pt x="10113" y="9084"/>
                </a:lnTo>
                <a:lnTo>
                  <a:pt x="9470" y="8934"/>
                </a:lnTo>
                <a:lnTo>
                  <a:pt x="8826" y="8784"/>
                </a:lnTo>
                <a:lnTo>
                  <a:pt x="8177" y="8642"/>
                </a:lnTo>
                <a:lnTo>
                  <a:pt x="8187" y="7668"/>
                </a:lnTo>
                <a:lnTo>
                  <a:pt x="8182" y="6694"/>
                </a:lnTo>
                <a:lnTo>
                  <a:pt x="8172" y="5728"/>
                </a:lnTo>
                <a:lnTo>
                  <a:pt x="8146" y="4771"/>
                </a:lnTo>
                <a:lnTo>
                  <a:pt x="8110" y="3814"/>
                </a:lnTo>
                <a:lnTo>
                  <a:pt x="8063" y="2873"/>
                </a:lnTo>
                <a:lnTo>
                  <a:pt x="8006" y="1940"/>
                </a:lnTo>
                <a:lnTo>
                  <a:pt x="7933" y="1033"/>
                </a:lnTo>
                <a:lnTo>
                  <a:pt x="7923" y="908"/>
                </a:lnTo>
                <a:lnTo>
                  <a:pt x="7902" y="791"/>
                </a:lnTo>
                <a:lnTo>
                  <a:pt x="7876" y="683"/>
                </a:lnTo>
                <a:lnTo>
                  <a:pt x="7850" y="583"/>
                </a:lnTo>
                <a:lnTo>
                  <a:pt x="7814" y="492"/>
                </a:lnTo>
                <a:lnTo>
                  <a:pt x="7777" y="408"/>
                </a:lnTo>
                <a:lnTo>
                  <a:pt x="7736" y="334"/>
                </a:lnTo>
                <a:lnTo>
                  <a:pt x="7694" y="267"/>
                </a:lnTo>
                <a:lnTo>
                  <a:pt x="7642" y="209"/>
                </a:lnTo>
                <a:lnTo>
                  <a:pt x="7596" y="150"/>
                </a:lnTo>
                <a:lnTo>
                  <a:pt x="7544" y="109"/>
                </a:lnTo>
                <a:lnTo>
                  <a:pt x="7487" y="75"/>
                </a:lnTo>
                <a:lnTo>
                  <a:pt x="7430" y="42"/>
                </a:lnTo>
                <a:lnTo>
                  <a:pt x="7372" y="26"/>
                </a:lnTo>
                <a:lnTo>
                  <a:pt x="7315" y="9"/>
                </a:lnTo>
                <a:lnTo>
                  <a:pt x="725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6"/>
          <p:cNvSpPr/>
          <p:nvPr/>
        </p:nvSpPr>
        <p:spPr>
          <a:xfrm>
            <a:off x="152371" y="804455"/>
            <a:ext cx="116448" cy="132034"/>
          </a:xfrm>
          <a:custGeom>
            <a:rect b="b" l="l" r="r" t="t"/>
            <a:pathLst>
              <a:path extrusionOk="0" h="12231" w="8042">
                <a:moveTo>
                  <a:pt x="7113" y="1"/>
                </a:moveTo>
                <a:lnTo>
                  <a:pt x="7024" y="26"/>
                </a:lnTo>
                <a:lnTo>
                  <a:pt x="6936" y="51"/>
                </a:lnTo>
                <a:lnTo>
                  <a:pt x="6656" y="192"/>
                </a:lnTo>
                <a:lnTo>
                  <a:pt x="6376" y="351"/>
                </a:lnTo>
                <a:lnTo>
                  <a:pt x="6095" y="525"/>
                </a:lnTo>
                <a:lnTo>
                  <a:pt x="5815" y="717"/>
                </a:lnTo>
                <a:lnTo>
                  <a:pt x="5540" y="933"/>
                </a:lnTo>
                <a:lnTo>
                  <a:pt x="5265" y="1158"/>
                </a:lnTo>
                <a:lnTo>
                  <a:pt x="4989" y="1400"/>
                </a:lnTo>
                <a:lnTo>
                  <a:pt x="4720" y="1666"/>
                </a:lnTo>
                <a:lnTo>
                  <a:pt x="4455" y="1941"/>
                </a:lnTo>
                <a:lnTo>
                  <a:pt x="4190" y="2224"/>
                </a:lnTo>
                <a:lnTo>
                  <a:pt x="3930" y="2532"/>
                </a:lnTo>
                <a:lnTo>
                  <a:pt x="3676" y="2848"/>
                </a:lnTo>
                <a:lnTo>
                  <a:pt x="3427" y="3173"/>
                </a:lnTo>
                <a:lnTo>
                  <a:pt x="3183" y="3514"/>
                </a:lnTo>
                <a:lnTo>
                  <a:pt x="2939" y="3864"/>
                </a:lnTo>
                <a:lnTo>
                  <a:pt x="2705" y="4230"/>
                </a:lnTo>
                <a:lnTo>
                  <a:pt x="2477" y="4597"/>
                </a:lnTo>
                <a:lnTo>
                  <a:pt x="2259" y="4980"/>
                </a:lnTo>
                <a:lnTo>
                  <a:pt x="2041" y="5371"/>
                </a:lnTo>
                <a:lnTo>
                  <a:pt x="1833" y="5770"/>
                </a:lnTo>
                <a:lnTo>
                  <a:pt x="1636" y="6170"/>
                </a:lnTo>
                <a:lnTo>
                  <a:pt x="1444" y="6586"/>
                </a:lnTo>
                <a:lnTo>
                  <a:pt x="1257" y="7003"/>
                </a:lnTo>
                <a:lnTo>
                  <a:pt x="1080" y="7427"/>
                </a:lnTo>
                <a:lnTo>
                  <a:pt x="914" y="7860"/>
                </a:lnTo>
                <a:lnTo>
                  <a:pt x="759" y="8293"/>
                </a:lnTo>
                <a:lnTo>
                  <a:pt x="613" y="8734"/>
                </a:lnTo>
                <a:lnTo>
                  <a:pt x="473" y="9176"/>
                </a:lnTo>
                <a:lnTo>
                  <a:pt x="348" y="9617"/>
                </a:lnTo>
                <a:lnTo>
                  <a:pt x="229" y="10058"/>
                </a:lnTo>
                <a:lnTo>
                  <a:pt x="125" y="10508"/>
                </a:lnTo>
                <a:lnTo>
                  <a:pt x="32" y="10957"/>
                </a:lnTo>
                <a:lnTo>
                  <a:pt x="16" y="11065"/>
                </a:lnTo>
                <a:lnTo>
                  <a:pt x="1" y="11165"/>
                </a:lnTo>
                <a:lnTo>
                  <a:pt x="1" y="11274"/>
                </a:lnTo>
                <a:lnTo>
                  <a:pt x="1" y="11365"/>
                </a:lnTo>
                <a:lnTo>
                  <a:pt x="11" y="11457"/>
                </a:lnTo>
                <a:lnTo>
                  <a:pt x="21" y="11548"/>
                </a:lnTo>
                <a:lnTo>
                  <a:pt x="42" y="11632"/>
                </a:lnTo>
                <a:lnTo>
                  <a:pt x="63" y="11715"/>
                </a:lnTo>
                <a:lnTo>
                  <a:pt x="94" y="11790"/>
                </a:lnTo>
                <a:lnTo>
                  <a:pt x="125" y="11856"/>
                </a:lnTo>
                <a:lnTo>
                  <a:pt x="162" y="11923"/>
                </a:lnTo>
                <a:lnTo>
                  <a:pt x="203" y="11981"/>
                </a:lnTo>
                <a:lnTo>
                  <a:pt x="250" y="12031"/>
                </a:lnTo>
                <a:lnTo>
                  <a:pt x="291" y="12081"/>
                </a:lnTo>
                <a:lnTo>
                  <a:pt x="343" y="12123"/>
                </a:lnTo>
                <a:lnTo>
                  <a:pt x="395" y="12156"/>
                </a:lnTo>
                <a:lnTo>
                  <a:pt x="447" y="12181"/>
                </a:lnTo>
                <a:lnTo>
                  <a:pt x="499" y="12206"/>
                </a:lnTo>
                <a:lnTo>
                  <a:pt x="556" y="12223"/>
                </a:lnTo>
                <a:lnTo>
                  <a:pt x="613" y="12231"/>
                </a:lnTo>
                <a:lnTo>
                  <a:pt x="727" y="12231"/>
                </a:lnTo>
                <a:lnTo>
                  <a:pt x="785" y="12214"/>
                </a:lnTo>
                <a:lnTo>
                  <a:pt x="836" y="12198"/>
                </a:lnTo>
                <a:lnTo>
                  <a:pt x="894" y="12173"/>
                </a:lnTo>
                <a:lnTo>
                  <a:pt x="945" y="12139"/>
                </a:lnTo>
                <a:lnTo>
                  <a:pt x="997" y="12098"/>
                </a:lnTo>
                <a:lnTo>
                  <a:pt x="1049" y="12048"/>
                </a:lnTo>
                <a:lnTo>
                  <a:pt x="1096" y="11990"/>
                </a:lnTo>
                <a:lnTo>
                  <a:pt x="1143" y="11915"/>
                </a:lnTo>
                <a:lnTo>
                  <a:pt x="1184" y="11840"/>
                </a:lnTo>
                <a:lnTo>
                  <a:pt x="1221" y="11756"/>
                </a:lnTo>
                <a:lnTo>
                  <a:pt x="1527" y="11015"/>
                </a:lnTo>
                <a:lnTo>
                  <a:pt x="1828" y="10283"/>
                </a:lnTo>
                <a:lnTo>
                  <a:pt x="2134" y="9567"/>
                </a:lnTo>
                <a:lnTo>
                  <a:pt x="2295" y="9217"/>
                </a:lnTo>
                <a:lnTo>
                  <a:pt x="2456" y="8868"/>
                </a:lnTo>
                <a:lnTo>
                  <a:pt x="2617" y="8526"/>
                </a:lnTo>
                <a:lnTo>
                  <a:pt x="2783" y="8185"/>
                </a:lnTo>
                <a:lnTo>
                  <a:pt x="2960" y="7852"/>
                </a:lnTo>
                <a:lnTo>
                  <a:pt x="3136" y="7519"/>
                </a:lnTo>
                <a:lnTo>
                  <a:pt x="3323" y="7194"/>
                </a:lnTo>
                <a:lnTo>
                  <a:pt x="3510" y="6878"/>
                </a:lnTo>
                <a:lnTo>
                  <a:pt x="3712" y="6570"/>
                </a:lnTo>
                <a:lnTo>
                  <a:pt x="3915" y="6262"/>
                </a:lnTo>
                <a:lnTo>
                  <a:pt x="4128" y="5970"/>
                </a:lnTo>
                <a:lnTo>
                  <a:pt x="4341" y="5696"/>
                </a:lnTo>
                <a:lnTo>
                  <a:pt x="4559" y="5437"/>
                </a:lnTo>
                <a:lnTo>
                  <a:pt x="4782" y="5179"/>
                </a:lnTo>
                <a:lnTo>
                  <a:pt x="5005" y="4938"/>
                </a:lnTo>
                <a:lnTo>
                  <a:pt x="5233" y="4705"/>
                </a:lnTo>
                <a:lnTo>
                  <a:pt x="5462" y="4480"/>
                </a:lnTo>
                <a:lnTo>
                  <a:pt x="5695" y="4264"/>
                </a:lnTo>
                <a:lnTo>
                  <a:pt x="5929" y="4047"/>
                </a:lnTo>
                <a:lnTo>
                  <a:pt x="6168" y="3839"/>
                </a:lnTo>
                <a:lnTo>
                  <a:pt x="6645" y="3431"/>
                </a:lnTo>
                <a:lnTo>
                  <a:pt x="7128" y="3031"/>
                </a:lnTo>
                <a:lnTo>
                  <a:pt x="7611" y="2623"/>
                </a:lnTo>
                <a:lnTo>
                  <a:pt x="7694" y="2549"/>
                </a:lnTo>
                <a:lnTo>
                  <a:pt x="7762" y="2465"/>
                </a:lnTo>
                <a:lnTo>
                  <a:pt x="7824" y="2374"/>
                </a:lnTo>
                <a:lnTo>
                  <a:pt x="7876" y="2274"/>
                </a:lnTo>
                <a:lnTo>
                  <a:pt x="7922" y="2174"/>
                </a:lnTo>
                <a:lnTo>
                  <a:pt x="7964" y="2066"/>
                </a:lnTo>
                <a:lnTo>
                  <a:pt x="7990" y="1957"/>
                </a:lnTo>
                <a:lnTo>
                  <a:pt x="8016" y="1841"/>
                </a:lnTo>
                <a:lnTo>
                  <a:pt x="8032" y="1724"/>
                </a:lnTo>
                <a:lnTo>
                  <a:pt x="8042" y="1608"/>
                </a:lnTo>
                <a:lnTo>
                  <a:pt x="8042" y="1483"/>
                </a:lnTo>
                <a:lnTo>
                  <a:pt x="8037" y="1366"/>
                </a:lnTo>
                <a:lnTo>
                  <a:pt x="8026" y="1241"/>
                </a:lnTo>
                <a:lnTo>
                  <a:pt x="8011" y="1125"/>
                </a:lnTo>
                <a:lnTo>
                  <a:pt x="7990" y="1008"/>
                </a:lnTo>
                <a:lnTo>
                  <a:pt x="7964" y="892"/>
                </a:lnTo>
                <a:lnTo>
                  <a:pt x="7928" y="784"/>
                </a:lnTo>
                <a:lnTo>
                  <a:pt x="7891" y="675"/>
                </a:lnTo>
                <a:lnTo>
                  <a:pt x="7850" y="575"/>
                </a:lnTo>
                <a:lnTo>
                  <a:pt x="7798" y="476"/>
                </a:lnTo>
                <a:lnTo>
                  <a:pt x="7746" y="392"/>
                </a:lnTo>
                <a:lnTo>
                  <a:pt x="7689" y="309"/>
                </a:lnTo>
                <a:lnTo>
                  <a:pt x="7632" y="234"/>
                </a:lnTo>
                <a:lnTo>
                  <a:pt x="7564" y="167"/>
                </a:lnTo>
                <a:lnTo>
                  <a:pt x="7497" y="109"/>
                </a:lnTo>
                <a:lnTo>
                  <a:pt x="7424" y="68"/>
                </a:lnTo>
                <a:lnTo>
                  <a:pt x="7351" y="34"/>
                </a:lnTo>
                <a:lnTo>
                  <a:pt x="7274" y="9"/>
                </a:lnTo>
                <a:lnTo>
                  <a:pt x="719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
          <p:cNvSpPr/>
          <p:nvPr/>
        </p:nvSpPr>
        <p:spPr>
          <a:xfrm>
            <a:off x="323162" y="744780"/>
            <a:ext cx="98406" cy="44497"/>
          </a:xfrm>
          <a:custGeom>
            <a:rect b="b" l="l" r="r" t="t"/>
            <a:pathLst>
              <a:path extrusionOk="0" h="4122" w="6796">
                <a:moveTo>
                  <a:pt x="6074" y="1"/>
                </a:moveTo>
                <a:lnTo>
                  <a:pt x="5986" y="9"/>
                </a:lnTo>
                <a:lnTo>
                  <a:pt x="5643" y="76"/>
                </a:lnTo>
                <a:lnTo>
                  <a:pt x="5300" y="159"/>
                </a:lnTo>
                <a:lnTo>
                  <a:pt x="4953" y="242"/>
                </a:lnTo>
                <a:lnTo>
                  <a:pt x="4610" y="334"/>
                </a:lnTo>
                <a:lnTo>
                  <a:pt x="4262" y="442"/>
                </a:lnTo>
                <a:lnTo>
                  <a:pt x="3914" y="550"/>
                </a:lnTo>
                <a:lnTo>
                  <a:pt x="3567" y="667"/>
                </a:lnTo>
                <a:lnTo>
                  <a:pt x="3219" y="792"/>
                </a:lnTo>
                <a:lnTo>
                  <a:pt x="2871" y="917"/>
                </a:lnTo>
                <a:lnTo>
                  <a:pt x="2528" y="1050"/>
                </a:lnTo>
                <a:lnTo>
                  <a:pt x="1838" y="1325"/>
                </a:lnTo>
                <a:lnTo>
                  <a:pt x="1158" y="1616"/>
                </a:lnTo>
                <a:lnTo>
                  <a:pt x="493" y="1916"/>
                </a:lnTo>
                <a:lnTo>
                  <a:pt x="426" y="1949"/>
                </a:lnTo>
                <a:lnTo>
                  <a:pt x="364" y="1991"/>
                </a:lnTo>
                <a:lnTo>
                  <a:pt x="306" y="2049"/>
                </a:lnTo>
                <a:lnTo>
                  <a:pt x="255" y="2107"/>
                </a:lnTo>
                <a:lnTo>
                  <a:pt x="208" y="2174"/>
                </a:lnTo>
                <a:lnTo>
                  <a:pt x="166" y="2249"/>
                </a:lnTo>
                <a:lnTo>
                  <a:pt x="130" y="2332"/>
                </a:lnTo>
                <a:lnTo>
                  <a:pt x="94" y="2415"/>
                </a:lnTo>
                <a:lnTo>
                  <a:pt x="68" y="2507"/>
                </a:lnTo>
                <a:lnTo>
                  <a:pt x="47" y="2598"/>
                </a:lnTo>
                <a:lnTo>
                  <a:pt x="26" y="2690"/>
                </a:lnTo>
                <a:lnTo>
                  <a:pt x="16" y="2790"/>
                </a:lnTo>
                <a:lnTo>
                  <a:pt x="5" y="2890"/>
                </a:lnTo>
                <a:lnTo>
                  <a:pt x="0" y="2990"/>
                </a:lnTo>
                <a:lnTo>
                  <a:pt x="0" y="3090"/>
                </a:lnTo>
                <a:lnTo>
                  <a:pt x="5" y="3190"/>
                </a:lnTo>
                <a:lnTo>
                  <a:pt x="16" y="3289"/>
                </a:lnTo>
                <a:lnTo>
                  <a:pt x="31" y="3381"/>
                </a:lnTo>
                <a:lnTo>
                  <a:pt x="47" y="3481"/>
                </a:lnTo>
                <a:lnTo>
                  <a:pt x="73" y="3564"/>
                </a:lnTo>
                <a:lnTo>
                  <a:pt x="99" y="3656"/>
                </a:lnTo>
                <a:lnTo>
                  <a:pt x="130" y="3731"/>
                </a:lnTo>
                <a:lnTo>
                  <a:pt x="166" y="3806"/>
                </a:lnTo>
                <a:lnTo>
                  <a:pt x="208" y="3872"/>
                </a:lnTo>
                <a:lnTo>
                  <a:pt x="249" y="3939"/>
                </a:lnTo>
                <a:lnTo>
                  <a:pt x="301" y="3989"/>
                </a:lnTo>
                <a:lnTo>
                  <a:pt x="353" y="4039"/>
                </a:lnTo>
                <a:lnTo>
                  <a:pt x="410" y="4072"/>
                </a:lnTo>
                <a:lnTo>
                  <a:pt x="467" y="4097"/>
                </a:lnTo>
                <a:lnTo>
                  <a:pt x="535" y="4114"/>
                </a:lnTo>
                <a:lnTo>
                  <a:pt x="602" y="4122"/>
                </a:lnTo>
                <a:lnTo>
                  <a:pt x="675" y="4114"/>
                </a:lnTo>
                <a:lnTo>
                  <a:pt x="1365" y="3989"/>
                </a:lnTo>
                <a:lnTo>
                  <a:pt x="2061" y="3856"/>
                </a:lnTo>
                <a:lnTo>
                  <a:pt x="2762" y="3714"/>
                </a:lnTo>
                <a:lnTo>
                  <a:pt x="3115" y="3639"/>
                </a:lnTo>
                <a:lnTo>
                  <a:pt x="3463" y="3548"/>
                </a:lnTo>
                <a:lnTo>
                  <a:pt x="3816" y="3464"/>
                </a:lnTo>
                <a:lnTo>
                  <a:pt x="4163" y="3364"/>
                </a:lnTo>
                <a:lnTo>
                  <a:pt x="4511" y="3264"/>
                </a:lnTo>
                <a:lnTo>
                  <a:pt x="4859" y="3156"/>
                </a:lnTo>
                <a:lnTo>
                  <a:pt x="5202" y="3040"/>
                </a:lnTo>
                <a:lnTo>
                  <a:pt x="5539" y="2915"/>
                </a:lnTo>
                <a:lnTo>
                  <a:pt x="5877" y="2790"/>
                </a:lnTo>
                <a:lnTo>
                  <a:pt x="6209" y="2648"/>
                </a:lnTo>
                <a:lnTo>
                  <a:pt x="6292" y="2598"/>
                </a:lnTo>
                <a:lnTo>
                  <a:pt x="6365" y="2548"/>
                </a:lnTo>
                <a:lnTo>
                  <a:pt x="6432" y="2482"/>
                </a:lnTo>
                <a:lnTo>
                  <a:pt x="6494" y="2415"/>
                </a:lnTo>
                <a:lnTo>
                  <a:pt x="6551" y="2332"/>
                </a:lnTo>
                <a:lnTo>
                  <a:pt x="6598" y="2240"/>
                </a:lnTo>
                <a:lnTo>
                  <a:pt x="6645" y="2149"/>
                </a:lnTo>
                <a:lnTo>
                  <a:pt x="6681" y="2041"/>
                </a:lnTo>
                <a:lnTo>
                  <a:pt x="6718" y="1941"/>
                </a:lnTo>
                <a:lnTo>
                  <a:pt x="6744" y="1824"/>
                </a:lnTo>
                <a:lnTo>
                  <a:pt x="6764" y="1708"/>
                </a:lnTo>
                <a:lnTo>
                  <a:pt x="6780" y="1591"/>
                </a:lnTo>
                <a:lnTo>
                  <a:pt x="6790" y="1475"/>
                </a:lnTo>
                <a:lnTo>
                  <a:pt x="6795" y="1358"/>
                </a:lnTo>
                <a:lnTo>
                  <a:pt x="6795" y="1233"/>
                </a:lnTo>
                <a:lnTo>
                  <a:pt x="6790" y="1117"/>
                </a:lnTo>
                <a:lnTo>
                  <a:pt x="6775" y="1000"/>
                </a:lnTo>
                <a:lnTo>
                  <a:pt x="6759" y="883"/>
                </a:lnTo>
                <a:lnTo>
                  <a:pt x="6738" y="775"/>
                </a:lnTo>
                <a:lnTo>
                  <a:pt x="6712" y="667"/>
                </a:lnTo>
                <a:lnTo>
                  <a:pt x="6676" y="567"/>
                </a:lnTo>
                <a:lnTo>
                  <a:pt x="6640" y="467"/>
                </a:lnTo>
                <a:lnTo>
                  <a:pt x="6598" y="376"/>
                </a:lnTo>
                <a:lnTo>
                  <a:pt x="6551" y="292"/>
                </a:lnTo>
                <a:lnTo>
                  <a:pt x="6494" y="226"/>
                </a:lnTo>
                <a:lnTo>
                  <a:pt x="6437" y="159"/>
                </a:lnTo>
                <a:lnTo>
                  <a:pt x="6375" y="101"/>
                </a:lnTo>
                <a:lnTo>
                  <a:pt x="6307" y="59"/>
                </a:lnTo>
                <a:lnTo>
                  <a:pt x="6235" y="26"/>
                </a:lnTo>
                <a:lnTo>
                  <a:pt x="6157" y="9"/>
                </a:lnTo>
                <a:lnTo>
                  <a:pt x="60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
          <p:cNvSpPr/>
          <p:nvPr/>
        </p:nvSpPr>
        <p:spPr>
          <a:xfrm>
            <a:off x="499123" y="670370"/>
            <a:ext cx="91948" cy="59599"/>
          </a:xfrm>
          <a:custGeom>
            <a:rect b="b" l="l" r="r" t="t"/>
            <a:pathLst>
              <a:path extrusionOk="0" h="5521" w="6350">
                <a:moveTo>
                  <a:pt x="5441" y="0"/>
                </a:moveTo>
                <a:lnTo>
                  <a:pt x="5358" y="9"/>
                </a:lnTo>
                <a:lnTo>
                  <a:pt x="5280" y="34"/>
                </a:lnTo>
                <a:lnTo>
                  <a:pt x="5192" y="67"/>
                </a:lnTo>
                <a:lnTo>
                  <a:pt x="5114" y="117"/>
                </a:lnTo>
                <a:lnTo>
                  <a:pt x="5031" y="184"/>
                </a:lnTo>
                <a:lnTo>
                  <a:pt x="4948" y="259"/>
                </a:lnTo>
                <a:lnTo>
                  <a:pt x="4870" y="358"/>
                </a:lnTo>
                <a:lnTo>
                  <a:pt x="4611" y="692"/>
                </a:lnTo>
                <a:lnTo>
                  <a:pt x="4351" y="1008"/>
                </a:lnTo>
                <a:lnTo>
                  <a:pt x="4097" y="1291"/>
                </a:lnTo>
                <a:lnTo>
                  <a:pt x="3837" y="1557"/>
                </a:lnTo>
                <a:lnTo>
                  <a:pt x="3583" y="1807"/>
                </a:lnTo>
                <a:lnTo>
                  <a:pt x="3323" y="2032"/>
                </a:lnTo>
                <a:lnTo>
                  <a:pt x="3064" y="2240"/>
                </a:lnTo>
                <a:lnTo>
                  <a:pt x="2799" y="2431"/>
                </a:lnTo>
                <a:lnTo>
                  <a:pt x="2529" y="2606"/>
                </a:lnTo>
                <a:lnTo>
                  <a:pt x="2254" y="2765"/>
                </a:lnTo>
                <a:lnTo>
                  <a:pt x="1973" y="2914"/>
                </a:lnTo>
                <a:lnTo>
                  <a:pt x="1688" y="3048"/>
                </a:lnTo>
                <a:lnTo>
                  <a:pt x="1392" y="3172"/>
                </a:lnTo>
                <a:lnTo>
                  <a:pt x="1086" y="3289"/>
                </a:lnTo>
                <a:lnTo>
                  <a:pt x="774" y="3389"/>
                </a:lnTo>
                <a:lnTo>
                  <a:pt x="447" y="3489"/>
                </a:lnTo>
                <a:lnTo>
                  <a:pt x="395" y="3514"/>
                </a:lnTo>
                <a:lnTo>
                  <a:pt x="343" y="3539"/>
                </a:lnTo>
                <a:lnTo>
                  <a:pt x="297" y="3572"/>
                </a:lnTo>
                <a:lnTo>
                  <a:pt x="255" y="3614"/>
                </a:lnTo>
                <a:lnTo>
                  <a:pt x="214" y="3664"/>
                </a:lnTo>
                <a:lnTo>
                  <a:pt x="177" y="3722"/>
                </a:lnTo>
                <a:lnTo>
                  <a:pt x="146" y="3780"/>
                </a:lnTo>
                <a:lnTo>
                  <a:pt x="115" y="3847"/>
                </a:lnTo>
                <a:lnTo>
                  <a:pt x="89" y="3913"/>
                </a:lnTo>
                <a:lnTo>
                  <a:pt x="63" y="3988"/>
                </a:lnTo>
                <a:lnTo>
                  <a:pt x="48" y="4063"/>
                </a:lnTo>
                <a:lnTo>
                  <a:pt x="32" y="4138"/>
                </a:lnTo>
                <a:lnTo>
                  <a:pt x="16" y="4221"/>
                </a:lnTo>
                <a:lnTo>
                  <a:pt x="11" y="4296"/>
                </a:lnTo>
                <a:lnTo>
                  <a:pt x="1" y="4380"/>
                </a:lnTo>
                <a:lnTo>
                  <a:pt x="1" y="4463"/>
                </a:lnTo>
                <a:lnTo>
                  <a:pt x="1" y="4546"/>
                </a:lnTo>
                <a:lnTo>
                  <a:pt x="6" y="4629"/>
                </a:lnTo>
                <a:lnTo>
                  <a:pt x="16" y="4713"/>
                </a:lnTo>
                <a:lnTo>
                  <a:pt x="27" y="4788"/>
                </a:lnTo>
                <a:lnTo>
                  <a:pt x="42" y="4871"/>
                </a:lnTo>
                <a:lnTo>
                  <a:pt x="63" y="4946"/>
                </a:lnTo>
                <a:lnTo>
                  <a:pt x="84" y="5012"/>
                </a:lnTo>
                <a:lnTo>
                  <a:pt x="110" y="5079"/>
                </a:lnTo>
                <a:lnTo>
                  <a:pt x="141" y="5146"/>
                </a:lnTo>
                <a:lnTo>
                  <a:pt x="172" y="5204"/>
                </a:lnTo>
                <a:lnTo>
                  <a:pt x="208" y="5254"/>
                </a:lnTo>
                <a:lnTo>
                  <a:pt x="250" y="5304"/>
                </a:lnTo>
                <a:lnTo>
                  <a:pt x="291" y="5345"/>
                </a:lnTo>
                <a:lnTo>
                  <a:pt x="343" y="5379"/>
                </a:lnTo>
                <a:lnTo>
                  <a:pt x="390" y="5404"/>
                </a:lnTo>
                <a:lnTo>
                  <a:pt x="447" y="5420"/>
                </a:lnTo>
                <a:lnTo>
                  <a:pt x="634" y="5462"/>
                </a:lnTo>
                <a:lnTo>
                  <a:pt x="821" y="5487"/>
                </a:lnTo>
                <a:lnTo>
                  <a:pt x="1008" y="5512"/>
                </a:lnTo>
                <a:lnTo>
                  <a:pt x="1200" y="5520"/>
                </a:lnTo>
                <a:lnTo>
                  <a:pt x="1392" y="5520"/>
                </a:lnTo>
                <a:lnTo>
                  <a:pt x="1584" y="5504"/>
                </a:lnTo>
                <a:lnTo>
                  <a:pt x="1776" y="5487"/>
                </a:lnTo>
                <a:lnTo>
                  <a:pt x="1968" y="5462"/>
                </a:lnTo>
                <a:lnTo>
                  <a:pt x="2160" y="5420"/>
                </a:lnTo>
                <a:lnTo>
                  <a:pt x="2352" y="5370"/>
                </a:lnTo>
                <a:lnTo>
                  <a:pt x="2544" y="5320"/>
                </a:lnTo>
                <a:lnTo>
                  <a:pt x="2731" y="5254"/>
                </a:lnTo>
                <a:lnTo>
                  <a:pt x="2923" y="5179"/>
                </a:lnTo>
                <a:lnTo>
                  <a:pt x="3110" y="5096"/>
                </a:lnTo>
                <a:lnTo>
                  <a:pt x="3302" y="5004"/>
                </a:lnTo>
                <a:lnTo>
                  <a:pt x="3484" y="4904"/>
                </a:lnTo>
                <a:lnTo>
                  <a:pt x="3671" y="4804"/>
                </a:lnTo>
                <a:lnTo>
                  <a:pt x="3853" y="4688"/>
                </a:lnTo>
                <a:lnTo>
                  <a:pt x="4034" y="4563"/>
                </a:lnTo>
                <a:lnTo>
                  <a:pt x="4211" y="4430"/>
                </a:lnTo>
                <a:lnTo>
                  <a:pt x="4387" y="4296"/>
                </a:lnTo>
                <a:lnTo>
                  <a:pt x="4559" y="4147"/>
                </a:lnTo>
                <a:lnTo>
                  <a:pt x="4730" y="3997"/>
                </a:lnTo>
                <a:lnTo>
                  <a:pt x="4896" y="3838"/>
                </a:lnTo>
                <a:lnTo>
                  <a:pt x="5062" y="3672"/>
                </a:lnTo>
                <a:lnTo>
                  <a:pt x="5218" y="3497"/>
                </a:lnTo>
                <a:lnTo>
                  <a:pt x="5374" y="3314"/>
                </a:lnTo>
                <a:lnTo>
                  <a:pt x="5529" y="3123"/>
                </a:lnTo>
                <a:lnTo>
                  <a:pt x="5675" y="2931"/>
                </a:lnTo>
                <a:lnTo>
                  <a:pt x="5815" y="2731"/>
                </a:lnTo>
                <a:lnTo>
                  <a:pt x="5955" y="2523"/>
                </a:lnTo>
                <a:lnTo>
                  <a:pt x="6090" y="2315"/>
                </a:lnTo>
                <a:lnTo>
                  <a:pt x="6158" y="2190"/>
                </a:lnTo>
                <a:lnTo>
                  <a:pt x="6215" y="2065"/>
                </a:lnTo>
                <a:lnTo>
                  <a:pt x="6261" y="1940"/>
                </a:lnTo>
                <a:lnTo>
                  <a:pt x="6298" y="1807"/>
                </a:lnTo>
                <a:lnTo>
                  <a:pt x="6324" y="1682"/>
                </a:lnTo>
                <a:lnTo>
                  <a:pt x="6339" y="1557"/>
                </a:lnTo>
                <a:lnTo>
                  <a:pt x="6350" y="1424"/>
                </a:lnTo>
                <a:lnTo>
                  <a:pt x="6350" y="1299"/>
                </a:lnTo>
                <a:lnTo>
                  <a:pt x="6339" y="1174"/>
                </a:lnTo>
                <a:lnTo>
                  <a:pt x="6324" y="1058"/>
                </a:lnTo>
                <a:lnTo>
                  <a:pt x="6298" y="941"/>
                </a:lnTo>
                <a:lnTo>
                  <a:pt x="6272" y="825"/>
                </a:lnTo>
                <a:lnTo>
                  <a:pt x="6235" y="716"/>
                </a:lnTo>
                <a:lnTo>
                  <a:pt x="6189" y="617"/>
                </a:lnTo>
                <a:lnTo>
                  <a:pt x="6142" y="517"/>
                </a:lnTo>
                <a:lnTo>
                  <a:pt x="6090" y="425"/>
                </a:lnTo>
                <a:lnTo>
                  <a:pt x="6033" y="342"/>
                </a:lnTo>
                <a:lnTo>
                  <a:pt x="5965" y="267"/>
                </a:lnTo>
                <a:lnTo>
                  <a:pt x="5903" y="200"/>
                </a:lnTo>
                <a:lnTo>
                  <a:pt x="5831" y="142"/>
                </a:lnTo>
                <a:lnTo>
                  <a:pt x="5758" y="92"/>
                </a:lnTo>
                <a:lnTo>
                  <a:pt x="5680" y="50"/>
                </a:lnTo>
                <a:lnTo>
                  <a:pt x="5602" y="25"/>
                </a:lnTo>
                <a:lnTo>
                  <a:pt x="5524" y="9"/>
                </a:lnTo>
                <a:lnTo>
                  <a:pt x="544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6"/>
          <p:cNvSpPr/>
          <p:nvPr/>
        </p:nvSpPr>
        <p:spPr>
          <a:xfrm>
            <a:off x="758084" y="441106"/>
            <a:ext cx="90514" cy="92038"/>
          </a:xfrm>
          <a:custGeom>
            <a:rect b="b" l="l" r="r" t="t"/>
            <a:pathLst>
              <a:path extrusionOk="0" h="8526" w="6251">
                <a:moveTo>
                  <a:pt x="5316" y="0"/>
                </a:moveTo>
                <a:lnTo>
                  <a:pt x="5233" y="17"/>
                </a:lnTo>
                <a:lnTo>
                  <a:pt x="5150" y="42"/>
                </a:lnTo>
                <a:lnTo>
                  <a:pt x="5067" y="84"/>
                </a:lnTo>
                <a:lnTo>
                  <a:pt x="4984" y="150"/>
                </a:lnTo>
                <a:lnTo>
                  <a:pt x="4906" y="225"/>
                </a:lnTo>
                <a:lnTo>
                  <a:pt x="4823" y="317"/>
                </a:lnTo>
                <a:lnTo>
                  <a:pt x="4750" y="433"/>
                </a:lnTo>
                <a:lnTo>
                  <a:pt x="4481" y="850"/>
                </a:lnTo>
                <a:lnTo>
                  <a:pt x="4211" y="1258"/>
                </a:lnTo>
                <a:lnTo>
                  <a:pt x="3935" y="1657"/>
                </a:lnTo>
                <a:lnTo>
                  <a:pt x="3660" y="2048"/>
                </a:lnTo>
                <a:lnTo>
                  <a:pt x="3380" y="2423"/>
                </a:lnTo>
                <a:lnTo>
                  <a:pt x="3094" y="2806"/>
                </a:lnTo>
                <a:lnTo>
                  <a:pt x="2814" y="3172"/>
                </a:lnTo>
                <a:lnTo>
                  <a:pt x="2529" y="3539"/>
                </a:lnTo>
                <a:lnTo>
                  <a:pt x="1952" y="4271"/>
                </a:lnTo>
                <a:lnTo>
                  <a:pt x="1376" y="4996"/>
                </a:lnTo>
                <a:lnTo>
                  <a:pt x="795" y="5728"/>
                </a:lnTo>
                <a:lnTo>
                  <a:pt x="509" y="6103"/>
                </a:lnTo>
                <a:lnTo>
                  <a:pt x="219" y="6478"/>
                </a:lnTo>
                <a:lnTo>
                  <a:pt x="172" y="6553"/>
                </a:lnTo>
                <a:lnTo>
                  <a:pt x="130" y="6627"/>
                </a:lnTo>
                <a:lnTo>
                  <a:pt x="94" y="6711"/>
                </a:lnTo>
                <a:lnTo>
                  <a:pt x="63" y="6794"/>
                </a:lnTo>
                <a:lnTo>
                  <a:pt x="37" y="6877"/>
                </a:lnTo>
                <a:lnTo>
                  <a:pt x="21" y="6969"/>
                </a:lnTo>
                <a:lnTo>
                  <a:pt x="11" y="7060"/>
                </a:lnTo>
                <a:lnTo>
                  <a:pt x="1" y="7160"/>
                </a:lnTo>
                <a:lnTo>
                  <a:pt x="1" y="7252"/>
                </a:lnTo>
                <a:lnTo>
                  <a:pt x="6" y="7352"/>
                </a:lnTo>
                <a:lnTo>
                  <a:pt x="11" y="7443"/>
                </a:lnTo>
                <a:lnTo>
                  <a:pt x="21" y="7543"/>
                </a:lnTo>
                <a:lnTo>
                  <a:pt x="42" y="7635"/>
                </a:lnTo>
                <a:lnTo>
                  <a:pt x="63" y="7726"/>
                </a:lnTo>
                <a:lnTo>
                  <a:pt x="89" y="7818"/>
                </a:lnTo>
                <a:lnTo>
                  <a:pt x="115" y="7901"/>
                </a:lnTo>
                <a:lnTo>
                  <a:pt x="151" y="7984"/>
                </a:lnTo>
                <a:lnTo>
                  <a:pt x="182" y="8068"/>
                </a:lnTo>
                <a:lnTo>
                  <a:pt x="224" y="8143"/>
                </a:lnTo>
                <a:lnTo>
                  <a:pt x="265" y="8209"/>
                </a:lnTo>
                <a:lnTo>
                  <a:pt x="312" y="8276"/>
                </a:lnTo>
                <a:lnTo>
                  <a:pt x="359" y="8334"/>
                </a:lnTo>
                <a:lnTo>
                  <a:pt x="411" y="8384"/>
                </a:lnTo>
                <a:lnTo>
                  <a:pt x="463" y="8434"/>
                </a:lnTo>
                <a:lnTo>
                  <a:pt x="514" y="8467"/>
                </a:lnTo>
                <a:lnTo>
                  <a:pt x="572" y="8501"/>
                </a:lnTo>
                <a:lnTo>
                  <a:pt x="629" y="8517"/>
                </a:lnTo>
                <a:lnTo>
                  <a:pt x="691" y="8526"/>
                </a:lnTo>
                <a:lnTo>
                  <a:pt x="748" y="8526"/>
                </a:lnTo>
                <a:lnTo>
                  <a:pt x="810" y="8517"/>
                </a:lnTo>
                <a:lnTo>
                  <a:pt x="873" y="8492"/>
                </a:lnTo>
                <a:lnTo>
                  <a:pt x="940" y="8459"/>
                </a:lnTo>
                <a:lnTo>
                  <a:pt x="1117" y="8342"/>
                </a:lnTo>
                <a:lnTo>
                  <a:pt x="1293" y="8218"/>
                </a:lnTo>
                <a:lnTo>
                  <a:pt x="1475" y="8093"/>
                </a:lnTo>
                <a:lnTo>
                  <a:pt x="1646" y="7951"/>
                </a:lnTo>
                <a:lnTo>
                  <a:pt x="1823" y="7810"/>
                </a:lnTo>
                <a:lnTo>
                  <a:pt x="1999" y="7668"/>
                </a:lnTo>
                <a:lnTo>
                  <a:pt x="2170" y="7510"/>
                </a:lnTo>
                <a:lnTo>
                  <a:pt x="2342" y="7352"/>
                </a:lnTo>
                <a:lnTo>
                  <a:pt x="2513" y="7185"/>
                </a:lnTo>
                <a:lnTo>
                  <a:pt x="2684" y="7019"/>
                </a:lnTo>
                <a:lnTo>
                  <a:pt x="2851" y="6844"/>
                </a:lnTo>
                <a:lnTo>
                  <a:pt x="3022" y="6661"/>
                </a:lnTo>
                <a:lnTo>
                  <a:pt x="3349" y="6294"/>
                </a:lnTo>
                <a:lnTo>
                  <a:pt x="3676" y="5903"/>
                </a:lnTo>
                <a:lnTo>
                  <a:pt x="3993" y="5504"/>
                </a:lnTo>
                <a:lnTo>
                  <a:pt x="4304" y="5087"/>
                </a:lnTo>
                <a:lnTo>
                  <a:pt x="4605" y="4663"/>
                </a:lnTo>
                <a:lnTo>
                  <a:pt x="4901" y="4230"/>
                </a:lnTo>
                <a:lnTo>
                  <a:pt x="5192" y="3797"/>
                </a:lnTo>
                <a:lnTo>
                  <a:pt x="5472" y="3347"/>
                </a:lnTo>
                <a:lnTo>
                  <a:pt x="5742" y="2898"/>
                </a:lnTo>
                <a:lnTo>
                  <a:pt x="6007" y="2448"/>
                </a:lnTo>
                <a:lnTo>
                  <a:pt x="6074" y="2315"/>
                </a:lnTo>
                <a:lnTo>
                  <a:pt x="6126" y="2190"/>
                </a:lnTo>
                <a:lnTo>
                  <a:pt x="6173" y="2057"/>
                </a:lnTo>
                <a:lnTo>
                  <a:pt x="6204" y="1915"/>
                </a:lnTo>
                <a:lnTo>
                  <a:pt x="6230" y="1782"/>
                </a:lnTo>
                <a:lnTo>
                  <a:pt x="6246" y="1649"/>
                </a:lnTo>
                <a:lnTo>
                  <a:pt x="6251" y="1516"/>
                </a:lnTo>
                <a:lnTo>
                  <a:pt x="6251" y="1374"/>
                </a:lnTo>
                <a:lnTo>
                  <a:pt x="6235" y="1249"/>
                </a:lnTo>
                <a:lnTo>
                  <a:pt x="6220" y="1116"/>
                </a:lnTo>
                <a:lnTo>
                  <a:pt x="6194" y="991"/>
                </a:lnTo>
                <a:lnTo>
                  <a:pt x="6163" y="875"/>
                </a:lnTo>
                <a:lnTo>
                  <a:pt x="6121" y="758"/>
                </a:lnTo>
                <a:lnTo>
                  <a:pt x="6079" y="641"/>
                </a:lnTo>
                <a:lnTo>
                  <a:pt x="6028" y="542"/>
                </a:lnTo>
                <a:lnTo>
                  <a:pt x="5970" y="442"/>
                </a:lnTo>
                <a:lnTo>
                  <a:pt x="5913" y="350"/>
                </a:lnTo>
                <a:lnTo>
                  <a:pt x="5846" y="275"/>
                </a:lnTo>
                <a:lnTo>
                  <a:pt x="5778" y="200"/>
                </a:lnTo>
                <a:lnTo>
                  <a:pt x="5706" y="142"/>
                </a:lnTo>
                <a:lnTo>
                  <a:pt x="5633" y="92"/>
                </a:lnTo>
                <a:lnTo>
                  <a:pt x="5555" y="50"/>
                </a:lnTo>
                <a:lnTo>
                  <a:pt x="5477" y="17"/>
                </a:lnTo>
                <a:lnTo>
                  <a:pt x="5394" y="9"/>
                </a:lnTo>
                <a:lnTo>
                  <a:pt x="531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6"/>
          <p:cNvSpPr/>
          <p:nvPr/>
        </p:nvSpPr>
        <p:spPr>
          <a:xfrm>
            <a:off x="912701" y="268461"/>
            <a:ext cx="77222" cy="103718"/>
          </a:xfrm>
          <a:custGeom>
            <a:rect b="b" l="l" r="r" t="t"/>
            <a:pathLst>
              <a:path extrusionOk="0" h="9608" w="5333">
                <a:moveTo>
                  <a:pt x="4460" y="0"/>
                </a:moveTo>
                <a:lnTo>
                  <a:pt x="4382" y="9"/>
                </a:lnTo>
                <a:lnTo>
                  <a:pt x="4304" y="25"/>
                </a:lnTo>
                <a:lnTo>
                  <a:pt x="4232" y="42"/>
                </a:lnTo>
                <a:lnTo>
                  <a:pt x="4154" y="75"/>
                </a:lnTo>
                <a:lnTo>
                  <a:pt x="4086" y="117"/>
                </a:lnTo>
                <a:lnTo>
                  <a:pt x="4014" y="167"/>
                </a:lnTo>
                <a:lnTo>
                  <a:pt x="3946" y="233"/>
                </a:lnTo>
                <a:lnTo>
                  <a:pt x="3884" y="300"/>
                </a:lnTo>
                <a:lnTo>
                  <a:pt x="3822" y="383"/>
                </a:lnTo>
                <a:lnTo>
                  <a:pt x="3770" y="475"/>
                </a:lnTo>
                <a:lnTo>
                  <a:pt x="3718" y="575"/>
                </a:lnTo>
                <a:lnTo>
                  <a:pt x="3510" y="1049"/>
                </a:lnTo>
                <a:lnTo>
                  <a:pt x="3313" y="1524"/>
                </a:lnTo>
                <a:lnTo>
                  <a:pt x="2924" y="2490"/>
                </a:lnTo>
                <a:lnTo>
                  <a:pt x="2731" y="2973"/>
                </a:lnTo>
                <a:lnTo>
                  <a:pt x="2529" y="3447"/>
                </a:lnTo>
                <a:lnTo>
                  <a:pt x="2316" y="3913"/>
                </a:lnTo>
                <a:lnTo>
                  <a:pt x="2212" y="4146"/>
                </a:lnTo>
                <a:lnTo>
                  <a:pt x="2098" y="4371"/>
                </a:lnTo>
                <a:lnTo>
                  <a:pt x="1875" y="4804"/>
                </a:lnTo>
                <a:lnTo>
                  <a:pt x="1646" y="5220"/>
                </a:lnTo>
                <a:lnTo>
                  <a:pt x="1413" y="5637"/>
                </a:lnTo>
                <a:lnTo>
                  <a:pt x="1174" y="6053"/>
                </a:lnTo>
                <a:lnTo>
                  <a:pt x="930" y="6453"/>
                </a:lnTo>
                <a:lnTo>
                  <a:pt x="686" y="6860"/>
                </a:lnTo>
                <a:lnTo>
                  <a:pt x="198" y="7660"/>
                </a:lnTo>
                <a:lnTo>
                  <a:pt x="151" y="7743"/>
                </a:lnTo>
                <a:lnTo>
                  <a:pt x="110" y="7835"/>
                </a:lnTo>
                <a:lnTo>
                  <a:pt x="74" y="7926"/>
                </a:lnTo>
                <a:lnTo>
                  <a:pt x="48" y="8018"/>
                </a:lnTo>
                <a:lnTo>
                  <a:pt x="27" y="8118"/>
                </a:lnTo>
                <a:lnTo>
                  <a:pt x="16" y="8218"/>
                </a:lnTo>
                <a:lnTo>
                  <a:pt x="6" y="8309"/>
                </a:lnTo>
                <a:lnTo>
                  <a:pt x="1" y="8409"/>
                </a:lnTo>
                <a:lnTo>
                  <a:pt x="6" y="8509"/>
                </a:lnTo>
                <a:lnTo>
                  <a:pt x="16" y="8609"/>
                </a:lnTo>
                <a:lnTo>
                  <a:pt x="27" y="8709"/>
                </a:lnTo>
                <a:lnTo>
                  <a:pt x="48" y="8800"/>
                </a:lnTo>
                <a:lnTo>
                  <a:pt x="68" y="8892"/>
                </a:lnTo>
                <a:lnTo>
                  <a:pt x="100" y="8983"/>
                </a:lnTo>
                <a:lnTo>
                  <a:pt x="131" y="9067"/>
                </a:lnTo>
                <a:lnTo>
                  <a:pt x="162" y="9150"/>
                </a:lnTo>
                <a:lnTo>
                  <a:pt x="203" y="9225"/>
                </a:lnTo>
                <a:lnTo>
                  <a:pt x="245" y="9291"/>
                </a:lnTo>
                <a:lnTo>
                  <a:pt x="292" y="9358"/>
                </a:lnTo>
                <a:lnTo>
                  <a:pt x="338" y="9416"/>
                </a:lnTo>
                <a:lnTo>
                  <a:pt x="390" y="9475"/>
                </a:lnTo>
                <a:lnTo>
                  <a:pt x="442" y="9516"/>
                </a:lnTo>
                <a:lnTo>
                  <a:pt x="499" y="9550"/>
                </a:lnTo>
                <a:lnTo>
                  <a:pt x="556" y="9583"/>
                </a:lnTo>
                <a:lnTo>
                  <a:pt x="613" y="9600"/>
                </a:lnTo>
                <a:lnTo>
                  <a:pt x="676" y="9608"/>
                </a:lnTo>
                <a:lnTo>
                  <a:pt x="733" y="9608"/>
                </a:lnTo>
                <a:lnTo>
                  <a:pt x="795" y="9591"/>
                </a:lnTo>
                <a:lnTo>
                  <a:pt x="857" y="9575"/>
                </a:lnTo>
                <a:lnTo>
                  <a:pt x="925" y="9533"/>
                </a:lnTo>
                <a:lnTo>
                  <a:pt x="987" y="9491"/>
                </a:lnTo>
                <a:lnTo>
                  <a:pt x="1049" y="9425"/>
                </a:lnTo>
                <a:lnTo>
                  <a:pt x="1216" y="9250"/>
                </a:lnTo>
                <a:lnTo>
                  <a:pt x="1377" y="9067"/>
                </a:lnTo>
                <a:lnTo>
                  <a:pt x="1537" y="8875"/>
                </a:lnTo>
                <a:lnTo>
                  <a:pt x="1698" y="8684"/>
                </a:lnTo>
                <a:lnTo>
                  <a:pt x="1859" y="8484"/>
                </a:lnTo>
                <a:lnTo>
                  <a:pt x="2015" y="8284"/>
                </a:lnTo>
                <a:lnTo>
                  <a:pt x="2176" y="8076"/>
                </a:lnTo>
                <a:lnTo>
                  <a:pt x="2327" y="7860"/>
                </a:lnTo>
                <a:lnTo>
                  <a:pt x="2482" y="7643"/>
                </a:lnTo>
                <a:lnTo>
                  <a:pt x="2633" y="7418"/>
                </a:lnTo>
                <a:lnTo>
                  <a:pt x="2783" y="7193"/>
                </a:lnTo>
                <a:lnTo>
                  <a:pt x="2934" y="6960"/>
                </a:lnTo>
                <a:lnTo>
                  <a:pt x="3079" y="6727"/>
                </a:lnTo>
                <a:lnTo>
                  <a:pt x="3225" y="6486"/>
                </a:lnTo>
                <a:lnTo>
                  <a:pt x="3365" y="6244"/>
                </a:lnTo>
                <a:lnTo>
                  <a:pt x="3505" y="5995"/>
                </a:lnTo>
                <a:lnTo>
                  <a:pt x="3640" y="5745"/>
                </a:lnTo>
                <a:lnTo>
                  <a:pt x="3770" y="5487"/>
                </a:lnTo>
                <a:lnTo>
                  <a:pt x="3899" y="5229"/>
                </a:lnTo>
                <a:lnTo>
                  <a:pt x="4029" y="4971"/>
                </a:lnTo>
                <a:lnTo>
                  <a:pt x="4154" y="4704"/>
                </a:lnTo>
                <a:lnTo>
                  <a:pt x="4273" y="4438"/>
                </a:lnTo>
                <a:lnTo>
                  <a:pt x="4387" y="4163"/>
                </a:lnTo>
                <a:lnTo>
                  <a:pt x="4502" y="3897"/>
                </a:lnTo>
                <a:lnTo>
                  <a:pt x="4611" y="3614"/>
                </a:lnTo>
                <a:lnTo>
                  <a:pt x="4720" y="3339"/>
                </a:lnTo>
                <a:lnTo>
                  <a:pt x="4818" y="3056"/>
                </a:lnTo>
                <a:lnTo>
                  <a:pt x="4917" y="2773"/>
                </a:lnTo>
                <a:lnTo>
                  <a:pt x="5010" y="2490"/>
                </a:lnTo>
                <a:lnTo>
                  <a:pt x="5099" y="2198"/>
                </a:lnTo>
                <a:lnTo>
                  <a:pt x="5182" y="1907"/>
                </a:lnTo>
                <a:lnTo>
                  <a:pt x="5260" y="1615"/>
                </a:lnTo>
                <a:lnTo>
                  <a:pt x="5296" y="1474"/>
                </a:lnTo>
                <a:lnTo>
                  <a:pt x="5317" y="1341"/>
                </a:lnTo>
                <a:lnTo>
                  <a:pt x="5327" y="1216"/>
                </a:lnTo>
                <a:lnTo>
                  <a:pt x="5332" y="1091"/>
                </a:lnTo>
                <a:lnTo>
                  <a:pt x="5327" y="974"/>
                </a:lnTo>
                <a:lnTo>
                  <a:pt x="5311" y="858"/>
                </a:lnTo>
                <a:lnTo>
                  <a:pt x="5291" y="750"/>
                </a:lnTo>
                <a:lnTo>
                  <a:pt x="5260" y="650"/>
                </a:lnTo>
                <a:lnTo>
                  <a:pt x="5228" y="558"/>
                </a:lnTo>
                <a:lnTo>
                  <a:pt x="5182" y="475"/>
                </a:lnTo>
                <a:lnTo>
                  <a:pt x="5135" y="392"/>
                </a:lnTo>
                <a:lnTo>
                  <a:pt x="5083" y="317"/>
                </a:lnTo>
                <a:lnTo>
                  <a:pt x="5026" y="250"/>
                </a:lnTo>
                <a:lnTo>
                  <a:pt x="4964" y="192"/>
                </a:lnTo>
                <a:lnTo>
                  <a:pt x="4901" y="142"/>
                </a:lnTo>
                <a:lnTo>
                  <a:pt x="4829" y="100"/>
                </a:lnTo>
                <a:lnTo>
                  <a:pt x="4761" y="67"/>
                </a:lnTo>
                <a:lnTo>
                  <a:pt x="4689" y="34"/>
                </a:lnTo>
                <a:lnTo>
                  <a:pt x="4611" y="17"/>
                </a:lnTo>
                <a:lnTo>
                  <a:pt x="453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6"/>
          <p:cNvSpPr/>
          <p:nvPr/>
        </p:nvSpPr>
        <p:spPr>
          <a:xfrm>
            <a:off x="1003129" y="11"/>
            <a:ext cx="84882" cy="111717"/>
          </a:xfrm>
          <a:custGeom>
            <a:rect b="b" l="l" r="r" t="t"/>
            <a:pathLst>
              <a:path extrusionOk="0" h="10349" w="5862">
                <a:moveTo>
                  <a:pt x="4933" y="0"/>
                </a:moveTo>
                <a:lnTo>
                  <a:pt x="4855" y="17"/>
                </a:lnTo>
                <a:lnTo>
                  <a:pt x="4777" y="50"/>
                </a:lnTo>
                <a:lnTo>
                  <a:pt x="4704" y="92"/>
                </a:lnTo>
                <a:lnTo>
                  <a:pt x="4631" y="150"/>
                </a:lnTo>
                <a:lnTo>
                  <a:pt x="4559" y="225"/>
                </a:lnTo>
                <a:lnTo>
                  <a:pt x="4491" y="308"/>
                </a:lnTo>
                <a:lnTo>
                  <a:pt x="4424" y="408"/>
                </a:lnTo>
                <a:lnTo>
                  <a:pt x="4362" y="525"/>
                </a:lnTo>
                <a:lnTo>
                  <a:pt x="4299" y="658"/>
                </a:lnTo>
                <a:lnTo>
                  <a:pt x="3858" y="1740"/>
                </a:lnTo>
                <a:lnTo>
                  <a:pt x="3635" y="2282"/>
                </a:lnTo>
                <a:lnTo>
                  <a:pt x="3412" y="2823"/>
                </a:lnTo>
                <a:lnTo>
                  <a:pt x="3183" y="3356"/>
                </a:lnTo>
                <a:lnTo>
                  <a:pt x="2944" y="3880"/>
                </a:lnTo>
                <a:lnTo>
                  <a:pt x="2825" y="4138"/>
                </a:lnTo>
                <a:lnTo>
                  <a:pt x="2700" y="4396"/>
                </a:lnTo>
                <a:lnTo>
                  <a:pt x="2571" y="4646"/>
                </a:lnTo>
                <a:lnTo>
                  <a:pt x="2441" y="4896"/>
                </a:lnTo>
                <a:lnTo>
                  <a:pt x="2316" y="5137"/>
                </a:lnTo>
                <a:lnTo>
                  <a:pt x="2181" y="5370"/>
                </a:lnTo>
                <a:lnTo>
                  <a:pt x="1916" y="5828"/>
                </a:lnTo>
                <a:lnTo>
                  <a:pt x="1641" y="6278"/>
                </a:lnTo>
                <a:lnTo>
                  <a:pt x="1361" y="6719"/>
                </a:lnTo>
                <a:lnTo>
                  <a:pt x="1075" y="7152"/>
                </a:lnTo>
                <a:lnTo>
                  <a:pt x="790" y="7577"/>
                </a:lnTo>
                <a:lnTo>
                  <a:pt x="219" y="8434"/>
                </a:lnTo>
                <a:lnTo>
                  <a:pt x="167" y="8526"/>
                </a:lnTo>
                <a:lnTo>
                  <a:pt x="120" y="8609"/>
                </a:lnTo>
                <a:lnTo>
                  <a:pt x="84" y="8700"/>
                </a:lnTo>
                <a:lnTo>
                  <a:pt x="53" y="8792"/>
                </a:lnTo>
                <a:lnTo>
                  <a:pt x="32" y="8892"/>
                </a:lnTo>
                <a:lnTo>
                  <a:pt x="16" y="8984"/>
                </a:lnTo>
                <a:lnTo>
                  <a:pt x="6" y="9083"/>
                </a:lnTo>
                <a:lnTo>
                  <a:pt x="1" y="9175"/>
                </a:lnTo>
                <a:lnTo>
                  <a:pt x="6" y="9275"/>
                </a:lnTo>
                <a:lnTo>
                  <a:pt x="11" y="9366"/>
                </a:lnTo>
                <a:lnTo>
                  <a:pt x="27" y="9458"/>
                </a:lnTo>
                <a:lnTo>
                  <a:pt x="42" y="9550"/>
                </a:lnTo>
                <a:lnTo>
                  <a:pt x="68" y="9641"/>
                </a:lnTo>
                <a:lnTo>
                  <a:pt x="94" y="9724"/>
                </a:lnTo>
                <a:lnTo>
                  <a:pt x="125" y="9808"/>
                </a:lnTo>
                <a:lnTo>
                  <a:pt x="162" y="9883"/>
                </a:lnTo>
                <a:lnTo>
                  <a:pt x="203" y="9958"/>
                </a:lnTo>
                <a:lnTo>
                  <a:pt x="245" y="10033"/>
                </a:lnTo>
                <a:lnTo>
                  <a:pt x="292" y="10091"/>
                </a:lnTo>
                <a:lnTo>
                  <a:pt x="344" y="10149"/>
                </a:lnTo>
                <a:lnTo>
                  <a:pt x="395" y="10199"/>
                </a:lnTo>
                <a:lnTo>
                  <a:pt x="447" y="10249"/>
                </a:lnTo>
                <a:lnTo>
                  <a:pt x="504" y="10282"/>
                </a:lnTo>
                <a:lnTo>
                  <a:pt x="562" y="10316"/>
                </a:lnTo>
                <a:lnTo>
                  <a:pt x="624" y="10332"/>
                </a:lnTo>
                <a:lnTo>
                  <a:pt x="686" y="10349"/>
                </a:lnTo>
                <a:lnTo>
                  <a:pt x="748" y="10349"/>
                </a:lnTo>
                <a:lnTo>
                  <a:pt x="811" y="10341"/>
                </a:lnTo>
                <a:lnTo>
                  <a:pt x="878" y="10324"/>
                </a:lnTo>
                <a:lnTo>
                  <a:pt x="941" y="10299"/>
                </a:lnTo>
                <a:lnTo>
                  <a:pt x="1003" y="10257"/>
                </a:lnTo>
                <a:lnTo>
                  <a:pt x="1070" y="10207"/>
                </a:lnTo>
                <a:lnTo>
                  <a:pt x="1252" y="10041"/>
                </a:lnTo>
                <a:lnTo>
                  <a:pt x="1434" y="9866"/>
                </a:lnTo>
                <a:lnTo>
                  <a:pt x="1615" y="9675"/>
                </a:lnTo>
                <a:lnTo>
                  <a:pt x="1797" y="9491"/>
                </a:lnTo>
                <a:lnTo>
                  <a:pt x="1974" y="9292"/>
                </a:lnTo>
                <a:lnTo>
                  <a:pt x="2155" y="9083"/>
                </a:lnTo>
                <a:lnTo>
                  <a:pt x="2332" y="8875"/>
                </a:lnTo>
                <a:lnTo>
                  <a:pt x="2503" y="8651"/>
                </a:lnTo>
                <a:lnTo>
                  <a:pt x="2674" y="8426"/>
                </a:lnTo>
                <a:lnTo>
                  <a:pt x="2846" y="8201"/>
                </a:lnTo>
                <a:lnTo>
                  <a:pt x="3012" y="7959"/>
                </a:lnTo>
                <a:lnTo>
                  <a:pt x="3178" y="7718"/>
                </a:lnTo>
                <a:lnTo>
                  <a:pt x="3344" y="7477"/>
                </a:lnTo>
                <a:lnTo>
                  <a:pt x="3500" y="7219"/>
                </a:lnTo>
                <a:lnTo>
                  <a:pt x="3661" y="6960"/>
                </a:lnTo>
                <a:lnTo>
                  <a:pt x="3816" y="6702"/>
                </a:lnTo>
                <a:lnTo>
                  <a:pt x="3967" y="6436"/>
                </a:lnTo>
                <a:lnTo>
                  <a:pt x="4112" y="6161"/>
                </a:lnTo>
                <a:lnTo>
                  <a:pt x="4258" y="5886"/>
                </a:lnTo>
                <a:lnTo>
                  <a:pt x="4403" y="5612"/>
                </a:lnTo>
                <a:lnTo>
                  <a:pt x="4538" y="5329"/>
                </a:lnTo>
                <a:lnTo>
                  <a:pt x="4673" y="5037"/>
                </a:lnTo>
                <a:lnTo>
                  <a:pt x="4803" y="4754"/>
                </a:lnTo>
                <a:lnTo>
                  <a:pt x="4927" y="4463"/>
                </a:lnTo>
                <a:lnTo>
                  <a:pt x="5052" y="4163"/>
                </a:lnTo>
                <a:lnTo>
                  <a:pt x="5166" y="3863"/>
                </a:lnTo>
                <a:lnTo>
                  <a:pt x="5280" y="3564"/>
                </a:lnTo>
                <a:lnTo>
                  <a:pt x="5389" y="3264"/>
                </a:lnTo>
                <a:lnTo>
                  <a:pt x="5493" y="2964"/>
                </a:lnTo>
                <a:lnTo>
                  <a:pt x="5592" y="2656"/>
                </a:lnTo>
                <a:lnTo>
                  <a:pt x="5685" y="2348"/>
                </a:lnTo>
                <a:lnTo>
                  <a:pt x="5774" y="2040"/>
                </a:lnTo>
                <a:lnTo>
                  <a:pt x="5810" y="1890"/>
                </a:lnTo>
                <a:lnTo>
                  <a:pt x="5836" y="1749"/>
                </a:lnTo>
                <a:lnTo>
                  <a:pt x="5857" y="1599"/>
                </a:lnTo>
                <a:lnTo>
                  <a:pt x="5862" y="1466"/>
                </a:lnTo>
                <a:lnTo>
                  <a:pt x="5862" y="1324"/>
                </a:lnTo>
                <a:lnTo>
                  <a:pt x="5857" y="1191"/>
                </a:lnTo>
                <a:lnTo>
                  <a:pt x="5841" y="1066"/>
                </a:lnTo>
                <a:lnTo>
                  <a:pt x="5820" y="941"/>
                </a:lnTo>
                <a:lnTo>
                  <a:pt x="5789" y="825"/>
                </a:lnTo>
                <a:lnTo>
                  <a:pt x="5753" y="716"/>
                </a:lnTo>
                <a:lnTo>
                  <a:pt x="5711" y="608"/>
                </a:lnTo>
                <a:lnTo>
                  <a:pt x="5665" y="508"/>
                </a:lnTo>
                <a:lnTo>
                  <a:pt x="5613" y="417"/>
                </a:lnTo>
                <a:lnTo>
                  <a:pt x="5561" y="333"/>
                </a:lnTo>
                <a:lnTo>
                  <a:pt x="5498" y="259"/>
                </a:lnTo>
                <a:lnTo>
                  <a:pt x="5436" y="192"/>
                </a:lnTo>
                <a:lnTo>
                  <a:pt x="5369" y="134"/>
                </a:lnTo>
                <a:lnTo>
                  <a:pt x="5301" y="84"/>
                </a:lnTo>
                <a:lnTo>
                  <a:pt x="5228" y="50"/>
                </a:lnTo>
                <a:lnTo>
                  <a:pt x="5156" y="17"/>
                </a:lnTo>
                <a:lnTo>
                  <a:pt x="508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6"/>
          <p:cNvSpPr/>
          <p:nvPr/>
        </p:nvSpPr>
        <p:spPr>
          <a:xfrm flipH="1" rot="10800000">
            <a:off x="209563" y="1950606"/>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6"/>
          <p:cNvSpPr/>
          <p:nvPr/>
        </p:nvSpPr>
        <p:spPr>
          <a:xfrm rot="10800000">
            <a:off x="7034578" y="490935"/>
            <a:ext cx="1026248" cy="480865"/>
          </a:xfrm>
          <a:custGeom>
            <a:rect b="b" l="l" r="r" t="t"/>
            <a:pathLst>
              <a:path extrusionOk="0" h="73052" w="285267">
                <a:moveTo>
                  <a:pt x="36910" y="1"/>
                </a:moveTo>
                <a:lnTo>
                  <a:pt x="36362" y="12"/>
                </a:lnTo>
                <a:lnTo>
                  <a:pt x="35814" y="35"/>
                </a:lnTo>
                <a:lnTo>
                  <a:pt x="35289" y="69"/>
                </a:lnTo>
                <a:lnTo>
                  <a:pt x="34789" y="126"/>
                </a:lnTo>
                <a:lnTo>
                  <a:pt x="34289" y="183"/>
                </a:lnTo>
                <a:lnTo>
                  <a:pt x="33812" y="263"/>
                </a:lnTo>
                <a:lnTo>
                  <a:pt x="33359" y="354"/>
                </a:lnTo>
                <a:lnTo>
                  <a:pt x="32907" y="457"/>
                </a:lnTo>
                <a:lnTo>
                  <a:pt x="32478" y="570"/>
                </a:lnTo>
                <a:lnTo>
                  <a:pt x="31954" y="570"/>
                </a:lnTo>
                <a:lnTo>
                  <a:pt x="31429" y="582"/>
                </a:lnTo>
                <a:lnTo>
                  <a:pt x="30929" y="605"/>
                </a:lnTo>
                <a:lnTo>
                  <a:pt x="30405" y="662"/>
                </a:lnTo>
                <a:lnTo>
                  <a:pt x="29833" y="741"/>
                </a:lnTo>
                <a:lnTo>
                  <a:pt x="29261" y="821"/>
                </a:lnTo>
                <a:lnTo>
                  <a:pt x="28117" y="1015"/>
                </a:lnTo>
                <a:lnTo>
                  <a:pt x="26974" y="1231"/>
                </a:lnTo>
                <a:lnTo>
                  <a:pt x="25806" y="1482"/>
                </a:lnTo>
                <a:lnTo>
                  <a:pt x="24662" y="1755"/>
                </a:lnTo>
                <a:lnTo>
                  <a:pt x="23519" y="2051"/>
                </a:lnTo>
                <a:lnTo>
                  <a:pt x="22399" y="2370"/>
                </a:lnTo>
                <a:lnTo>
                  <a:pt x="21279" y="2712"/>
                </a:lnTo>
                <a:lnTo>
                  <a:pt x="20159" y="3076"/>
                </a:lnTo>
                <a:lnTo>
                  <a:pt x="19063" y="3464"/>
                </a:lnTo>
                <a:lnTo>
                  <a:pt x="17990" y="3862"/>
                </a:lnTo>
                <a:lnTo>
                  <a:pt x="16942" y="4295"/>
                </a:lnTo>
                <a:lnTo>
                  <a:pt x="15917" y="4728"/>
                </a:lnTo>
                <a:lnTo>
                  <a:pt x="14917" y="5195"/>
                </a:lnTo>
                <a:lnTo>
                  <a:pt x="13940" y="5674"/>
                </a:lnTo>
                <a:lnTo>
                  <a:pt x="12987" y="6163"/>
                </a:lnTo>
                <a:lnTo>
                  <a:pt x="12081" y="6665"/>
                </a:lnTo>
                <a:lnTo>
                  <a:pt x="11223" y="7189"/>
                </a:lnTo>
                <a:lnTo>
                  <a:pt x="10389" y="7713"/>
                </a:lnTo>
                <a:lnTo>
                  <a:pt x="9603" y="8259"/>
                </a:lnTo>
                <a:lnTo>
                  <a:pt x="8864" y="8806"/>
                </a:lnTo>
                <a:lnTo>
                  <a:pt x="8173" y="9376"/>
                </a:lnTo>
                <a:lnTo>
                  <a:pt x="7530" y="9945"/>
                </a:lnTo>
                <a:lnTo>
                  <a:pt x="6934" y="10526"/>
                </a:lnTo>
                <a:lnTo>
                  <a:pt x="6648" y="10811"/>
                </a:lnTo>
                <a:lnTo>
                  <a:pt x="6410" y="11107"/>
                </a:lnTo>
                <a:lnTo>
                  <a:pt x="6148" y="11403"/>
                </a:lnTo>
                <a:lnTo>
                  <a:pt x="5934" y="11688"/>
                </a:lnTo>
                <a:lnTo>
                  <a:pt x="5695" y="11984"/>
                </a:lnTo>
                <a:lnTo>
                  <a:pt x="5505" y="12292"/>
                </a:lnTo>
                <a:lnTo>
                  <a:pt x="5314" y="12588"/>
                </a:lnTo>
                <a:lnTo>
                  <a:pt x="5147" y="12884"/>
                </a:lnTo>
                <a:lnTo>
                  <a:pt x="5004" y="13180"/>
                </a:lnTo>
                <a:lnTo>
                  <a:pt x="4861" y="13488"/>
                </a:lnTo>
                <a:lnTo>
                  <a:pt x="4742" y="13784"/>
                </a:lnTo>
                <a:lnTo>
                  <a:pt x="4647" y="14080"/>
                </a:lnTo>
                <a:lnTo>
                  <a:pt x="4575" y="14388"/>
                </a:lnTo>
                <a:lnTo>
                  <a:pt x="4504" y="14684"/>
                </a:lnTo>
                <a:lnTo>
                  <a:pt x="4456" y="14980"/>
                </a:lnTo>
                <a:lnTo>
                  <a:pt x="4432" y="15288"/>
                </a:lnTo>
                <a:lnTo>
                  <a:pt x="3932" y="15516"/>
                </a:lnTo>
                <a:lnTo>
                  <a:pt x="3456" y="15755"/>
                </a:lnTo>
                <a:lnTo>
                  <a:pt x="3003" y="16005"/>
                </a:lnTo>
                <a:lnTo>
                  <a:pt x="2574" y="16256"/>
                </a:lnTo>
                <a:lnTo>
                  <a:pt x="2169" y="16529"/>
                </a:lnTo>
                <a:lnTo>
                  <a:pt x="1811" y="16803"/>
                </a:lnTo>
                <a:lnTo>
                  <a:pt x="1478" y="17087"/>
                </a:lnTo>
                <a:lnTo>
                  <a:pt x="1168" y="17372"/>
                </a:lnTo>
                <a:lnTo>
                  <a:pt x="906" y="17657"/>
                </a:lnTo>
                <a:lnTo>
                  <a:pt x="668" y="17953"/>
                </a:lnTo>
                <a:lnTo>
                  <a:pt x="453" y="18261"/>
                </a:lnTo>
                <a:lnTo>
                  <a:pt x="286" y="18557"/>
                </a:lnTo>
                <a:lnTo>
                  <a:pt x="167" y="18864"/>
                </a:lnTo>
                <a:lnTo>
                  <a:pt x="72" y="19172"/>
                </a:lnTo>
                <a:lnTo>
                  <a:pt x="1" y="19480"/>
                </a:lnTo>
                <a:lnTo>
                  <a:pt x="1" y="19776"/>
                </a:lnTo>
                <a:lnTo>
                  <a:pt x="24" y="20083"/>
                </a:lnTo>
                <a:lnTo>
                  <a:pt x="96" y="20391"/>
                </a:lnTo>
                <a:lnTo>
                  <a:pt x="215" y="20687"/>
                </a:lnTo>
                <a:lnTo>
                  <a:pt x="358" y="20983"/>
                </a:lnTo>
                <a:lnTo>
                  <a:pt x="572" y="21268"/>
                </a:lnTo>
                <a:lnTo>
                  <a:pt x="811" y="21553"/>
                </a:lnTo>
                <a:lnTo>
                  <a:pt x="1120" y="21826"/>
                </a:lnTo>
                <a:lnTo>
                  <a:pt x="1454" y="22100"/>
                </a:lnTo>
                <a:lnTo>
                  <a:pt x="1859" y="22362"/>
                </a:lnTo>
                <a:lnTo>
                  <a:pt x="2288" y="22612"/>
                </a:lnTo>
                <a:lnTo>
                  <a:pt x="2788" y="22863"/>
                </a:lnTo>
                <a:lnTo>
                  <a:pt x="3336" y="23091"/>
                </a:lnTo>
                <a:lnTo>
                  <a:pt x="3956" y="23318"/>
                </a:lnTo>
                <a:lnTo>
                  <a:pt x="4599" y="23523"/>
                </a:lnTo>
                <a:lnTo>
                  <a:pt x="5314" y="23717"/>
                </a:lnTo>
                <a:lnTo>
                  <a:pt x="6100" y="23911"/>
                </a:lnTo>
                <a:lnTo>
                  <a:pt x="13821" y="25597"/>
                </a:lnTo>
                <a:lnTo>
                  <a:pt x="21565" y="27282"/>
                </a:lnTo>
                <a:lnTo>
                  <a:pt x="29309" y="28957"/>
                </a:lnTo>
                <a:lnTo>
                  <a:pt x="37076" y="30609"/>
                </a:lnTo>
                <a:lnTo>
                  <a:pt x="44844" y="32260"/>
                </a:lnTo>
                <a:lnTo>
                  <a:pt x="52636" y="33901"/>
                </a:lnTo>
                <a:lnTo>
                  <a:pt x="60428" y="35530"/>
                </a:lnTo>
                <a:lnTo>
                  <a:pt x="68219" y="37159"/>
                </a:lnTo>
                <a:lnTo>
                  <a:pt x="76035" y="38765"/>
                </a:lnTo>
                <a:lnTo>
                  <a:pt x="83850" y="40371"/>
                </a:lnTo>
                <a:lnTo>
                  <a:pt x="91666" y="41977"/>
                </a:lnTo>
                <a:lnTo>
                  <a:pt x="99481" y="43572"/>
                </a:lnTo>
                <a:lnTo>
                  <a:pt x="115160" y="46738"/>
                </a:lnTo>
                <a:lnTo>
                  <a:pt x="130839" y="49894"/>
                </a:lnTo>
                <a:lnTo>
                  <a:pt x="138535" y="51443"/>
                </a:lnTo>
                <a:lnTo>
                  <a:pt x="146255" y="53026"/>
                </a:lnTo>
                <a:lnTo>
                  <a:pt x="161815" y="56239"/>
                </a:lnTo>
                <a:lnTo>
                  <a:pt x="169654" y="57856"/>
                </a:lnTo>
                <a:lnTo>
                  <a:pt x="177493" y="59451"/>
                </a:lnTo>
                <a:lnTo>
                  <a:pt x="181425" y="60248"/>
                </a:lnTo>
                <a:lnTo>
                  <a:pt x="185380" y="61034"/>
                </a:lnTo>
                <a:lnTo>
                  <a:pt x="189336" y="61820"/>
                </a:lnTo>
                <a:lnTo>
                  <a:pt x="193291" y="62595"/>
                </a:lnTo>
                <a:lnTo>
                  <a:pt x="197247" y="63358"/>
                </a:lnTo>
                <a:lnTo>
                  <a:pt x="201226" y="64110"/>
                </a:lnTo>
                <a:lnTo>
                  <a:pt x="205181" y="64862"/>
                </a:lnTo>
                <a:lnTo>
                  <a:pt x="209160" y="65591"/>
                </a:lnTo>
                <a:lnTo>
                  <a:pt x="213163" y="66308"/>
                </a:lnTo>
                <a:lnTo>
                  <a:pt x="217143" y="67003"/>
                </a:lnTo>
                <a:lnTo>
                  <a:pt x="221146" y="67687"/>
                </a:lnTo>
                <a:lnTo>
                  <a:pt x="225149" y="68359"/>
                </a:lnTo>
                <a:lnTo>
                  <a:pt x="229176" y="69008"/>
                </a:lnTo>
                <a:lnTo>
                  <a:pt x="233179" y="69646"/>
                </a:lnTo>
                <a:lnTo>
                  <a:pt x="237206" y="70250"/>
                </a:lnTo>
                <a:lnTo>
                  <a:pt x="241233" y="70842"/>
                </a:lnTo>
                <a:lnTo>
                  <a:pt x="245259" y="71411"/>
                </a:lnTo>
                <a:lnTo>
                  <a:pt x="249310" y="71947"/>
                </a:lnTo>
                <a:lnTo>
                  <a:pt x="253337" y="72471"/>
                </a:lnTo>
                <a:lnTo>
                  <a:pt x="257388" y="72961"/>
                </a:lnTo>
                <a:lnTo>
                  <a:pt x="257721" y="72995"/>
                </a:lnTo>
                <a:lnTo>
                  <a:pt x="258031" y="73018"/>
                </a:lnTo>
                <a:lnTo>
                  <a:pt x="258341" y="73040"/>
                </a:lnTo>
                <a:lnTo>
                  <a:pt x="258651" y="73052"/>
                </a:lnTo>
                <a:lnTo>
                  <a:pt x="259246" y="73052"/>
                </a:lnTo>
                <a:lnTo>
                  <a:pt x="259818" y="73029"/>
                </a:lnTo>
                <a:lnTo>
                  <a:pt x="260366" y="72983"/>
                </a:lnTo>
                <a:lnTo>
                  <a:pt x="260914" y="72904"/>
                </a:lnTo>
                <a:lnTo>
                  <a:pt x="261415" y="72813"/>
                </a:lnTo>
                <a:lnTo>
                  <a:pt x="261915" y="72699"/>
                </a:lnTo>
                <a:lnTo>
                  <a:pt x="262368" y="72562"/>
                </a:lnTo>
                <a:lnTo>
                  <a:pt x="262797" y="72402"/>
                </a:lnTo>
                <a:lnTo>
                  <a:pt x="263202" y="72232"/>
                </a:lnTo>
                <a:lnTo>
                  <a:pt x="263559" y="72049"/>
                </a:lnTo>
                <a:lnTo>
                  <a:pt x="263893" y="71856"/>
                </a:lnTo>
                <a:lnTo>
                  <a:pt x="264202" y="71639"/>
                </a:lnTo>
                <a:lnTo>
                  <a:pt x="264465" y="71423"/>
                </a:lnTo>
                <a:lnTo>
                  <a:pt x="264703" y="71195"/>
                </a:lnTo>
                <a:lnTo>
                  <a:pt x="264893" y="70956"/>
                </a:lnTo>
                <a:lnTo>
                  <a:pt x="265036" y="70705"/>
                </a:lnTo>
                <a:lnTo>
                  <a:pt x="265156" y="70466"/>
                </a:lnTo>
                <a:lnTo>
                  <a:pt x="265227" y="70215"/>
                </a:lnTo>
                <a:lnTo>
                  <a:pt x="265251" y="69953"/>
                </a:lnTo>
                <a:lnTo>
                  <a:pt x="265227" y="69703"/>
                </a:lnTo>
                <a:lnTo>
                  <a:pt x="265156" y="69452"/>
                </a:lnTo>
                <a:lnTo>
                  <a:pt x="265036" y="69202"/>
                </a:lnTo>
                <a:lnTo>
                  <a:pt x="264870" y="68962"/>
                </a:lnTo>
                <a:lnTo>
                  <a:pt x="264655" y="68723"/>
                </a:lnTo>
                <a:lnTo>
                  <a:pt x="264393" y="68484"/>
                </a:lnTo>
                <a:lnTo>
                  <a:pt x="264060" y="68268"/>
                </a:lnTo>
                <a:lnTo>
                  <a:pt x="263893" y="68154"/>
                </a:lnTo>
                <a:lnTo>
                  <a:pt x="263702" y="68051"/>
                </a:lnTo>
                <a:lnTo>
                  <a:pt x="263488" y="67949"/>
                </a:lnTo>
                <a:lnTo>
                  <a:pt x="263249" y="67846"/>
                </a:lnTo>
                <a:lnTo>
                  <a:pt x="263011" y="67755"/>
                </a:lnTo>
                <a:lnTo>
                  <a:pt x="262773" y="67664"/>
                </a:lnTo>
                <a:lnTo>
                  <a:pt x="262511" y="67573"/>
                </a:lnTo>
                <a:lnTo>
                  <a:pt x="262225" y="67493"/>
                </a:lnTo>
                <a:lnTo>
                  <a:pt x="259699" y="66775"/>
                </a:lnTo>
                <a:lnTo>
                  <a:pt x="257149" y="66069"/>
                </a:lnTo>
                <a:lnTo>
                  <a:pt x="254576" y="65374"/>
                </a:lnTo>
                <a:lnTo>
                  <a:pt x="251979" y="64691"/>
                </a:lnTo>
                <a:lnTo>
                  <a:pt x="249382" y="64019"/>
                </a:lnTo>
                <a:lnTo>
                  <a:pt x="246784" y="63347"/>
                </a:lnTo>
                <a:lnTo>
                  <a:pt x="244163" y="62686"/>
                </a:lnTo>
                <a:lnTo>
                  <a:pt x="241518" y="62037"/>
                </a:lnTo>
                <a:lnTo>
                  <a:pt x="241638" y="61854"/>
                </a:lnTo>
                <a:lnTo>
                  <a:pt x="241709" y="61672"/>
                </a:lnTo>
                <a:lnTo>
                  <a:pt x="241781" y="61490"/>
                </a:lnTo>
                <a:lnTo>
                  <a:pt x="241828" y="61308"/>
                </a:lnTo>
                <a:lnTo>
                  <a:pt x="241852" y="61125"/>
                </a:lnTo>
                <a:lnTo>
                  <a:pt x="241852" y="60943"/>
                </a:lnTo>
                <a:lnTo>
                  <a:pt x="241852" y="60761"/>
                </a:lnTo>
                <a:lnTo>
                  <a:pt x="241804" y="60590"/>
                </a:lnTo>
                <a:lnTo>
                  <a:pt x="241733" y="60408"/>
                </a:lnTo>
                <a:lnTo>
                  <a:pt x="241661" y="60237"/>
                </a:lnTo>
                <a:lnTo>
                  <a:pt x="241542" y="60066"/>
                </a:lnTo>
                <a:lnTo>
                  <a:pt x="241399" y="59895"/>
                </a:lnTo>
                <a:lnTo>
                  <a:pt x="241256" y="59724"/>
                </a:lnTo>
                <a:lnTo>
                  <a:pt x="241066" y="59565"/>
                </a:lnTo>
                <a:lnTo>
                  <a:pt x="240851" y="59405"/>
                </a:lnTo>
                <a:lnTo>
                  <a:pt x="240613" y="59257"/>
                </a:lnTo>
                <a:lnTo>
                  <a:pt x="245283" y="59895"/>
                </a:lnTo>
                <a:lnTo>
                  <a:pt x="247618" y="60214"/>
                </a:lnTo>
                <a:lnTo>
                  <a:pt x="249953" y="60522"/>
                </a:lnTo>
                <a:lnTo>
                  <a:pt x="250430" y="60579"/>
                </a:lnTo>
                <a:lnTo>
                  <a:pt x="250907" y="60624"/>
                </a:lnTo>
                <a:lnTo>
                  <a:pt x="251359" y="60658"/>
                </a:lnTo>
                <a:lnTo>
                  <a:pt x="251836" y="60681"/>
                </a:lnTo>
                <a:lnTo>
                  <a:pt x="252289" y="60704"/>
                </a:lnTo>
                <a:lnTo>
                  <a:pt x="253194" y="60704"/>
                </a:lnTo>
                <a:lnTo>
                  <a:pt x="253647" y="60692"/>
                </a:lnTo>
                <a:lnTo>
                  <a:pt x="254076" y="60670"/>
                </a:lnTo>
                <a:lnTo>
                  <a:pt x="254528" y="60647"/>
                </a:lnTo>
                <a:lnTo>
                  <a:pt x="254957" y="60613"/>
                </a:lnTo>
                <a:lnTo>
                  <a:pt x="255362" y="60567"/>
                </a:lnTo>
                <a:lnTo>
                  <a:pt x="255791" y="60510"/>
                </a:lnTo>
                <a:lnTo>
                  <a:pt x="256196" y="60453"/>
                </a:lnTo>
                <a:lnTo>
                  <a:pt x="256601" y="60385"/>
                </a:lnTo>
                <a:lnTo>
                  <a:pt x="257007" y="60305"/>
                </a:lnTo>
                <a:lnTo>
                  <a:pt x="257412" y="60225"/>
                </a:lnTo>
                <a:lnTo>
                  <a:pt x="257793" y="60134"/>
                </a:lnTo>
                <a:lnTo>
                  <a:pt x="258150" y="60043"/>
                </a:lnTo>
                <a:lnTo>
                  <a:pt x="258531" y="59941"/>
                </a:lnTo>
                <a:lnTo>
                  <a:pt x="258889" y="59827"/>
                </a:lnTo>
                <a:lnTo>
                  <a:pt x="259246" y="59713"/>
                </a:lnTo>
                <a:lnTo>
                  <a:pt x="259604" y="59588"/>
                </a:lnTo>
                <a:lnTo>
                  <a:pt x="259937" y="59462"/>
                </a:lnTo>
                <a:lnTo>
                  <a:pt x="260581" y="59200"/>
                </a:lnTo>
                <a:lnTo>
                  <a:pt x="261200" y="58915"/>
                </a:lnTo>
                <a:lnTo>
                  <a:pt x="261772" y="58608"/>
                </a:lnTo>
                <a:lnTo>
                  <a:pt x="262296" y="58289"/>
                </a:lnTo>
                <a:lnTo>
                  <a:pt x="262797" y="57947"/>
                </a:lnTo>
                <a:lnTo>
                  <a:pt x="263226" y="57594"/>
                </a:lnTo>
                <a:lnTo>
                  <a:pt x="263631" y="57241"/>
                </a:lnTo>
                <a:lnTo>
                  <a:pt x="263988" y="56865"/>
                </a:lnTo>
                <a:lnTo>
                  <a:pt x="264298" y="56489"/>
                </a:lnTo>
                <a:lnTo>
                  <a:pt x="264560" y="56102"/>
                </a:lnTo>
                <a:lnTo>
                  <a:pt x="264751" y="55715"/>
                </a:lnTo>
                <a:lnTo>
                  <a:pt x="264893" y="55327"/>
                </a:lnTo>
                <a:lnTo>
                  <a:pt x="264941" y="55122"/>
                </a:lnTo>
                <a:lnTo>
                  <a:pt x="264989" y="54929"/>
                </a:lnTo>
                <a:lnTo>
                  <a:pt x="265013" y="54735"/>
                </a:lnTo>
                <a:lnTo>
                  <a:pt x="265013" y="54541"/>
                </a:lnTo>
                <a:lnTo>
                  <a:pt x="265013" y="54348"/>
                </a:lnTo>
                <a:lnTo>
                  <a:pt x="264989" y="54154"/>
                </a:lnTo>
                <a:lnTo>
                  <a:pt x="264965" y="53960"/>
                </a:lnTo>
                <a:lnTo>
                  <a:pt x="264893" y="53767"/>
                </a:lnTo>
                <a:lnTo>
                  <a:pt x="264822" y="53573"/>
                </a:lnTo>
                <a:lnTo>
                  <a:pt x="264751" y="53379"/>
                </a:lnTo>
                <a:lnTo>
                  <a:pt x="264655" y="53197"/>
                </a:lnTo>
                <a:lnTo>
                  <a:pt x="264536" y="53003"/>
                </a:lnTo>
                <a:lnTo>
                  <a:pt x="264393" y="52821"/>
                </a:lnTo>
                <a:lnTo>
                  <a:pt x="264250" y="52639"/>
                </a:lnTo>
                <a:lnTo>
                  <a:pt x="264083" y="52468"/>
                </a:lnTo>
                <a:lnTo>
                  <a:pt x="263893" y="52286"/>
                </a:lnTo>
                <a:lnTo>
                  <a:pt x="265179" y="52525"/>
                </a:lnTo>
                <a:lnTo>
                  <a:pt x="266466" y="52753"/>
                </a:lnTo>
                <a:lnTo>
                  <a:pt x="267777" y="52958"/>
                </a:lnTo>
                <a:lnTo>
                  <a:pt x="269063" y="53129"/>
                </a:lnTo>
                <a:lnTo>
                  <a:pt x="269707" y="53209"/>
                </a:lnTo>
                <a:lnTo>
                  <a:pt x="270350" y="53288"/>
                </a:lnTo>
                <a:lnTo>
                  <a:pt x="270993" y="53345"/>
                </a:lnTo>
                <a:lnTo>
                  <a:pt x="271637" y="53402"/>
                </a:lnTo>
                <a:lnTo>
                  <a:pt x="272280" y="53448"/>
                </a:lnTo>
                <a:lnTo>
                  <a:pt x="272900" y="53482"/>
                </a:lnTo>
                <a:lnTo>
                  <a:pt x="273543" y="53505"/>
                </a:lnTo>
                <a:lnTo>
                  <a:pt x="274162" y="53516"/>
                </a:lnTo>
                <a:lnTo>
                  <a:pt x="274782" y="53527"/>
                </a:lnTo>
                <a:lnTo>
                  <a:pt x="275402" y="53516"/>
                </a:lnTo>
                <a:lnTo>
                  <a:pt x="276021" y="53493"/>
                </a:lnTo>
                <a:lnTo>
                  <a:pt x="276617" y="53459"/>
                </a:lnTo>
                <a:lnTo>
                  <a:pt x="277212" y="53414"/>
                </a:lnTo>
                <a:lnTo>
                  <a:pt x="277808" y="53357"/>
                </a:lnTo>
                <a:lnTo>
                  <a:pt x="278404" y="53288"/>
                </a:lnTo>
                <a:lnTo>
                  <a:pt x="278976" y="53197"/>
                </a:lnTo>
                <a:lnTo>
                  <a:pt x="279548" y="53095"/>
                </a:lnTo>
                <a:lnTo>
                  <a:pt x="280119" y="52981"/>
                </a:lnTo>
                <a:lnTo>
                  <a:pt x="280667" y="52844"/>
                </a:lnTo>
                <a:lnTo>
                  <a:pt x="281215" y="52685"/>
                </a:lnTo>
                <a:lnTo>
                  <a:pt x="281740" y="52525"/>
                </a:lnTo>
                <a:lnTo>
                  <a:pt x="282264" y="52331"/>
                </a:lnTo>
                <a:lnTo>
                  <a:pt x="282788" y="52126"/>
                </a:lnTo>
                <a:lnTo>
                  <a:pt x="283289" y="51910"/>
                </a:lnTo>
                <a:lnTo>
                  <a:pt x="283694" y="51705"/>
                </a:lnTo>
                <a:lnTo>
                  <a:pt x="284051" y="51488"/>
                </a:lnTo>
                <a:lnTo>
                  <a:pt x="284361" y="51249"/>
                </a:lnTo>
                <a:lnTo>
                  <a:pt x="284623" y="51010"/>
                </a:lnTo>
                <a:lnTo>
                  <a:pt x="284837" y="50759"/>
                </a:lnTo>
                <a:lnTo>
                  <a:pt x="285028" y="50509"/>
                </a:lnTo>
                <a:lnTo>
                  <a:pt x="285147" y="50247"/>
                </a:lnTo>
                <a:lnTo>
                  <a:pt x="285242" y="49973"/>
                </a:lnTo>
                <a:lnTo>
                  <a:pt x="285266" y="49711"/>
                </a:lnTo>
                <a:lnTo>
                  <a:pt x="285266" y="49438"/>
                </a:lnTo>
                <a:lnTo>
                  <a:pt x="285242" y="49165"/>
                </a:lnTo>
                <a:lnTo>
                  <a:pt x="285147" y="48903"/>
                </a:lnTo>
                <a:lnTo>
                  <a:pt x="285004" y="48629"/>
                </a:lnTo>
                <a:lnTo>
                  <a:pt x="284837" y="48367"/>
                </a:lnTo>
                <a:lnTo>
                  <a:pt x="284623" y="48117"/>
                </a:lnTo>
                <a:lnTo>
                  <a:pt x="284385" y="47866"/>
                </a:lnTo>
                <a:lnTo>
                  <a:pt x="283574" y="47148"/>
                </a:lnTo>
                <a:lnTo>
                  <a:pt x="283312" y="46932"/>
                </a:lnTo>
                <a:lnTo>
                  <a:pt x="282979" y="46738"/>
                </a:lnTo>
                <a:lnTo>
                  <a:pt x="282621" y="46545"/>
                </a:lnTo>
                <a:lnTo>
                  <a:pt x="282216" y="46363"/>
                </a:lnTo>
                <a:lnTo>
                  <a:pt x="281764" y="46192"/>
                </a:lnTo>
                <a:lnTo>
                  <a:pt x="281287" y="46044"/>
                </a:lnTo>
                <a:lnTo>
                  <a:pt x="280787" y="45907"/>
                </a:lnTo>
                <a:lnTo>
                  <a:pt x="280286" y="45782"/>
                </a:lnTo>
                <a:lnTo>
                  <a:pt x="279738" y="45690"/>
                </a:lnTo>
                <a:lnTo>
                  <a:pt x="279190" y="45611"/>
                </a:lnTo>
                <a:lnTo>
                  <a:pt x="278642" y="45554"/>
                </a:lnTo>
                <a:lnTo>
                  <a:pt x="278070" y="45520"/>
                </a:lnTo>
                <a:lnTo>
                  <a:pt x="277522" y="45508"/>
                </a:lnTo>
                <a:lnTo>
                  <a:pt x="277260" y="45520"/>
                </a:lnTo>
                <a:lnTo>
                  <a:pt x="276974" y="45531"/>
                </a:lnTo>
                <a:lnTo>
                  <a:pt x="276712" y="45554"/>
                </a:lnTo>
                <a:lnTo>
                  <a:pt x="276450" y="45577"/>
                </a:lnTo>
                <a:lnTo>
                  <a:pt x="276188" y="45622"/>
                </a:lnTo>
                <a:lnTo>
                  <a:pt x="275950" y="45656"/>
                </a:lnTo>
                <a:lnTo>
                  <a:pt x="274758" y="45895"/>
                </a:lnTo>
                <a:lnTo>
                  <a:pt x="274520" y="45952"/>
                </a:lnTo>
                <a:lnTo>
                  <a:pt x="274282" y="46009"/>
                </a:lnTo>
                <a:lnTo>
                  <a:pt x="272923" y="45884"/>
                </a:lnTo>
                <a:lnTo>
                  <a:pt x="271541" y="45736"/>
                </a:lnTo>
                <a:lnTo>
                  <a:pt x="270136" y="45554"/>
                </a:lnTo>
                <a:lnTo>
                  <a:pt x="268706" y="45349"/>
                </a:lnTo>
                <a:lnTo>
                  <a:pt x="267229" y="45121"/>
                </a:lnTo>
                <a:lnTo>
                  <a:pt x="265727" y="44870"/>
                </a:lnTo>
                <a:lnTo>
                  <a:pt x="264202" y="44608"/>
                </a:lnTo>
                <a:lnTo>
                  <a:pt x="262678" y="44324"/>
                </a:lnTo>
                <a:lnTo>
                  <a:pt x="261129" y="44016"/>
                </a:lnTo>
                <a:lnTo>
                  <a:pt x="259556" y="43697"/>
                </a:lnTo>
                <a:lnTo>
                  <a:pt x="257983" y="43367"/>
                </a:lnTo>
                <a:lnTo>
                  <a:pt x="256387" y="43025"/>
                </a:lnTo>
                <a:lnTo>
                  <a:pt x="254814" y="42672"/>
                </a:lnTo>
                <a:lnTo>
                  <a:pt x="253218" y="42307"/>
                </a:lnTo>
                <a:lnTo>
                  <a:pt x="250025" y="41555"/>
                </a:lnTo>
                <a:lnTo>
                  <a:pt x="246880" y="40804"/>
                </a:lnTo>
                <a:lnTo>
                  <a:pt x="243782" y="40040"/>
                </a:lnTo>
                <a:lnTo>
                  <a:pt x="237801" y="38582"/>
                </a:lnTo>
                <a:lnTo>
                  <a:pt x="234966" y="37899"/>
                </a:lnTo>
                <a:lnTo>
                  <a:pt x="232273" y="37272"/>
                </a:lnTo>
                <a:lnTo>
                  <a:pt x="231010" y="36976"/>
                </a:lnTo>
                <a:lnTo>
                  <a:pt x="229748" y="36703"/>
                </a:lnTo>
                <a:lnTo>
                  <a:pt x="228556" y="36452"/>
                </a:lnTo>
                <a:lnTo>
                  <a:pt x="227412" y="36213"/>
                </a:lnTo>
                <a:lnTo>
                  <a:pt x="211519" y="33092"/>
                </a:lnTo>
                <a:lnTo>
                  <a:pt x="195602" y="29994"/>
                </a:lnTo>
                <a:lnTo>
                  <a:pt x="179686" y="26907"/>
                </a:lnTo>
                <a:lnTo>
                  <a:pt x="163745" y="23842"/>
                </a:lnTo>
                <a:lnTo>
                  <a:pt x="148424" y="20892"/>
                </a:lnTo>
                <a:lnTo>
                  <a:pt x="133126" y="17930"/>
                </a:lnTo>
                <a:lnTo>
                  <a:pt x="117805" y="14957"/>
                </a:lnTo>
                <a:lnTo>
                  <a:pt x="102507" y="11996"/>
                </a:lnTo>
                <a:lnTo>
                  <a:pt x="87186" y="9057"/>
                </a:lnTo>
                <a:lnTo>
                  <a:pt x="79514" y="7587"/>
                </a:lnTo>
                <a:lnTo>
                  <a:pt x="71841" y="6129"/>
                </a:lnTo>
                <a:lnTo>
                  <a:pt x="64169" y="4683"/>
                </a:lnTo>
                <a:lnTo>
                  <a:pt x="56472" y="3236"/>
                </a:lnTo>
                <a:lnTo>
                  <a:pt x="48776" y="1812"/>
                </a:lnTo>
                <a:lnTo>
                  <a:pt x="41080" y="388"/>
                </a:lnTo>
                <a:lnTo>
                  <a:pt x="40436" y="286"/>
                </a:lnTo>
                <a:lnTo>
                  <a:pt x="39817" y="195"/>
                </a:lnTo>
                <a:lnTo>
                  <a:pt x="39221" y="115"/>
                </a:lnTo>
                <a:lnTo>
                  <a:pt x="38625" y="69"/>
                </a:lnTo>
                <a:lnTo>
                  <a:pt x="38030" y="24"/>
                </a:lnTo>
                <a:lnTo>
                  <a:pt x="374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6"/>
          <p:cNvSpPr/>
          <p:nvPr/>
        </p:nvSpPr>
        <p:spPr>
          <a:xfrm>
            <a:off x="8190077" y="4167387"/>
            <a:ext cx="573249" cy="611591"/>
          </a:xfrm>
          <a:custGeom>
            <a:rect b="b" l="l" r="r" t="t"/>
            <a:pathLst>
              <a:path extrusionOk="0" h="56655" w="39589">
                <a:moveTo>
                  <a:pt x="36479" y="0"/>
                </a:moveTo>
                <a:lnTo>
                  <a:pt x="36386" y="9"/>
                </a:lnTo>
                <a:lnTo>
                  <a:pt x="36287" y="25"/>
                </a:lnTo>
                <a:lnTo>
                  <a:pt x="36194" y="50"/>
                </a:lnTo>
                <a:lnTo>
                  <a:pt x="36101" y="84"/>
                </a:lnTo>
                <a:lnTo>
                  <a:pt x="36007" y="125"/>
                </a:lnTo>
                <a:lnTo>
                  <a:pt x="35914" y="175"/>
                </a:lnTo>
                <a:lnTo>
                  <a:pt x="35820" y="242"/>
                </a:lnTo>
                <a:lnTo>
                  <a:pt x="35727" y="308"/>
                </a:lnTo>
                <a:lnTo>
                  <a:pt x="35633" y="392"/>
                </a:lnTo>
                <a:lnTo>
                  <a:pt x="35540" y="483"/>
                </a:lnTo>
                <a:lnTo>
                  <a:pt x="33723" y="2365"/>
                </a:lnTo>
                <a:lnTo>
                  <a:pt x="31916" y="4255"/>
                </a:lnTo>
                <a:lnTo>
                  <a:pt x="28298" y="8034"/>
                </a:lnTo>
                <a:lnTo>
                  <a:pt x="26497" y="9924"/>
                </a:lnTo>
                <a:lnTo>
                  <a:pt x="24685" y="11806"/>
                </a:lnTo>
                <a:lnTo>
                  <a:pt x="22878" y="13679"/>
                </a:lnTo>
                <a:lnTo>
                  <a:pt x="21067" y="15535"/>
                </a:lnTo>
                <a:lnTo>
                  <a:pt x="19245" y="17384"/>
                </a:lnTo>
                <a:lnTo>
                  <a:pt x="18331" y="18308"/>
                </a:lnTo>
                <a:lnTo>
                  <a:pt x="17417" y="19215"/>
                </a:lnTo>
                <a:lnTo>
                  <a:pt x="16504" y="20131"/>
                </a:lnTo>
                <a:lnTo>
                  <a:pt x="15585" y="21030"/>
                </a:lnTo>
                <a:lnTo>
                  <a:pt x="14666" y="21929"/>
                </a:lnTo>
                <a:lnTo>
                  <a:pt x="13742" y="22820"/>
                </a:lnTo>
                <a:lnTo>
                  <a:pt x="12818" y="23711"/>
                </a:lnTo>
                <a:lnTo>
                  <a:pt x="11889" y="24594"/>
                </a:lnTo>
                <a:lnTo>
                  <a:pt x="10954" y="25468"/>
                </a:lnTo>
                <a:lnTo>
                  <a:pt x="10020" y="26334"/>
                </a:lnTo>
                <a:lnTo>
                  <a:pt x="9080" y="27191"/>
                </a:lnTo>
                <a:lnTo>
                  <a:pt x="8141" y="28040"/>
                </a:lnTo>
                <a:lnTo>
                  <a:pt x="7196" y="28889"/>
                </a:lnTo>
                <a:lnTo>
                  <a:pt x="6246" y="29722"/>
                </a:lnTo>
                <a:lnTo>
                  <a:pt x="6017" y="29913"/>
                </a:lnTo>
                <a:lnTo>
                  <a:pt x="5784" y="30113"/>
                </a:lnTo>
                <a:lnTo>
                  <a:pt x="5285" y="30496"/>
                </a:lnTo>
                <a:lnTo>
                  <a:pt x="4766" y="30896"/>
                </a:lnTo>
                <a:lnTo>
                  <a:pt x="4237" y="31304"/>
                </a:lnTo>
                <a:lnTo>
                  <a:pt x="3967" y="31520"/>
                </a:lnTo>
                <a:lnTo>
                  <a:pt x="3697" y="31737"/>
                </a:lnTo>
                <a:lnTo>
                  <a:pt x="3427" y="31961"/>
                </a:lnTo>
                <a:lnTo>
                  <a:pt x="3157" y="32195"/>
                </a:lnTo>
                <a:lnTo>
                  <a:pt x="2897" y="32428"/>
                </a:lnTo>
                <a:lnTo>
                  <a:pt x="2638" y="32669"/>
                </a:lnTo>
                <a:lnTo>
                  <a:pt x="2384" y="32927"/>
                </a:lnTo>
                <a:lnTo>
                  <a:pt x="2134" y="33185"/>
                </a:lnTo>
                <a:lnTo>
                  <a:pt x="1896" y="33460"/>
                </a:lnTo>
                <a:lnTo>
                  <a:pt x="1667" y="33743"/>
                </a:lnTo>
                <a:lnTo>
                  <a:pt x="1444" y="34034"/>
                </a:lnTo>
                <a:lnTo>
                  <a:pt x="1340" y="34193"/>
                </a:lnTo>
                <a:lnTo>
                  <a:pt x="1236" y="34343"/>
                </a:lnTo>
                <a:lnTo>
                  <a:pt x="1132" y="34501"/>
                </a:lnTo>
                <a:lnTo>
                  <a:pt x="1039" y="34659"/>
                </a:lnTo>
                <a:lnTo>
                  <a:pt x="946" y="34825"/>
                </a:lnTo>
                <a:lnTo>
                  <a:pt x="852" y="34992"/>
                </a:lnTo>
                <a:lnTo>
                  <a:pt x="769" y="35167"/>
                </a:lnTo>
                <a:lnTo>
                  <a:pt x="686" y="35342"/>
                </a:lnTo>
                <a:lnTo>
                  <a:pt x="608" y="35516"/>
                </a:lnTo>
                <a:lnTo>
                  <a:pt x="530" y="35700"/>
                </a:lnTo>
                <a:lnTo>
                  <a:pt x="463" y="35883"/>
                </a:lnTo>
                <a:lnTo>
                  <a:pt x="395" y="36074"/>
                </a:lnTo>
                <a:lnTo>
                  <a:pt x="333" y="36266"/>
                </a:lnTo>
                <a:lnTo>
                  <a:pt x="276" y="36457"/>
                </a:lnTo>
                <a:lnTo>
                  <a:pt x="224" y="36657"/>
                </a:lnTo>
                <a:lnTo>
                  <a:pt x="177" y="36865"/>
                </a:lnTo>
                <a:lnTo>
                  <a:pt x="136" y="37073"/>
                </a:lnTo>
                <a:lnTo>
                  <a:pt x="99" y="37290"/>
                </a:lnTo>
                <a:lnTo>
                  <a:pt x="68" y="37506"/>
                </a:lnTo>
                <a:lnTo>
                  <a:pt x="42" y="37731"/>
                </a:lnTo>
                <a:lnTo>
                  <a:pt x="22" y="37956"/>
                </a:lnTo>
                <a:lnTo>
                  <a:pt x="11" y="38189"/>
                </a:lnTo>
                <a:lnTo>
                  <a:pt x="1" y="38422"/>
                </a:lnTo>
                <a:lnTo>
                  <a:pt x="1" y="38663"/>
                </a:lnTo>
                <a:lnTo>
                  <a:pt x="1" y="38905"/>
                </a:lnTo>
                <a:lnTo>
                  <a:pt x="11" y="39155"/>
                </a:lnTo>
                <a:lnTo>
                  <a:pt x="32" y="39421"/>
                </a:lnTo>
                <a:lnTo>
                  <a:pt x="58" y="39696"/>
                </a:lnTo>
                <a:lnTo>
                  <a:pt x="84" y="39962"/>
                </a:lnTo>
                <a:lnTo>
                  <a:pt x="125" y="40229"/>
                </a:lnTo>
                <a:lnTo>
                  <a:pt x="167" y="40503"/>
                </a:lnTo>
                <a:lnTo>
                  <a:pt x="214" y="40778"/>
                </a:lnTo>
                <a:lnTo>
                  <a:pt x="271" y="41053"/>
                </a:lnTo>
                <a:lnTo>
                  <a:pt x="333" y="41319"/>
                </a:lnTo>
                <a:lnTo>
                  <a:pt x="400" y="41594"/>
                </a:lnTo>
                <a:lnTo>
                  <a:pt x="468" y="41869"/>
                </a:lnTo>
                <a:lnTo>
                  <a:pt x="546" y="42152"/>
                </a:lnTo>
                <a:lnTo>
                  <a:pt x="629" y="42426"/>
                </a:lnTo>
                <a:lnTo>
                  <a:pt x="712" y="42701"/>
                </a:lnTo>
                <a:lnTo>
                  <a:pt x="805" y="42976"/>
                </a:lnTo>
                <a:lnTo>
                  <a:pt x="899" y="43259"/>
                </a:lnTo>
                <a:lnTo>
                  <a:pt x="997" y="43534"/>
                </a:lnTo>
                <a:lnTo>
                  <a:pt x="1101" y="43808"/>
                </a:lnTo>
                <a:lnTo>
                  <a:pt x="1210" y="44092"/>
                </a:lnTo>
                <a:lnTo>
                  <a:pt x="1439" y="44641"/>
                </a:lnTo>
                <a:lnTo>
                  <a:pt x="1678" y="45199"/>
                </a:lnTo>
                <a:lnTo>
                  <a:pt x="1927" y="45748"/>
                </a:lnTo>
                <a:lnTo>
                  <a:pt x="2191" y="46306"/>
                </a:lnTo>
                <a:lnTo>
                  <a:pt x="2461" y="46856"/>
                </a:lnTo>
                <a:lnTo>
                  <a:pt x="2742" y="47397"/>
                </a:lnTo>
                <a:lnTo>
                  <a:pt x="3027" y="47938"/>
                </a:lnTo>
                <a:lnTo>
                  <a:pt x="3323" y="48479"/>
                </a:lnTo>
                <a:lnTo>
                  <a:pt x="3619" y="49012"/>
                </a:lnTo>
                <a:lnTo>
                  <a:pt x="3915" y="49536"/>
                </a:lnTo>
                <a:lnTo>
                  <a:pt x="4216" y="50061"/>
                </a:lnTo>
                <a:lnTo>
                  <a:pt x="4813" y="51085"/>
                </a:lnTo>
                <a:lnTo>
                  <a:pt x="5394" y="52076"/>
                </a:lnTo>
                <a:lnTo>
                  <a:pt x="5960" y="53033"/>
                </a:lnTo>
                <a:lnTo>
                  <a:pt x="6485" y="53957"/>
                </a:lnTo>
                <a:lnTo>
                  <a:pt x="6734" y="54398"/>
                </a:lnTo>
                <a:lnTo>
                  <a:pt x="6973" y="54823"/>
                </a:lnTo>
                <a:lnTo>
                  <a:pt x="7191" y="55239"/>
                </a:lnTo>
                <a:lnTo>
                  <a:pt x="7398" y="55647"/>
                </a:lnTo>
                <a:lnTo>
                  <a:pt x="7471" y="55789"/>
                </a:lnTo>
                <a:lnTo>
                  <a:pt x="7549" y="55914"/>
                </a:lnTo>
                <a:lnTo>
                  <a:pt x="7632" y="56038"/>
                </a:lnTo>
                <a:lnTo>
                  <a:pt x="7720" y="56138"/>
                </a:lnTo>
                <a:lnTo>
                  <a:pt x="7808" y="56238"/>
                </a:lnTo>
                <a:lnTo>
                  <a:pt x="7897" y="56322"/>
                </a:lnTo>
                <a:lnTo>
                  <a:pt x="7990" y="56396"/>
                </a:lnTo>
                <a:lnTo>
                  <a:pt x="8089" y="56463"/>
                </a:lnTo>
                <a:lnTo>
                  <a:pt x="8182" y="56513"/>
                </a:lnTo>
                <a:lnTo>
                  <a:pt x="8286" y="56563"/>
                </a:lnTo>
                <a:lnTo>
                  <a:pt x="8385" y="56596"/>
                </a:lnTo>
                <a:lnTo>
                  <a:pt x="8488" y="56621"/>
                </a:lnTo>
                <a:lnTo>
                  <a:pt x="8592" y="56638"/>
                </a:lnTo>
                <a:lnTo>
                  <a:pt x="8696" y="56646"/>
                </a:lnTo>
                <a:lnTo>
                  <a:pt x="8800" y="56655"/>
                </a:lnTo>
                <a:lnTo>
                  <a:pt x="8909" y="56646"/>
                </a:lnTo>
                <a:lnTo>
                  <a:pt x="9013" y="56630"/>
                </a:lnTo>
                <a:lnTo>
                  <a:pt x="9117" y="56605"/>
                </a:lnTo>
                <a:lnTo>
                  <a:pt x="9226" y="56580"/>
                </a:lnTo>
                <a:lnTo>
                  <a:pt x="9329" y="56538"/>
                </a:lnTo>
                <a:lnTo>
                  <a:pt x="9433" y="56496"/>
                </a:lnTo>
                <a:lnTo>
                  <a:pt x="9537" y="56446"/>
                </a:lnTo>
                <a:lnTo>
                  <a:pt x="9636" y="56388"/>
                </a:lnTo>
                <a:lnTo>
                  <a:pt x="9734" y="56330"/>
                </a:lnTo>
                <a:lnTo>
                  <a:pt x="9833" y="56263"/>
                </a:lnTo>
                <a:lnTo>
                  <a:pt x="9932" y="56188"/>
                </a:lnTo>
                <a:lnTo>
                  <a:pt x="10025" y="56113"/>
                </a:lnTo>
                <a:lnTo>
                  <a:pt x="10113" y="56022"/>
                </a:lnTo>
                <a:lnTo>
                  <a:pt x="10202" y="55939"/>
                </a:lnTo>
                <a:lnTo>
                  <a:pt x="10285" y="55847"/>
                </a:lnTo>
                <a:lnTo>
                  <a:pt x="10368" y="55747"/>
                </a:lnTo>
                <a:lnTo>
                  <a:pt x="10446" y="55647"/>
                </a:lnTo>
                <a:lnTo>
                  <a:pt x="11286" y="54532"/>
                </a:lnTo>
                <a:lnTo>
                  <a:pt x="12127" y="53433"/>
                </a:lnTo>
                <a:lnTo>
                  <a:pt x="12974" y="52342"/>
                </a:lnTo>
                <a:lnTo>
                  <a:pt x="13830" y="51268"/>
                </a:lnTo>
                <a:lnTo>
                  <a:pt x="14687" y="50211"/>
                </a:lnTo>
                <a:lnTo>
                  <a:pt x="15543" y="49162"/>
                </a:lnTo>
                <a:lnTo>
                  <a:pt x="16410" y="48121"/>
                </a:lnTo>
                <a:lnTo>
                  <a:pt x="17277" y="47097"/>
                </a:lnTo>
                <a:lnTo>
                  <a:pt x="18154" y="46081"/>
                </a:lnTo>
                <a:lnTo>
                  <a:pt x="19027" y="45082"/>
                </a:lnTo>
                <a:lnTo>
                  <a:pt x="19909" y="44083"/>
                </a:lnTo>
                <a:lnTo>
                  <a:pt x="20792" y="43101"/>
                </a:lnTo>
                <a:lnTo>
                  <a:pt x="21679" y="42127"/>
                </a:lnTo>
                <a:lnTo>
                  <a:pt x="22567" y="41153"/>
                </a:lnTo>
                <a:lnTo>
                  <a:pt x="23460" y="40195"/>
                </a:lnTo>
                <a:lnTo>
                  <a:pt x="24358" y="39238"/>
                </a:lnTo>
                <a:lnTo>
                  <a:pt x="25256" y="38289"/>
                </a:lnTo>
                <a:lnTo>
                  <a:pt x="26154" y="37348"/>
                </a:lnTo>
                <a:lnTo>
                  <a:pt x="27057" y="36407"/>
                </a:lnTo>
                <a:lnTo>
                  <a:pt x="27966" y="35475"/>
                </a:lnTo>
                <a:lnTo>
                  <a:pt x="29783" y="33618"/>
                </a:lnTo>
                <a:lnTo>
                  <a:pt x="31605" y="31778"/>
                </a:lnTo>
                <a:lnTo>
                  <a:pt x="33437" y="29938"/>
                </a:lnTo>
                <a:lnTo>
                  <a:pt x="35275" y="28107"/>
                </a:lnTo>
                <a:lnTo>
                  <a:pt x="38956" y="24435"/>
                </a:lnTo>
                <a:lnTo>
                  <a:pt x="39013" y="24377"/>
                </a:lnTo>
                <a:lnTo>
                  <a:pt x="39070" y="24310"/>
                </a:lnTo>
                <a:lnTo>
                  <a:pt x="39122" y="24244"/>
                </a:lnTo>
                <a:lnTo>
                  <a:pt x="39174" y="24169"/>
                </a:lnTo>
                <a:lnTo>
                  <a:pt x="39220" y="24094"/>
                </a:lnTo>
                <a:lnTo>
                  <a:pt x="39262" y="24019"/>
                </a:lnTo>
                <a:lnTo>
                  <a:pt x="39303" y="23936"/>
                </a:lnTo>
                <a:lnTo>
                  <a:pt x="39340" y="23853"/>
                </a:lnTo>
                <a:lnTo>
                  <a:pt x="39376" y="23769"/>
                </a:lnTo>
                <a:lnTo>
                  <a:pt x="39407" y="23678"/>
                </a:lnTo>
                <a:lnTo>
                  <a:pt x="39464" y="23503"/>
                </a:lnTo>
                <a:lnTo>
                  <a:pt x="39511" y="23311"/>
                </a:lnTo>
                <a:lnTo>
                  <a:pt x="39547" y="23120"/>
                </a:lnTo>
                <a:lnTo>
                  <a:pt x="39568" y="22928"/>
                </a:lnTo>
                <a:lnTo>
                  <a:pt x="39584" y="22729"/>
                </a:lnTo>
                <a:lnTo>
                  <a:pt x="39589" y="22529"/>
                </a:lnTo>
                <a:lnTo>
                  <a:pt x="39584" y="22329"/>
                </a:lnTo>
                <a:lnTo>
                  <a:pt x="39568" y="22129"/>
                </a:lnTo>
                <a:lnTo>
                  <a:pt x="39547" y="21938"/>
                </a:lnTo>
                <a:lnTo>
                  <a:pt x="39511" y="21746"/>
                </a:lnTo>
                <a:lnTo>
                  <a:pt x="39475" y="21555"/>
                </a:lnTo>
                <a:lnTo>
                  <a:pt x="39423" y="21380"/>
                </a:lnTo>
                <a:lnTo>
                  <a:pt x="39366" y="21205"/>
                </a:lnTo>
                <a:lnTo>
                  <a:pt x="39303" y="21047"/>
                </a:lnTo>
                <a:lnTo>
                  <a:pt x="39231" y="20889"/>
                </a:lnTo>
                <a:lnTo>
                  <a:pt x="39148" y="20747"/>
                </a:lnTo>
                <a:lnTo>
                  <a:pt x="39065" y="20622"/>
                </a:lnTo>
                <a:lnTo>
                  <a:pt x="38971" y="20506"/>
                </a:lnTo>
                <a:lnTo>
                  <a:pt x="38873" y="20414"/>
                </a:lnTo>
                <a:lnTo>
                  <a:pt x="38821" y="20373"/>
                </a:lnTo>
                <a:lnTo>
                  <a:pt x="38769" y="20331"/>
                </a:lnTo>
                <a:lnTo>
                  <a:pt x="38712" y="20298"/>
                </a:lnTo>
                <a:lnTo>
                  <a:pt x="38655" y="20264"/>
                </a:lnTo>
                <a:lnTo>
                  <a:pt x="38597" y="20248"/>
                </a:lnTo>
                <a:lnTo>
                  <a:pt x="38540" y="20223"/>
                </a:lnTo>
                <a:lnTo>
                  <a:pt x="38478" y="20214"/>
                </a:lnTo>
                <a:lnTo>
                  <a:pt x="38416" y="20206"/>
                </a:lnTo>
                <a:lnTo>
                  <a:pt x="38353" y="20198"/>
                </a:lnTo>
                <a:lnTo>
                  <a:pt x="38291" y="20206"/>
                </a:lnTo>
                <a:lnTo>
                  <a:pt x="38224" y="20214"/>
                </a:lnTo>
                <a:lnTo>
                  <a:pt x="38156" y="20223"/>
                </a:lnTo>
                <a:lnTo>
                  <a:pt x="38089" y="20248"/>
                </a:lnTo>
                <a:lnTo>
                  <a:pt x="38021" y="20273"/>
                </a:lnTo>
                <a:lnTo>
                  <a:pt x="37949" y="20306"/>
                </a:lnTo>
                <a:lnTo>
                  <a:pt x="37881" y="20348"/>
                </a:lnTo>
                <a:lnTo>
                  <a:pt x="37393" y="20656"/>
                </a:lnTo>
                <a:lnTo>
                  <a:pt x="36905" y="20964"/>
                </a:lnTo>
                <a:lnTo>
                  <a:pt x="36417" y="21280"/>
                </a:lnTo>
                <a:lnTo>
                  <a:pt x="35929" y="21605"/>
                </a:lnTo>
                <a:lnTo>
                  <a:pt x="35446" y="21929"/>
                </a:lnTo>
                <a:lnTo>
                  <a:pt x="34964" y="22262"/>
                </a:lnTo>
                <a:lnTo>
                  <a:pt x="34486" y="22595"/>
                </a:lnTo>
                <a:lnTo>
                  <a:pt x="34003" y="22937"/>
                </a:lnTo>
                <a:lnTo>
                  <a:pt x="33526" y="23286"/>
                </a:lnTo>
                <a:lnTo>
                  <a:pt x="33048" y="23636"/>
                </a:lnTo>
                <a:lnTo>
                  <a:pt x="32576" y="23994"/>
                </a:lnTo>
                <a:lnTo>
                  <a:pt x="32098" y="24352"/>
                </a:lnTo>
                <a:lnTo>
                  <a:pt x="31626" y="24718"/>
                </a:lnTo>
                <a:lnTo>
                  <a:pt x="31158" y="25093"/>
                </a:lnTo>
                <a:lnTo>
                  <a:pt x="30686" y="25468"/>
                </a:lnTo>
                <a:lnTo>
                  <a:pt x="30219" y="25851"/>
                </a:lnTo>
                <a:lnTo>
                  <a:pt x="29752" y="26234"/>
                </a:lnTo>
                <a:lnTo>
                  <a:pt x="29284" y="26625"/>
                </a:lnTo>
                <a:lnTo>
                  <a:pt x="28360" y="27416"/>
                </a:lnTo>
                <a:lnTo>
                  <a:pt x="27436" y="28232"/>
                </a:lnTo>
                <a:lnTo>
                  <a:pt x="26523" y="29056"/>
                </a:lnTo>
                <a:lnTo>
                  <a:pt x="25609" y="29897"/>
                </a:lnTo>
                <a:lnTo>
                  <a:pt x="24706" y="30763"/>
                </a:lnTo>
                <a:lnTo>
                  <a:pt x="23803" y="31637"/>
                </a:lnTo>
                <a:lnTo>
                  <a:pt x="22910" y="32519"/>
                </a:lnTo>
                <a:lnTo>
                  <a:pt x="22017" y="33427"/>
                </a:lnTo>
                <a:lnTo>
                  <a:pt x="21134" y="34343"/>
                </a:lnTo>
                <a:lnTo>
                  <a:pt x="20252" y="35275"/>
                </a:lnTo>
                <a:lnTo>
                  <a:pt x="19380" y="36216"/>
                </a:lnTo>
                <a:lnTo>
                  <a:pt x="18507" y="37165"/>
                </a:lnTo>
                <a:lnTo>
                  <a:pt x="17646" y="38131"/>
                </a:lnTo>
                <a:lnTo>
                  <a:pt x="16784" y="39113"/>
                </a:lnTo>
                <a:lnTo>
                  <a:pt x="15927" y="40095"/>
                </a:lnTo>
                <a:lnTo>
                  <a:pt x="15076" y="41094"/>
                </a:lnTo>
                <a:lnTo>
                  <a:pt x="14235" y="42102"/>
                </a:lnTo>
                <a:lnTo>
                  <a:pt x="13394" y="43117"/>
                </a:lnTo>
                <a:lnTo>
                  <a:pt x="12558" y="44142"/>
                </a:lnTo>
                <a:lnTo>
                  <a:pt x="11728" y="45174"/>
                </a:lnTo>
                <a:lnTo>
                  <a:pt x="10902" y="46215"/>
                </a:lnTo>
                <a:lnTo>
                  <a:pt x="10077" y="47264"/>
                </a:lnTo>
                <a:lnTo>
                  <a:pt x="9262" y="48313"/>
                </a:lnTo>
                <a:lnTo>
                  <a:pt x="8540" y="46822"/>
                </a:lnTo>
                <a:lnTo>
                  <a:pt x="7819" y="45340"/>
                </a:lnTo>
                <a:lnTo>
                  <a:pt x="7455" y="44599"/>
                </a:lnTo>
                <a:lnTo>
                  <a:pt x="7087" y="43867"/>
                </a:lnTo>
                <a:lnTo>
                  <a:pt x="6718" y="43142"/>
                </a:lnTo>
                <a:lnTo>
                  <a:pt x="6344" y="42418"/>
                </a:lnTo>
                <a:lnTo>
                  <a:pt x="6012" y="41785"/>
                </a:lnTo>
                <a:lnTo>
                  <a:pt x="5716" y="41236"/>
                </a:lnTo>
                <a:lnTo>
                  <a:pt x="5472" y="40770"/>
                </a:lnTo>
                <a:lnTo>
                  <a:pt x="5265" y="40370"/>
                </a:lnTo>
                <a:lnTo>
                  <a:pt x="5182" y="40195"/>
                </a:lnTo>
                <a:lnTo>
                  <a:pt x="5109" y="40029"/>
                </a:lnTo>
                <a:lnTo>
                  <a:pt x="5047" y="39871"/>
                </a:lnTo>
                <a:lnTo>
                  <a:pt x="5000" y="39729"/>
                </a:lnTo>
                <a:lnTo>
                  <a:pt x="4964" y="39596"/>
                </a:lnTo>
                <a:lnTo>
                  <a:pt x="4938" y="39463"/>
                </a:lnTo>
                <a:lnTo>
                  <a:pt x="4927" y="39346"/>
                </a:lnTo>
                <a:lnTo>
                  <a:pt x="4927" y="39288"/>
                </a:lnTo>
                <a:lnTo>
                  <a:pt x="4932" y="39230"/>
                </a:lnTo>
                <a:lnTo>
                  <a:pt x="4938" y="39171"/>
                </a:lnTo>
                <a:lnTo>
                  <a:pt x="4943" y="39121"/>
                </a:lnTo>
                <a:lnTo>
                  <a:pt x="4958" y="39063"/>
                </a:lnTo>
                <a:lnTo>
                  <a:pt x="4974" y="39013"/>
                </a:lnTo>
                <a:lnTo>
                  <a:pt x="5015" y="38905"/>
                </a:lnTo>
                <a:lnTo>
                  <a:pt x="5073" y="38797"/>
                </a:lnTo>
                <a:lnTo>
                  <a:pt x="5140" y="38688"/>
                </a:lnTo>
                <a:lnTo>
                  <a:pt x="5223" y="38580"/>
                </a:lnTo>
                <a:lnTo>
                  <a:pt x="5322" y="38464"/>
                </a:lnTo>
                <a:lnTo>
                  <a:pt x="5431" y="38347"/>
                </a:lnTo>
                <a:lnTo>
                  <a:pt x="5561" y="38222"/>
                </a:lnTo>
                <a:lnTo>
                  <a:pt x="5701" y="38089"/>
                </a:lnTo>
                <a:lnTo>
                  <a:pt x="6028" y="37806"/>
                </a:lnTo>
                <a:lnTo>
                  <a:pt x="6874" y="37082"/>
                </a:lnTo>
                <a:lnTo>
                  <a:pt x="8239" y="35899"/>
                </a:lnTo>
                <a:lnTo>
                  <a:pt x="9599" y="34709"/>
                </a:lnTo>
                <a:lnTo>
                  <a:pt x="10954" y="33502"/>
                </a:lnTo>
                <a:lnTo>
                  <a:pt x="12304" y="32286"/>
                </a:lnTo>
                <a:lnTo>
                  <a:pt x="13654" y="31062"/>
                </a:lnTo>
                <a:lnTo>
                  <a:pt x="14993" y="29822"/>
                </a:lnTo>
                <a:lnTo>
                  <a:pt x="16332" y="28565"/>
                </a:lnTo>
                <a:lnTo>
                  <a:pt x="17666" y="27308"/>
                </a:lnTo>
                <a:lnTo>
                  <a:pt x="18975" y="26059"/>
                </a:lnTo>
                <a:lnTo>
                  <a:pt x="20283" y="24802"/>
                </a:lnTo>
                <a:lnTo>
                  <a:pt x="21591" y="23536"/>
                </a:lnTo>
                <a:lnTo>
                  <a:pt x="22894" y="22254"/>
                </a:lnTo>
                <a:lnTo>
                  <a:pt x="24197" y="20972"/>
                </a:lnTo>
                <a:lnTo>
                  <a:pt x="25500" y="19665"/>
                </a:lnTo>
                <a:lnTo>
                  <a:pt x="26793" y="18358"/>
                </a:lnTo>
                <a:lnTo>
                  <a:pt x="28080" y="17026"/>
                </a:lnTo>
                <a:lnTo>
                  <a:pt x="29362" y="15685"/>
                </a:lnTo>
                <a:lnTo>
                  <a:pt x="30001" y="15003"/>
                </a:lnTo>
                <a:lnTo>
                  <a:pt x="30639" y="14320"/>
                </a:lnTo>
                <a:lnTo>
                  <a:pt x="31273" y="13637"/>
                </a:lnTo>
                <a:lnTo>
                  <a:pt x="31901" y="12946"/>
                </a:lnTo>
                <a:lnTo>
                  <a:pt x="32534" y="12247"/>
                </a:lnTo>
                <a:lnTo>
                  <a:pt x="33162" y="11548"/>
                </a:lnTo>
                <a:lnTo>
                  <a:pt x="33785" y="10840"/>
                </a:lnTo>
                <a:lnTo>
                  <a:pt x="34408" y="10132"/>
                </a:lnTo>
                <a:lnTo>
                  <a:pt x="35026" y="9416"/>
                </a:lnTo>
                <a:lnTo>
                  <a:pt x="35644" y="8692"/>
                </a:lnTo>
                <a:lnTo>
                  <a:pt x="36256" y="7968"/>
                </a:lnTo>
                <a:lnTo>
                  <a:pt x="36864" y="7235"/>
                </a:lnTo>
                <a:lnTo>
                  <a:pt x="37471" y="6494"/>
                </a:lnTo>
                <a:lnTo>
                  <a:pt x="38078" y="5753"/>
                </a:lnTo>
                <a:lnTo>
                  <a:pt x="38161" y="5637"/>
                </a:lnTo>
                <a:lnTo>
                  <a:pt x="38239" y="5520"/>
                </a:lnTo>
                <a:lnTo>
                  <a:pt x="38317" y="5403"/>
                </a:lnTo>
                <a:lnTo>
                  <a:pt x="38379" y="5279"/>
                </a:lnTo>
                <a:lnTo>
                  <a:pt x="38442" y="5154"/>
                </a:lnTo>
                <a:lnTo>
                  <a:pt x="38499" y="5029"/>
                </a:lnTo>
                <a:lnTo>
                  <a:pt x="38551" y="4896"/>
                </a:lnTo>
                <a:lnTo>
                  <a:pt x="38592" y="4762"/>
                </a:lnTo>
                <a:lnTo>
                  <a:pt x="38629" y="4629"/>
                </a:lnTo>
                <a:lnTo>
                  <a:pt x="38665" y="4496"/>
                </a:lnTo>
                <a:lnTo>
                  <a:pt x="38691" y="4354"/>
                </a:lnTo>
                <a:lnTo>
                  <a:pt x="38717" y="4213"/>
                </a:lnTo>
                <a:lnTo>
                  <a:pt x="38732" y="4071"/>
                </a:lnTo>
                <a:lnTo>
                  <a:pt x="38743" y="3930"/>
                </a:lnTo>
                <a:lnTo>
                  <a:pt x="38753" y="3788"/>
                </a:lnTo>
                <a:lnTo>
                  <a:pt x="38758" y="3647"/>
                </a:lnTo>
                <a:lnTo>
                  <a:pt x="38753" y="3505"/>
                </a:lnTo>
                <a:lnTo>
                  <a:pt x="38748" y="3364"/>
                </a:lnTo>
                <a:lnTo>
                  <a:pt x="38738" y="3214"/>
                </a:lnTo>
                <a:lnTo>
                  <a:pt x="38722" y="3072"/>
                </a:lnTo>
                <a:lnTo>
                  <a:pt x="38707" y="2931"/>
                </a:lnTo>
                <a:lnTo>
                  <a:pt x="38681" y="2789"/>
                </a:lnTo>
                <a:lnTo>
                  <a:pt x="38655" y="2648"/>
                </a:lnTo>
                <a:lnTo>
                  <a:pt x="38623" y="2515"/>
                </a:lnTo>
                <a:lnTo>
                  <a:pt x="38592" y="2373"/>
                </a:lnTo>
                <a:lnTo>
                  <a:pt x="38551" y="2240"/>
                </a:lnTo>
                <a:lnTo>
                  <a:pt x="38509" y="2107"/>
                </a:lnTo>
                <a:lnTo>
                  <a:pt x="38468" y="1973"/>
                </a:lnTo>
                <a:lnTo>
                  <a:pt x="38416" y="1840"/>
                </a:lnTo>
                <a:lnTo>
                  <a:pt x="38364" y="1715"/>
                </a:lnTo>
                <a:lnTo>
                  <a:pt x="38312" y="1590"/>
                </a:lnTo>
                <a:lnTo>
                  <a:pt x="38255" y="1474"/>
                </a:lnTo>
                <a:lnTo>
                  <a:pt x="38193" y="1357"/>
                </a:lnTo>
                <a:lnTo>
                  <a:pt x="38130" y="1241"/>
                </a:lnTo>
                <a:lnTo>
                  <a:pt x="38068" y="1124"/>
                </a:lnTo>
                <a:lnTo>
                  <a:pt x="38000" y="1024"/>
                </a:lnTo>
                <a:lnTo>
                  <a:pt x="37928" y="916"/>
                </a:lnTo>
                <a:lnTo>
                  <a:pt x="37855" y="816"/>
                </a:lnTo>
                <a:lnTo>
                  <a:pt x="37782" y="725"/>
                </a:lnTo>
                <a:lnTo>
                  <a:pt x="37705" y="633"/>
                </a:lnTo>
                <a:lnTo>
                  <a:pt x="37627" y="550"/>
                </a:lnTo>
                <a:lnTo>
                  <a:pt x="37544" y="475"/>
                </a:lnTo>
                <a:lnTo>
                  <a:pt x="37461" y="400"/>
                </a:lnTo>
                <a:lnTo>
                  <a:pt x="37378" y="333"/>
                </a:lnTo>
                <a:lnTo>
                  <a:pt x="37294" y="267"/>
                </a:lnTo>
                <a:lnTo>
                  <a:pt x="37206" y="208"/>
                </a:lnTo>
                <a:lnTo>
                  <a:pt x="37118" y="158"/>
                </a:lnTo>
                <a:lnTo>
                  <a:pt x="37030" y="117"/>
                </a:lnTo>
                <a:lnTo>
                  <a:pt x="36941" y="84"/>
                </a:lnTo>
                <a:lnTo>
                  <a:pt x="36848" y="50"/>
                </a:lnTo>
                <a:lnTo>
                  <a:pt x="36755" y="25"/>
                </a:lnTo>
                <a:lnTo>
                  <a:pt x="36666" y="9"/>
                </a:lnTo>
                <a:lnTo>
                  <a:pt x="3657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6"/>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8">
    <p:spTree>
      <p:nvGrpSpPr>
        <p:cNvPr id="507" name="Shape 507"/>
        <p:cNvGrpSpPr/>
        <p:nvPr/>
      </p:nvGrpSpPr>
      <p:grpSpPr>
        <a:xfrm>
          <a:off x="0" y="0"/>
          <a:ext cx="0" cy="0"/>
          <a:chOff x="0" y="0"/>
          <a:chExt cx="0" cy="0"/>
        </a:xfrm>
      </p:grpSpPr>
      <p:sp>
        <p:nvSpPr>
          <p:cNvPr id="508" name="Google Shape;508;p27"/>
          <p:cNvSpPr/>
          <p:nvPr/>
        </p:nvSpPr>
        <p:spPr>
          <a:xfrm>
            <a:off x="5849975" y="-454350"/>
            <a:ext cx="3337735" cy="3553892"/>
          </a:xfrm>
          <a:custGeom>
            <a:rect b="b" l="l" r="r" t="t"/>
            <a:pathLst>
              <a:path extrusionOk="0" h="128916" w="121075">
                <a:moveTo>
                  <a:pt x="33098" y="10017"/>
                </a:moveTo>
                <a:lnTo>
                  <a:pt x="0" y="81879"/>
                </a:lnTo>
                <a:lnTo>
                  <a:pt x="79700" y="128916"/>
                </a:lnTo>
                <a:lnTo>
                  <a:pt x="120204" y="113237"/>
                </a:lnTo>
                <a:lnTo>
                  <a:pt x="121075" y="14168"/>
                </a:lnTo>
                <a:lnTo>
                  <a:pt x="60537" y="0"/>
                </a:lnTo>
                <a:close/>
              </a:path>
            </a:pathLst>
          </a:custGeom>
          <a:solidFill>
            <a:schemeClr val="lt1"/>
          </a:solidFill>
          <a:ln>
            <a:noFill/>
          </a:ln>
        </p:spPr>
      </p:sp>
      <p:sp>
        <p:nvSpPr>
          <p:cNvPr id="509" name="Google Shape;509;p27"/>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0" name="Google Shape;510;p27"/>
          <p:cNvSpPr/>
          <p:nvPr/>
        </p:nvSpPr>
        <p:spPr>
          <a:xfrm>
            <a:off x="-45325" y="-261881"/>
            <a:ext cx="2528094" cy="3435616"/>
          </a:xfrm>
          <a:custGeom>
            <a:rect b="b" l="l" r="r" t="t"/>
            <a:pathLst>
              <a:path extrusionOk="0" h="115415" w="84928">
                <a:moveTo>
                  <a:pt x="19164" y="0"/>
                </a:moveTo>
                <a:lnTo>
                  <a:pt x="1307" y="7404"/>
                </a:lnTo>
                <a:lnTo>
                  <a:pt x="0" y="115415"/>
                </a:lnTo>
                <a:lnTo>
                  <a:pt x="65330" y="81008"/>
                </a:lnTo>
                <a:lnTo>
                  <a:pt x="84928" y="41811"/>
                </a:lnTo>
                <a:lnTo>
                  <a:pt x="34843" y="17421"/>
                </a:lnTo>
                <a:close/>
              </a:path>
            </a:pathLst>
          </a:custGeom>
          <a:solidFill>
            <a:schemeClr val="lt1"/>
          </a:solidFill>
          <a:ln>
            <a:noFill/>
          </a:ln>
        </p:spPr>
      </p:sp>
      <p:sp>
        <p:nvSpPr>
          <p:cNvPr id="511" name="Google Shape;511;p27"/>
          <p:cNvSpPr/>
          <p:nvPr/>
        </p:nvSpPr>
        <p:spPr>
          <a:xfrm flipH="1" rot="10800000">
            <a:off x="7226588" y="330286"/>
            <a:ext cx="641976" cy="527797"/>
          </a:xfrm>
          <a:custGeom>
            <a:rect b="b" l="l" r="r" t="t"/>
            <a:pathLst>
              <a:path extrusionOk="0" h="52635" w="196323">
                <a:moveTo>
                  <a:pt x="167138" y="1"/>
                </a:moveTo>
                <a:lnTo>
                  <a:pt x="166630" y="16"/>
                </a:lnTo>
                <a:lnTo>
                  <a:pt x="166122" y="39"/>
                </a:lnTo>
                <a:lnTo>
                  <a:pt x="165613" y="78"/>
                </a:lnTo>
                <a:lnTo>
                  <a:pt x="165132" y="124"/>
                </a:lnTo>
                <a:lnTo>
                  <a:pt x="164650" y="178"/>
                </a:lnTo>
                <a:lnTo>
                  <a:pt x="164222" y="240"/>
                </a:lnTo>
                <a:lnTo>
                  <a:pt x="163794" y="317"/>
                </a:lnTo>
                <a:lnTo>
                  <a:pt x="163393" y="394"/>
                </a:lnTo>
                <a:lnTo>
                  <a:pt x="163018" y="487"/>
                </a:lnTo>
                <a:lnTo>
                  <a:pt x="162671" y="587"/>
                </a:lnTo>
                <a:lnTo>
                  <a:pt x="162350" y="695"/>
                </a:lnTo>
                <a:lnTo>
                  <a:pt x="162082" y="811"/>
                </a:lnTo>
                <a:lnTo>
                  <a:pt x="161868" y="935"/>
                </a:lnTo>
                <a:lnTo>
                  <a:pt x="161681" y="1066"/>
                </a:lnTo>
                <a:lnTo>
                  <a:pt x="161574" y="1205"/>
                </a:lnTo>
                <a:lnTo>
                  <a:pt x="161494" y="1352"/>
                </a:lnTo>
                <a:lnTo>
                  <a:pt x="161467" y="1506"/>
                </a:lnTo>
                <a:lnTo>
                  <a:pt x="161520" y="1660"/>
                </a:lnTo>
                <a:lnTo>
                  <a:pt x="161627" y="1822"/>
                </a:lnTo>
                <a:lnTo>
                  <a:pt x="161788" y="1992"/>
                </a:lnTo>
                <a:lnTo>
                  <a:pt x="165373" y="4964"/>
                </a:lnTo>
                <a:lnTo>
                  <a:pt x="167138" y="6454"/>
                </a:lnTo>
                <a:lnTo>
                  <a:pt x="168904" y="7944"/>
                </a:lnTo>
                <a:lnTo>
                  <a:pt x="170642" y="9434"/>
                </a:lnTo>
                <a:lnTo>
                  <a:pt x="172354" y="10924"/>
                </a:lnTo>
                <a:lnTo>
                  <a:pt x="174040" y="12422"/>
                </a:lnTo>
                <a:lnTo>
                  <a:pt x="175698" y="13920"/>
                </a:lnTo>
                <a:lnTo>
                  <a:pt x="173264" y="13603"/>
                </a:lnTo>
                <a:lnTo>
                  <a:pt x="170830" y="13286"/>
                </a:lnTo>
                <a:lnTo>
                  <a:pt x="168369" y="12985"/>
                </a:lnTo>
                <a:lnTo>
                  <a:pt x="165908" y="12684"/>
                </a:lnTo>
                <a:lnTo>
                  <a:pt x="163446" y="12391"/>
                </a:lnTo>
                <a:lnTo>
                  <a:pt x="160985" y="12113"/>
                </a:lnTo>
                <a:lnTo>
                  <a:pt x="158498" y="11835"/>
                </a:lnTo>
                <a:lnTo>
                  <a:pt x="155983" y="11565"/>
                </a:lnTo>
                <a:lnTo>
                  <a:pt x="153495" y="11302"/>
                </a:lnTo>
                <a:lnTo>
                  <a:pt x="150954" y="11048"/>
                </a:lnTo>
                <a:lnTo>
                  <a:pt x="148439" y="10793"/>
                </a:lnTo>
                <a:lnTo>
                  <a:pt x="145898" y="10554"/>
                </a:lnTo>
                <a:lnTo>
                  <a:pt x="143330" y="10322"/>
                </a:lnTo>
                <a:lnTo>
                  <a:pt x="140789" y="10098"/>
                </a:lnTo>
                <a:lnTo>
                  <a:pt x="138194" y="9874"/>
                </a:lnTo>
                <a:lnTo>
                  <a:pt x="135599" y="9666"/>
                </a:lnTo>
                <a:lnTo>
                  <a:pt x="135144" y="9635"/>
                </a:lnTo>
                <a:lnTo>
                  <a:pt x="134663" y="9612"/>
                </a:lnTo>
                <a:lnTo>
                  <a:pt x="134208" y="9596"/>
                </a:lnTo>
                <a:lnTo>
                  <a:pt x="133727" y="9589"/>
                </a:lnTo>
                <a:lnTo>
                  <a:pt x="133272" y="9596"/>
                </a:lnTo>
                <a:lnTo>
                  <a:pt x="132844" y="9612"/>
                </a:lnTo>
                <a:lnTo>
                  <a:pt x="132389" y="9635"/>
                </a:lnTo>
                <a:lnTo>
                  <a:pt x="131961" y="9666"/>
                </a:lnTo>
                <a:lnTo>
                  <a:pt x="131560" y="9704"/>
                </a:lnTo>
                <a:lnTo>
                  <a:pt x="131159" y="9751"/>
                </a:lnTo>
                <a:lnTo>
                  <a:pt x="130757" y="9797"/>
                </a:lnTo>
                <a:lnTo>
                  <a:pt x="130383" y="9859"/>
                </a:lnTo>
                <a:lnTo>
                  <a:pt x="130008" y="9928"/>
                </a:lnTo>
                <a:lnTo>
                  <a:pt x="129660" y="9998"/>
                </a:lnTo>
                <a:lnTo>
                  <a:pt x="129313" y="10075"/>
                </a:lnTo>
                <a:lnTo>
                  <a:pt x="128992" y="10160"/>
                </a:lnTo>
                <a:lnTo>
                  <a:pt x="128697" y="10253"/>
                </a:lnTo>
                <a:lnTo>
                  <a:pt x="128430" y="10353"/>
                </a:lnTo>
                <a:lnTo>
                  <a:pt x="128162" y="10446"/>
                </a:lnTo>
                <a:lnTo>
                  <a:pt x="127922" y="10554"/>
                </a:lnTo>
                <a:lnTo>
                  <a:pt x="127708" y="10662"/>
                </a:lnTo>
                <a:lnTo>
                  <a:pt x="127520" y="10778"/>
                </a:lnTo>
                <a:lnTo>
                  <a:pt x="127333" y="10893"/>
                </a:lnTo>
                <a:lnTo>
                  <a:pt x="127199" y="11009"/>
                </a:lnTo>
                <a:lnTo>
                  <a:pt x="127066" y="11133"/>
                </a:lnTo>
                <a:lnTo>
                  <a:pt x="126985" y="11264"/>
                </a:lnTo>
                <a:lnTo>
                  <a:pt x="126932" y="11387"/>
                </a:lnTo>
                <a:lnTo>
                  <a:pt x="126878" y="11519"/>
                </a:lnTo>
                <a:lnTo>
                  <a:pt x="126878" y="11650"/>
                </a:lnTo>
                <a:lnTo>
                  <a:pt x="126905" y="11789"/>
                </a:lnTo>
                <a:lnTo>
                  <a:pt x="126959" y="11920"/>
                </a:lnTo>
                <a:lnTo>
                  <a:pt x="127039" y="12059"/>
                </a:lnTo>
                <a:lnTo>
                  <a:pt x="128323" y="13719"/>
                </a:lnTo>
                <a:lnTo>
                  <a:pt x="129607" y="15379"/>
                </a:lnTo>
                <a:lnTo>
                  <a:pt x="130944" y="17038"/>
                </a:lnTo>
                <a:lnTo>
                  <a:pt x="132282" y="18698"/>
                </a:lnTo>
                <a:lnTo>
                  <a:pt x="133620" y="20350"/>
                </a:lnTo>
                <a:lnTo>
                  <a:pt x="135011" y="22002"/>
                </a:lnTo>
                <a:lnTo>
                  <a:pt x="137793" y="25314"/>
                </a:lnTo>
                <a:lnTo>
                  <a:pt x="135358" y="24936"/>
                </a:lnTo>
                <a:lnTo>
                  <a:pt x="132897" y="24565"/>
                </a:lnTo>
                <a:lnTo>
                  <a:pt x="130436" y="24202"/>
                </a:lnTo>
                <a:lnTo>
                  <a:pt x="127975" y="23840"/>
                </a:lnTo>
                <a:lnTo>
                  <a:pt x="125487" y="23492"/>
                </a:lnTo>
                <a:lnTo>
                  <a:pt x="123000" y="23137"/>
                </a:lnTo>
                <a:lnTo>
                  <a:pt x="120512" y="22797"/>
                </a:lnTo>
                <a:lnTo>
                  <a:pt x="117997" y="22458"/>
                </a:lnTo>
                <a:lnTo>
                  <a:pt x="115483" y="22126"/>
                </a:lnTo>
                <a:lnTo>
                  <a:pt x="112968" y="21802"/>
                </a:lnTo>
                <a:lnTo>
                  <a:pt x="110427" y="21477"/>
                </a:lnTo>
                <a:lnTo>
                  <a:pt x="107885" y="21161"/>
                </a:lnTo>
                <a:lnTo>
                  <a:pt x="105344" y="20844"/>
                </a:lnTo>
                <a:lnTo>
                  <a:pt x="102776" y="20543"/>
                </a:lnTo>
                <a:lnTo>
                  <a:pt x="100208" y="20234"/>
                </a:lnTo>
                <a:lnTo>
                  <a:pt x="97613" y="19941"/>
                </a:lnTo>
                <a:lnTo>
                  <a:pt x="97158" y="19895"/>
                </a:lnTo>
                <a:lnTo>
                  <a:pt x="96704" y="19864"/>
                </a:lnTo>
                <a:lnTo>
                  <a:pt x="96249" y="19841"/>
                </a:lnTo>
                <a:lnTo>
                  <a:pt x="95794" y="19825"/>
                </a:lnTo>
                <a:lnTo>
                  <a:pt x="95339" y="19825"/>
                </a:lnTo>
                <a:lnTo>
                  <a:pt x="94885" y="19841"/>
                </a:lnTo>
                <a:lnTo>
                  <a:pt x="94457" y="19856"/>
                </a:lnTo>
                <a:lnTo>
                  <a:pt x="94029" y="19887"/>
                </a:lnTo>
                <a:lnTo>
                  <a:pt x="93601" y="19933"/>
                </a:lnTo>
                <a:lnTo>
                  <a:pt x="93173" y="19980"/>
                </a:lnTo>
                <a:lnTo>
                  <a:pt x="92771" y="20034"/>
                </a:lnTo>
                <a:lnTo>
                  <a:pt x="92370" y="20103"/>
                </a:lnTo>
                <a:lnTo>
                  <a:pt x="91996" y="20173"/>
                </a:lnTo>
                <a:lnTo>
                  <a:pt x="91648" y="20250"/>
                </a:lnTo>
                <a:lnTo>
                  <a:pt x="91300" y="20335"/>
                </a:lnTo>
                <a:lnTo>
                  <a:pt x="90952" y="20427"/>
                </a:lnTo>
                <a:lnTo>
                  <a:pt x="90658" y="20528"/>
                </a:lnTo>
                <a:lnTo>
                  <a:pt x="90364" y="20628"/>
                </a:lnTo>
                <a:lnTo>
                  <a:pt x="90096" y="20736"/>
                </a:lnTo>
                <a:lnTo>
                  <a:pt x="89829" y="20844"/>
                </a:lnTo>
                <a:lnTo>
                  <a:pt x="89615" y="20960"/>
                </a:lnTo>
                <a:lnTo>
                  <a:pt x="89401" y="21084"/>
                </a:lnTo>
                <a:lnTo>
                  <a:pt x="89240" y="21199"/>
                </a:lnTo>
                <a:lnTo>
                  <a:pt x="89080" y="21323"/>
                </a:lnTo>
                <a:lnTo>
                  <a:pt x="88946" y="21454"/>
                </a:lnTo>
                <a:lnTo>
                  <a:pt x="88866" y="21578"/>
                </a:lnTo>
                <a:lnTo>
                  <a:pt x="88786" y="21709"/>
                </a:lnTo>
                <a:lnTo>
                  <a:pt x="88759" y="21840"/>
                </a:lnTo>
                <a:lnTo>
                  <a:pt x="88759" y="21971"/>
                </a:lnTo>
                <a:lnTo>
                  <a:pt x="88786" y="22095"/>
                </a:lnTo>
                <a:lnTo>
                  <a:pt x="88866" y="22226"/>
                </a:lnTo>
                <a:lnTo>
                  <a:pt x="88973" y="22357"/>
                </a:lnTo>
                <a:lnTo>
                  <a:pt x="102321" y="36191"/>
                </a:lnTo>
                <a:lnTo>
                  <a:pt x="99406" y="35859"/>
                </a:lnTo>
                <a:lnTo>
                  <a:pt x="96490" y="35535"/>
                </a:lnTo>
                <a:lnTo>
                  <a:pt x="93574" y="35219"/>
                </a:lnTo>
                <a:lnTo>
                  <a:pt x="90631" y="34910"/>
                </a:lnTo>
                <a:lnTo>
                  <a:pt x="87689" y="34609"/>
                </a:lnTo>
                <a:lnTo>
                  <a:pt x="84746" y="34315"/>
                </a:lnTo>
                <a:lnTo>
                  <a:pt x="81777" y="34030"/>
                </a:lnTo>
                <a:lnTo>
                  <a:pt x="78808" y="33752"/>
                </a:lnTo>
                <a:lnTo>
                  <a:pt x="75838" y="33474"/>
                </a:lnTo>
                <a:lnTo>
                  <a:pt x="72842" y="33212"/>
                </a:lnTo>
                <a:lnTo>
                  <a:pt x="69846" y="32949"/>
                </a:lnTo>
                <a:lnTo>
                  <a:pt x="66850" y="32702"/>
                </a:lnTo>
                <a:lnTo>
                  <a:pt x="63827" y="32455"/>
                </a:lnTo>
                <a:lnTo>
                  <a:pt x="60804" y="32216"/>
                </a:lnTo>
                <a:lnTo>
                  <a:pt x="57755" y="31992"/>
                </a:lnTo>
                <a:lnTo>
                  <a:pt x="54705" y="31768"/>
                </a:lnTo>
                <a:lnTo>
                  <a:pt x="54277" y="31737"/>
                </a:lnTo>
                <a:lnTo>
                  <a:pt x="53822" y="31722"/>
                </a:lnTo>
                <a:lnTo>
                  <a:pt x="53368" y="31714"/>
                </a:lnTo>
                <a:lnTo>
                  <a:pt x="52913" y="31714"/>
                </a:lnTo>
                <a:lnTo>
                  <a:pt x="52458" y="31722"/>
                </a:lnTo>
                <a:lnTo>
                  <a:pt x="52030" y="31737"/>
                </a:lnTo>
                <a:lnTo>
                  <a:pt x="51575" y="31760"/>
                </a:lnTo>
                <a:lnTo>
                  <a:pt x="51121" y="31799"/>
                </a:lnTo>
                <a:lnTo>
                  <a:pt x="50666" y="31837"/>
                </a:lnTo>
                <a:lnTo>
                  <a:pt x="50238" y="31884"/>
                </a:lnTo>
                <a:lnTo>
                  <a:pt x="49810" y="31938"/>
                </a:lnTo>
                <a:lnTo>
                  <a:pt x="49409" y="31992"/>
                </a:lnTo>
                <a:lnTo>
                  <a:pt x="49007" y="32061"/>
                </a:lnTo>
                <a:lnTo>
                  <a:pt x="48606" y="32131"/>
                </a:lnTo>
                <a:lnTo>
                  <a:pt x="48232" y="32208"/>
                </a:lnTo>
                <a:lnTo>
                  <a:pt x="47884" y="32293"/>
                </a:lnTo>
                <a:lnTo>
                  <a:pt x="47536" y="32386"/>
                </a:lnTo>
                <a:lnTo>
                  <a:pt x="47242" y="32478"/>
                </a:lnTo>
                <a:lnTo>
                  <a:pt x="46948" y="32579"/>
                </a:lnTo>
                <a:lnTo>
                  <a:pt x="46680" y="32679"/>
                </a:lnTo>
                <a:lnTo>
                  <a:pt x="46413" y="32795"/>
                </a:lnTo>
                <a:lnTo>
                  <a:pt x="46199" y="32903"/>
                </a:lnTo>
                <a:lnTo>
                  <a:pt x="46038" y="33019"/>
                </a:lnTo>
                <a:lnTo>
                  <a:pt x="45878" y="33142"/>
                </a:lnTo>
                <a:lnTo>
                  <a:pt x="45744" y="33266"/>
                </a:lnTo>
                <a:lnTo>
                  <a:pt x="45664" y="33389"/>
                </a:lnTo>
                <a:lnTo>
                  <a:pt x="45610" y="33520"/>
                </a:lnTo>
                <a:lnTo>
                  <a:pt x="45610" y="33652"/>
                </a:lnTo>
                <a:lnTo>
                  <a:pt x="45637" y="33791"/>
                </a:lnTo>
                <a:lnTo>
                  <a:pt x="45690" y="33922"/>
                </a:lnTo>
                <a:lnTo>
                  <a:pt x="45824" y="34061"/>
                </a:lnTo>
                <a:lnTo>
                  <a:pt x="45985" y="34200"/>
                </a:lnTo>
                <a:lnTo>
                  <a:pt x="61794" y="46521"/>
                </a:lnTo>
                <a:lnTo>
                  <a:pt x="58584" y="46088"/>
                </a:lnTo>
                <a:lnTo>
                  <a:pt x="55374" y="45671"/>
                </a:lnTo>
                <a:lnTo>
                  <a:pt x="52137" y="45262"/>
                </a:lnTo>
                <a:lnTo>
                  <a:pt x="48874" y="44853"/>
                </a:lnTo>
                <a:lnTo>
                  <a:pt x="45610" y="44467"/>
                </a:lnTo>
                <a:lnTo>
                  <a:pt x="42346" y="44081"/>
                </a:lnTo>
                <a:lnTo>
                  <a:pt x="39056" y="43711"/>
                </a:lnTo>
                <a:lnTo>
                  <a:pt x="35766" y="43348"/>
                </a:lnTo>
                <a:lnTo>
                  <a:pt x="32449" y="42993"/>
                </a:lnTo>
                <a:lnTo>
                  <a:pt x="29105" y="42645"/>
                </a:lnTo>
                <a:lnTo>
                  <a:pt x="25761" y="42313"/>
                </a:lnTo>
                <a:lnTo>
                  <a:pt x="22417" y="41989"/>
                </a:lnTo>
                <a:lnTo>
                  <a:pt x="19047" y="41673"/>
                </a:lnTo>
                <a:lnTo>
                  <a:pt x="15649" y="41371"/>
                </a:lnTo>
                <a:lnTo>
                  <a:pt x="12252" y="41070"/>
                </a:lnTo>
                <a:lnTo>
                  <a:pt x="8828" y="40785"/>
                </a:lnTo>
                <a:lnTo>
                  <a:pt x="8400" y="40754"/>
                </a:lnTo>
                <a:lnTo>
                  <a:pt x="7999" y="40731"/>
                </a:lnTo>
                <a:lnTo>
                  <a:pt x="7624" y="40715"/>
                </a:lnTo>
                <a:lnTo>
                  <a:pt x="7223" y="40700"/>
                </a:lnTo>
                <a:lnTo>
                  <a:pt x="6474" y="40700"/>
                </a:lnTo>
                <a:lnTo>
                  <a:pt x="6126" y="40708"/>
                </a:lnTo>
                <a:lnTo>
                  <a:pt x="5778" y="40715"/>
                </a:lnTo>
                <a:lnTo>
                  <a:pt x="5431" y="40738"/>
                </a:lnTo>
                <a:lnTo>
                  <a:pt x="5083" y="40762"/>
                </a:lnTo>
                <a:lnTo>
                  <a:pt x="4762" y="40785"/>
                </a:lnTo>
                <a:lnTo>
                  <a:pt x="4441" y="40823"/>
                </a:lnTo>
                <a:lnTo>
                  <a:pt x="4147" y="40854"/>
                </a:lnTo>
                <a:lnTo>
                  <a:pt x="3826" y="40901"/>
                </a:lnTo>
                <a:lnTo>
                  <a:pt x="3558" y="40947"/>
                </a:lnTo>
                <a:lnTo>
                  <a:pt x="3264" y="40993"/>
                </a:lnTo>
                <a:lnTo>
                  <a:pt x="2996" y="41047"/>
                </a:lnTo>
                <a:lnTo>
                  <a:pt x="2756" y="41109"/>
                </a:lnTo>
                <a:lnTo>
                  <a:pt x="2247" y="41233"/>
                </a:lnTo>
                <a:lnTo>
                  <a:pt x="1819" y="41379"/>
                </a:lnTo>
                <a:lnTo>
                  <a:pt x="1418" y="41526"/>
                </a:lnTo>
                <a:lnTo>
                  <a:pt x="1070" y="41688"/>
                </a:lnTo>
                <a:lnTo>
                  <a:pt x="749" y="41858"/>
                </a:lnTo>
                <a:lnTo>
                  <a:pt x="509" y="42035"/>
                </a:lnTo>
                <a:lnTo>
                  <a:pt x="295" y="42221"/>
                </a:lnTo>
                <a:lnTo>
                  <a:pt x="134" y="42406"/>
                </a:lnTo>
                <a:lnTo>
                  <a:pt x="54" y="42591"/>
                </a:lnTo>
                <a:lnTo>
                  <a:pt x="0" y="42784"/>
                </a:lnTo>
                <a:lnTo>
                  <a:pt x="0" y="42977"/>
                </a:lnTo>
                <a:lnTo>
                  <a:pt x="81" y="43162"/>
                </a:lnTo>
                <a:lnTo>
                  <a:pt x="188" y="43355"/>
                </a:lnTo>
                <a:lnTo>
                  <a:pt x="375" y="43533"/>
                </a:lnTo>
                <a:lnTo>
                  <a:pt x="509" y="43626"/>
                </a:lnTo>
                <a:lnTo>
                  <a:pt x="616" y="43711"/>
                </a:lnTo>
                <a:lnTo>
                  <a:pt x="776" y="43796"/>
                </a:lnTo>
                <a:lnTo>
                  <a:pt x="937" y="43880"/>
                </a:lnTo>
                <a:lnTo>
                  <a:pt x="1124" y="43958"/>
                </a:lnTo>
                <a:lnTo>
                  <a:pt x="1311" y="44043"/>
                </a:lnTo>
                <a:lnTo>
                  <a:pt x="1525" y="44112"/>
                </a:lnTo>
                <a:lnTo>
                  <a:pt x="1739" y="44189"/>
                </a:lnTo>
                <a:lnTo>
                  <a:pt x="2007" y="44259"/>
                </a:lnTo>
                <a:lnTo>
                  <a:pt x="2247" y="44328"/>
                </a:lnTo>
                <a:lnTo>
                  <a:pt x="2542" y="44390"/>
                </a:lnTo>
                <a:lnTo>
                  <a:pt x="2836" y="44452"/>
                </a:lnTo>
                <a:lnTo>
                  <a:pt x="3157" y="44506"/>
                </a:lnTo>
                <a:lnTo>
                  <a:pt x="3478" y="44560"/>
                </a:lnTo>
                <a:lnTo>
                  <a:pt x="3826" y="44614"/>
                </a:lnTo>
                <a:lnTo>
                  <a:pt x="4200" y="44652"/>
                </a:lnTo>
                <a:lnTo>
                  <a:pt x="4575" y="44699"/>
                </a:lnTo>
                <a:lnTo>
                  <a:pt x="4976" y="44730"/>
                </a:lnTo>
                <a:lnTo>
                  <a:pt x="9283" y="45092"/>
                </a:lnTo>
                <a:lnTo>
                  <a:pt x="13563" y="45471"/>
                </a:lnTo>
                <a:lnTo>
                  <a:pt x="17816" y="45864"/>
                </a:lnTo>
                <a:lnTo>
                  <a:pt x="22043" y="46274"/>
                </a:lnTo>
                <a:lnTo>
                  <a:pt x="26243" y="46690"/>
                </a:lnTo>
                <a:lnTo>
                  <a:pt x="30416" y="47131"/>
                </a:lnTo>
                <a:lnTo>
                  <a:pt x="34589" y="47586"/>
                </a:lnTo>
                <a:lnTo>
                  <a:pt x="38708" y="48057"/>
                </a:lnTo>
                <a:lnTo>
                  <a:pt x="42828" y="48543"/>
                </a:lnTo>
                <a:lnTo>
                  <a:pt x="46921" y="49053"/>
                </a:lnTo>
                <a:lnTo>
                  <a:pt x="50987" y="49570"/>
                </a:lnTo>
                <a:lnTo>
                  <a:pt x="55026" y="50103"/>
                </a:lnTo>
                <a:lnTo>
                  <a:pt x="59039" y="50659"/>
                </a:lnTo>
                <a:lnTo>
                  <a:pt x="63051" y="51230"/>
                </a:lnTo>
                <a:lnTo>
                  <a:pt x="67037" y="51816"/>
                </a:lnTo>
                <a:lnTo>
                  <a:pt x="70996" y="52419"/>
                </a:lnTo>
                <a:lnTo>
                  <a:pt x="71451" y="52480"/>
                </a:lnTo>
                <a:lnTo>
                  <a:pt x="71933" y="52534"/>
                </a:lnTo>
                <a:lnTo>
                  <a:pt x="72414" y="52573"/>
                </a:lnTo>
                <a:lnTo>
                  <a:pt x="72922" y="52604"/>
                </a:lnTo>
                <a:lnTo>
                  <a:pt x="73431" y="52627"/>
                </a:lnTo>
                <a:lnTo>
                  <a:pt x="73939" y="52635"/>
                </a:lnTo>
                <a:lnTo>
                  <a:pt x="74474" y="52635"/>
                </a:lnTo>
                <a:lnTo>
                  <a:pt x="74982" y="52627"/>
                </a:lnTo>
                <a:lnTo>
                  <a:pt x="75490" y="52612"/>
                </a:lnTo>
                <a:lnTo>
                  <a:pt x="76025" y="52581"/>
                </a:lnTo>
                <a:lnTo>
                  <a:pt x="76507" y="52542"/>
                </a:lnTo>
                <a:lnTo>
                  <a:pt x="77015" y="52496"/>
                </a:lnTo>
                <a:lnTo>
                  <a:pt x="77497" y="52442"/>
                </a:lnTo>
                <a:lnTo>
                  <a:pt x="77978" y="52380"/>
                </a:lnTo>
                <a:lnTo>
                  <a:pt x="78433" y="52311"/>
                </a:lnTo>
                <a:lnTo>
                  <a:pt x="78888" y="52233"/>
                </a:lnTo>
                <a:lnTo>
                  <a:pt x="79289" y="52148"/>
                </a:lnTo>
                <a:lnTo>
                  <a:pt x="79690" y="52056"/>
                </a:lnTo>
                <a:lnTo>
                  <a:pt x="80065" y="51955"/>
                </a:lnTo>
                <a:lnTo>
                  <a:pt x="80413" y="51855"/>
                </a:lnTo>
                <a:lnTo>
                  <a:pt x="80734" y="51739"/>
                </a:lnTo>
                <a:lnTo>
                  <a:pt x="81001" y="51624"/>
                </a:lnTo>
                <a:lnTo>
                  <a:pt x="81242" y="51500"/>
                </a:lnTo>
                <a:lnTo>
                  <a:pt x="81456" y="51369"/>
                </a:lnTo>
                <a:lnTo>
                  <a:pt x="81616" y="51238"/>
                </a:lnTo>
                <a:lnTo>
                  <a:pt x="81750" y="51099"/>
                </a:lnTo>
                <a:lnTo>
                  <a:pt x="81830" y="50952"/>
                </a:lnTo>
                <a:lnTo>
                  <a:pt x="81857" y="50805"/>
                </a:lnTo>
                <a:lnTo>
                  <a:pt x="81830" y="50659"/>
                </a:lnTo>
                <a:lnTo>
                  <a:pt x="81777" y="50496"/>
                </a:lnTo>
                <a:lnTo>
                  <a:pt x="81643" y="50342"/>
                </a:lnTo>
                <a:lnTo>
                  <a:pt x="81456" y="50172"/>
                </a:lnTo>
                <a:lnTo>
                  <a:pt x="64095" y="36693"/>
                </a:lnTo>
                <a:lnTo>
                  <a:pt x="66984" y="36940"/>
                </a:lnTo>
                <a:lnTo>
                  <a:pt x="69873" y="37187"/>
                </a:lnTo>
                <a:lnTo>
                  <a:pt x="72735" y="37434"/>
                </a:lnTo>
                <a:lnTo>
                  <a:pt x="75597" y="37697"/>
                </a:lnTo>
                <a:lnTo>
                  <a:pt x="78460" y="37967"/>
                </a:lnTo>
                <a:lnTo>
                  <a:pt x="81322" y="38237"/>
                </a:lnTo>
                <a:lnTo>
                  <a:pt x="84158" y="38523"/>
                </a:lnTo>
                <a:lnTo>
                  <a:pt x="86993" y="38808"/>
                </a:lnTo>
                <a:lnTo>
                  <a:pt x="89802" y="39102"/>
                </a:lnTo>
                <a:lnTo>
                  <a:pt x="92638" y="39403"/>
                </a:lnTo>
                <a:lnTo>
                  <a:pt x="95446" y="39712"/>
                </a:lnTo>
                <a:lnTo>
                  <a:pt x="98229" y="40028"/>
                </a:lnTo>
                <a:lnTo>
                  <a:pt x="101037" y="40352"/>
                </a:lnTo>
                <a:lnTo>
                  <a:pt x="103819" y="40684"/>
                </a:lnTo>
                <a:lnTo>
                  <a:pt x="106601" y="41024"/>
                </a:lnTo>
                <a:lnTo>
                  <a:pt x="109357" y="41371"/>
                </a:lnTo>
                <a:lnTo>
                  <a:pt x="109838" y="41433"/>
                </a:lnTo>
                <a:lnTo>
                  <a:pt x="110347" y="41480"/>
                </a:lnTo>
                <a:lnTo>
                  <a:pt x="110828" y="41510"/>
                </a:lnTo>
                <a:lnTo>
                  <a:pt x="111336" y="41541"/>
                </a:lnTo>
                <a:lnTo>
                  <a:pt x="111845" y="41557"/>
                </a:lnTo>
                <a:lnTo>
                  <a:pt x="112380" y="41564"/>
                </a:lnTo>
                <a:lnTo>
                  <a:pt x="112888" y="41564"/>
                </a:lnTo>
                <a:lnTo>
                  <a:pt x="113396" y="41557"/>
                </a:lnTo>
                <a:lnTo>
                  <a:pt x="113878" y="41541"/>
                </a:lnTo>
                <a:lnTo>
                  <a:pt x="114386" y="41518"/>
                </a:lnTo>
                <a:lnTo>
                  <a:pt x="114867" y="41480"/>
                </a:lnTo>
                <a:lnTo>
                  <a:pt x="115349" y="41441"/>
                </a:lnTo>
                <a:lnTo>
                  <a:pt x="115830" y="41387"/>
                </a:lnTo>
                <a:lnTo>
                  <a:pt x="116285" y="41333"/>
                </a:lnTo>
                <a:lnTo>
                  <a:pt x="116713" y="41263"/>
                </a:lnTo>
                <a:lnTo>
                  <a:pt x="117114" y="41194"/>
                </a:lnTo>
                <a:lnTo>
                  <a:pt x="117516" y="41117"/>
                </a:lnTo>
                <a:lnTo>
                  <a:pt x="117890" y="41024"/>
                </a:lnTo>
                <a:lnTo>
                  <a:pt x="118238" y="40931"/>
                </a:lnTo>
                <a:lnTo>
                  <a:pt x="118586" y="40831"/>
                </a:lnTo>
                <a:lnTo>
                  <a:pt x="118880" y="40723"/>
                </a:lnTo>
                <a:lnTo>
                  <a:pt x="119147" y="40615"/>
                </a:lnTo>
                <a:lnTo>
                  <a:pt x="119388" y="40491"/>
                </a:lnTo>
                <a:lnTo>
                  <a:pt x="119575" y="40368"/>
                </a:lnTo>
                <a:lnTo>
                  <a:pt x="119736" y="40237"/>
                </a:lnTo>
                <a:lnTo>
                  <a:pt x="119870" y="40098"/>
                </a:lnTo>
                <a:lnTo>
                  <a:pt x="119950" y="39951"/>
                </a:lnTo>
                <a:lnTo>
                  <a:pt x="120003" y="39804"/>
                </a:lnTo>
                <a:lnTo>
                  <a:pt x="120003" y="39650"/>
                </a:lnTo>
                <a:lnTo>
                  <a:pt x="119950" y="39488"/>
                </a:lnTo>
                <a:lnTo>
                  <a:pt x="119870" y="39326"/>
                </a:lnTo>
                <a:lnTo>
                  <a:pt x="119736" y="39156"/>
                </a:lnTo>
                <a:lnTo>
                  <a:pt x="106307" y="25322"/>
                </a:lnTo>
                <a:lnTo>
                  <a:pt x="108795" y="25638"/>
                </a:lnTo>
                <a:lnTo>
                  <a:pt x="111256" y="25963"/>
                </a:lnTo>
                <a:lnTo>
                  <a:pt x="113717" y="26295"/>
                </a:lnTo>
                <a:lnTo>
                  <a:pt x="116178" y="26626"/>
                </a:lnTo>
                <a:lnTo>
                  <a:pt x="118612" y="26966"/>
                </a:lnTo>
                <a:lnTo>
                  <a:pt x="121047" y="27314"/>
                </a:lnTo>
                <a:lnTo>
                  <a:pt x="123454" y="27661"/>
                </a:lnTo>
                <a:lnTo>
                  <a:pt x="125862" y="28016"/>
                </a:lnTo>
                <a:lnTo>
                  <a:pt x="128269" y="28379"/>
                </a:lnTo>
                <a:lnTo>
                  <a:pt x="130650" y="28742"/>
                </a:lnTo>
                <a:lnTo>
                  <a:pt x="133058" y="29120"/>
                </a:lnTo>
                <a:lnTo>
                  <a:pt x="135412" y="29498"/>
                </a:lnTo>
                <a:lnTo>
                  <a:pt x="137793" y="29877"/>
                </a:lnTo>
                <a:lnTo>
                  <a:pt x="140147" y="30270"/>
                </a:lnTo>
                <a:lnTo>
                  <a:pt x="142501" y="30664"/>
                </a:lnTo>
                <a:lnTo>
                  <a:pt x="144855" y="31058"/>
                </a:lnTo>
                <a:lnTo>
                  <a:pt x="145336" y="31135"/>
                </a:lnTo>
                <a:lnTo>
                  <a:pt x="145818" y="31197"/>
                </a:lnTo>
                <a:lnTo>
                  <a:pt x="146326" y="31251"/>
                </a:lnTo>
                <a:lnTo>
                  <a:pt x="146834" y="31289"/>
                </a:lnTo>
                <a:lnTo>
                  <a:pt x="147316" y="31312"/>
                </a:lnTo>
                <a:lnTo>
                  <a:pt x="147824" y="31328"/>
                </a:lnTo>
                <a:lnTo>
                  <a:pt x="148332" y="31328"/>
                </a:lnTo>
                <a:lnTo>
                  <a:pt x="148814" y="31320"/>
                </a:lnTo>
                <a:lnTo>
                  <a:pt x="149322" y="31305"/>
                </a:lnTo>
                <a:lnTo>
                  <a:pt x="149804" y="31274"/>
                </a:lnTo>
                <a:lnTo>
                  <a:pt x="150285" y="31235"/>
                </a:lnTo>
                <a:lnTo>
                  <a:pt x="150740" y="31189"/>
                </a:lnTo>
                <a:lnTo>
                  <a:pt x="151195" y="31135"/>
                </a:lnTo>
                <a:lnTo>
                  <a:pt x="151623" y="31065"/>
                </a:lnTo>
                <a:lnTo>
                  <a:pt x="152051" y="30996"/>
                </a:lnTo>
                <a:lnTo>
                  <a:pt x="152452" y="30919"/>
                </a:lnTo>
                <a:lnTo>
                  <a:pt x="152853" y="30826"/>
                </a:lnTo>
                <a:lnTo>
                  <a:pt x="153228" y="30733"/>
                </a:lnTo>
                <a:lnTo>
                  <a:pt x="153549" y="30633"/>
                </a:lnTo>
                <a:lnTo>
                  <a:pt x="153870" y="30525"/>
                </a:lnTo>
                <a:lnTo>
                  <a:pt x="154164" y="30409"/>
                </a:lnTo>
                <a:lnTo>
                  <a:pt x="154432" y="30286"/>
                </a:lnTo>
                <a:lnTo>
                  <a:pt x="154672" y="30162"/>
                </a:lnTo>
                <a:lnTo>
                  <a:pt x="154860" y="30031"/>
                </a:lnTo>
                <a:lnTo>
                  <a:pt x="155047" y="29900"/>
                </a:lnTo>
                <a:lnTo>
                  <a:pt x="155181" y="29761"/>
                </a:lnTo>
                <a:lnTo>
                  <a:pt x="155261" y="29614"/>
                </a:lnTo>
                <a:lnTo>
                  <a:pt x="155314" y="29467"/>
                </a:lnTo>
                <a:lnTo>
                  <a:pt x="155341" y="29321"/>
                </a:lnTo>
                <a:lnTo>
                  <a:pt x="155314" y="29166"/>
                </a:lnTo>
                <a:lnTo>
                  <a:pt x="155234" y="29020"/>
                </a:lnTo>
                <a:lnTo>
                  <a:pt x="155127" y="28858"/>
                </a:lnTo>
                <a:lnTo>
                  <a:pt x="153549" y="27082"/>
                </a:lnTo>
                <a:lnTo>
                  <a:pt x="152024" y="25306"/>
                </a:lnTo>
                <a:lnTo>
                  <a:pt x="150499" y="23523"/>
                </a:lnTo>
                <a:lnTo>
                  <a:pt x="149001" y="21740"/>
                </a:lnTo>
                <a:lnTo>
                  <a:pt x="147530" y="19956"/>
                </a:lnTo>
                <a:lnTo>
                  <a:pt x="146085" y="18173"/>
                </a:lnTo>
                <a:lnTo>
                  <a:pt x="144641" y="16390"/>
                </a:lnTo>
                <a:lnTo>
                  <a:pt x="143223" y="14599"/>
                </a:lnTo>
                <a:lnTo>
                  <a:pt x="145925" y="14884"/>
                </a:lnTo>
                <a:lnTo>
                  <a:pt x="148573" y="15170"/>
                </a:lnTo>
                <a:lnTo>
                  <a:pt x="151248" y="15471"/>
                </a:lnTo>
                <a:lnTo>
                  <a:pt x="153870" y="15780"/>
                </a:lnTo>
                <a:lnTo>
                  <a:pt x="156491" y="16097"/>
                </a:lnTo>
                <a:lnTo>
                  <a:pt x="159113" y="16421"/>
                </a:lnTo>
                <a:lnTo>
                  <a:pt x="161708" y="16753"/>
                </a:lnTo>
                <a:lnTo>
                  <a:pt x="164276" y="17100"/>
                </a:lnTo>
                <a:lnTo>
                  <a:pt x="166844" y="17455"/>
                </a:lnTo>
                <a:lnTo>
                  <a:pt x="169412" y="17818"/>
                </a:lnTo>
                <a:lnTo>
                  <a:pt x="171953" y="18189"/>
                </a:lnTo>
                <a:lnTo>
                  <a:pt x="174494" y="18575"/>
                </a:lnTo>
                <a:lnTo>
                  <a:pt x="177009" y="18968"/>
                </a:lnTo>
                <a:lnTo>
                  <a:pt x="179497" y="19370"/>
                </a:lnTo>
                <a:lnTo>
                  <a:pt x="182011" y="19787"/>
                </a:lnTo>
                <a:lnTo>
                  <a:pt x="184499" y="20211"/>
                </a:lnTo>
                <a:lnTo>
                  <a:pt x="185034" y="20296"/>
                </a:lnTo>
                <a:lnTo>
                  <a:pt x="185569" y="20366"/>
                </a:lnTo>
                <a:lnTo>
                  <a:pt x="186131" y="20420"/>
                </a:lnTo>
                <a:lnTo>
                  <a:pt x="186666" y="20466"/>
                </a:lnTo>
                <a:lnTo>
                  <a:pt x="187255" y="20489"/>
                </a:lnTo>
                <a:lnTo>
                  <a:pt x="187816" y="20505"/>
                </a:lnTo>
                <a:lnTo>
                  <a:pt x="188378" y="20512"/>
                </a:lnTo>
                <a:lnTo>
                  <a:pt x="188940" y="20497"/>
                </a:lnTo>
                <a:lnTo>
                  <a:pt x="189475" y="20481"/>
                </a:lnTo>
                <a:lnTo>
                  <a:pt x="190037" y="20451"/>
                </a:lnTo>
                <a:lnTo>
                  <a:pt x="190572" y="20404"/>
                </a:lnTo>
                <a:lnTo>
                  <a:pt x="191107" y="20350"/>
                </a:lnTo>
                <a:lnTo>
                  <a:pt x="191615" y="20288"/>
                </a:lnTo>
                <a:lnTo>
                  <a:pt x="192123" y="20219"/>
                </a:lnTo>
                <a:lnTo>
                  <a:pt x="192605" y="20134"/>
                </a:lnTo>
                <a:lnTo>
                  <a:pt x="193059" y="20041"/>
                </a:lnTo>
                <a:lnTo>
                  <a:pt x="193514" y="19949"/>
                </a:lnTo>
                <a:lnTo>
                  <a:pt x="193915" y="19841"/>
                </a:lnTo>
                <a:lnTo>
                  <a:pt x="194317" y="19725"/>
                </a:lnTo>
                <a:lnTo>
                  <a:pt x="194691" y="19601"/>
                </a:lnTo>
                <a:lnTo>
                  <a:pt x="195012" y="19470"/>
                </a:lnTo>
                <a:lnTo>
                  <a:pt x="195306" y="19339"/>
                </a:lnTo>
                <a:lnTo>
                  <a:pt x="195574" y="19200"/>
                </a:lnTo>
                <a:lnTo>
                  <a:pt x="195815" y="19053"/>
                </a:lnTo>
                <a:lnTo>
                  <a:pt x="196002" y="18899"/>
                </a:lnTo>
                <a:lnTo>
                  <a:pt x="196136" y="18744"/>
                </a:lnTo>
                <a:lnTo>
                  <a:pt x="196243" y="18582"/>
                </a:lnTo>
                <a:lnTo>
                  <a:pt x="196323" y="18420"/>
                </a:lnTo>
                <a:lnTo>
                  <a:pt x="196323" y="18250"/>
                </a:lnTo>
                <a:lnTo>
                  <a:pt x="196296" y="18081"/>
                </a:lnTo>
                <a:lnTo>
                  <a:pt x="196189" y="17911"/>
                </a:lnTo>
                <a:lnTo>
                  <a:pt x="196055" y="17733"/>
                </a:lnTo>
                <a:lnTo>
                  <a:pt x="194959" y="16629"/>
                </a:lnTo>
                <a:lnTo>
                  <a:pt x="193808" y="15533"/>
                </a:lnTo>
                <a:lnTo>
                  <a:pt x="192631" y="14444"/>
                </a:lnTo>
                <a:lnTo>
                  <a:pt x="191401" y="13356"/>
                </a:lnTo>
                <a:lnTo>
                  <a:pt x="190117" y="12275"/>
                </a:lnTo>
                <a:lnTo>
                  <a:pt x="188779" y="11202"/>
                </a:lnTo>
                <a:lnTo>
                  <a:pt x="187388" y="10129"/>
                </a:lnTo>
                <a:lnTo>
                  <a:pt x="185944" y="9064"/>
                </a:lnTo>
                <a:lnTo>
                  <a:pt x="184446" y="8014"/>
                </a:lnTo>
                <a:lnTo>
                  <a:pt x="182921" y="6956"/>
                </a:lnTo>
                <a:lnTo>
                  <a:pt x="181316" y="5914"/>
                </a:lnTo>
                <a:lnTo>
                  <a:pt x="179657" y="4879"/>
                </a:lnTo>
                <a:lnTo>
                  <a:pt x="177919" y="3845"/>
                </a:lnTo>
                <a:lnTo>
                  <a:pt x="177036" y="3336"/>
                </a:lnTo>
                <a:lnTo>
                  <a:pt x="176153" y="2826"/>
                </a:lnTo>
                <a:lnTo>
                  <a:pt x="175244" y="2316"/>
                </a:lnTo>
                <a:lnTo>
                  <a:pt x="174307" y="1815"/>
                </a:lnTo>
                <a:lnTo>
                  <a:pt x="173371" y="1305"/>
                </a:lnTo>
                <a:lnTo>
                  <a:pt x="172408" y="803"/>
                </a:lnTo>
                <a:lnTo>
                  <a:pt x="172114" y="664"/>
                </a:lnTo>
                <a:lnTo>
                  <a:pt x="171766" y="533"/>
                </a:lnTo>
                <a:lnTo>
                  <a:pt x="171391" y="425"/>
                </a:lnTo>
                <a:lnTo>
                  <a:pt x="170990" y="325"/>
                </a:lnTo>
                <a:lnTo>
                  <a:pt x="170562" y="240"/>
                </a:lnTo>
                <a:lnTo>
                  <a:pt x="170107" y="170"/>
                </a:lnTo>
                <a:lnTo>
                  <a:pt x="169653" y="109"/>
                </a:lnTo>
                <a:lnTo>
                  <a:pt x="169144" y="62"/>
                </a:lnTo>
                <a:lnTo>
                  <a:pt x="168663" y="31"/>
                </a:lnTo>
                <a:lnTo>
                  <a:pt x="168155" y="8"/>
                </a:lnTo>
                <a:lnTo>
                  <a:pt x="16764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flipH="1" rot="10800000">
            <a:off x="796847" y="1053252"/>
            <a:ext cx="584866" cy="407299"/>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flipH="1" rot="10800000">
            <a:off x="1546410" y="746079"/>
            <a:ext cx="139743" cy="117257"/>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flipH="1" rot="10800000">
            <a:off x="1751348" y="693069"/>
            <a:ext cx="118021" cy="39513"/>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flipH="1" rot="10800000">
            <a:off x="1962434" y="626988"/>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7"/>
          <p:cNvSpPr/>
          <p:nvPr/>
        </p:nvSpPr>
        <p:spPr>
          <a:xfrm flipH="1" rot="10800000">
            <a:off x="2272991" y="423368"/>
            <a:ext cx="108600" cy="81708"/>
          </a:xfrm>
          <a:custGeom>
            <a:rect b="b" l="l" r="r" t="t"/>
            <a:pathLst>
              <a:path extrusionOk="0" h="8925" w="36382">
                <a:moveTo>
                  <a:pt x="4013" y="0"/>
                </a:moveTo>
                <a:lnTo>
                  <a:pt x="3666" y="8"/>
                </a:lnTo>
                <a:lnTo>
                  <a:pt x="3345" y="31"/>
                </a:lnTo>
                <a:lnTo>
                  <a:pt x="3024" y="55"/>
                </a:lnTo>
                <a:lnTo>
                  <a:pt x="2703" y="93"/>
                </a:lnTo>
                <a:lnTo>
                  <a:pt x="2382" y="139"/>
                </a:lnTo>
                <a:lnTo>
                  <a:pt x="2087" y="193"/>
                </a:lnTo>
                <a:lnTo>
                  <a:pt x="1820" y="255"/>
                </a:lnTo>
                <a:lnTo>
                  <a:pt x="1552" y="325"/>
                </a:lnTo>
                <a:lnTo>
                  <a:pt x="1312" y="402"/>
                </a:lnTo>
                <a:lnTo>
                  <a:pt x="1071" y="479"/>
                </a:lnTo>
                <a:lnTo>
                  <a:pt x="884" y="564"/>
                </a:lnTo>
                <a:lnTo>
                  <a:pt x="670" y="649"/>
                </a:lnTo>
                <a:lnTo>
                  <a:pt x="509" y="742"/>
                </a:lnTo>
                <a:lnTo>
                  <a:pt x="375" y="834"/>
                </a:lnTo>
                <a:lnTo>
                  <a:pt x="242" y="935"/>
                </a:lnTo>
                <a:lnTo>
                  <a:pt x="135" y="1027"/>
                </a:lnTo>
                <a:lnTo>
                  <a:pt x="81" y="1128"/>
                </a:lnTo>
                <a:lnTo>
                  <a:pt x="28" y="1228"/>
                </a:lnTo>
                <a:lnTo>
                  <a:pt x="1" y="1328"/>
                </a:lnTo>
                <a:lnTo>
                  <a:pt x="28" y="1429"/>
                </a:lnTo>
                <a:lnTo>
                  <a:pt x="54" y="1529"/>
                </a:lnTo>
                <a:lnTo>
                  <a:pt x="135" y="1629"/>
                </a:lnTo>
                <a:lnTo>
                  <a:pt x="242" y="1722"/>
                </a:lnTo>
                <a:lnTo>
                  <a:pt x="375" y="1815"/>
                </a:lnTo>
                <a:lnTo>
                  <a:pt x="536" y="1900"/>
                </a:lnTo>
                <a:lnTo>
                  <a:pt x="750" y="1985"/>
                </a:lnTo>
                <a:lnTo>
                  <a:pt x="991" y="2069"/>
                </a:lnTo>
                <a:lnTo>
                  <a:pt x="1285" y="2139"/>
                </a:lnTo>
                <a:lnTo>
                  <a:pt x="2970" y="2540"/>
                </a:lnTo>
                <a:lnTo>
                  <a:pt x="4629" y="2926"/>
                </a:lnTo>
                <a:lnTo>
                  <a:pt x="7999" y="3691"/>
                </a:lnTo>
                <a:lnTo>
                  <a:pt x="11370" y="4455"/>
                </a:lnTo>
                <a:lnTo>
                  <a:pt x="14714" y="5219"/>
                </a:lnTo>
                <a:lnTo>
                  <a:pt x="16372" y="5605"/>
                </a:lnTo>
                <a:lnTo>
                  <a:pt x="18031" y="5991"/>
                </a:lnTo>
                <a:lnTo>
                  <a:pt x="19663" y="6385"/>
                </a:lnTo>
                <a:lnTo>
                  <a:pt x="21294" y="6786"/>
                </a:lnTo>
                <a:lnTo>
                  <a:pt x="22899" y="7195"/>
                </a:lnTo>
                <a:lnTo>
                  <a:pt x="24504" y="7612"/>
                </a:lnTo>
                <a:lnTo>
                  <a:pt x="26083" y="8037"/>
                </a:lnTo>
                <a:lnTo>
                  <a:pt x="27634" y="8477"/>
                </a:lnTo>
                <a:lnTo>
                  <a:pt x="28089" y="8593"/>
                </a:lnTo>
                <a:lnTo>
                  <a:pt x="28544" y="8693"/>
                </a:lnTo>
                <a:lnTo>
                  <a:pt x="29025" y="8770"/>
                </a:lnTo>
                <a:lnTo>
                  <a:pt x="29507" y="8832"/>
                </a:lnTo>
                <a:lnTo>
                  <a:pt x="29988" y="8878"/>
                </a:lnTo>
                <a:lnTo>
                  <a:pt x="30470" y="8909"/>
                </a:lnTo>
                <a:lnTo>
                  <a:pt x="30951" y="8925"/>
                </a:lnTo>
                <a:lnTo>
                  <a:pt x="31406" y="8925"/>
                </a:lnTo>
                <a:lnTo>
                  <a:pt x="31888" y="8902"/>
                </a:lnTo>
                <a:lnTo>
                  <a:pt x="32342" y="8878"/>
                </a:lnTo>
                <a:lnTo>
                  <a:pt x="32797" y="8832"/>
                </a:lnTo>
                <a:lnTo>
                  <a:pt x="33225" y="8778"/>
                </a:lnTo>
                <a:lnTo>
                  <a:pt x="33626" y="8716"/>
                </a:lnTo>
                <a:lnTo>
                  <a:pt x="34028" y="8639"/>
                </a:lnTo>
                <a:lnTo>
                  <a:pt x="34402" y="8554"/>
                </a:lnTo>
                <a:lnTo>
                  <a:pt x="34750" y="8462"/>
                </a:lnTo>
                <a:lnTo>
                  <a:pt x="35071" y="8361"/>
                </a:lnTo>
                <a:lnTo>
                  <a:pt x="35365" y="8253"/>
                </a:lnTo>
                <a:lnTo>
                  <a:pt x="35633" y="8137"/>
                </a:lnTo>
                <a:lnTo>
                  <a:pt x="35873" y="8014"/>
                </a:lnTo>
                <a:lnTo>
                  <a:pt x="36061" y="7890"/>
                </a:lnTo>
                <a:lnTo>
                  <a:pt x="36194" y="7759"/>
                </a:lnTo>
                <a:lnTo>
                  <a:pt x="36301" y="7620"/>
                </a:lnTo>
                <a:lnTo>
                  <a:pt x="36382" y="7481"/>
                </a:lnTo>
                <a:lnTo>
                  <a:pt x="36382" y="7342"/>
                </a:lnTo>
                <a:lnTo>
                  <a:pt x="36355" y="7203"/>
                </a:lnTo>
                <a:lnTo>
                  <a:pt x="36275" y="7056"/>
                </a:lnTo>
                <a:lnTo>
                  <a:pt x="36114" y="6918"/>
                </a:lnTo>
                <a:lnTo>
                  <a:pt x="35927" y="6779"/>
                </a:lnTo>
                <a:lnTo>
                  <a:pt x="35659" y="6640"/>
                </a:lnTo>
                <a:lnTo>
                  <a:pt x="35338" y="6501"/>
                </a:lnTo>
                <a:lnTo>
                  <a:pt x="34964" y="6362"/>
                </a:lnTo>
                <a:lnTo>
                  <a:pt x="33439" y="5891"/>
                </a:lnTo>
                <a:lnTo>
                  <a:pt x="31861" y="5420"/>
                </a:lnTo>
                <a:lnTo>
                  <a:pt x="30229" y="4957"/>
                </a:lnTo>
                <a:lnTo>
                  <a:pt x="28544" y="4493"/>
                </a:lnTo>
                <a:lnTo>
                  <a:pt x="26805" y="4038"/>
                </a:lnTo>
                <a:lnTo>
                  <a:pt x="25039" y="3598"/>
                </a:lnTo>
                <a:lnTo>
                  <a:pt x="23247" y="3166"/>
                </a:lnTo>
                <a:lnTo>
                  <a:pt x="21401" y="2741"/>
                </a:lnTo>
                <a:lnTo>
                  <a:pt x="20438" y="2540"/>
                </a:lnTo>
                <a:lnTo>
                  <a:pt x="19502" y="2340"/>
                </a:lnTo>
                <a:lnTo>
                  <a:pt x="18539" y="2139"/>
                </a:lnTo>
                <a:lnTo>
                  <a:pt x="17576" y="1946"/>
                </a:lnTo>
                <a:lnTo>
                  <a:pt x="16613" y="1761"/>
                </a:lnTo>
                <a:lnTo>
                  <a:pt x="15623" y="1575"/>
                </a:lnTo>
                <a:lnTo>
                  <a:pt x="14633" y="1398"/>
                </a:lnTo>
                <a:lnTo>
                  <a:pt x="13644" y="1228"/>
                </a:lnTo>
                <a:lnTo>
                  <a:pt x="12654" y="1058"/>
                </a:lnTo>
                <a:lnTo>
                  <a:pt x="11637" y="904"/>
                </a:lnTo>
                <a:lnTo>
                  <a:pt x="10621" y="749"/>
                </a:lnTo>
                <a:lnTo>
                  <a:pt x="9604" y="595"/>
                </a:lnTo>
                <a:lnTo>
                  <a:pt x="8588" y="456"/>
                </a:lnTo>
                <a:lnTo>
                  <a:pt x="7545" y="317"/>
                </a:lnTo>
                <a:lnTo>
                  <a:pt x="6501" y="193"/>
                </a:lnTo>
                <a:lnTo>
                  <a:pt x="5458" y="70"/>
                </a:lnTo>
                <a:lnTo>
                  <a:pt x="5110" y="31"/>
                </a:lnTo>
                <a:lnTo>
                  <a:pt x="4736" y="8"/>
                </a:lnTo>
                <a:lnTo>
                  <a:pt x="438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7"/>
          <p:cNvSpPr/>
          <p:nvPr/>
        </p:nvSpPr>
        <p:spPr>
          <a:xfrm flipH="1" rot="10800000">
            <a:off x="2458530" y="270001"/>
            <a:ext cx="92550" cy="92163"/>
          </a:xfrm>
          <a:custGeom>
            <a:rect b="b" l="l" r="r" t="t"/>
            <a:pathLst>
              <a:path extrusionOk="0" h="10067" w="31005">
                <a:moveTo>
                  <a:pt x="3906" y="0"/>
                </a:moveTo>
                <a:lnTo>
                  <a:pt x="3558" y="16"/>
                </a:lnTo>
                <a:lnTo>
                  <a:pt x="3210" y="31"/>
                </a:lnTo>
                <a:lnTo>
                  <a:pt x="2889" y="62"/>
                </a:lnTo>
                <a:lnTo>
                  <a:pt x="2542" y="100"/>
                </a:lnTo>
                <a:lnTo>
                  <a:pt x="2247" y="147"/>
                </a:lnTo>
                <a:lnTo>
                  <a:pt x="1953" y="201"/>
                </a:lnTo>
                <a:lnTo>
                  <a:pt x="1659" y="263"/>
                </a:lnTo>
                <a:lnTo>
                  <a:pt x="1418" y="332"/>
                </a:lnTo>
                <a:lnTo>
                  <a:pt x="1151" y="402"/>
                </a:lnTo>
                <a:lnTo>
                  <a:pt x="937" y="486"/>
                </a:lnTo>
                <a:lnTo>
                  <a:pt x="723" y="571"/>
                </a:lnTo>
                <a:lnTo>
                  <a:pt x="535" y="656"/>
                </a:lnTo>
                <a:lnTo>
                  <a:pt x="402" y="757"/>
                </a:lnTo>
                <a:lnTo>
                  <a:pt x="268" y="849"/>
                </a:lnTo>
                <a:lnTo>
                  <a:pt x="161" y="950"/>
                </a:lnTo>
                <a:lnTo>
                  <a:pt x="81" y="1050"/>
                </a:lnTo>
                <a:lnTo>
                  <a:pt x="27" y="1150"/>
                </a:lnTo>
                <a:lnTo>
                  <a:pt x="0" y="1258"/>
                </a:lnTo>
                <a:lnTo>
                  <a:pt x="27" y="1359"/>
                </a:lnTo>
                <a:lnTo>
                  <a:pt x="54" y="1467"/>
                </a:lnTo>
                <a:lnTo>
                  <a:pt x="134" y="1567"/>
                </a:lnTo>
                <a:lnTo>
                  <a:pt x="268" y="1668"/>
                </a:lnTo>
                <a:lnTo>
                  <a:pt x="428" y="1768"/>
                </a:lnTo>
                <a:lnTo>
                  <a:pt x="616" y="1861"/>
                </a:lnTo>
                <a:lnTo>
                  <a:pt x="856" y="1961"/>
                </a:lnTo>
                <a:lnTo>
                  <a:pt x="1124" y="2046"/>
                </a:lnTo>
                <a:lnTo>
                  <a:pt x="3986" y="2880"/>
                </a:lnTo>
                <a:lnTo>
                  <a:pt x="5404" y="3304"/>
                </a:lnTo>
                <a:lnTo>
                  <a:pt x="6795" y="3729"/>
                </a:lnTo>
                <a:lnTo>
                  <a:pt x="8186" y="4161"/>
                </a:lnTo>
                <a:lnTo>
                  <a:pt x="9550" y="4593"/>
                </a:lnTo>
                <a:lnTo>
                  <a:pt x="10888" y="5041"/>
                </a:lnTo>
                <a:lnTo>
                  <a:pt x="12199" y="5489"/>
                </a:lnTo>
                <a:lnTo>
                  <a:pt x="12841" y="5728"/>
                </a:lnTo>
                <a:lnTo>
                  <a:pt x="13483" y="5968"/>
                </a:lnTo>
                <a:lnTo>
                  <a:pt x="14098" y="6207"/>
                </a:lnTo>
                <a:lnTo>
                  <a:pt x="14686" y="6454"/>
                </a:lnTo>
                <a:lnTo>
                  <a:pt x="15863" y="6956"/>
                </a:lnTo>
                <a:lnTo>
                  <a:pt x="17014" y="7458"/>
                </a:lnTo>
                <a:lnTo>
                  <a:pt x="19261" y="8469"/>
                </a:lnTo>
                <a:lnTo>
                  <a:pt x="20411" y="8971"/>
                </a:lnTo>
                <a:lnTo>
                  <a:pt x="21615" y="9465"/>
                </a:lnTo>
                <a:lnTo>
                  <a:pt x="21909" y="9573"/>
                </a:lnTo>
                <a:lnTo>
                  <a:pt x="22230" y="9665"/>
                </a:lnTo>
                <a:lnTo>
                  <a:pt x="22578" y="9750"/>
                </a:lnTo>
                <a:lnTo>
                  <a:pt x="22952" y="9820"/>
                </a:lnTo>
                <a:lnTo>
                  <a:pt x="23354" y="9889"/>
                </a:lnTo>
                <a:lnTo>
                  <a:pt x="23755" y="9943"/>
                </a:lnTo>
                <a:lnTo>
                  <a:pt x="24156" y="9982"/>
                </a:lnTo>
                <a:lnTo>
                  <a:pt x="24611" y="10021"/>
                </a:lnTo>
                <a:lnTo>
                  <a:pt x="25039" y="10044"/>
                </a:lnTo>
                <a:lnTo>
                  <a:pt x="25494" y="10059"/>
                </a:lnTo>
                <a:lnTo>
                  <a:pt x="25922" y="10067"/>
                </a:lnTo>
                <a:lnTo>
                  <a:pt x="26376" y="10059"/>
                </a:lnTo>
                <a:lnTo>
                  <a:pt x="26831" y="10051"/>
                </a:lnTo>
                <a:lnTo>
                  <a:pt x="27259" y="10028"/>
                </a:lnTo>
                <a:lnTo>
                  <a:pt x="27687" y="9997"/>
                </a:lnTo>
                <a:lnTo>
                  <a:pt x="28088" y="9959"/>
                </a:lnTo>
                <a:lnTo>
                  <a:pt x="28490" y="9912"/>
                </a:lnTo>
                <a:lnTo>
                  <a:pt x="28864" y="9866"/>
                </a:lnTo>
                <a:lnTo>
                  <a:pt x="29239" y="9804"/>
                </a:lnTo>
                <a:lnTo>
                  <a:pt x="29560" y="9735"/>
                </a:lnTo>
                <a:lnTo>
                  <a:pt x="29881" y="9658"/>
                </a:lnTo>
                <a:lnTo>
                  <a:pt x="30148" y="9573"/>
                </a:lnTo>
                <a:lnTo>
                  <a:pt x="30389" y="9480"/>
                </a:lnTo>
                <a:lnTo>
                  <a:pt x="30603" y="9380"/>
                </a:lnTo>
                <a:lnTo>
                  <a:pt x="30764" y="9279"/>
                </a:lnTo>
                <a:lnTo>
                  <a:pt x="30897" y="9164"/>
                </a:lnTo>
                <a:lnTo>
                  <a:pt x="30978" y="9048"/>
                </a:lnTo>
                <a:lnTo>
                  <a:pt x="31004" y="8924"/>
                </a:lnTo>
                <a:lnTo>
                  <a:pt x="31004" y="8793"/>
                </a:lnTo>
                <a:lnTo>
                  <a:pt x="30924" y="8662"/>
                </a:lnTo>
                <a:lnTo>
                  <a:pt x="30790" y="8515"/>
                </a:lnTo>
                <a:lnTo>
                  <a:pt x="30603" y="8369"/>
                </a:lnTo>
                <a:lnTo>
                  <a:pt x="30148" y="8067"/>
                </a:lnTo>
                <a:lnTo>
                  <a:pt x="29667" y="7759"/>
                </a:lnTo>
                <a:lnTo>
                  <a:pt x="29132" y="7458"/>
                </a:lnTo>
                <a:lnTo>
                  <a:pt x="28597" y="7164"/>
                </a:lnTo>
                <a:lnTo>
                  <a:pt x="28035" y="6863"/>
                </a:lnTo>
                <a:lnTo>
                  <a:pt x="27446" y="6570"/>
                </a:lnTo>
                <a:lnTo>
                  <a:pt x="26831" y="6276"/>
                </a:lnTo>
                <a:lnTo>
                  <a:pt x="26189" y="5991"/>
                </a:lnTo>
                <a:lnTo>
                  <a:pt x="25520" y="5705"/>
                </a:lnTo>
                <a:lnTo>
                  <a:pt x="24852" y="5420"/>
                </a:lnTo>
                <a:lnTo>
                  <a:pt x="24156" y="5142"/>
                </a:lnTo>
                <a:lnTo>
                  <a:pt x="23434" y="4864"/>
                </a:lnTo>
                <a:lnTo>
                  <a:pt x="22685" y="4586"/>
                </a:lnTo>
                <a:lnTo>
                  <a:pt x="21936" y="4316"/>
                </a:lnTo>
                <a:lnTo>
                  <a:pt x="21160" y="4053"/>
                </a:lnTo>
                <a:lnTo>
                  <a:pt x="20358" y="3791"/>
                </a:lnTo>
                <a:lnTo>
                  <a:pt x="19555" y="3528"/>
                </a:lnTo>
                <a:lnTo>
                  <a:pt x="18726" y="3273"/>
                </a:lnTo>
                <a:lnTo>
                  <a:pt x="17896" y="3019"/>
                </a:lnTo>
                <a:lnTo>
                  <a:pt x="17040" y="2772"/>
                </a:lnTo>
                <a:lnTo>
                  <a:pt x="16184" y="2532"/>
                </a:lnTo>
                <a:lnTo>
                  <a:pt x="15328" y="2293"/>
                </a:lnTo>
                <a:lnTo>
                  <a:pt x="14419" y="2061"/>
                </a:lnTo>
                <a:lnTo>
                  <a:pt x="13536" y="1830"/>
                </a:lnTo>
                <a:lnTo>
                  <a:pt x="12627" y="1606"/>
                </a:lnTo>
                <a:lnTo>
                  <a:pt x="11717" y="1390"/>
                </a:lnTo>
                <a:lnTo>
                  <a:pt x="10808" y="1181"/>
                </a:lnTo>
                <a:lnTo>
                  <a:pt x="9871" y="973"/>
                </a:lnTo>
                <a:lnTo>
                  <a:pt x="8935" y="764"/>
                </a:lnTo>
                <a:lnTo>
                  <a:pt x="7999" y="571"/>
                </a:lnTo>
                <a:lnTo>
                  <a:pt x="7036" y="378"/>
                </a:lnTo>
                <a:lnTo>
                  <a:pt x="6099" y="193"/>
                </a:lnTo>
                <a:lnTo>
                  <a:pt x="5725" y="131"/>
                </a:lnTo>
                <a:lnTo>
                  <a:pt x="5350" y="77"/>
                </a:lnTo>
                <a:lnTo>
                  <a:pt x="4976" y="39"/>
                </a:lnTo>
                <a:lnTo>
                  <a:pt x="4628" y="16"/>
                </a:lnTo>
                <a:lnTo>
                  <a:pt x="4254" y="8"/>
                </a:lnTo>
                <a:lnTo>
                  <a:pt x="390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7"/>
          <p:cNvSpPr/>
          <p:nvPr/>
        </p:nvSpPr>
        <p:spPr>
          <a:xfrm>
            <a:off x="7983525" y="1436002"/>
            <a:ext cx="259403" cy="231341"/>
          </a:xfrm>
          <a:custGeom>
            <a:rect b="b" l="l" r="r" t="t"/>
            <a:pathLst>
              <a:path extrusionOk="0" h="21156" w="16733">
                <a:moveTo>
                  <a:pt x="8080" y="2713"/>
                </a:moveTo>
                <a:lnTo>
                  <a:pt x="8381" y="2727"/>
                </a:lnTo>
                <a:lnTo>
                  <a:pt x="8676" y="2749"/>
                </a:lnTo>
                <a:lnTo>
                  <a:pt x="8970" y="2792"/>
                </a:lnTo>
                <a:lnTo>
                  <a:pt x="9265" y="2849"/>
                </a:lnTo>
                <a:lnTo>
                  <a:pt x="9554" y="2928"/>
                </a:lnTo>
                <a:lnTo>
                  <a:pt x="9843" y="3014"/>
                </a:lnTo>
                <a:lnTo>
                  <a:pt x="10126" y="3121"/>
                </a:lnTo>
                <a:lnTo>
                  <a:pt x="10410" y="3235"/>
                </a:lnTo>
                <a:lnTo>
                  <a:pt x="10687" y="3371"/>
                </a:lnTo>
                <a:lnTo>
                  <a:pt x="10959" y="3515"/>
                </a:lnTo>
                <a:lnTo>
                  <a:pt x="11219" y="3679"/>
                </a:lnTo>
                <a:lnTo>
                  <a:pt x="11479" y="3851"/>
                </a:lnTo>
                <a:lnTo>
                  <a:pt x="11733" y="4044"/>
                </a:lnTo>
                <a:lnTo>
                  <a:pt x="11976" y="4245"/>
                </a:lnTo>
                <a:lnTo>
                  <a:pt x="12213" y="4459"/>
                </a:lnTo>
                <a:lnTo>
                  <a:pt x="12438" y="4695"/>
                </a:lnTo>
                <a:lnTo>
                  <a:pt x="12554" y="4810"/>
                </a:lnTo>
                <a:lnTo>
                  <a:pt x="12658" y="4932"/>
                </a:lnTo>
                <a:lnTo>
                  <a:pt x="12768" y="5060"/>
                </a:lnTo>
                <a:lnTo>
                  <a:pt x="12866" y="5189"/>
                </a:lnTo>
                <a:lnTo>
                  <a:pt x="12970" y="5318"/>
                </a:lnTo>
                <a:lnTo>
                  <a:pt x="13068" y="5454"/>
                </a:lnTo>
                <a:lnTo>
                  <a:pt x="13161" y="5597"/>
                </a:lnTo>
                <a:lnTo>
                  <a:pt x="13253" y="5733"/>
                </a:lnTo>
                <a:lnTo>
                  <a:pt x="13346" y="5876"/>
                </a:lnTo>
                <a:lnTo>
                  <a:pt x="13432" y="6027"/>
                </a:lnTo>
                <a:lnTo>
                  <a:pt x="13519" y="6177"/>
                </a:lnTo>
                <a:lnTo>
                  <a:pt x="13600" y="6327"/>
                </a:lnTo>
                <a:lnTo>
                  <a:pt x="13675" y="6485"/>
                </a:lnTo>
                <a:lnTo>
                  <a:pt x="13750" y="6642"/>
                </a:lnTo>
                <a:lnTo>
                  <a:pt x="13820" y="6807"/>
                </a:lnTo>
                <a:lnTo>
                  <a:pt x="13889" y="6971"/>
                </a:lnTo>
                <a:lnTo>
                  <a:pt x="13953" y="7136"/>
                </a:lnTo>
                <a:lnTo>
                  <a:pt x="14016" y="7308"/>
                </a:lnTo>
                <a:lnTo>
                  <a:pt x="14074" y="7479"/>
                </a:lnTo>
                <a:lnTo>
                  <a:pt x="14126" y="7658"/>
                </a:lnTo>
                <a:lnTo>
                  <a:pt x="14178" y="7837"/>
                </a:lnTo>
                <a:lnTo>
                  <a:pt x="14224" y="8016"/>
                </a:lnTo>
                <a:lnTo>
                  <a:pt x="14305" y="8360"/>
                </a:lnTo>
                <a:lnTo>
                  <a:pt x="14369" y="8703"/>
                </a:lnTo>
                <a:lnTo>
                  <a:pt x="14421" y="9054"/>
                </a:lnTo>
                <a:lnTo>
                  <a:pt x="14461" y="9405"/>
                </a:lnTo>
                <a:lnTo>
                  <a:pt x="14496" y="9755"/>
                </a:lnTo>
                <a:lnTo>
                  <a:pt x="14513" y="10113"/>
                </a:lnTo>
                <a:lnTo>
                  <a:pt x="14519" y="10464"/>
                </a:lnTo>
                <a:lnTo>
                  <a:pt x="14513" y="10822"/>
                </a:lnTo>
                <a:lnTo>
                  <a:pt x="14502" y="11172"/>
                </a:lnTo>
                <a:lnTo>
                  <a:pt x="14473" y="11530"/>
                </a:lnTo>
                <a:lnTo>
                  <a:pt x="14438" y="11881"/>
                </a:lnTo>
                <a:lnTo>
                  <a:pt x="14392" y="12232"/>
                </a:lnTo>
                <a:lnTo>
                  <a:pt x="14334" y="12582"/>
                </a:lnTo>
                <a:lnTo>
                  <a:pt x="14265" y="12926"/>
                </a:lnTo>
                <a:lnTo>
                  <a:pt x="14190" y="13262"/>
                </a:lnTo>
                <a:lnTo>
                  <a:pt x="14103" y="13606"/>
                </a:lnTo>
                <a:lnTo>
                  <a:pt x="14028" y="13842"/>
                </a:lnTo>
                <a:lnTo>
                  <a:pt x="13918" y="14157"/>
                </a:lnTo>
                <a:lnTo>
                  <a:pt x="13779" y="14529"/>
                </a:lnTo>
                <a:lnTo>
                  <a:pt x="13606" y="14944"/>
                </a:lnTo>
                <a:lnTo>
                  <a:pt x="13508" y="15166"/>
                </a:lnTo>
                <a:lnTo>
                  <a:pt x="13403" y="15395"/>
                </a:lnTo>
                <a:lnTo>
                  <a:pt x="13294" y="15624"/>
                </a:lnTo>
                <a:lnTo>
                  <a:pt x="13178" y="15853"/>
                </a:lnTo>
                <a:lnTo>
                  <a:pt x="13057" y="16089"/>
                </a:lnTo>
                <a:lnTo>
                  <a:pt x="12930" y="16318"/>
                </a:lnTo>
                <a:lnTo>
                  <a:pt x="12802" y="16547"/>
                </a:lnTo>
                <a:lnTo>
                  <a:pt x="12664" y="16769"/>
                </a:lnTo>
                <a:lnTo>
                  <a:pt x="12531" y="16984"/>
                </a:lnTo>
                <a:lnTo>
                  <a:pt x="12386" y="17191"/>
                </a:lnTo>
                <a:lnTo>
                  <a:pt x="12242" y="17384"/>
                </a:lnTo>
                <a:lnTo>
                  <a:pt x="12097" y="17563"/>
                </a:lnTo>
                <a:lnTo>
                  <a:pt x="11947" y="17735"/>
                </a:lnTo>
                <a:lnTo>
                  <a:pt x="11797" y="17885"/>
                </a:lnTo>
                <a:lnTo>
                  <a:pt x="11646" y="18021"/>
                </a:lnTo>
                <a:lnTo>
                  <a:pt x="11571" y="18079"/>
                </a:lnTo>
                <a:lnTo>
                  <a:pt x="11490" y="18129"/>
                </a:lnTo>
                <a:lnTo>
                  <a:pt x="11415" y="18179"/>
                </a:lnTo>
                <a:lnTo>
                  <a:pt x="11340" y="18222"/>
                </a:lnTo>
                <a:lnTo>
                  <a:pt x="11259" y="18257"/>
                </a:lnTo>
                <a:lnTo>
                  <a:pt x="11184" y="18293"/>
                </a:lnTo>
                <a:lnTo>
                  <a:pt x="11109" y="18315"/>
                </a:lnTo>
                <a:lnTo>
                  <a:pt x="11034" y="18336"/>
                </a:lnTo>
                <a:lnTo>
                  <a:pt x="10953" y="18343"/>
                </a:lnTo>
                <a:lnTo>
                  <a:pt x="10878" y="18351"/>
                </a:lnTo>
                <a:lnTo>
                  <a:pt x="10803" y="18343"/>
                </a:lnTo>
                <a:lnTo>
                  <a:pt x="10727" y="18336"/>
                </a:lnTo>
                <a:lnTo>
                  <a:pt x="10652" y="18315"/>
                </a:lnTo>
                <a:lnTo>
                  <a:pt x="10577" y="18293"/>
                </a:lnTo>
                <a:lnTo>
                  <a:pt x="10502" y="18257"/>
                </a:lnTo>
                <a:lnTo>
                  <a:pt x="10427" y="18215"/>
                </a:lnTo>
                <a:lnTo>
                  <a:pt x="10352" y="18164"/>
                </a:lnTo>
                <a:lnTo>
                  <a:pt x="10282" y="18100"/>
                </a:lnTo>
                <a:lnTo>
                  <a:pt x="10225" y="18050"/>
                </a:lnTo>
                <a:lnTo>
                  <a:pt x="10161" y="18007"/>
                </a:lnTo>
                <a:lnTo>
                  <a:pt x="10103" y="17971"/>
                </a:lnTo>
                <a:lnTo>
                  <a:pt x="10040" y="17943"/>
                </a:lnTo>
                <a:lnTo>
                  <a:pt x="9982" y="17921"/>
                </a:lnTo>
                <a:lnTo>
                  <a:pt x="9924" y="17907"/>
                </a:lnTo>
                <a:lnTo>
                  <a:pt x="9861" y="17893"/>
                </a:lnTo>
                <a:lnTo>
                  <a:pt x="9745" y="17893"/>
                </a:lnTo>
                <a:lnTo>
                  <a:pt x="9687" y="17900"/>
                </a:lnTo>
                <a:lnTo>
                  <a:pt x="9629" y="17907"/>
                </a:lnTo>
                <a:lnTo>
                  <a:pt x="9572" y="17921"/>
                </a:lnTo>
                <a:lnTo>
                  <a:pt x="9514" y="17943"/>
                </a:lnTo>
                <a:lnTo>
                  <a:pt x="9462" y="17971"/>
                </a:lnTo>
                <a:lnTo>
                  <a:pt x="9404" y="18000"/>
                </a:lnTo>
                <a:lnTo>
                  <a:pt x="9352" y="18036"/>
                </a:lnTo>
                <a:lnTo>
                  <a:pt x="9254" y="18114"/>
                </a:lnTo>
                <a:lnTo>
                  <a:pt x="9161" y="18207"/>
                </a:lnTo>
                <a:lnTo>
                  <a:pt x="9074" y="18315"/>
                </a:lnTo>
                <a:lnTo>
                  <a:pt x="8994" y="18429"/>
                </a:lnTo>
                <a:lnTo>
                  <a:pt x="8924" y="18558"/>
                </a:lnTo>
                <a:lnTo>
                  <a:pt x="8866" y="18687"/>
                </a:lnTo>
                <a:lnTo>
                  <a:pt x="8820" y="18830"/>
                </a:lnTo>
                <a:lnTo>
                  <a:pt x="8785" y="18973"/>
                </a:lnTo>
                <a:lnTo>
                  <a:pt x="8525" y="18916"/>
                </a:lnTo>
                <a:lnTo>
                  <a:pt x="8265" y="18844"/>
                </a:lnTo>
                <a:lnTo>
                  <a:pt x="8011" y="18773"/>
                </a:lnTo>
                <a:lnTo>
                  <a:pt x="7757" y="18687"/>
                </a:lnTo>
                <a:lnTo>
                  <a:pt x="7508" y="18594"/>
                </a:lnTo>
                <a:lnTo>
                  <a:pt x="7260" y="18494"/>
                </a:lnTo>
                <a:lnTo>
                  <a:pt x="7011" y="18386"/>
                </a:lnTo>
                <a:lnTo>
                  <a:pt x="6768" y="18265"/>
                </a:lnTo>
                <a:lnTo>
                  <a:pt x="6531" y="18143"/>
                </a:lnTo>
                <a:lnTo>
                  <a:pt x="6294" y="18007"/>
                </a:lnTo>
                <a:lnTo>
                  <a:pt x="6057" y="17864"/>
                </a:lnTo>
                <a:lnTo>
                  <a:pt x="5832" y="17714"/>
                </a:lnTo>
                <a:lnTo>
                  <a:pt x="5607" y="17556"/>
                </a:lnTo>
                <a:lnTo>
                  <a:pt x="5387" y="17392"/>
                </a:lnTo>
                <a:lnTo>
                  <a:pt x="5167" y="17220"/>
                </a:lnTo>
                <a:lnTo>
                  <a:pt x="4959" y="17034"/>
                </a:lnTo>
                <a:lnTo>
                  <a:pt x="4751" y="16840"/>
                </a:lnTo>
                <a:lnTo>
                  <a:pt x="4555" y="16640"/>
                </a:lnTo>
                <a:lnTo>
                  <a:pt x="4358" y="16433"/>
                </a:lnTo>
                <a:lnTo>
                  <a:pt x="4173" y="16218"/>
                </a:lnTo>
                <a:lnTo>
                  <a:pt x="3994" y="15989"/>
                </a:lnTo>
                <a:lnTo>
                  <a:pt x="3815" y="15753"/>
                </a:lnTo>
                <a:lnTo>
                  <a:pt x="3647" y="15509"/>
                </a:lnTo>
                <a:lnTo>
                  <a:pt x="3491" y="15259"/>
                </a:lnTo>
                <a:lnTo>
                  <a:pt x="3335" y="15001"/>
                </a:lnTo>
                <a:lnTo>
                  <a:pt x="3191" y="14736"/>
                </a:lnTo>
                <a:lnTo>
                  <a:pt x="3058" y="14457"/>
                </a:lnTo>
                <a:lnTo>
                  <a:pt x="2925" y="14171"/>
                </a:lnTo>
                <a:lnTo>
                  <a:pt x="2809" y="13878"/>
                </a:lnTo>
                <a:lnTo>
                  <a:pt x="2699" y="13577"/>
                </a:lnTo>
                <a:lnTo>
                  <a:pt x="2595" y="13269"/>
                </a:lnTo>
                <a:lnTo>
                  <a:pt x="2503" y="12947"/>
                </a:lnTo>
                <a:lnTo>
                  <a:pt x="2451" y="12754"/>
                </a:lnTo>
                <a:lnTo>
                  <a:pt x="2405" y="12561"/>
                </a:lnTo>
                <a:lnTo>
                  <a:pt x="2364" y="12367"/>
                </a:lnTo>
                <a:lnTo>
                  <a:pt x="2330" y="12174"/>
                </a:lnTo>
                <a:lnTo>
                  <a:pt x="2295" y="11974"/>
                </a:lnTo>
                <a:lnTo>
                  <a:pt x="2266" y="11781"/>
                </a:lnTo>
                <a:lnTo>
                  <a:pt x="2237" y="11580"/>
                </a:lnTo>
                <a:lnTo>
                  <a:pt x="2214" y="11387"/>
                </a:lnTo>
                <a:lnTo>
                  <a:pt x="2197" y="11187"/>
                </a:lnTo>
                <a:lnTo>
                  <a:pt x="2185" y="10986"/>
                </a:lnTo>
                <a:lnTo>
                  <a:pt x="2173" y="10786"/>
                </a:lnTo>
                <a:lnTo>
                  <a:pt x="2168" y="10593"/>
                </a:lnTo>
                <a:lnTo>
                  <a:pt x="2162" y="10392"/>
                </a:lnTo>
                <a:lnTo>
                  <a:pt x="2168" y="10192"/>
                </a:lnTo>
                <a:lnTo>
                  <a:pt x="2168" y="9991"/>
                </a:lnTo>
                <a:lnTo>
                  <a:pt x="2179" y="9798"/>
                </a:lnTo>
                <a:lnTo>
                  <a:pt x="2191" y="9598"/>
                </a:lnTo>
                <a:lnTo>
                  <a:pt x="2208" y="9405"/>
                </a:lnTo>
                <a:lnTo>
                  <a:pt x="2226" y="9204"/>
                </a:lnTo>
                <a:lnTo>
                  <a:pt x="2249" y="9011"/>
                </a:lnTo>
                <a:lnTo>
                  <a:pt x="2278" y="8818"/>
                </a:lnTo>
                <a:lnTo>
                  <a:pt x="2306" y="8624"/>
                </a:lnTo>
                <a:lnTo>
                  <a:pt x="2341" y="8431"/>
                </a:lnTo>
                <a:lnTo>
                  <a:pt x="2382" y="8238"/>
                </a:lnTo>
                <a:lnTo>
                  <a:pt x="2422" y="8052"/>
                </a:lnTo>
                <a:lnTo>
                  <a:pt x="2462" y="7859"/>
                </a:lnTo>
                <a:lnTo>
                  <a:pt x="2514" y="7673"/>
                </a:lnTo>
                <a:lnTo>
                  <a:pt x="2567" y="7494"/>
                </a:lnTo>
                <a:lnTo>
                  <a:pt x="2619" y="7308"/>
                </a:lnTo>
                <a:lnTo>
                  <a:pt x="2682" y="7129"/>
                </a:lnTo>
                <a:lnTo>
                  <a:pt x="2740" y="6950"/>
                </a:lnTo>
                <a:lnTo>
                  <a:pt x="2809" y="6771"/>
                </a:lnTo>
                <a:lnTo>
                  <a:pt x="2879" y="6599"/>
                </a:lnTo>
                <a:lnTo>
                  <a:pt x="2948" y="6420"/>
                </a:lnTo>
                <a:lnTo>
                  <a:pt x="3023" y="6256"/>
                </a:lnTo>
                <a:lnTo>
                  <a:pt x="3104" y="6084"/>
                </a:lnTo>
                <a:lnTo>
                  <a:pt x="3185" y="5919"/>
                </a:lnTo>
                <a:lnTo>
                  <a:pt x="3272" y="5762"/>
                </a:lnTo>
                <a:lnTo>
                  <a:pt x="3364" y="5604"/>
                </a:lnTo>
                <a:lnTo>
                  <a:pt x="3457" y="5447"/>
                </a:lnTo>
                <a:lnTo>
                  <a:pt x="3549" y="5297"/>
                </a:lnTo>
                <a:lnTo>
                  <a:pt x="3647" y="5146"/>
                </a:lnTo>
                <a:lnTo>
                  <a:pt x="3751" y="4996"/>
                </a:lnTo>
                <a:lnTo>
                  <a:pt x="3855" y="4853"/>
                </a:lnTo>
                <a:lnTo>
                  <a:pt x="3965" y="4717"/>
                </a:lnTo>
                <a:lnTo>
                  <a:pt x="4075" y="4581"/>
                </a:lnTo>
                <a:lnTo>
                  <a:pt x="4191" y="4452"/>
                </a:lnTo>
                <a:lnTo>
                  <a:pt x="4312" y="4323"/>
                </a:lnTo>
                <a:lnTo>
                  <a:pt x="4433" y="4202"/>
                </a:lnTo>
                <a:lnTo>
                  <a:pt x="4555" y="4080"/>
                </a:lnTo>
                <a:lnTo>
                  <a:pt x="4682" y="3965"/>
                </a:lnTo>
                <a:lnTo>
                  <a:pt x="4815" y="3858"/>
                </a:lnTo>
                <a:lnTo>
                  <a:pt x="4948" y="3751"/>
                </a:lnTo>
                <a:lnTo>
                  <a:pt x="5081" y="3651"/>
                </a:lnTo>
                <a:lnTo>
                  <a:pt x="5219" y="3550"/>
                </a:lnTo>
                <a:lnTo>
                  <a:pt x="5364" y="3457"/>
                </a:lnTo>
                <a:lnTo>
                  <a:pt x="5508" y="3371"/>
                </a:lnTo>
                <a:lnTo>
                  <a:pt x="5653" y="3293"/>
                </a:lnTo>
                <a:lnTo>
                  <a:pt x="5803" y="3214"/>
                </a:lnTo>
                <a:lnTo>
                  <a:pt x="5959" y="3142"/>
                </a:lnTo>
                <a:lnTo>
                  <a:pt x="6115" y="3078"/>
                </a:lnTo>
                <a:lnTo>
                  <a:pt x="6277" y="3014"/>
                </a:lnTo>
                <a:lnTo>
                  <a:pt x="6439" y="2956"/>
                </a:lnTo>
                <a:lnTo>
                  <a:pt x="6601" y="2913"/>
                </a:lnTo>
                <a:lnTo>
                  <a:pt x="6751" y="2870"/>
                </a:lnTo>
                <a:lnTo>
                  <a:pt x="6896" y="2835"/>
                </a:lnTo>
                <a:lnTo>
                  <a:pt x="7040" y="2806"/>
                </a:lnTo>
                <a:lnTo>
                  <a:pt x="7190" y="2785"/>
                </a:lnTo>
                <a:lnTo>
                  <a:pt x="7485" y="2742"/>
                </a:lnTo>
                <a:lnTo>
                  <a:pt x="7786" y="2720"/>
                </a:lnTo>
                <a:lnTo>
                  <a:pt x="8080" y="2713"/>
                </a:lnTo>
                <a:close/>
                <a:moveTo>
                  <a:pt x="7924" y="1"/>
                </a:moveTo>
                <a:lnTo>
                  <a:pt x="7687" y="8"/>
                </a:lnTo>
                <a:lnTo>
                  <a:pt x="7450" y="22"/>
                </a:lnTo>
                <a:lnTo>
                  <a:pt x="7219" y="44"/>
                </a:lnTo>
                <a:lnTo>
                  <a:pt x="6988" y="79"/>
                </a:lnTo>
                <a:lnTo>
                  <a:pt x="6757" y="115"/>
                </a:lnTo>
                <a:lnTo>
                  <a:pt x="6531" y="165"/>
                </a:lnTo>
                <a:lnTo>
                  <a:pt x="6312" y="215"/>
                </a:lnTo>
                <a:lnTo>
                  <a:pt x="6092" y="280"/>
                </a:lnTo>
                <a:lnTo>
                  <a:pt x="5878" y="351"/>
                </a:lnTo>
                <a:lnTo>
                  <a:pt x="5664" y="423"/>
                </a:lnTo>
                <a:lnTo>
                  <a:pt x="5451" y="509"/>
                </a:lnTo>
                <a:lnTo>
                  <a:pt x="5243" y="602"/>
                </a:lnTo>
                <a:lnTo>
                  <a:pt x="5040" y="695"/>
                </a:lnTo>
                <a:lnTo>
                  <a:pt x="4838" y="802"/>
                </a:lnTo>
                <a:lnTo>
                  <a:pt x="4641" y="910"/>
                </a:lnTo>
                <a:lnTo>
                  <a:pt x="4445" y="1031"/>
                </a:lnTo>
                <a:lnTo>
                  <a:pt x="4254" y="1153"/>
                </a:lnTo>
                <a:lnTo>
                  <a:pt x="4063" y="1282"/>
                </a:lnTo>
                <a:lnTo>
                  <a:pt x="3879" y="1418"/>
                </a:lnTo>
                <a:lnTo>
                  <a:pt x="3699" y="1561"/>
                </a:lnTo>
                <a:lnTo>
                  <a:pt x="3520" y="1704"/>
                </a:lnTo>
                <a:lnTo>
                  <a:pt x="3347" y="1861"/>
                </a:lnTo>
                <a:lnTo>
                  <a:pt x="3173" y="2019"/>
                </a:lnTo>
                <a:lnTo>
                  <a:pt x="3012" y="2183"/>
                </a:lnTo>
                <a:lnTo>
                  <a:pt x="2844" y="2355"/>
                </a:lnTo>
                <a:lnTo>
                  <a:pt x="2688" y="2527"/>
                </a:lnTo>
                <a:lnTo>
                  <a:pt x="2532" y="2706"/>
                </a:lnTo>
                <a:lnTo>
                  <a:pt x="2382" y="2892"/>
                </a:lnTo>
                <a:lnTo>
                  <a:pt x="2231" y="3085"/>
                </a:lnTo>
                <a:lnTo>
                  <a:pt x="2093" y="3278"/>
                </a:lnTo>
                <a:lnTo>
                  <a:pt x="1954" y="3479"/>
                </a:lnTo>
                <a:lnTo>
                  <a:pt x="1815" y="3679"/>
                </a:lnTo>
                <a:lnTo>
                  <a:pt x="1688" y="3894"/>
                </a:lnTo>
                <a:lnTo>
                  <a:pt x="1561" y="4101"/>
                </a:lnTo>
                <a:lnTo>
                  <a:pt x="1439" y="4323"/>
                </a:lnTo>
                <a:lnTo>
                  <a:pt x="1324" y="4545"/>
                </a:lnTo>
                <a:lnTo>
                  <a:pt x="1208" y="4767"/>
                </a:lnTo>
                <a:lnTo>
                  <a:pt x="1104" y="4996"/>
                </a:lnTo>
                <a:lnTo>
                  <a:pt x="1000" y="5225"/>
                </a:lnTo>
                <a:lnTo>
                  <a:pt x="902" y="5461"/>
                </a:lnTo>
                <a:lnTo>
                  <a:pt x="809" y="5705"/>
                </a:lnTo>
                <a:lnTo>
                  <a:pt x="717" y="5948"/>
                </a:lnTo>
                <a:lnTo>
                  <a:pt x="636" y="6191"/>
                </a:lnTo>
                <a:lnTo>
                  <a:pt x="555" y="6442"/>
                </a:lnTo>
                <a:lnTo>
                  <a:pt x="480" y="6692"/>
                </a:lnTo>
                <a:lnTo>
                  <a:pt x="411" y="6950"/>
                </a:lnTo>
                <a:lnTo>
                  <a:pt x="347" y="7207"/>
                </a:lnTo>
                <a:lnTo>
                  <a:pt x="289" y="7472"/>
                </a:lnTo>
                <a:lnTo>
                  <a:pt x="237" y="7730"/>
                </a:lnTo>
                <a:lnTo>
                  <a:pt x="185" y="8002"/>
                </a:lnTo>
                <a:lnTo>
                  <a:pt x="145" y="8267"/>
                </a:lnTo>
                <a:lnTo>
                  <a:pt x="104" y="8539"/>
                </a:lnTo>
                <a:lnTo>
                  <a:pt x="75" y="8811"/>
                </a:lnTo>
                <a:lnTo>
                  <a:pt x="47" y="9083"/>
                </a:lnTo>
                <a:lnTo>
                  <a:pt x="23" y="9362"/>
                </a:lnTo>
                <a:lnTo>
                  <a:pt x="12" y="9634"/>
                </a:lnTo>
                <a:lnTo>
                  <a:pt x="0" y="9913"/>
                </a:lnTo>
                <a:lnTo>
                  <a:pt x="0" y="10192"/>
                </a:lnTo>
                <a:lnTo>
                  <a:pt x="0" y="10478"/>
                </a:lnTo>
                <a:lnTo>
                  <a:pt x="6" y="10757"/>
                </a:lnTo>
                <a:lnTo>
                  <a:pt x="23" y="11043"/>
                </a:lnTo>
                <a:lnTo>
                  <a:pt x="41" y="11330"/>
                </a:lnTo>
                <a:lnTo>
                  <a:pt x="70" y="11616"/>
                </a:lnTo>
                <a:lnTo>
                  <a:pt x="99" y="11902"/>
                </a:lnTo>
                <a:lnTo>
                  <a:pt x="133" y="12174"/>
                </a:lnTo>
                <a:lnTo>
                  <a:pt x="179" y="12439"/>
                </a:lnTo>
                <a:lnTo>
                  <a:pt x="226" y="12711"/>
                </a:lnTo>
                <a:lnTo>
                  <a:pt x="278" y="12969"/>
                </a:lnTo>
                <a:lnTo>
                  <a:pt x="336" y="13226"/>
                </a:lnTo>
                <a:lnTo>
                  <a:pt x="399" y="13484"/>
                </a:lnTo>
                <a:lnTo>
                  <a:pt x="463" y="13734"/>
                </a:lnTo>
                <a:lnTo>
                  <a:pt x="538" y="13978"/>
                </a:lnTo>
                <a:lnTo>
                  <a:pt x="613" y="14221"/>
                </a:lnTo>
                <a:lnTo>
                  <a:pt x="694" y="14464"/>
                </a:lnTo>
                <a:lnTo>
                  <a:pt x="781" y="14701"/>
                </a:lnTo>
                <a:lnTo>
                  <a:pt x="873" y="14930"/>
                </a:lnTo>
                <a:lnTo>
                  <a:pt x="966" y="15159"/>
                </a:lnTo>
                <a:lnTo>
                  <a:pt x="1070" y="15380"/>
                </a:lnTo>
                <a:lnTo>
                  <a:pt x="1174" y="15602"/>
                </a:lnTo>
                <a:lnTo>
                  <a:pt x="1278" y="15817"/>
                </a:lnTo>
                <a:lnTo>
                  <a:pt x="1393" y="16032"/>
                </a:lnTo>
                <a:lnTo>
                  <a:pt x="1509" y="16239"/>
                </a:lnTo>
                <a:lnTo>
                  <a:pt x="1630" y="16447"/>
                </a:lnTo>
                <a:lnTo>
                  <a:pt x="1752" y="16640"/>
                </a:lnTo>
                <a:lnTo>
                  <a:pt x="1885" y="16840"/>
                </a:lnTo>
                <a:lnTo>
                  <a:pt x="2012" y="17027"/>
                </a:lnTo>
                <a:lnTo>
                  <a:pt x="2150" y="17220"/>
                </a:lnTo>
                <a:lnTo>
                  <a:pt x="2289" y="17399"/>
                </a:lnTo>
                <a:lnTo>
                  <a:pt x="2434" y="17578"/>
                </a:lnTo>
                <a:lnTo>
                  <a:pt x="2578" y="17749"/>
                </a:lnTo>
                <a:lnTo>
                  <a:pt x="2728" y="17921"/>
                </a:lnTo>
                <a:lnTo>
                  <a:pt x="2879" y="18086"/>
                </a:lnTo>
                <a:lnTo>
                  <a:pt x="3035" y="18250"/>
                </a:lnTo>
                <a:lnTo>
                  <a:pt x="3191" y="18401"/>
                </a:lnTo>
                <a:lnTo>
                  <a:pt x="3353" y="18551"/>
                </a:lnTo>
                <a:lnTo>
                  <a:pt x="3514" y="18701"/>
                </a:lnTo>
                <a:lnTo>
                  <a:pt x="3682" y="18844"/>
                </a:lnTo>
                <a:lnTo>
                  <a:pt x="3855" y="18980"/>
                </a:lnTo>
                <a:lnTo>
                  <a:pt x="4023" y="19116"/>
                </a:lnTo>
                <a:lnTo>
                  <a:pt x="4202" y="19238"/>
                </a:lnTo>
                <a:lnTo>
                  <a:pt x="4376" y="19367"/>
                </a:lnTo>
                <a:lnTo>
                  <a:pt x="4555" y="19481"/>
                </a:lnTo>
                <a:lnTo>
                  <a:pt x="4740" y="19596"/>
                </a:lnTo>
                <a:lnTo>
                  <a:pt x="4925" y="19703"/>
                </a:lnTo>
                <a:lnTo>
                  <a:pt x="5110" y="19811"/>
                </a:lnTo>
                <a:lnTo>
                  <a:pt x="5295" y="19904"/>
                </a:lnTo>
                <a:lnTo>
                  <a:pt x="5485" y="19997"/>
                </a:lnTo>
                <a:lnTo>
                  <a:pt x="5676" y="20090"/>
                </a:lnTo>
                <a:lnTo>
                  <a:pt x="5873" y="20168"/>
                </a:lnTo>
                <a:lnTo>
                  <a:pt x="6069" y="20247"/>
                </a:lnTo>
                <a:lnTo>
                  <a:pt x="6266" y="20319"/>
                </a:lnTo>
                <a:lnTo>
                  <a:pt x="6462" y="20390"/>
                </a:lnTo>
                <a:lnTo>
                  <a:pt x="6664" y="20455"/>
                </a:lnTo>
                <a:lnTo>
                  <a:pt x="6861" y="20512"/>
                </a:lnTo>
                <a:lnTo>
                  <a:pt x="7063" y="20562"/>
                </a:lnTo>
                <a:lnTo>
                  <a:pt x="7271" y="20605"/>
                </a:lnTo>
                <a:lnTo>
                  <a:pt x="7473" y="20648"/>
                </a:lnTo>
                <a:lnTo>
                  <a:pt x="7682" y="20684"/>
                </a:lnTo>
                <a:lnTo>
                  <a:pt x="7884" y="20712"/>
                </a:lnTo>
                <a:lnTo>
                  <a:pt x="8092" y="20741"/>
                </a:lnTo>
                <a:lnTo>
                  <a:pt x="8300" y="20755"/>
                </a:lnTo>
                <a:lnTo>
                  <a:pt x="8508" y="20770"/>
                </a:lnTo>
                <a:lnTo>
                  <a:pt x="8716" y="20777"/>
                </a:lnTo>
                <a:lnTo>
                  <a:pt x="9138" y="20777"/>
                </a:lnTo>
                <a:lnTo>
                  <a:pt x="9346" y="20770"/>
                </a:lnTo>
                <a:lnTo>
                  <a:pt x="9560" y="20748"/>
                </a:lnTo>
                <a:lnTo>
                  <a:pt x="9768" y="20727"/>
                </a:lnTo>
                <a:lnTo>
                  <a:pt x="9941" y="20841"/>
                </a:lnTo>
                <a:lnTo>
                  <a:pt x="10115" y="20934"/>
                </a:lnTo>
                <a:lnTo>
                  <a:pt x="10288" y="21006"/>
                </a:lnTo>
                <a:lnTo>
                  <a:pt x="10462" y="21070"/>
                </a:lnTo>
                <a:lnTo>
                  <a:pt x="10629" y="21113"/>
                </a:lnTo>
                <a:lnTo>
                  <a:pt x="10803" y="21142"/>
                </a:lnTo>
                <a:lnTo>
                  <a:pt x="10970" y="21156"/>
                </a:lnTo>
                <a:lnTo>
                  <a:pt x="11138" y="21156"/>
                </a:lnTo>
                <a:lnTo>
                  <a:pt x="11300" y="21149"/>
                </a:lnTo>
                <a:lnTo>
                  <a:pt x="11467" y="21120"/>
                </a:lnTo>
                <a:lnTo>
                  <a:pt x="11629" y="21084"/>
                </a:lnTo>
                <a:lnTo>
                  <a:pt x="11791" y="21027"/>
                </a:lnTo>
                <a:lnTo>
                  <a:pt x="11953" y="20963"/>
                </a:lnTo>
                <a:lnTo>
                  <a:pt x="12109" y="20891"/>
                </a:lnTo>
                <a:lnTo>
                  <a:pt x="12271" y="20798"/>
                </a:lnTo>
                <a:lnTo>
                  <a:pt x="12427" y="20698"/>
                </a:lnTo>
                <a:lnTo>
                  <a:pt x="12577" y="20591"/>
                </a:lnTo>
                <a:lnTo>
                  <a:pt x="12733" y="20469"/>
                </a:lnTo>
                <a:lnTo>
                  <a:pt x="12883" y="20340"/>
                </a:lnTo>
                <a:lnTo>
                  <a:pt x="13028" y="20204"/>
                </a:lnTo>
                <a:lnTo>
                  <a:pt x="13178" y="20054"/>
                </a:lnTo>
                <a:lnTo>
                  <a:pt x="13323" y="19896"/>
                </a:lnTo>
                <a:lnTo>
                  <a:pt x="13461" y="19732"/>
                </a:lnTo>
                <a:lnTo>
                  <a:pt x="13606" y="19560"/>
                </a:lnTo>
                <a:lnTo>
                  <a:pt x="13739" y="19374"/>
                </a:lnTo>
                <a:lnTo>
                  <a:pt x="13877" y="19188"/>
                </a:lnTo>
                <a:lnTo>
                  <a:pt x="14010" y="18995"/>
                </a:lnTo>
                <a:lnTo>
                  <a:pt x="14143" y="18787"/>
                </a:lnTo>
                <a:lnTo>
                  <a:pt x="14270" y="18580"/>
                </a:lnTo>
                <a:lnTo>
                  <a:pt x="14398" y="18372"/>
                </a:lnTo>
                <a:lnTo>
                  <a:pt x="14519" y="18150"/>
                </a:lnTo>
                <a:lnTo>
                  <a:pt x="14640" y="17928"/>
                </a:lnTo>
                <a:lnTo>
                  <a:pt x="14756" y="17699"/>
                </a:lnTo>
                <a:lnTo>
                  <a:pt x="14872" y="17470"/>
                </a:lnTo>
                <a:lnTo>
                  <a:pt x="14987" y="17234"/>
                </a:lnTo>
                <a:lnTo>
                  <a:pt x="15097" y="16991"/>
                </a:lnTo>
                <a:lnTo>
                  <a:pt x="15201" y="16755"/>
                </a:lnTo>
                <a:lnTo>
                  <a:pt x="15305" y="16511"/>
                </a:lnTo>
                <a:lnTo>
                  <a:pt x="15502" y="16017"/>
                </a:lnTo>
                <a:lnTo>
                  <a:pt x="15686" y="15516"/>
                </a:lnTo>
                <a:lnTo>
                  <a:pt x="15860" y="15015"/>
                </a:lnTo>
                <a:lnTo>
                  <a:pt x="16016" y="14515"/>
                </a:lnTo>
                <a:lnTo>
                  <a:pt x="16160" y="14021"/>
                </a:lnTo>
                <a:lnTo>
                  <a:pt x="16288" y="13534"/>
                </a:lnTo>
                <a:lnTo>
                  <a:pt x="16403" y="13055"/>
                </a:lnTo>
                <a:lnTo>
                  <a:pt x="16501" y="12589"/>
                </a:lnTo>
                <a:lnTo>
                  <a:pt x="16582" y="12146"/>
                </a:lnTo>
                <a:lnTo>
                  <a:pt x="16646" y="11716"/>
                </a:lnTo>
                <a:lnTo>
                  <a:pt x="16669" y="11516"/>
                </a:lnTo>
                <a:lnTo>
                  <a:pt x="16692" y="11315"/>
                </a:lnTo>
                <a:lnTo>
                  <a:pt x="16709" y="11122"/>
                </a:lnTo>
                <a:lnTo>
                  <a:pt x="16721" y="10936"/>
                </a:lnTo>
                <a:lnTo>
                  <a:pt x="16727" y="10764"/>
                </a:lnTo>
                <a:lnTo>
                  <a:pt x="16733" y="10593"/>
                </a:lnTo>
                <a:lnTo>
                  <a:pt x="16727" y="10306"/>
                </a:lnTo>
                <a:lnTo>
                  <a:pt x="16721" y="10027"/>
                </a:lnTo>
                <a:lnTo>
                  <a:pt x="16709" y="9748"/>
                </a:lnTo>
                <a:lnTo>
                  <a:pt x="16686" y="9476"/>
                </a:lnTo>
                <a:lnTo>
                  <a:pt x="16663" y="9197"/>
                </a:lnTo>
                <a:lnTo>
                  <a:pt x="16634" y="8925"/>
                </a:lnTo>
                <a:lnTo>
                  <a:pt x="16600" y="8660"/>
                </a:lnTo>
                <a:lnTo>
                  <a:pt x="16553" y="8395"/>
                </a:lnTo>
                <a:lnTo>
                  <a:pt x="16507" y="8131"/>
                </a:lnTo>
                <a:lnTo>
                  <a:pt x="16461" y="7873"/>
                </a:lnTo>
                <a:lnTo>
                  <a:pt x="16403" y="7615"/>
                </a:lnTo>
                <a:lnTo>
                  <a:pt x="16340" y="7358"/>
                </a:lnTo>
                <a:lnTo>
                  <a:pt x="16276" y="7107"/>
                </a:lnTo>
                <a:lnTo>
                  <a:pt x="16201" y="6857"/>
                </a:lnTo>
                <a:lnTo>
                  <a:pt x="16126" y="6613"/>
                </a:lnTo>
                <a:lnTo>
                  <a:pt x="16045" y="6370"/>
                </a:lnTo>
                <a:lnTo>
                  <a:pt x="15958" y="6134"/>
                </a:lnTo>
                <a:lnTo>
                  <a:pt x="15866" y="5898"/>
                </a:lnTo>
                <a:lnTo>
                  <a:pt x="15773" y="5662"/>
                </a:lnTo>
                <a:lnTo>
                  <a:pt x="15675" y="5433"/>
                </a:lnTo>
                <a:lnTo>
                  <a:pt x="15571" y="5211"/>
                </a:lnTo>
                <a:lnTo>
                  <a:pt x="15461" y="4989"/>
                </a:lnTo>
                <a:lnTo>
                  <a:pt x="15345" y="4774"/>
                </a:lnTo>
                <a:lnTo>
                  <a:pt x="15230" y="4559"/>
                </a:lnTo>
                <a:lnTo>
                  <a:pt x="15108" y="4345"/>
                </a:lnTo>
                <a:lnTo>
                  <a:pt x="14987" y="4144"/>
                </a:lnTo>
                <a:lnTo>
                  <a:pt x="14854" y="3937"/>
                </a:lnTo>
                <a:lnTo>
                  <a:pt x="14721" y="3744"/>
                </a:lnTo>
                <a:lnTo>
                  <a:pt x="14588" y="3550"/>
                </a:lnTo>
                <a:lnTo>
                  <a:pt x="14444" y="3357"/>
                </a:lnTo>
                <a:lnTo>
                  <a:pt x="14299" y="3178"/>
                </a:lnTo>
                <a:lnTo>
                  <a:pt x="14155" y="2992"/>
                </a:lnTo>
                <a:lnTo>
                  <a:pt x="14005" y="2820"/>
                </a:lnTo>
                <a:lnTo>
                  <a:pt x="13849" y="2649"/>
                </a:lnTo>
                <a:lnTo>
                  <a:pt x="13687" y="2484"/>
                </a:lnTo>
                <a:lnTo>
                  <a:pt x="13525" y="2319"/>
                </a:lnTo>
                <a:lnTo>
                  <a:pt x="13363" y="2162"/>
                </a:lnTo>
                <a:lnTo>
                  <a:pt x="13195" y="2012"/>
                </a:lnTo>
                <a:lnTo>
                  <a:pt x="13022" y="1861"/>
                </a:lnTo>
                <a:lnTo>
                  <a:pt x="12849" y="1718"/>
                </a:lnTo>
                <a:lnTo>
                  <a:pt x="12669" y="1582"/>
                </a:lnTo>
                <a:lnTo>
                  <a:pt x="12490" y="1453"/>
                </a:lnTo>
                <a:lnTo>
                  <a:pt x="12305" y="1325"/>
                </a:lnTo>
                <a:lnTo>
                  <a:pt x="12120" y="1203"/>
                </a:lnTo>
                <a:lnTo>
                  <a:pt x="11930" y="1088"/>
                </a:lnTo>
                <a:lnTo>
                  <a:pt x="11739" y="974"/>
                </a:lnTo>
                <a:lnTo>
                  <a:pt x="11548" y="874"/>
                </a:lnTo>
                <a:lnTo>
                  <a:pt x="11352" y="774"/>
                </a:lnTo>
                <a:lnTo>
                  <a:pt x="11149" y="680"/>
                </a:lnTo>
                <a:lnTo>
                  <a:pt x="10947" y="587"/>
                </a:lnTo>
                <a:lnTo>
                  <a:pt x="10745" y="509"/>
                </a:lnTo>
                <a:lnTo>
                  <a:pt x="10543" y="430"/>
                </a:lnTo>
                <a:lnTo>
                  <a:pt x="10334" y="358"/>
                </a:lnTo>
                <a:lnTo>
                  <a:pt x="10121" y="294"/>
                </a:lnTo>
                <a:lnTo>
                  <a:pt x="9913" y="237"/>
                </a:lnTo>
                <a:lnTo>
                  <a:pt x="9699" y="187"/>
                </a:lnTo>
                <a:lnTo>
                  <a:pt x="9479" y="137"/>
                </a:lnTo>
                <a:lnTo>
                  <a:pt x="9265" y="101"/>
                </a:lnTo>
                <a:lnTo>
                  <a:pt x="9046" y="65"/>
                </a:lnTo>
                <a:lnTo>
                  <a:pt x="8820" y="36"/>
                </a:lnTo>
                <a:lnTo>
                  <a:pt x="8601" y="15"/>
                </a:lnTo>
                <a:lnTo>
                  <a:pt x="8375" y="8"/>
                </a:lnTo>
                <a:lnTo>
                  <a:pt x="8150"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7"/>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3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520" name="Shape 520"/>
        <p:cNvGrpSpPr/>
        <p:nvPr/>
      </p:nvGrpSpPr>
      <p:grpSpPr>
        <a:xfrm>
          <a:off x="0" y="0"/>
          <a:ext cx="0" cy="0"/>
          <a:chOff x="0" y="0"/>
          <a:chExt cx="0" cy="0"/>
        </a:xfrm>
      </p:grpSpPr>
      <p:sp>
        <p:nvSpPr>
          <p:cNvPr id="521" name="Google Shape;521;p28"/>
          <p:cNvSpPr txBox="1"/>
          <p:nvPr>
            <p:ph type="ctrTitle"/>
          </p:nvPr>
        </p:nvSpPr>
        <p:spPr>
          <a:xfrm>
            <a:off x="720000" y="540000"/>
            <a:ext cx="4196100" cy="10620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2" name="Google Shape;522;p28"/>
          <p:cNvSpPr txBox="1"/>
          <p:nvPr>
            <p:ph idx="1" type="subTitle"/>
          </p:nvPr>
        </p:nvSpPr>
        <p:spPr>
          <a:xfrm>
            <a:off x="720000" y="1546150"/>
            <a:ext cx="4196100" cy="84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23" name="Google Shape;523;p28"/>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28"/>
          <p:cNvSpPr txBox="1"/>
          <p:nvPr/>
        </p:nvSpPr>
        <p:spPr>
          <a:xfrm>
            <a:off x="720000" y="3276775"/>
            <a:ext cx="3852000" cy="70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Century Gothic"/>
                <a:ea typeface="Century Gothic"/>
                <a:cs typeface="Century Gothic"/>
                <a:sym typeface="Century Gothic"/>
              </a:rPr>
              <a:t>CREDITS: This presentation template was created by </a:t>
            </a:r>
            <a:r>
              <a:rPr b="1" lang="en" sz="1200" u="sng">
                <a:solidFill>
                  <a:schemeClr val="lt1"/>
                </a:solidFill>
                <a:latin typeface="Century Gothic"/>
                <a:ea typeface="Century Gothic"/>
                <a:cs typeface="Century Gothic"/>
                <a:sym typeface="Century Gothic"/>
                <a:hlinkClick r:id="rId2">
                  <a:extLst>
                    <a:ext uri="{A12FA001-AC4F-418D-AE19-62706E023703}">
                      <ahyp:hlinkClr val="tx"/>
                    </a:ext>
                  </a:extLst>
                </a:hlinkClick>
              </a:rPr>
              <a:t>Slidesgo</a:t>
            </a:r>
            <a:r>
              <a:rPr b="1" lang="en" sz="1200">
                <a:solidFill>
                  <a:schemeClr val="dk1"/>
                </a:solidFill>
                <a:latin typeface="Century Gothic"/>
                <a:ea typeface="Century Gothic"/>
                <a:cs typeface="Century Gothic"/>
                <a:sym typeface="Century Gothic"/>
              </a:rPr>
              <a:t>,</a:t>
            </a:r>
            <a:r>
              <a:rPr lang="en" sz="1200">
                <a:solidFill>
                  <a:schemeClr val="dk1"/>
                </a:solidFill>
                <a:latin typeface="Century Gothic"/>
                <a:ea typeface="Century Gothic"/>
                <a:cs typeface="Century Gothic"/>
                <a:sym typeface="Century Gothic"/>
              </a:rPr>
              <a:t> including icons by </a:t>
            </a:r>
            <a:r>
              <a:rPr b="1" lang="en" sz="1200" u="sng">
                <a:solidFill>
                  <a:schemeClr val="lt1"/>
                </a:solidFill>
                <a:latin typeface="Century Gothic"/>
                <a:ea typeface="Century Gothic"/>
                <a:cs typeface="Century Gothic"/>
                <a:sym typeface="Century Gothic"/>
                <a:hlinkClick r:id="rId3">
                  <a:extLst>
                    <a:ext uri="{A12FA001-AC4F-418D-AE19-62706E023703}">
                      <ahyp:hlinkClr val="tx"/>
                    </a:ext>
                  </a:extLst>
                </a:hlinkClick>
              </a:rPr>
              <a:t>Flaticon</a:t>
            </a:r>
            <a:r>
              <a:rPr lang="en" sz="1200">
                <a:solidFill>
                  <a:schemeClr val="dk1"/>
                </a:solidFill>
                <a:latin typeface="Century Gothic"/>
                <a:ea typeface="Century Gothic"/>
                <a:cs typeface="Century Gothic"/>
                <a:sym typeface="Century Gothic"/>
              </a:rPr>
              <a:t>, infographics &amp; images by </a:t>
            </a:r>
            <a:r>
              <a:rPr b="1" lang="en" sz="1200" u="sng">
                <a:solidFill>
                  <a:schemeClr val="lt1"/>
                </a:solidFill>
                <a:latin typeface="Century Gothic"/>
                <a:ea typeface="Century Gothic"/>
                <a:cs typeface="Century Gothic"/>
                <a:sym typeface="Century Gothic"/>
                <a:hlinkClick r:id="rId4">
                  <a:extLst>
                    <a:ext uri="{A12FA001-AC4F-418D-AE19-62706E023703}">
                      <ahyp:hlinkClr val="tx"/>
                    </a:ext>
                  </a:extLst>
                </a:hlinkClick>
              </a:rPr>
              <a:t>Freepik</a:t>
            </a:r>
            <a:r>
              <a:rPr lang="en" sz="1200">
                <a:solidFill>
                  <a:schemeClr val="lt1"/>
                </a:solidFill>
                <a:latin typeface="Century Gothic"/>
                <a:ea typeface="Century Gothic"/>
                <a:cs typeface="Century Gothic"/>
                <a:sym typeface="Century Gothic"/>
              </a:rPr>
              <a:t> </a:t>
            </a:r>
            <a:endParaRPr b="1" sz="1200">
              <a:solidFill>
                <a:schemeClr val="lt1"/>
              </a:solidFill>
              <a:latin typeface="Century Gothic"/>
              <a:ea typeface="Century Gothic"/>
              <a:cs typeface="Century Gothic"/>
              <a:sym typeface="Century Gothic"/>
            </a:endParaRPr>
          </a:p>
        </p:txBody>
      </p:sp>
      <p:sp>
        <p:nvSpPr>
          <p:cNvPr id="525" name="Google Shape;525;p28"/>
          <p:cNvSpPr/>
          <p:nvPr/>
        </p:nvSpPr>
        <p:spPr>
          <a:xfrm rot="10800000">
            <a:off x="75898" y="4527149"/>
            <a:ext cx="1584129" cy="701001"/>
          </a:xfrm>
          <a:custGeom>
            <a:rect b="b" l="l" r="r" t="t"/>
            <a:pathLst>
              <a:path extrusionOk="0" h="92971" w="644610">
                <a:moveTo>
                  <a:pt x="15034" y="0"/>
                </a:moveTo>
                <a:lnTo>
                  <a:pt x="14366" y="8"/>
                </a:lnTo>
                <a:lnTo>
                  <a:pt x="13697" y="23"/>
                </a:lnTo>
                <a:lnTo>
                  <a:pt x="13028" y="46"/>
                </a:lnTo>
                <a:lnTo>
                  <a:pt x="12359" y="85"/>
                </a:lnTo>
                <a:lnTo>
                  <a:pt x="11691" y="124"/>
                </a:lnTo>
                <a:lnTo>
                  <a:pt x="11049" y="170"/>
                </a:lnTo>
                <a:lnTo>
                  <a:pt x="10407" y="224"/>
                </a:lnTo>
                <a:lnTo>
                  <a:pt x="9765" y="286"/>
                </a:lnTo>
                <a:lnTo>
                  <a:pt x="9123" y="363"/>
                </a:lnTo>
                <a:lnTo>
                  <a:pt x="8507" y="440"/>
                </a:lnTo>
                <a:lnTo>
                  <a:pt x="7892" y="525"/>
                </a:lnTo>
                <a:lnTo>
                  <a:pt x="7304" y="618"/>
                </a:lnTo>
                <a:lnTo>
                  <a:pt x="6715" y="710"/>
                </a:lnTo>
                <a:lnTo>
                  <a:pt x="6153" y="818"/>
                </a:lnTo>
                <a:lnTo>
                  <a:pt x="5592" y="934"/>
                </a:lnTo>
                <a:lnTo>
                  <a:pt x="5057" y="1050"/>
                </a:lnTo>
                <a:lnTo>
                  <a:pt x="4548" y="1173"/>
                </a:lnTo>
                <a:lnTo>
                  <a:pt x="4067" y="1312"/>
                </a:lnTo>
                <a:lnTo>
                  <a:pt x="3585" y="1451"/>
                </a:lnTo>
                <a:lnTo>
                  <a:pt x="3157" y="1598"/>
                </a:lnTo>
                <a:lnTo>
                  <a:pt x="2729" y="1745"/>
                </a:lnTo>
                <a:lnTo>
                  <a:pt x="2328" y="1907"/>
                </a:lnTo>
                <a:lnTo>
                  <a:pt x="1953" y="2069"/>
                </a:lnTo>
                <a:lnTo>
                  <a:pt x="1606" y="2239"/>
                </a:lnTo>
                <a:lnTo>
                  <a:pt x="1311" y="2409"/>
                </a:lnTo>
                <a:lnTo>
                  <a:pt x="1017" y="2594"/>
                </a:lnTo>
                <a:lnTo>
                  <a:pt x="776" y="2779"/>
                </a:lnTo>
                <a:lnTo>
                  <a:pt x="536" y="2972"/>
                </a:lnTo>
                <a:lnTo>
                  <a:pt x="375" y="3173"/>
                </a:lnTo>
                <a:lnTo>
                  <a:pt x="215" y="3374"/>
                </a:lnTo>
                <a:lnTo>
                  <a:pt x="108" y="3582"/>
                </a:lnTo>
                <a:lnTo>
                  <a:pt x="27" y="3791"/>
                </a:lnTo>
                <a:lnTo>
                  <a:pt x="1" y="4014"/>
                </a:lnTo>
                <a:lnTo>
                  <a:pt x="27" y="4238"/>
                </a:lnTo>
                <a:lnTo>
                  <a:pt x="54" y="4462"/>
                </a:lnTo>
                <a:lnTo>
                  <a:pt x="161" y="4694"/>
                </a:lnTo>
                <a:lnTo>
                  <a:pt x="295" y="4933"/>
                </a:lnTo>
                <a:lnTo>
                  <a:pt x="482" y="5172"/>
                </a:lnTo>
                <a:lnTo>
                  <a:pt x="2221" y="7195"/>
                </a:lnTo>
                <a:lnTo>
                  <a:pt x="3960" y="9225"/>
                </a:lnTo>
                <a:lnTo>
                  <a:pt x="5752" y="11256"/>
                </a:lnTo>
                <a:lnTo>
                  <a:pt x="7544" y="13286"/>
                </a:lnTo>
                <a:lnTo>
                  <a:pt x="9390" y="15324"/>
                </a:lnTo>
                <a:lnTo>
                  <a:pt x="11263" y="17362"/>
                </a:lnTo>
                <a:lnTo>
                  <a:pt x="13189" y="19400"/>
                </a:lnTo>
                <a:lnTo>
                  <a:pt x="15142" y="21430"/>
                </a:lnTo>
                <a:lnTo>
                  <a:pt x="17148" y="23469"/>
                </a:lnTo>
                <a:lnTo>
                  <a:pt x="19234" y="25491"/>
                </a:lnTo>
                <a:lnTo>
                  <a:pt x="20278" y="26510"/>
                </a:lnTo>
                <a:lnTo>
                  <a:pt x="21348" y="27521"/>
                </a:lnTo>
                <a:lnTo>
                  <a:pt x="22444" y="28525"/>
                </a:lnTo>
                <a:lnTo>
                  <a:pt x="23568" y="29536"/>
                </a:lnTo>
                <a:lnTo>
                  <a:pt x="24691" y="30548"/>
                </a:lnTo>
                <a:lnTo>
                  <a:pt x="25815" y="31551"/>
                </a:lnTo>
                <a:lnTo>
                  <a:pt x="26992" y="32555"/>
                </a:lnTo>
                <a:lnTo>
                  <a:pt x="28169" y="33551"/>
                </a:lnTo>
                <a:lnTo>
                  <a:pt x="29373" y="34554"/>
                </a:lnTo>
                <a:lnTo>
                  <a:pt x="30577" y="35550"/>
                </a:lnTo>
                <a:lnTo>
                  <a:pt x="31807" y="36546"/>
                </a:lnTo>
                <a:lnTo>
                  <a:pt x="33091" y="37534"/>
                </a:lnTo>
                <a:lnTo>
                  <a:pt x="34375" y="38522"/>
                </a:lnTo>
                <a:lnTo>
                  <a:pt x="35659" y="39511"/>
                </a:lnTo>
                <a:lnTo>
                  <a:pt x="36997" y="40491"/>
                </a:lnTo>
                <a:lnTo>
                  <a:pt x="38361" y="41471"/>
                </a:lnTo>
                <a:lnTo>
                  <a:pt x="39725" y="42444"/>
                </a:lnTo>
                <a:lnTo>
                  <a:pt x="41143" y="43417"/>
                </a:lnTo>
                <a:lnTo>
                  <a:pt x="42561" y="44389"/>
                </a:lnTo>
                <a:lnTo>
                  <a:pt x="44005" y="45354"/>
                </a:lnTo>
                <a:lnTo>
                  <a:pt x="45503" y="46319"/>
                </a:lnTo>
                <a:lnTo>
                  <a:pt x="47001" y="47277"/>
                </a:lnTo>
                <a:lnTo>
                  <a:pt x="48526" y="48226"/>
                </a:lnTo>
                <a:lnTo>
                  <a:pt x="50105" y="49176"/>
                </a:lnTo>
                <a:lnTo>
                  <a:pt x="51683" y="50118"/>
                </a:lnTo>
                <a:lnTo>
                  <a:pt x="53315" y="51059"/>
                </a:lnTo>
                <a:lnTo>
                  <a:pt x="54946" y="51994"/>
                </a:lnTo>
                <a:lnTo>
                  <a:pt x="56632" y="52928"/>
                </a:lnTo>
                <a:lnTo>
                  <a:pt x="58344" y="53854"/>
                </a:lnTo>
                <a:lnTo>
                  <a:pt x="60083" y="54773"/>
                </a:lnTo>
                <a:lnTo>
                  <a:pt x="61875" y="55691"/>
                </a:lnTo>
                <a:lnTo>
                  <a:pt x="63667" y="56602"/>
                </a:lnTo>
                <a:lnTo>
                  <a:pt x="65513" y="57506"/>
                </a:lnTo>
                <a:lnTo>
                  <a:pt x="67385" y="58401"/>
                </a:lnTo>
                <a:lnTo>
                  <a:pt x="69311" y="59297"/>
                </a:lnTo>
                <a:lnTo>
                  <a:pt x="71264" y="60184"/>
                </a:lnTo>
                <a:lnTo>
                  <a:pt x="73244" y="61064"/>
                </a:lnTo>
                <a:lnTo>
                  <a:pt x="75250" y="61937"/>
                </a:lnTo>
                <a:lnTo>
                  <a:pt x="77310" y="62809"/>
                </a:lnTo>
                <a:lnTo>
                  <a:pt x="79396" y="63674"/>
                </a:lnTo>
                <a:lnTo>
                  <a:pt x="81537" y="64531"/>
                </a:lnTo>
                <a:lnTo>
                  <a:pt x="83703" y="65380"/>
                </a:lnTo>
                <a:lnTo>
                  <a:pt x="85897" y="66221"/>
                </a:lnTo>
                <a:lnTo>
                  <a:pt x="88144" y="67055"/>
                </a:lnTo>
                <a:lnTo>
                  <a:pt x="89401" y="67503"/>
                </a:lnTo>
                <a:lnTo>
                  <a:pt x="90632" y="67951"/>
                </a:lnTo>
                <a:lnTo>
                  <a:pt x="91889" y="68398"/>
                </a:lnTo>
                <a:lnTo>
                  <a:pt x="93173" y="68838"/>
                </a:lnTo>
                <a:lnTo>
                  <a:pt x="94457" y="69271"/>
                </a:lnTo>
                <a:lnTo>
                  <a:pt x="95741" y="69703"/>
                </a:lnTo>
                <a:lnTo>
                  <a:pt x="97052" y="70128"/>
                </a:lnTo>
                <a:lnTo>
                  <a:pt x="98363" y="70545"/>
                </a:lnTo>
                <a:lnTo>
                  <a:pt x="99673" y="70969"/>
                </a:lnTo>
                <a:lnTo>
                  <a:pt x="101011" y="71378"/>
                </a:lnTo>
                <a:lnTo>
                  <a:pt x="102348" y="71787"/>
                </a:lnTo>
                <a:lnTo>
                  <a:pt x="103686" y="72197"/>
                </a:lnTo>
                <a:lnTo>
                  <a:pt x="105050" y="72598"/>
                </a:lnTo>
                <a:lnTo>
                  <a:pt x="106415" y="72992"/>
                </a:lnTo>
                <a:lnTo>
                  <a:pt x="107779" y="73385"/>
                </a:lnTo>
                <a:lnTo>
                  <a:pt x="109170" y="73771"/>
                </a:lnTo>
                <a:lnTo>
                  <a:pt x="110561" y="74157"/>
                </a:lnTo>
                <a:lnTo>
                  <a:pt x="111952" y="74536"/>
                </a:lnTo>
                <a:lnTo>
                  <a:pt x="113370" y="74914"/>
                </a:lnTo>
                <a:lnTo>
                  <a:pt x="114788" y="75285"/>
                </a:lnTo>
                <a:lnTo>
                  <a:pt x="116205" y="75655"/>
                </a:lnTo>
                <a:lnTo>
                  <a:pt x="117650" y="76018"/>
                </a:lnTo>
                <a:lnTo>
                  <a:pt x="119094" y="76373"/>
                </a:lnTo>
                <a:lnTo>
                  <a:pt x="120539" y="76728"/>
                </a:lnTo>
                <a:lnTo>
                  <a:pt x="122010" y="77083"/>
                </a:lnTo>
                <a:lnTo>
                  <a:pt x="123481" y="77431"/>
                </a:lnTo>
                <a:lnTo>
                  <a:pt x="124953" y="77770"/>
                </a:lnTo>
                <a:lnTo>
                  <a:pt x="126451" y="78110"/>
                </a:lnTo>
                <a:lnTo>
                  <a:pt x="129447" y="78774"/>
                </a:lnTo>
                <a:lnTo>
                  <a:pt x="132470" y="79430"/>
                </a:lnTo>
                <a:lnTo>
                  <a:pt x="135519" y="80063"/>
                </a:lnTo>
                <a:lnTo>
                  <a:pt x="138622" y="80681"/>
                </a:lnTo>
                <a:lnTo>
                  <a:pt x="141725" y="81283"/>
                </a:lnTo>
                <a:lnTo>
                  <a:pt x="144882" y="81870"/>
                </a:lnTo>
                <a:lnTo>
                  <a:pt x="148065" y="82433"/>
                </a:lnTo>
                <a:lnTo>
                  <a:pt x="151275" y="82989"/>
                </a:lnTo>
                <a:lnTo>
                  <a:pt x="154512" y="83529"/>
                </a:lnTo>
                <a:lnTo>
                  <a:pt x="157776" y="84054"/>
                </a:lnTo>
                <a:lnTo>
                  <a:pt x="161066" y="84556"/>
                </a:lnTo>
                <a:lnTo>
                  <a:pt x="164383" y="85050"/>
                </a:lnTo>
                <a:lnTo>
                  <a:pt x="167727" y="85529"/>
                </a:lnTo>
                <a:lnTo>
                  <a:pt x="171098" y="85992"/>
                </a:lnTo>
                <a:lnTo>
                  <a:pt x="174495" y="86432"/>
                </a:lnTo>
                <a:lnTo>
                  <a:pt x="177919" y="86864"/>
                </a:lnTo>
                <a:lnTo>
                  <a:pt x="181343" y="87281"/>
                </a:lnTo>
                <a:lnTo>
                  <a:pt x="184821" y="87683"/>
                </a:lnTo>
                <a:lnTo>
                  <a:pt x="188298" y="88061"/>
                </a:lnTo>
                <a:lnTo>
                  <a:pt x="191802" y="88432"/>
                </a:lnTo>
                <a:lnTo>
                  <a:pt x="195334" y="88787"/>
                </a:lnTo>
                <a:lnTo>
                  <a:pt x="198891" y="89126"/>
                </a:lnTo>
                <a:lnTo>
                  <a:pt x="202449" y="89451"/>
                </a:lnTo>
                <a:lnTo>
                  <a:pt x="206061" y="89767"/>
                </a:lnTo>
                <a:lnTo>
                  <a:pt x="209672" y="90060"/>
                </a:lnTo>
                <a:lnTo>
                  <a:pt x="213283" y="90338"/>
                </a:lnTo>
                <a:lnTo>
                  <a:pt x="216948" y="90609"/>
                </a:lnTo>
                <a:lnTo>
                  <a:pt x="220613" y="90856"/>
                </a:lnTo>
                <a:lnTo>
                  <a:pt x="224278" y="91095"/>
                </a:lnTo>
                <a:lnTo>
                  <a:pt x="227996" y="91319"/>
                </a:lnTo>
                <a:lnTo>
                  <a:pt x="231688" y="91527"/>
                </a:lnTo>
                <a:lnTo>
                  <a:pt x="235433" y="91720"/>
                </a:lnTo>
                <a:lnTo>
                  <a:pt x="239178" y="91898"/>
                </a:lnTo>
                <a:lnTo>
                  <a:pt x="242923" y="92068"/>
                </a:lnTo>
                <a:lnTo>
                  <a:pt x="246695" y="92214"/>
                </a:lnTo>
                <a:lnTo>
                  <a:pt x="250493" y="92353"/>
                </a:lnTo>
                <a:lnTo>
                  <a:pt x="254292" y="92477"/>
                </a:lnTo>
                <a:lnTo>
                  <a:pt x="258090" y="92593"/>
                </a:lnTo>
                <a:lnTo>
                  <a:pt x="261916" y="92685"/>
                </a:lnTo>
                <a:lnTo>
                  <a:pt x="265768" y="92770"/>
                </a:lnTo>
                <a:lnTo>
                  <a:pt x="269593" y="92832"/>
                </a:lnTo>
                <a:lnTo>
                  <a:pt x="273445" y="92886"/>
                </a:lnTo>
                <a:lnTo>
                  <a:pt x="277324" y="92932"/>
                </a:lnTo>
                <a:lnTo>
                  <a:pt x="281176" y="92955"/>
                </a:lnTo>
                <a:lnTo>
                  <a:pt x="285082" y="92971"/>
                </a:lnTo>
                <a:lnTo>
                  <a:pt x="288961" y="92971"/>
                </a:lnTo>
                <a:lnTo>
                  <a:pt x="292840" y="92963"/>
                </a:lnTo>
                <a:lnTo>
                  <a:pt x="296745" y="92932"/>
                </a:lnTo>
                <a:lnTo>
                  <a:pt x="300651" y="92894"/>
                </a:lnTo>
                <a:lnTo>
                  <a:pt x="304583" y="92840"/>
                </a:lnTo>
                <a:lnTo>
                  <a:pt x="308489" y="92778"/>
                </a:lnTo>
                <a:lnTo>
                  <a:pt x="312394" y="92708"/>
                </a:lnTo>
                <a:lnTo>
                  <a:pt x="316300" y="92623"/>
                </a:lnTo>
                <a:lnTo>
                  <a:pt x="320205" y="92531"/>
                </a:lnTo>
                <a:lnTo>
                  <a:pt x="324111" y="92423"/>
                </a:lnTo>
                <a:lnTo>
                  <a:pt x="328043" y="92307"/>
                </a:lnTo>
                <a:lnTo>
                  <a:pt x="331949" y="92183"/>
                </a:lnTo>
                <a:lnTo>
                  <a:pt x="335855" y="92052"/>
                </a:lnTo>
                <a:lnTo>
                  <a:pt x="339733" y="91905"/>
                </a:lnTo>
                <a:lnTo>
                  <a:pt x="343639" y="91759"/>
                </a:lnTo>
                <a:lnTo>
                  <a:pt x="347545" y="91589"/>
                </a:lnTo>
                <a:lnTo>
                  <a:pt x="351423" y="91419"/>
                </a:lnTo>
                <a:lnTo>
                  <a:pt x="355329" y="91234"/>
                </a:lnTo>
                <a:lnTo>
                  <a:pt x="359208" y="91041"/>
                </a:lnTo>
                <a:lnTo>
                  <a:pt x="363087" y="90840"/>
                </a:lnTo>
                <a:lnTo>
                  <a:pt x="366965" y="90624"/>
                </a:lnTo>
                <a:lnTo>
                  <a:pt x="370818" y="90400"/>
                </a:lnTo>
                <a:lnTo>
                  <a:pt x="374696" y="90168"/>
                </a:lnTo>
                <a:lnTo>
                  <a:pt x="378548" y="89921"/>
                </a:lnTo>
                <a:lnTo>
                  <a:pt x="382374" y="89667"/>
                </a:lnTo>
                <a:lnTo>
                  <a:pt x="386226" y="89404"/>
                </a:lnTo>
                <a:lnTo>
                  <a:pt x="390051" y="89126"/>
                </a:lnTo>
                <a:lnTo>
                  <a:pt x="393877" y="88841"/>
                </a:lnTo>
                <a:lnTo>
                  <a:pt x="397675" y="88547"/>
                </a:lnTo>
                <a:lnTo>
                  <a:pt x="401501" y="88246"/>
                </a:lnTo>
                <a:lnTo>
                  <a:pt x="405272" y="87930"/>
                </a:lnTo>
                <a:lnTo>
                  <a:pt x="409071" y="87605"/>
                </a:lnTo>
                <a:lnTo>
                  <a:pt x="412843" y="87274"/>
                </a:lnTo>
                <a:lnTo>
                  <a:pt x="416588" y="86926"/>
                </a:lnTo>
                <a:lnTo>
                  <a:pt x="420360" y="86571"/>
                </a:lnTo>
                <a:lnTo>
                  <a:pt x="424078" y="86200"/>
                </a:lnTo>
                <a:lnTo>
                  <a:pt x="427823" y="85830"/>
                </a:lnTo>
                <a:lnTo>
                  <a:pt x="431515" y="85444"/>
                </a:lnTo>
                <a:lnTo>
                  <a:pt x="435233" y="85050"/>
                </a:lnTo>
                <a:lnTo>
                  <a:pt x="438898" y="84641"/>
                </a:lnTo>
                <a:lnTo>
                  <a:pt x="442563" y="84224"/>
                </a:lnTo>
                <a:lnTo>
                  <a:pt x="446228" y="83800"/>
                </a:lnTo>
                <a:lnTo>
                  <a:pt x="449866" y="83360"/>
                </a:lnTo>
                <a:lnTo>
                  <a:pt x="453504" y="82912"/>
                </a:lnTo>
                <a:lnTo>
                  <a:pt x="457088" y="82456"/>
                </a:lnTo>
                <a:lnTo>
                  <a:pt x="460700" y="81993"/>
                </a:lnTo>
                <a:lnTo>
                  <a:pt x="464257" y="81514"/>
                </a:lnTo>
                <a:lnTo>
                  <a:pt x="467815" y="81020"/>
                </a:lnTo>
                <a:lnTo>
                  <a:pt x="471346" y="80526"/>
                </a:lnTo>
                <a:lnTo>
                  <a:pt x="474877" y="80017"/>
                </a:lnTo>
                <a:lnTo>
                  <a:pt x="478382" y="79500"/>
                </a:lnTo>
                <a:lnTo>
                  <a:pt x="481859" y="78967"/>
                </a:lnTo>
                <a:lnTo>
                  <a:pt x="485310" y="78434"/>
                </a:lnTo>
                <a:lnTo>
                  <a:pt x="488761" y="77878"/>
                </a:lnTo>
                <a:lnTo>
                  <a:pt x="492185" y="77323"/>
                </a:lnTo>
                <a:lnTo>
                  <a:pt x="495582" y="76751"/>
                </a:lnTo>
                <a:lnTo>
                  <a:pt x="498953" y="76172"/>
                </a:lnTo>
                <a:lnTo>
                  <a:pt x="502324" y="75578"/>
                </a:lnTo>
                <a:lnTo>
                  <a:pt x="505641" y="74983"/>
                </a:lnTo>
                <a:lnTo>
                  <a:pt x="508958" y="74366"/>
                </a:lnTo>
                <a:lnTo>
                  <a:pt x="512248" y="73748"/>
                </a:lnTo>
                <a:lnTo>
                  <a:pt x="515512" y="73115"/>
                </a:lnTo>
                <a:lnTo>
                  <a:pt x="518748" y="72474"/>
                </a:lnTo>
                <a:lnTo>
                  <a:pt x="521985" y="71818"/>
                </a:lnTo>
                <a:lnTo>
                  <a:pt x="525169" y="71154"/>
                </a:lnTo>
                <a:lnTo>
                  <a:pt x="528325" y="70483"/>
                </a:lnTo>
                <a:lnTo>
                  <a:pt x="531455" y="69803"/>
                </a:lnTo>
                <a:lnTo>
                  <a:pt x="534585" y="69109"/>
                </a:lnTo>
                <a:lnTo>
                  <a:pt x="537661" y="68398"/>
                </a:lnTo>
                <a:lnTo>
                  <a:pt x="540523" y="67734"/>
                </a:lnTo>
                <a:lnTo>
                  <a:pt x="543359" y="67055"/>
                </a:lnTo>
                <a:lnTo>
                  <a:pt x="546195" y="66360"/>
                </a:lnTo>
                <a:lnTo>
                  <a:pt x="549003" y="65650"/>
                </a:lnTo>
                <a:lnTo>
                  <a:pt x="551785" y="64924"/>
                </a:lnTo>
                <a:lnTo>
                  <a:pt x="554567" y="64191"/>
                </a:lnTo>
                <a:lnTo>
                  <a:pt x="557323" y="63450"/>
                </a:lnTo>
                <a:lnTo>
                  <a:pt x="560051" y="62693"/>
                </a:lnTo>
                <a:lnTo>
                  <a:pt x="562753" y="61921"/>
                </a:lnTo>
                <a:lnTo>
                  <a:pt x="565428" y="61142"/>
                </a:lnTo>
                <a:lnTo>
                  <a:pt x="568103" y="60347"/>
                </a:lnTo>
                <a:lnTo>
                  <a:pt x="570725" y="59536"/>
                </a:lnTo>
                <a:lnTo>
                  <a:pt x="573346" y="58725"/>
                </a:lnTo>
                <a:lnTo>
                  <a:pt x="575914" y="57899"/>
                </a:lnTo>
                <a:lnTo>
                  <a:pt x="578456" y="57058"/>
                </a:lnTo>
                <a:lnTo>
                  <a:pt x="580970" y="56209"/>
                </a:lnTo>
                <a:lnTo>
                  <a:pt x="583458" y="55352"/>
                </a:lnTo>
                <a:lnTo>
                  <a:pt x="585919" y="54487"/>
                </a:lnTo>
                <a:lnTo>
                  <a:pt x="588354" y="53607"/>
                </a:lnTo>
                <a:lnTo>
                  <a:pt x="590734" y="52719"/>
                </a:lnTo>
                <a:lnTo>
                  <a:pt x="593088" y="51816"/>
                </a:lnTo>
                <a:lnTo>
                  <a:pt x="595389" y="50913"/>
                </a:lnTo>
                <a:lnTo>
                  <a:pt x="597663" y="49994"/>
                </a:lnTo>
                <a:lnTo>
                  <a:pt x="599910" y="49075"/>
                </a:lnTo>
                <a:lnTo>
                  <a:pt x="602103" y="48141"/>
                </a:lnTo>
                <a:lnTo>
                  <a:pt x="604270" y="47200"/>
                </a:lnTo>
                <a:lnTo>
                  <a:pt x="606383" y="46250"/>
                </a:lnTo>
                <a:lnTo>
                  <a:pt x="608443" y="45293"/>
                </a:lnTo>
                <a:lnTo>
                  <a:pt x="610450" y="44328"/>
                </a:lnTo>
                <a:lnTo>
                  <a:pt x="612429" y="43355"/>
                </a:lnTo>
                <a:lnTo>
                  <a:pt x="614355" y="42375"/>
                </a:lnTo>
                <a:lnTo>
                  <a:pt x="616254" y="41386"/>
                </a:lnTo>
                <a:lnTo>
                  <a:pt x="618073" y="40398"/>
                </a:lnTo>
                <a:lnTo>
                  <a:pt x="619866" y="39395"/>
                </a:lnTo>
                <a:lnTo>
                  <a:pt x="621578" y="38391"/>
                </a:lnTo>
                <a:lnTo>
                  <a:pt x="623263" y="37380"/>
                </a:lnTo>
                <a:lnTo>
                  <a:pt x="624868" y="36361"/>
                </a:lnTo>
                <a:lnTo>
                  <a:pt x="626446" y="35334"/>
                </a:lnTo>
                <a:lnTo>
                  <a:pt x="627944" y="34307"/>
                </a:lnTo>
                <a:lnTo>
                  <a:pt x="629416" y="33265"/>
                </a:lnTo>
                <a:lnTo>
                  <a:pt x="630807" y="32231"/>
                </a:lnTo>
                <a:lnTo>
                  <a:pt x="632118" y="31181"/>
                </a:lnTo>
                <a:lnTo>
                  <a:pt x="633402" y="30131"/>
                </a:lnTo>
                <a:lnTo>
                  <a:pt x="634017" y="29606"/>
                </a:lnTo>
                <a:lnTo>
                  <a:pt x="634605" y="29081"/>
                </a:lnTo>
                <a:lnTo>
                  <a:pt x="635194" y="28548"/>
                </a:lnTo>
                <a:lnTo>
                  <a:pt x="635756" y="28023"/>
                </a:lnTo>
                <a:lnTo>
                  <a:pt x="636317" y="27491"/>
                </a:lnTo>
                <a:lnTo>
                  <a:pt x="636852" y="26958"/>
                </a:lnTo>
                <a:lnTo>
                  <a:pt x="637361" y="26425"/>
                </a:lnTo>
                <a:lnTo>
                  <a:pt x="637869" y="25893"/>
                </a:lnTo>
                <a:lnTo>
                  <a:pt x="638350" y="25360"/>
                </a:lnTo>
                <a:lnTo>
                  <a:pt x="638805" y="24820"/>
                </a:lnTo>
                <a:lnTo>
                  <a:pt x="639260" y="24287"/>
                </a:lnTo>
                <a:lnTo>
                  <a:pt x="639688" y="23746"/>
                </a:lnTo>
                <a:lnTo>
                  <a:pt x="640116" y="23214"/>
                </a:lnTo>
                <a:lnTo>
                  <a:pt x="640517" y="22673"/>
                </a:lnTo>
                <a:lnTo>
                  <a:pt x="640892" y="22133"/>
                </a:lnTo>
                <a:lnTo>
                  <a:pt x="641239" y="21593"/>
                </a:lnTo>
                <a:lnTo>
                  <a:pt x="641587" y="21052"/>
                </a:lnTo>
                <a:lnTo>
                  <a:pt x="641935" y="20512"/>
                </a:lnTo>
                <a:lnTo>
                  <a:pt x="642229" y="19971"/>
                </a:lnTo>
                <a:lnTo>
                  <a:pt x="642523" y="19431"/>
                </a:lnTo>
                <a:lnTo>
                  <a:pt x="642791" y="18883"/>
                </a:lnTo>
                <a:lnTo>
                  <a:pt x="643059" y="18343"/>
                </a:lnTo>
                <a:lnTo>
                  <a:pt x="643299" y="17802"/>
                </a:lnTo>
                <a:lnTo>
                  <a:pt x="643513" y="17254"/>
                </a:lnTo>
                <a:lnTo>
                  <a:pt x="643701" y="16706"/>
                </a:lnTo>
                <a:lnTo>
                  <a:pt x="643888" y="16166"/>
                </a:lnTo>
                <a:lnTo>
                  <a:pt x="644048" y="15617"/>
                </a:lnTo>
                <a:lnTo>
                  <a:pt x="644182" y="15069"/>
                </a:lnTo>
                <a:lnTo>
                  <a:pt x="644289" y="14529"/>
                </a:lnTo>
                <a:lnTo>
                  <a:pt x="644396" y="13981"/>
                </a:lnTo>
                <a:lnTo>
                  <a:pt x="644476" y="13433"/>
                </a:lnTo>
                <a:lnTo>
                  <a:pt x="644557" y="12885"/>
                </a:lnTo>
                <a:lnTo>
                  <a:pt x="644583" y="12336"/>
                </a:lnTo>
                <a:lnTo>
                  <a:pt x="644610" y="11788"/>
                </a:lnTo>
                <a:lnTo>
                  <a:pt x="644610" y="11240"/>
                </a:lnTo>
                <a:lnTo>
                  <a:pt x="644583" y="10692"/>
                </a:lnTo>
                <a:lnTo>
                  <a:pt x="644557" y="10144"/>
                </a:lnTo>
                <a:lnTo>
                  <a:pt x="644476" y="9596"/>
                </a:lnTo>
                <a:lnTo>
                  <a:pt x="644396" y="9048"/>
                </a:lnTo>
                <a:lnTo>
                  <a:pt x="644316" y="8500"/>
                </a:lnTo>
                <a:lnTo>
                  <a:pt x="644182" y="7952"/>
                </a:lnTo>
                <a:lnTo>
                  <a:pt x="644048" y="7403"/>
                </a:lnTo>
                <a:lnTo>
                  <a:pt x="643995" y="7272"/>
                </a:lnTo>
                <a:lnTo>
                  <a:pt x="643915" y="7149"/>
                </a:lnTo>
                <a:lnTo>
                  <a:pt x="643834" y="7033"/>
                </a:lnTo>
                <a:lnTo>
                  <a:pt x="643727" y="6909"/>
                </a:lnTo>
                <a:lnTo>
                  <a:pt x="643620" y="6794"/>
                </a:lnTo>
                <a:lnTo>
                  <a:pt x="643460" y="6685"/>
                </a:lnTo>
                <a:lnTo>
                  <a:pt x="643326" y="6570"/>
                </a:lnTo>
                <a:lnTo>
                  <a:pt x="643139" y="6469"/>
                </a:lnTo>
                <a:lnTo>
                  <a:pt x="642952" y="6361"/>
                </a:lnTo>
                <a:lnTo>
                  <a:pt x="642737" y="6261"/>
                </a:lnTo>
                <a:lnTo>
                  <a:pt x="642523" y="6161"/>
                </a:lnTo>
                <a:lnTo>
                  <a:pt x="642309" y="6068"/>
                </a:lnTo>
                <a:lnTo>
                  <a:pt x="642069" y="5975"/>
                </a:lnTo>
                <a:lnTo>
                  <a:pt x="641801" y="5883"/>
                </a:lnTo>
                <a:lnTo>
                  <a:pt x="641534" y="5798"/>
                </a:lnTo>
                <a:lnTo>
                  <a:pt x="641239" y="5721"/>
                </a:lnTo>
                <a:lnTo>
                  <a:pt x="640651" y="5558"/>
                </a:lnTo>
                <a:lnTo>
                  <a:pt x="640036" y="5419"/>
                </a:lnTo>
                <a:lnTo>
                  <a:pt x="639367" y="5296"/>
                </a:lnTo>
                <a:lnTo>
                  <a:pt x="638671" y="5180"/>
                </a:lnTo>
                <a:lnTo>
                  <a:pt x="637949" y="5087"/>
                </a:lnTo>
                <a:lnTo>
                  <a:pt x="637227" y="5003"/>
                </a:lnTo>
                <a:lnTo>
                  <a:pt x="636478" y="4941"/>
                </a:lnTo>
                <a:lnTo>
                  <a:pt x="635729" y="4887"/>
                </a:lnTo>
                <a:lnTo>
                  <a:pt x="634953" y="4856"/>
                </a:lnTo>
                <a:lnTo>
                  <a:pt x="634204" y="4840"/>
                </a:lnTo>
                <a:lnTo>
                  <a:pt x="633428" y="4848"/>
                </a:lnTo>
                <a:lnTo>
                  <a:pt x="633081" y="4856"/>
                </a:lnTo>
                <a:lnTo>
                  <a:pt x="632706" y="4864"/>
                </a:lnTo>
                <a:lnTo>
                  <a:pt x="632332" y="4887"/>
                </a:lnTo>
                <a:lnTo>
                  <a:pt x="631957" y="4910"/>
                </a:lnTo>
                <a:lnTo>
                  <a:pt x="631609" y="4933"/>
                </a:lnTo>
                <a:lnTo>
                  <a:pt x="631261" y="4964"/>
                </a:lnTo>
                <a:lnTo>
                  <a:pt x="630914" y="5003"/>
                </a:lnTo>
                <a:lnTo>
                  <a:pt x="630593" y="5049"/>
                </a:lnTo>
                <a:lnTo>
                  <a:pt x="630245" y="5095"/>
                </a:lnTo>
                <a:lnTo>
                  <a:pt x="629924" y="5142"/>
                </a:lnTo>
                <a:lnTo>
                  <a:pt x="629630" y="5203"/>
                </a:lnTo>
                <a:lnTo>
                  <a:pt x="629309" y="5265"/>
                </a:lnTo>
                <a:lnTo>
                  <a:pt x="629014" y="5335"/>
                </a:lnTo>
                <a:lnTo>
                  <a:pt x="628747" y="5404"/>
                </a:lnTo>
                <a:lnTo>
                  <a:pt x="628453" y="5481"/>
                </a:lnTo>
                <a:lnTo>
                  <a:pt x="628212" y="5566"/>
                </a:lnTo>
                <a:lnTo>
                  <a:pt x="627944" y="5659"/>
                </a:lnTo>
                <a:lnTo>
                  <a:pt x="627730" y="5751"/>
                </a:lnTo>
                <a:lnTo>
                  <a:pt x="627490" y="5852"/>
                </a:lnTo>
                <a:lnTo>
                  <a:pt x="627302" y="5952"/>
                </a:lnTo>
                <a:lnTo>
                  <a:pt x="627115" y="6068"/>
                </a:lnTo>
                <a:lnTo>
                  <a:pt x="626928" y="6184"/>
                </a:lnTo>
                <a:lnTo>
                  <a:pt x="626767" y="6307"/>
                </a:lnTo>
                <a:lnTo>
                  <a:pt x="626634" y="6438"/>
                </a:lnTo>
                <a:lnTo>
                  <a:pt x="626500" y="6570"/>
                </a:lnTo>
                <a:lnTo>
                  <a:pt x="626393" y="6709"/>
                </a:lnTo>
                <a:lnTo>
                  <a:pt x="625376" y="8129"/>
                </a:lnTo>
                <a:lnTo>
                  <a:pt x="624333" y="9542"/>
                </a:lnTo>
                <a:lnTo>
                  <a:pt x="623263" y="10947"/>
                </a:lnTo>
                <a:lnTo>
                  <a:pt x="622140" y="12344"/>
                </a:lnTo>
                <a:lnTo>
                  <a:pt x="620963" y="13726"/>
                </a:lnTo>
                <a:lnTo>
                  <a:pt x="619732" y="15100"/>
                </a:lnTo>
                <a:lnTo>
                  <a:pt x="618475" y="16467"/>
                </a:lnTo>
                <a:lnTo>
                  <a:pt x="617164" y="17825"/>
                </a:lnTo>
                <a:lnTo>
                  <a:pt x="615826" y="19176"/>
                </a:lnTo>
                <a:lnTo>
                  <a:pt x="614409" y="20512"/>
                </a:lnTo>
                <a:lnTo>
                  <a:pt x="612964" y="21840"/>
                </a:lnTo>
                <a:lnTo>
                  <a:pt x="611439" y="23160"/>
                </a:lnTo>
                <a:lnTo>
                  <a:pt x="609888" y="24472"/>
                </a:lnTo>
                <a:lnTo>
                  <a:pt x="608283" y="25769"/>
                </a:lnTo>
                <a:lnTo>
                  <a:pt x="607453" y="26418"/>
                </a:lnTo>
                <a:lnTo>
                  <a:pt x="606597" y="27058"/>
                </a:lnTo>
                <a:lnTo>
                  <a:pt x="605741" y="27699"/>
                </a:lnTo>
                <a:lnTo>
                  <a:pt x="604885" y="28340"/>
                </a:lnTo>
                <a:lnTo>
                  <a:pt x="604003" y="28973"/>
                </a:lnTo>
                <a:lnTo>
                  <a:pt x="603093" y="29614"/>
                </a:lnTo>
                <a:lnTo>
                  <a:pt x="602184" y="30239"/>
                </a:lnTo>
                <a:lnTo>
                  <a:pt x="601247" y="30872"/>
                </a:lnTo>
                <a:lnTo>
                  <a:pt x="600311" y="31497"/>
                </a:lnTo>
                <a:lnTo>
                  <a:pt x="599348" y="32123"/>
                </a:lnTo>
                <a:lnTo>
                  <a:pt x="598385" y="32740"/>
                </a:lnTo>
                <a:lnTo>
                  <a:pt x="597395" y="33358"/>
                </a:lnTo>
                <a:lnTo>
                  <a:pt x="596379" y="33975"/>
                </a:lnTo>
                <a:lnTo>
                  <a:pt x="595362" y="34585"/>
                </a:lnTo>
                <a:lnTo>
                  <a:pt x="594346" y="35203"/>
                </a:lnTo>
                <a:lnTo>
                  <a:pt x="593276" y="35805"/>
                </a:lnTo>
                <a:lnTo>
                  <a:pt x="592206" y="36415"/>
                </a:lnTo>
                <a:lnTo>
                  <a:pt x="591136" y="37017"/>
                </a:lnTo>
                <a:lnTo>
                  <a:pt x="590039" y="37619"/>
                </a:lnTo>
                <a:lnTo>
                  <a:pt x="588915" y="38214"/>
                </a:lnTo>
                <a:lnTo>
                  <a:pt x="587792" y="38808"/>
                </a:lnTo>
                <a:lnTo>
                  <a:pt x="586641" y="39402"/>
                </a:lnTo>
                <a:lnTo>
                  <a:pt x="585464" y="39989"/>
                </a:lnTo>
                <a:lnTo>
                  <a:pt x="584287" y="40576"/>
                </a:lnTo>
                <a:lnTo>
                  <a:pt x="583084" y="41163"/>
                </a:lnTo>
                <a:lnTo>
                  <a:pt x="581853" y="41742"/>
                </a:lnTo>
                <a:lnTo>
                  <a:pt x="580623" y="42321"/>
                </a:lnTo>
                <a:lnTo>
                  <a:pt x="579365" y="42900"/>
                </a:lnTo>
                <a:lnTo>
                  <a:pt x="578081" y="43471"/>
                </a:lnTo>
                <a:lnTo>
                  <a:pt x="576797" y="44042"/>
                </a:lnTo>
                <a:lnTo>
                  <a:pt x="575486" y="44613"/>
                </a:lnTo>
                <a:lnTo>
                  <a:pt x="574149" y="45177"/>
                </a:lnTo>
                <a:lnTo>
                  <a:pt x="572811" y="45740"/>
                </a:lnTo>
                <a:lnTo>
                  <a:pt x="571447" y="46296"/>
                </a:lnTo>
                <a:lnTo>
                  <a:pt x="570056" y="46852"/>
                </a:lnTo>
                <a:lnTo>
                  <a:pt x="568665" y="47408"/>
                </a:lnTo>
                <a:lnTo>
                  <a:pt x="569254" y="46512"/>
                </a:lnTo>
                <a:lnTo>
                  <a:pt x="569815" y="45609"/>
                </a:lnTo>
                <a:lnTo>
                  <a:pt x="570350" y="44706"/>
                </a:lnTo>
                <a:lnTo>
                  <a:pt x="570859" y="43803"/>
                </a:lnTo>
                <a:lnTo>
                  <a:pt x="571367" y="42900"/>
                </a:lnTo>
                <a:lnTo>
                  <a:pt x="571848" y="41996"/>
                </a:lnTo>
                <a:lnTo>
                  <a:pt x="572303" y="41085"/>
                </a:lnTo>
                <a:lnTo>
                  <a:pt x="572758" y="40182"/>
                </a:lnTo>
                <a:lnTo>
                  <a:pt x="573186" y="39271"/>
                </a:lnTo>
                <a:lnTo>
                  <a:pt x="573587" y="38368"/>
                </a:lnTo>
                <a:lnTo>
                  <a:pt x="573962" y="37457"/>
                </a:lnTo>
                <a:lnTo>
                  <a:pt x="574309" y="36546"/>
                </a:lnTo>
                <a:lnTo>
                  <a:pt x="574657" y="35635"/>
                </a:lnTo>
                <a:lnTo>
                  <a:pt x="574978" y="34724"/>
                </a:lnTo>
                <a:lnTo>
                  <a:pt x="575272" y="33805"/>
                </a:lnTo>
                <a:lnTo>
                  <a:pt x="575567" y="32895"/>
                </a:lnTo>
                <a:lnTo>
                  <a:pt x="575995" y="31420"/>
                </a:lnTo>
                <a:lnTo>
                  <a:pt x="576369" y="29946"/>
                </a:lnTo>
                <a:lnTo>
                  <a:pt x="576690" y="28471"/>
                </a:lnTo>
                <a:lnTo>
                  <a:pt x="576985" y="26997"/>
                </a:lnTo>
                <a:lnTo>
                  <a:pt x="577225" y="25522"/>
                </a:lnTo>
                <a:lnTo>
                  <a:pt x="577413" y="24048"/>
                </a:lnTo>
                <a:lnTo>
                  <a:pt x="577546" y="22565"/>
                </a:lnTo>
                <a:lnTo>
                  <a:pt x="577627" y="21091"/>
                </a:lnTo>
                <a:lnTo>
                  <a:pt x="577627" y="20736"/>
                </a:lnTo>
                <a:lnTo>
                  <a:pt x="577627" y="20373"/>
                </a:lnTo>
                <a:lnTo>
                  <a:pt x="577546" y="19632"/>
                </a:lnTo>
                <a:lnTo>
                  <a:pt x="577386" y="18867"/>
                </a:lnTo>
                <a:lnTo>
                  <a:pt x="577199" y="18080"/>
                </a:lnTo>
                <a:lnTo>
                  <a:pt x="576985" y="17285"/>
                </a:lnTo>
                <a:lnTo>
                  <a:pt x="576744" y="16467"/>
                </a:lnTo>
                <a:lnTo>
                  <a:pt x="576262" y="14815"/>
                </a:lnTo>
                <a:lnTo>
                  <a:pt x="576048" y="13989"/>
                </a:lnTo>
                <a:lnTo>
                  <a:pt x="575861" y="13155"/>
                </a:lnTo>
                <a:lnTo>
                  <a:pt x="575727" y="12329"/>
                </a:lnTo>
                <a:lnTo>
                  <a:pt x="575674" y="11920"/>
                </a:lnTo>
                <a:lnTo>
                  <a:pt x="575620" y="11510"/>
                </a:lnTo>
                <a:lnTo>
                  <a:pt x="575620" y="11101"/>
                </a:lnTo>
                <a:lnTo>
                  <a:pt x="575620" y="10700"/>
                </a:lnTo>
                <a:lnTo>
                  <a:pt x="575647" y="10306"/>
                </a:lnTo>
                <a:lnTo>
                  <a:pt x="575700" y="9912"/>
                </a:lnTo>
                <a:lnTo>
                  <a:pt x="575781" y="9519"/>
                </a:lnTo>
                <a:lnTo>
                  <a:pt x="575861" y="9133"/>
                </a:lnTo>
                <a:lnTo>
                  <a:pt x="575995" y="8754"/>
                </a:lnTo>
                <a:lnTo>
                  <a:pt x="576155" y="8384"/>
                </a:lnTo>
                <a:lnTo>
                  <a:pt x="576610" y="8307"/>
                </a:lnTo>
                <a:lnTo>
                  <a:pt x="577065" y="8222"/>
                </a:lnTo>
                <a:lnTo>
                  <a:pt x="577466" y="8114"/>
                </a:lnTo>
                <a:lnTo>
                  <a:pt x="577653" y="8060"/>
                </a:lnTo>
                <a:lnTo>
                  <a:pt x="577841" y="7998"/>
                </a:lnTo>
                <a:lnTo>
                  <a:pt x="578028" y="7928"/>
                </a:lnTo>
                <a:lnTo>
                  <a:pt x="578188" y="7859"/>
                </a:lnTo>
                <a:lnTo>
                  <a:pt x="578349" y="7782"/>
                </a:lnTo>
                <a:lnTo>
                  <a:pt x="578483" y="7705"/>
                </a:lnTo>
                <a:lnTo>
                  <a:pt x="578616" y="7620"/>
                </a:lnTo>
                <a:lnTo>
                  <a:pt x="578723" y="7527"/>
                </a:lnTo>
                <a:lnTo>
                  <a:pt x="578830" y="7434"/>
                </a:lnTo>
                <a:lnTo>
                  <a:pt x="578937" y="7334"/>
                </a:lnTo>
                <a:lnTo>
                  <a:pt x="579392" y="6817"/>
                </a:lnTo>
                <a:lnTo>
                  <a:pt x="579526" y="6624"/>
                </a:lnTo>
                <a:lnTo>
                  <a:pt x="579579" y="6446"/>
                </a:lnTo>
                <a:lnTo>
                  <a:pt x="579606" y="6269"/>
                </a:lnTo>
                <a:lnTo>
                  <a:pt x="579526" y="6099"/>
                </a:lnTo>
                <a:lnTo>
                  <a:pt x="579419" y="5929"/>
                </a:lnTo>
                <a:lnTo>
                  <a:pt x="579258" y="5775"/>
                </a:lnTo>
                <a:lnTo>
                  <a:pt x="579018" y="5620"/>
                </a:lnTo>
                <a:lnTo>
                  <a:pt x="578750" y="5481"/>
                </a:lnTo>
                <a:lnTo>
                  <a:pt x="578429" y="5342"/>
                </a:lnTo>
                <a:lnTo>
                  <a:pt x="578081" y="5211"/>
                </a:lnTo>
                <a:lnTo>
                  <a:pt x="577653" y="5095"/>
                </a:lnTo>
                <a:lnTo>
                  <a:pt x="577225" y="4979"/>
                </a:lnTo>
                <a:lnTo>
                  <a:pt x="576744" y="4879"/>
                </a:lnTo>
                <a:lnTo>
                  <a:pt x="576209" y="4786"/>
                </a:lnTo>
                <a:lnTo>
                  <a:pt x="575674" y="4701"/>
                </a:lnTo>
                <a:lnTo>
                  <a:pt x="575085" y="4624"/>
                </a:lnTo>
                <a:lnTo>
                  <a:pt x="572892" y="4370"/>
                </a:lnTo>
                <a:lnTo>
                  <a:pt x="572571" y="4339"/>
                </a:lnTo>
                <a:lnTo>
                  <a:pt x="572276" y="4315"/>
                </a:lnTo>
                <a:lnTo>
                  <a:pt x="571955" y="4292"/>
                </a:lnTo>
                <a:lnTo>
                  <a:pt x="571634" y="4285"/>
                </a:lnTo>
                <a:lnTo>
                  <a:pt x="571340" y="4277"/>
                </a:lnTo>
                <a:lnTo>
                  <a:pt x="570698" y="4277"/>
                </a:lnTo>
                <a:lnTo>
                  <a:pt x="570404" y="4292"/>
                </a:lnTo>
                <a:lnTo>
                  <a:pt x="570083" y="4308"/>
                </a:lnTo>
                <a:lnTo>
                  <a:pt x="569789" y="4323"/>
                </a:lnTo>
                <a:lnTo>
                  <a:pt x="569468" y="4354"/>
                </a:lnTo>
                <a:lnTo>
                  <a:pt x="569173" y="4385"/>
                </a:lnTo>
                <a:lnTo>
                  <a:pt x="568585" y="4454"/>
                </a:lnTo>
                <a:lnTo>
                  <a:pt x="568023" y="4547"/>
                </a:lnTo>
                <a:lnTo>
                  <a:pt x="567488" y="4655"/>
                </a:lnTo>
                <a:lnTo>
                  <a:pt x="566980" y="4771"/>
                </a:lnTo>
                <a:lnTo>
                  <a:pt x="566525" y="4902"/>
                </a:lnTo>
                <a:lnTo>
                  <a:pt x="566097" y="5041"/>
                </a:lnTo>
                <a:lnTo>
                  <a:pt x="565749" y="5188"/>
                </a:lnTo>
                <a:lnTo>
                  <a:pt x="565428" y="5342"/>
                </a:lnTo>
                <a:lnTo>
                  <a:pt x="565161" y="5504"/>
                </a:lnTo>
                <a:lnTo>
                  <a:pt x="565054" y="5589"/>
                </a:lnTo>
                <a:lnTo>
                  <a:pt x="564973" y="5666"/>
                </a:lnTo>
                <a:lnTo>
                  <a:pt x="564679" y="5975"/>
                </a:lnTo>
                <a:lnTo>
                  <a:pt x="564385" y="6284"/>
                </a:lnTo>
                <a:lnTo>
                  <a:pt x="564144" y="6601"/>
                </a:lnTo>
                <a:lnTo>
                  <a:pt x="563903" y="6917"/>
                </a:lnTo>
                <a:lnTo>
                  <a:pt x="563689" y="7234"/>
                </a:lnTo>
                <a:lnTo>
                  <a:pt x="563475" y="7558"/>
                </a:lnTo>
                <a:lnTo>
                  <a:pt x="563288" y="7882"/>
                </a:lnTo>
                <a:lnTo>
                  <a:pt x="563128" y="8214"/>
                </a:lnTo>
                <a:lnTo>
                  <a:pt x="562967" y="8538"/>
                </a:lnTo>
                <a:lnTo>
                  <a:pt x="562833" y="8870"/>
                </a:lnTo>
                <a:lnTo>
                  <a:pt x="562619" y="9550"/>
                </a:lnTo>
                <a:lnTo>
                  <a:pt x="562432" y="10229"/>
                </a:lnTo>
                <a:lnTo>
                  <a:pt x="562325" y="10916"/>
                </a:lnTo>
                <a:lnTo>
                  <a:pt x="562245" y="11611"/>
                </a:lnTo>
                <a:lnTo>
                  <a:pt x="562218" y="12321"/>
                </a:lnTo>
                <a:lnTo>
                  <a:pt x="562245" y="13024"/>
                </a:lnTo>
                <a:lnTo>
                  <a:pt x="562272" y="13741"/>
                </a:lnTo>
                <a:lnTo>
                  <a:pt x="562352" y="14459"/>
                </a:lnTo>
                <a:lnTo>
                  <a:pt x="562486" y="15177"/>
                </a:lnTo>
                <a:lnTo>
                  <a:pt x="562619" y="15903"/>
                </a:lnTo>
                <a:lnTo>
                  <a:pt x="562753" y="16629"/>
                </a:lnTo>
                <a:lnTo>
                  <a:pt x="563128" y="18080"/>
                </a:lnTo>
                <a:lnTo>
                  <a:pt x="563502" y="19531"/>
                </a:lnTo>
                <a:lnTo>
                  <a:pt x="563903" y="20975"/>
                </a:lnTo>
                <a:lnTo>
                  <a:pt x="564278" y="22403"/>
                </a:lnTo>
                <a:lnTo>
                  <a:pt x="564438" y="23106"/>
                </a:lnTo>
                <a:lnTo>
                  <a:pt x="564599" y="23808"/>
                </a:lnTo>
                <a:lnTo>
                  <a:pt x="564733" y="24503"/>
                </a:lnTo>
                <a:lnTo>
                  <a:pt x="564813" y="25190"/>
                </a:lnTo>
                <a:lnTo>
                  <a:pt x="564893" y="25862"/>
                </a:lnTo>
                <a:lnTo>
                  <a:pt x="564920" y="26533"/>
                </a:lnTo>
                <a:lnTo>
                  <a:pt x="564920" y="27190"/>
                </a:lnTo>
                <a:lnTo>
                  <a:pt x="564866" y="27838"/>
                </a:lnTo>
                <a:lnTo>
                  <a:pt x="564679" y="29328"/>
                </a:lnTo>
                <a:lnTo>
                  <a:pt x="564438" y="30818"/>
                </a:lnTo>
                <a:lnTo>
                  <a:pt x="564171" y="32300"/>
                </a:lnTo>
                <a:lnTo>
                  <a:pt x="563823" y="33782"/>
                </a:lnTo>
                <a:lnTo>
                  <a:pt x="563449" y="35265"/>
                </a:lnTo>
                <a:lnTo>
                  <a:pt x="563047" y="36747"/>
                </a:lnTo>
                <a:lnTo>
                  <a:pt x="562593" y="38221"/>
                </a:lnTo>
                <a:lnTo>
                  <a:pt x="562111" y="39704"/>
                </a:lnTo>
                <a:lnTo>
                  <a:pt x="561603" y="41178"/>
                </a:lnTo>
                <a:lnTo>
                  <a:pt x="561041" y="42660"/>
                </a:lnTo>
                <a:lnTo>
                  <a:pt x="560479" y="44135"/>
                </a:lnTo>
                <a:lnTo>
                  <a:pt x="559891" y="45609"/>
                </a:lnTo>
                <a:lnTo>
                  <a:pt x="559276" y="47084"/>
                </a:lnTo>
                <a:lnTo>
                  <a:pt x="558660" y="48558"/>
                </a:lnTo>
                <a:lnTo>
                  <a:pt x="557376" y="51507"/>
                </a:lnTo>
                <a:lnTo>
                  <a:pt x="555370" y="52179"/>
                </a:lnTo>
                <a:lnTo>
                  <a:pt x="553364" y="52843"/>
                </a:lnTo>
                <a:lnTo>
                  <a:pt x="551331" y="53499"/>
                </a:lnTo>
                <a:lnTo>
                  <a:pt x="549244" y="54155"/>
                </a:lnTo>
                <a:lnTo>
                  <a:pt x="547131" y="54804"/>
                </a:lnTo>
                <a:lnTo>
                  <a:pt x="544991" y="55452"/>
                </a:lnTo>
                <a:lnTo>
                  <a:pt x="542797" y="56093"/>
                </a:lnTo>
                <a:lnTo>
                  <a:pt x="540604" y="56726"/>
                </a:lnTo>
                <a:lnTo>
                  <a:pt x="538357" y="57359"/>
                </a:lnTo>
                <a:lnTo>
                  <a:pt x="536056" y="57992"/>
                </a:lnTo>
                <a:lnTo>
                  <a:pt x="533756" y="58610"/>
                </a:lnTo>
                <a:lnTo>
                  <a:pt x="531401" y="59227"/>
                </a:lnTo>
                <a:lnTo>
                  <a:pt x="528994" y="59845"/>
                </a:lnTo>
                <a:lnTo>
                  <a:pt x="526586" y="60447"/>
                </a:lnTo>
                <a:lnTo>
                  <a:pt x="524099" y="61049"/>
                </a:lnTo>
                <a:lnTo>
                  <a:pt x="521611" y="61651"/>
                </a:lnTo>
                <a:lnTo>
                  <a:pt x="519925" y="62037"/>
                </a:lnTo>
                <a:lnTo>
                  <a:pt x="518213" y="62408"/>
                </a:lnTo>
                <a:lnTo>
                  <a:pt x="516501" y="62778"/>
                </a:lnTo>
                <a:lnTo>
                  <a:pt x="514816" y="63157"/>
                </a:lnTo>
                <a:lnTo>
                  <a:pt x="515084" y="61566"/>
                </a:lnTo>
                <a:lnTo>
                  <a:pt x="515324" y="59976"/>
                </a:lnTo>
                <a:lnTo>
                  <a:pt x="515565" y="58393"/>
                </a:lnTo>
                <a:lnTo>
                  <a:pt x="515779" y="56795"/>
                </a:lnTo>
                <a:lnTo>
                  <a:pt x="515966" y="55205"/>
                </a:lnTo>
                <a:lnTo>
                  <a:pt x="516154" y="53615"/>
                </a:lnTo>
                <a:lnTo>
                  <a:pt x="516287" y="52024"/>
                </a:lnTo>
                <a:lnTo>
                  <a:pt x="516421" y="50426"/>
                </a:lnTo>
                <a:lnTo>
                  <a:pt x="516501" y="48836"/>
                </a:lnTo>
                <a:lnTo>
                  <a:pt x="516582" y="47238"/>
                </a:lnTo>
                <a:lnTo>
                  <a:pt x="516608" y="45640"/>
                </a:lnTo>
                <a:lnTo>
                  <a:pt x="516635" y="44050"/>
                </a:lnTo>
                <a:lnTo>
                  <a:pt x="516608" y="42452"/>
                </a:lnTo>
                <a:lnTo>
                  <a:pt x="516555" y="40854"/>
                </a:lnTo>
                <a:lnTo>
                  <a:pt x="516475" y="39263"/>
                </a:lnTo>
                <a:lnTo>
                  <a:pt x="516368" y="37665"/>
                </a:lnTo>
                <a:lnTo>
                  <a:pt x="516207" y="36075"/>
                </a:lnTo>
                <a:lnTo>
                  <a:pt x="516020" y="34477"/>
                </a:lnTo>
                <a:lnTo>
                  <a:pt x="515806" y="32887"/>
                </a:lnTo>
                <a:lnTo>
                  <a:pt x="515538" y="31297"/>
                </a:lnTo>
                <a:lnTo>
                  <a:pt x="515244" y="29706"/>
                </a:lnTo>
                <a:lnTo>
                  <a:pt x="514923" y="28116"/>
                </a:lnTo>
                <a:lnTo>
                  <a:pt x="514549" y="26526"/>
                </a:lnTo>
                <a:lnTo>
                  <a:pt x="514121" y="24935"/>
                </a:lnTo>
                <a:lnTo>
                  <a:pt x="513666" y="23353"/>
                </a:lnTo>
                <a:lnTo>
                  <a:pt x="513184" y="21762"/>
                </a:lnTo>
                <a:lnTo>
                  <a:pt x="512623" y="20180"/>
                </a:lnTo>
                <a:lnTo>
                  <a:pt x="512034" y="18605"/>
                </a:lnTo>
                <a:lnTo>
                  <a:pt x="511419" y="17022"/>
                </a:lnTo>
                <a:lnTo>
                  <a:pt x="510723" y="15448"/>
                </a:lnTo>
                <a:lnTo>
                  <a:pt x="510001" y="13873"/>
                </a:lnTo>
                <a:lnTo>
                  <a:pt x="509225" y="12298"/>
                </a:lnTo>
                <a:lnTo>
                  <a:pt x="509172" y="12205"/>
                </a:lnTo>
                <a:lnTo>
                  <a:pt x="509091" y="12113"/>
                </a:lnTo>
                <a:lnTo>
                  <a:pt x="509011" y="12020"/>
                </a:lnTo>
                <a:lnTo>
                  <a:pt x="508904" y="11935"/>
                </a:lnTo>
                <a:lnTo>
                  <a:pt x="508770" y="11850"/>
                </a:lnTo>
                <a:lnTo>
                  <a:pt x="508637" y="11773"/>
                </a:lnTo>
                <a:lnTo>
                  <a:pt x="508503" y="11703"/>
                </a:lnTo>
                <a:lnTo>
                  <a:pt x="508342" y="11626"/>
                </a:lnTo>
                <a:lnTo>
                  <a:pt x="508155" y="11564"/>
                </a:lnTo>
                <a:lnTo>
                  <a:pt x="507995" y="11495"/>
                </a:lnTo>
                <a:lnTo>
                  <a:pt x="507781" y="11433"/>
                </a:lnTo>
                <a:lnTo>
                  <a:pt x="507593" y="11379"/>
                </a:lnTo>
                <a:lnTo>
                  <a:pt x="507139" y="11279"/>
                </a:lnTo>
                <a:lnTo>
                  <a:pt x="506657" y="11186"/>
                </a:lnTo>
                <a:lnTo>
                  <a:pt x="506149" y="11117"/>
                </a:lnTo>
                <a:lnTo>
                  <a:pt x="505614" y="11055"/>
                </a:lnTo>
                <a:lnTo>
                  <a:pt x="505052" y="11001"/>
                </a:lnTo>
                <a:lnTo>
                  <a:pt x="504490" y="10970"/>
                </a:lnTo>
                <a:lnTo>
                  <a:pt x="503902" y="10947"/>
                </a:lnTo>
                <a:lnTo>
                  <a:pt x="503313" y="10939"/>
                </a:lnTo>
                <a:lnTo>
                  <a:pt x="502698" y="10947"/>
                </a:lnTo>
                <a:lnTo>
                  <a:pt x="502110" y="10962"/>
                </a:lnTo>
                <a:lnTo>
                  <a:pt x="501521" y="10993"/>
                </a:lnTo>
                <a:lnTo>
                  <a:pt x="500933" y="11032"/>
                </a:lnTo>
                <a:lnTo>
                  <a:pt x="500344" y="11086"/>
                </a:lnTo>
                <a:lnTo>
                  <a:pt x="499809" y="11148"/>
                </a:lnTo>
                <a:lnTo>
                  <a:pt x="499274" y="11225"/>
                </a:lnTo>
                <a:lnTo>
                  <a:pt x="498766" y="11317"/>
                </a:lnTo>
                <a:lnTo>
                  <a:pt x="498311" y="11418"/>
                </a:lnTo>
                <a:lnTo>
                  <a:pt x="497856" y="11526"/>
                </a:lnTo>
                <a:lnTo>
                  <a:pt x="497482" y="11649"/>
                </a:lnTo>
                <a:lnTo>
                  <a:pt x="497134" y="11788"/>
                </a:lnTo>
                <a:lnTo>
                  <a:pt x="496973" y="11858"/>
                </a:lnTo>
                <a:lnTo>
                  <a:pt x="496813" y="11927"/>
                </a:lnTo>
                <a:lnTo>
                  <a:pt x="496706" y="12005"/>
                </a:lnTo>
                <a:lnTo>
                  <a:pt x="496572" y="12082"/>
                </a:lnTo>
                <a:lnTo>
                  <a:pt x="496492" y="12167"/>
                </a:lnTo>
                <a:lnTo>
                  <a:pt x="496412" y="12252"/>
                </a:lnTo>
                <a:lnTo>
                  <a:pt x="496331" y="12336"/>
                </a:lnTo>
                <a:lnTo>
                  <a:pt x="496278" y="12429"/>
                </a:lnTo>
                <a:lnTo>
                  <a:pt x="496251" y="12522"/>
                </a:lnTo>
                <a:lnTo>
                  <a:pt x="496224" y="12614"/>
                </a:lnTo>
                <a:lnTo>
                  <a:pt x="496224" y="12707"/>
                </a:lnTo>
                <a:lnTo>
                  <a:pt x="496251" y="12807"/>
                </a:lnTo>
                <a:lnTo>
                  <a:pt x="498124" y="19392"/>
                </a:lnTo>
                <a:lnTo>
                  <a:pt x="499006" y="22673"/>
                </a:lnTo>
                <a:lnTo>
                  <a:pt x="499889" y="25954"/>
                </a:lnTo>
                <a:lnTo>
                  <a:pt x="500719" y="29228"/>
                </a:lnTo>
                <a:lnTo>
                  <a:pt x="501521" y="32501"/>
                </a:lnTo>
                <a:lnTo>
                  <a:pt x="502243" y="35774"/>
                </a:lnTo>
                <a:lnTo>
                  <a:pt x="502591" y="37403"/>
                </a:lnTo>
                <a:lnTo>
                  <a:pt x="502912" y="39040"/>
                </a:lnTo>
                <a:lnTo>
                  <a:pt x="503206" y="40676"/>
                </a:lnTo>
                <a:lnTo>
                  <a:pt x="503501" y="42313"/>
                </a:lnTo>
                <a:lnTo>
                  <a:pt x="503768" y="43949"/>
                </a:lnTo>
                <a:lnTo>
                  <a:pt x="504009" y="45586"/>
                </a:lnTo>
                <a:lnTo>
                  <a:pt x="504223" y="47223"/>
                </a:lnTo>
                <a:lnTo>
                  <a:pt x="504410" y="48859"/>
                </a:lnTo>
                <a:lnTo>
                  <a:pt x="504597" y="50504"/>
                </a:lnTo>
                <a:lnTo>
                  <a:pt x="504731" y="52140"/>
                </a:lnTo>
                <a:lnTo>
                  <a:pt x="504838" y="53785"/>
                </a:lnTo>
                <a:lnTo>
                  <a:pt x="504918" y="55429"/>
                </a:lnTo>
                <a:lnTo>
                  <a:pt x="504972" y="57073"/>
                </a:lnTo>
                <a:lnTo>
                  <a:pt x="504999" y="58718"/>
                </a:lnTo>
                <a:lnTo>
                  <a:pt x="504999" y="60362"/>
                </a:lnTo>
                <a:lnTo>
                  <a:pt x="504945" y="62014"/>
                </a:lnTo>
                <a:lnTo>
                  <a:pt x="504865" y="63666"/>
                </a:lnTo>
                <a:lnTo>
                  <a:pt x="504758" y="65318"/>
                </a:lnTo>
                <a:lnTo>
                  <a:pt x="502083" y="65851"/>
                </a:lnTo>
                <a:lnTo>
                  <a:pt x="499408" y="66383"/>
                </a:lnTo>
                <a:lnTo>
                  <a:pt x="496706" y="66908"/>
                </a:lnTo>
                <a:lnTo>
                  <a:pt x="494004" y="67418"/>
                </a:lnTo>
                <a:lnTo>
                  <a:pt x="491249" y="67927"/>
                </a:lnTo>
                <a:lnTo>
                  <a:pt x="488493" y="68429"/>
                </a:lnTo>
                <a:lnTo>
                  <a:pt x="485738" y="68916"/>
                </a:lnTo>
                <a:lnTo>
                  <a:pt x="482956" y="69402"/>
                </a:lnTo>
                <a:lnTo>
                  <a:pt x="480147" y="69881"/>
                </a:lnTo>
                <a:lnTo>
                  <a:pt x="477312" y="70352"/>
                </a:lnTo>
                <a:lnTo>
                  <a:pt x="474476" y="70815"/>
                </a:lnTo>
                <a:lnTo>
                  <a:pt x="471614" y="71270"/>
                </a:lnTo>
                <a:lnTo>
                  <a:pt x="468752" y="71710"/>
                </a:lnTo>
                <a:lnTo>
                  <a:pt x="465862" y="72150"/>
                </a:lnTo>
                <a:lnTo>
                  <a:pt x="462947" y="72583"/>
                </a:lnTo>
                <a:lnTo>
                  <a:pt x="460031" y="73007"/>
                </a:lnTo>
                <a:lnTo>
                  <a:pt x="460031" y="73007"/>
                </a:lnTo>
                <a:lnTo>
                  <a:pt x="460379" y="72158"/>
                </a:lnTo>
                <a:lnTo>
                  <a:pt x="460700" y="71316"/>
                </a:lnTo>
                <a:lnTo>
                  <a:pt x="461021" y="70467"/>
                </a:lnTo>
                <a:lnTo>
                  <a:pt x="461288" y="69618"/>
                </a:lnTo>
                <a:lnTo>
                  <a:pt x="461582" y="68769"/>
                </a:lnTo>
                <a:lnTo>
                  <a:pt x="461823" y="67920"/>
                </a:lnTo>
                <a:lnTo>
                  <a:pt x="462305" y="66214"/>
                </a:lnTo>
                <a:lnTo>
                  <a:pt x="462706" y="64508"/>
                </a:lnTo>
                <a:lnTo>
                  <a:pt x="463054" y="62801"/>
                </a:lnTo>
                <a:lnTo>
                  <a:pt x="463375" y="61095"/>
                </a:lnTo>
                <a:lnTo>
                  <a:pt x="463642" y="59382"/>
                </a:lnTo>
                <a:lnTo>
                  <a:pt x="463883" y="57675"/>
                </a:lnTo>
                <a:lnTo>
                  <a:pt x="464097" y="55962"/>
                </a:lnTo>
                <a:lnTo>
                  <a:pt x="464471" y="52549"/>
                </a:lnTo>
                <a:lnTo>
                  <a:pt x="464846" y="49137"/>
                </a:lnTo>
                <a:lnTo>
                  <a:pt x="465220" y="45733"/>
                </a:lnTo>
                <a:lnTo>
                  <a:pt x="465488" y="43571"/>
                </a:lnTo>
                <a:lnTo>
                  <a:pt x="465782" y="41410"/>
                </a:lnTo>
                <a:lnTo>
                  <a:pt x="466371" y="37063"/>
                </a:lnTo>
                <a:lnTo>
                  <a:pt x="466638" y="34879"/>
                </a:lnTo>
                <a:lnTo>
                  <a:pt x="466879" y="32694"/>
                </a:lnTo>
                <a:lnTo>
                  <a:pt x="467093" y="30509"/>
                </a:lnTo>
                <a:lnTo>
                  <a:pt x="467227" y="28324"/>
                </a:lnTo>
                <a:lnTo>
                  <a:pt x="467307" y="27236"/>
                </a:lnTo>
                <a:lnTo>
                  <a:pt x="467334" y="26140"/>
                </a:lnTo>
                <a:lnTo>
                  <a:pt x="467361" y="25051"/>
                </a:lnTo>
                <a:lnTo>
                  <a:pt x="467361" y="23963"/>
                </a:lnTo>
                <a:lnTo>
                  <a:pt x="467334" y="22866"/>
                </a:lnTo>
                <a:lnTo>
                  <a:pt x="467280" y="21778"/>
                </a:lnTo>
                <a:lnTo>
                  <a:pt x="467227" y="20689"/>
                </a:lnTo>
                <a:lnTo>
                  <a:pt x="467120" y="19601"/>
                </a:lnTo>
                <a:lnTo>
                  <a:pt x="467013" y="18512"/>
                </a:lnTo>
                <a:lnTo>
                  <a:pt x="466852" y="17432"/>
                </a:lnTo>
                <a:lnTo>
                  <a:pt x="466692" y="16343"/>
                </a:lnTo>
                <a:lnTo>
                  <a:pt x="466478" y="15262"/>
                </a:lnTo>
                <a:lnTo>
                  <a:pt x="466237" y="14182"/>
                </a:lnTo>
                <a:lnTo>
                  <a:pt x="465969" y="13101"/>
                </a:lnTo>
                <a:lnTo>
                  <a:pt x="465648" y="12020"/>
                </a:lnTo>
                <a:lnTo>
                  <a:pt x="465301" y="10947"/>
                </a:lnTo>
                <a:lnTo>
                  <a:pt x="465247" y="10839"/>
                </a:lnTo>
                <a:lnTo>
                  <a:pt x="465194" y="10731"/>
                </a:lnTo>
                <a:lnTo>
                  <a:pt x="465113" y="10630"/>
                </a:lnTo>
                <a:lnTo>
                  <a:pt x="465033" y="10530"/>
                </a:lnTo>
                <a:lnTo>
                  <a:pt x="464926" y="10430"/>
                </a:lnTo>
                <a:lnTo>
                  <a:pt x="464792" y="10337"/>
                </a:lnTo>
                <a:lnTo>
                  <a:pt x="464685" y="10252"/>
                </a:lnTo>
                <a:lnTo>
                  <a:pt x="464525" y="10159"/>
                </a:lnTo>
                <a:lnTo>
                  <a:pt x="464204" y="10005"/>
                </a:lnTo>
                <a:lnTo>
                  <a:pt x="463856" y="9851"/>
                </a:lnTo>
                <a:lnTo>
                  <a:pt x="463455" y="9719"/>
                </a:lnTo>
                <a:lnTo>
                  <a:pt x="463000" y="9596"/>
                </a:lnTo>
                <a:lnTo>
                  <a:pt x="462545" y="9496"/>
                </a:lnTo>
                <a:lnTo>
                  <a:pt x="462037" y="9403"/>
                </a:lnTo>
                <a:lnTo>
                  <a:pt x="461529" y="9318"/>
                </a:lnTo>
                <a:lnTo>
                  <a:pt x="460994" y="9256"/>
                </a:lnTo>
                <a:lnTo>
                  <a:pt x="460432" y="9210"/>
                </a:lnTo>
                <a:lnTo>
                  <a:pt x="459870" y="9171"/>
                </a:lnTo>
                <a:lnTo>
                  <a:pt x="459282" y="9148"/>
                </a:lnTo>
                <a:lnTo>
                  <a:pt x="458720" y="9140"/>
                </a:lnTo>
                <a:lnTo>
                  <a:pt x="458132" y="9148"/>
                </a:lnTo>
                <a:lnTo>
                  <a:pt x="457570" y="9164"/>
                </a:lnTo>
                <a:lnTo>
                  <a:pt x="457008" y="9202"/>
                </a:lnTo>
                <a:lnTo>
                  <a:pt x="456446" y="9248"/>
                </a:lnTo>
                <a:lnTo>
                  <a:pt x="455911" y="9310"/>
                </a:lnTo>
                <a:lnTo>
                  <a:pt x="455403" y="9387"/>
                </a:lnTo>
                <a:lnTo>
                  <a:pt x="454921" y="9480"/>
                </a:lnTo>
                <a:lnTo>
                  <a:pt x="454467" y="9580"/>
                </a:lnTo>
                <a:lnTo>
                  <a:pt x="454039" y="9704"/>
                </a:lnTo>
                <a:lnTo>
                  <a:pt x="453637" y="9835"/>
                </a:lnTo>
                <a:lnTo>
                  <a:pt x="453290" y="9990"/>
                </a:lnTo>
                <a:lnTo>
                  <a:pt x="453129" y="10067"/>
                </a:lnTo>
                <a:lnTo>
                  <a:pt x="452995" y="10152"/>
                </a:lnTo>
                <a:lnTo>
                  <a:pt x="452862" y="10237"/>
                </a:lnTo>
                <a:lnTo>
                  <a:pt x="452728" y="10329"/>
                </a:lnTo>
                <a:lnTo>
                  <a:pt x="452621" y="10422"/>
                </a:lnTo>
                <a:lnTo>
                  <a:pt x="452541" y="10522"/>
                </a:lnTo>
                <a:lnTo>
                  <a:pt x="452460" y="10623"/>
                </a:lnTo>
                <a:lnTo>
                  <a:pt x="452380" y="10723"/>
                </a:lnTo>
                <a:lnTo>
                  <a:pt x="452327" y="10839"/>
                </a:lnTo>
                <a:lnTo>
                  <a:pt x="452300" y="10947"/>
                </a:lnTo>
                <a:lnTo>
                  <a:pt x="452086" y="11974"/>
                </a:lnTo>
                <a:lnTo>
                  <a:pt x="451872" y="12993"/>
                </a:lnTo>
                <a:lnTo>
                  <a:pt x="451711" y="14019"/>
                </a:lnTo>
                <a:lnTo>
                  <a:pt x="451551" y="15046"/>
                </a:lnTo>
                <a:lnTo>
                  <a:pt x="451444" y="16073"/>
                </a:lnTo>
                <a:lnTo>
                  <a:pt x="451337" y="17100"/>
                </a:lnTo>
                <a:lnTo>
                  <a:pt x="451257" y="18134"/>
                </a:lnTo>
                <a:lnTo>
                  <a:pt x="451203" y="19161"/>
                </a:lnTo>
                <a:lnTo>
                  <a:pt x="451176" y="20195"/>
                </a:lnTo>
                <a:lnTo>
                  <a:pt x="451150" y="21222"/>
                </a:lnTo>
                <a:lnTo>
                  <a:pt x="451150" y="23283"/>
                </a:lnTo>
                <a:lnTo>
                  <a:pt x="451203" y="25352"/>
                </a:lnTo>
                <a:lnTo>
                  <a:pt x="451310" y="27413"/>
                </a:lnTo>
                <a:lnTo>
                  <a:pt x="451417" y="29482"/>
                </a:lnTo>
                <a:lnTo>
                  <a:pt x="451578" y="31544"/>
                </a:lnTo>
                <a:lnTo>
                  <a:pt x="451872" y="35674"/>
                </a:lnTo>
                <a:lnTo>
                  <a:pt x="452006" y="37735"/>
                </a:lnTo>
                <a:lnTo>
                  <a:pt x="452139" y="39796"/>
                </a:lnTo>
                <a:lnTo>
                  <a:pt x="452193" y="41850"/>
                </a:lnTo>
                <a:lnTo>
                  <a:pt x="452220" y="43903"/>
                </a:lnTo>
                <a:lnTo>
                  <a:pt x="452220" y="45795"/>
                </a:lnTo>
                <a:lnTo>
                  <a:pt x="452139" y="47686"/>
                </a:lnTo>
                <a:lnTo>
                  <a:pt x="452032" y="49577"/>
                </a:lnTo>
                <a:lnTo>
                  <a:pt x="451899" y="51469"/>
                </a:lnTo>
                <a:lnTo>
                  <a:pt x="451604" y="55259"/>
                </a:lnTo>
                <a:lnTo>
                  <a:pt x="451310" y="59050"/>
                </a:lnTo>
                <a:lnTo>
                  <a:pt x="451176" y="60949"/>
                </a:lnTo>
                <a:lnTo>
                  <a:pt x="451069" y="62840"/>
                </a:lnTo>
                <a:lnTo>
                  <a:pt x="451016" y="64739"/>
                </a:lnTo>
                <a:lnTo>
                  <a:pt x="450989" y="66631"/>
                </a:lnTo>
                <a:lnTo>
                  <a:pt x="451016" y="68522"/>
                </a:lnTo>
                <a:lnTo>
                  <a:pt x="451043" y="69471"/>
                </a:lnTo>
                <a:lnTo>
                  <a:pt x="451096" y="70413"/>
                </a:lnTo>
                <a:lnTo>
                  <a:pt x="451176" y="71363"/>
                </a:lnTo>
                <a:lnTo>
                  <a:pt x="451257" y="72305"/>
                </a:lnTo>
                <a:lnTo>
                  <a:pt x="451390" y="73246"/>
                </a:lnTo>
                <a:lnTo>
                  <a:pt x="451497" y="74188"/>
                </a:lnTo>
                <a:lnTo>
                  <a:pt x="448368" y="74605"/>
                </a:lnTo>
                <a:lnTo>
                  <a:pt x="445211" y="75014"/>
                </a:lnTo>
                <a:lnTo>
                  <a:pt x="442028" y="75416"/>
                </a:lnTo>
                <a:lnTo>
                  <a:pt x="438844" y="75809"/>
                </a:lnTo>
                <a:lnTo>
                  <a:pt x="435634" y="76195"/>
                </a:lnTo>
                <a:lnTo>
                  <a:pt x="432424" y="76574"/>
                </a:lnTo>
                <a:lnTo>
                  <a:pt x="429187" y="76937"/>
                </a:lnTo>
                <a:lnTo>
                  <a:pt x="425951" y="77299"/>
                </a:lnTo>
                <a:lnTo>
                  <a:pt x="422687" y="77647"/>
                </a:lnTo>
                <a:lnTo>
                  <a:pt x="419423" y="77986"/>
                </a:lnTo>
                <a:lnTo>
                  <a:pt x="416160" y="78318"/>
                </a:lnTo>
                <a:lnTo>
                  <a:pt x="412870" y="78650"/>
                </a:lnTo>
                <a:lnTo>
                  <a:pt x="409579" y="78967"/>
                </a:lnTo>
                <a:lnTo>
                  <a:pt x="406262" y="79268"/>
                </a:lnTo>
                <a:lnTo>
                  <a:pt x="402945" y="79569"/>
                </a:lnTo>
                <a:lnTo>
                  <a:pt x="399628" y="79862"/>
                </a:lnTo>
                <a:lnTo>
                  <a:pt x="399628" y="79862"/>
                </a:lnTo>
                <a:lnTo>
                  <a:pt x="400350" y="78813"/>
                </a:lnTo>
                <a:lnTo>
                  <a:pt x="401046" y="77763"/>
                </a:lnTo>
                <a:lnTo>
                  <a:pt x="401741" y="76713"/>
                </a:lnTo>
                <a:lnTo>
                  <a:pt x="402410" y="75663"/>
                </a:lnTo>
                <a:lnTo>
                  <a:pt x="403079" y="74605"/>
                </a:lnTo>
                <a:lnTo>
                  <a:pt x="403694" y="73548"/>
                </a:lnTo>
                <a:lnTo>
                  <a:pt x="404336" y="72490"/>
                </a:lnTo>
                <a:lnTo>
                  <a:pt x="404925" y="71432"/>
                </a:lnTo>
                <a:lnTo>
                  <a:pt x="405513" y="70367"/>
                </a:lnTo>
                <a:lnTo>
                  <a:pt x="406075" y="69302"/>
                </a:lnTo>
                <a:lnTo>
                  <a:pt x="406637" y="68236"/>
                </a:lnTo>
                <a:lnTo>
                  <a:pt x="407172" y="67163"/>
                </a:lnTo>
                <a:lnTo>
                  <a:pt x="407680" y="66090"/>
                </a:lnTo>
                <a:lnTo>
                  <a:pt x="408188" y="65025"/>
                </a:lnTo>
                <a:lnTo>
                  <a:pt x="408670" y="63952"/>
                </a:lnTo>
                <a:lnTo>
                  <a:pt x="409151" y="62871"/>
                </a:lnTo>
                <a:lnTo>
                  <a:pt x="409579" y="61798"/>
                </a:lnTo>
                <a:lnTo>
                  <a:pt x="410034" y="60717"/>
                </a:lnTo>
                <a:lnTo>
                  <a:pt x="410435" y="59636"/>
                </a:lnTo>
                <a:lnTo>
                  <a:pt x="410836" y="58563"/>
                </a:lnTo>
                <a:lnTo>
                  <a:pt x="411211" y="57475"/>
                </a:lnTo>
                <a:lnTo>
                  <a:pt x="411585" y="56394"/>
                </a:lnTo>
                <a:lnTo>
                  <a:pt x="411933" y="55313"/>
                </a:lnTo>
                <a:lnTo>
                  <a:pt x="412281" y="54225"/>
                </a:lnTo>
                <a:lnTo>
                  <a:pt x="412575" y="53144"/>
                </a:lnTo>
                <a:lnTo>
                  <a:pt x="412896" y="52055"/>
                </a:lnTo>
                <a:lnTo>
                  <a:pt x="413164" y="50975"/>
                </a:lnTo>
                <a:lnTo>
                  <a:pt x="413431" y="49886"/>
                </a:lnTo>
                <a:lnTo>
                  <a:pt x="413699" y="48798"/>
                </a:lnTo>
                <a:lnTo>
                  <a:pt x="413913" y="47709"/>
                </a:lnTo>
                <a:lnTo>
                  <a:pt x="414154" y="46621"/>
                </a:lnTo>
                <a:lnTo>
                  <a:pt x="414341" y="45532"/>
                </a:lnTo>
                <a:lnTo>
                  <a:pt x="414528" y="44444"/>
                </a:lnTo>
                <a:lnTo>
                  <a:pt x="414689" y="43355"/>
                </a:lnTo>
                <a:lnTo>
                  <a:pt x="414849" y="42267"/>
                </a:lnTo>
                <a:lnTo>
                  <a:pt x="414983" y="41178"/>
                </a:lnTo>
                <a:lnTo>
                  <a:pt x="415117" y="40082"/>
                </a:lnTo>
                <a:lnTo>
                  <a:pt x="415197" y="38993"/>
                </a:lnTo>
                <a:lnTo>
                  <a:pt x="415304" y="37905"/>
                </a:lnTo>
                <a:lnTo>
                  <a:pt x="415357" y="36816"/>
                </a:lnTo>
                <a:lnTo>
                  <a:pt x="415464" y="34639"/>
                </a:lnTo>
                <a:lnTo>
                  <a:pt x="415491" y="32470"/>
                </a:lnTo>
                <a:lnTo>
                  <a:pt x="415464" y="30293"/>
                </a:lnTo>
                <a:lnTo>
                  <a:pt x="415357" y="28124"/>
                </a:lnTo>
                <a:lnTo>
                  <a:pt x="415197" y="25962"/>
                </a:lnTo>
                <a:lnTo>
                  <a:pt x="414983" y="23801"/>
                </a:lnTo>
                <a:lnTo>
                  <a:pt x="414689" y="21639"/>
                </a:lnTo>
                <a:lnTo>
                  <a:pt x="414341" y="19485"/>
                </a:lnTo>
                <a:lnTo>
                  <a:pt x="413940" y="17347"/>
                </a:lnTo>
                <a:lnTo>
                  <a:pt x="413485" y="15201"/>
                </a:lnTo>
                <a:lnTo>
                  <a:pt x="412950" y="13070"/>
                </a:lnTo>
                <a:lnTo>
                  <a:pt x="412335" y="10947"/>
                </a:lnTo>
                <a:lnTo>
                  <a:pt x="412308" y="10839"/>
                </a:lnTo>
                <a:lnTo>
                  <a:pt x="412254" y="10746"/>
                </a:lnTo>
                <a:lnTo>
                  <a:pt x="412174" y="10646"/>
                </a:lnTo>
                <a:lnTo>
                  <a:pt x="412094" y="10553"/>
                </a:lnTo>
                <a:lnTo>
                  <a:pt x="412013" y="10461"/>
                </a:lnTo>
                <a:lnTo>
                  <a:pt x="411880" y="10376"/>
                </a:lnTo>
                <a:lnTo>
                  <a:pt x="411773" y="10291"/>
                </a:lnTo>
                <a:lnTo>
                  <a:pt x="411639" y="10213"/>
                </a:lnTo>
                <a:lnTo>
                  <a:pt x="411318" y="10059"/>
                </a:lnTo>
                <a:lnTo>
                  <a:pt x="410970" y="9920"/>
                </a:lnTo>
                <a:lnTo>
                  <a:pt x="410569" y="9797"/>
                </a:lnTo>
                <a:lnTo>
                  <a:pt x="410141" y="9681"/>
                </a:lnTo>
                <a:lnTo>
                  <a:pt x="409686" y="9580"/>
                </a:lnTo>
                <a:lnTo>
                  <a:pt x="409205" y="9496"/>
                </a:lnTo>
                <a:lnTo>
                  <a:pt x="408696" y="9426"/>
                </a:lnTo>
                <a:lnTo>
                  <a:pt x="408161" y="9364"/>
                </a:lnTo>
                <a:lnTo>
                  <a:pt x="407626" y="9310"/>
                </a:lnTo>
                <a:lnTo>
                  <a:pt x="407065" y="9279"/>
                </a:lnTo>
                <a:lnTo>
                  <a:pt x="406530" y="9256"/>
                </a:lnTo>
                <a:lnTo>
                  <a:pt x="405968" y="9248"/>
                </a:lnTo>
                <a:lnTo>
                  <a:pt x="405406" y="9256"/>
                </a:lnTo>
                <a:lnTo>
                  <a:pt x="404844" y="9272"/>
                </a:lnTo>
                <a:lnTo>
                  <a:pt x="404309" y="9303"/>
                </a:lnTo>
                <a:lnTo>
                  <a:pt x="403774" y="9349"/>
                </a:lnTo>
                <a:lnTo>
                  <a:pt x="403266" y="9403"/>
                </a:lnTo>
                <a:lnTo>
                  <a:pt x="402785" y="9480"/>
                </a:lnTo>
                <a:lnTo>
                  <a:pt x="402330" y="9565"/>
                </a:lnTo>
                <a:lnTo>
                  <a:pt x="401902" y="9665"/>
                </a:lnTo>
                <a:lnTo>
                  <a:pt x="401527" y="9773"/>
                </a:lnTo>
                <a:lnTo>
                  <a:pt x="401180" y="9897"/>
                </a:lnTo>
                <a:lnTo>
                  <a:pt x="401019" y="9966"/>
                </a:lnTo>
                <a:lnTo>
                  <a:pt x="400858" y="10044"/>
                </a:lnTo>
                <a:lnTo>
                  <a:pt x="400725" y="10113"/>
                </a:lnTo>
                <a:lnTo>
                  <a:pt x="400618" y="10190"/>
                </a:lnTo>
                <a:lnTo>
                  <a:pt x="400511" y="10275"/>
                </a:lnTo>
                <a:lnTo>
                  <a:pt x="400404" y="10360"/>
                </a:lnTo>
                <a:lnTo>
                  <a:pt x="400323" y="10453"/>
                </a:lnTo>
                <a:lnTo>
                  <a:pt x="400243" y="10545"/>
                </a:lnTo>
                <a:lnTo>
                  <a:pt x="400190" y="10638"/>
                </a:lnTo>
                <a:lnTo>
                  <a:pt x="400163" y="10738"/>
                </a:lnTo>
                <a:lnTo>
                  <a:pt x="400136" y="10839"/>
                </a:lnTo>
                <a:lnTo>
                  <a:pt x="400136" y="10947"/>
                </a:lnTo>
                <a:lnTo>
                  <a:pt x="400243" y="13108"/>
                </a:lnTo>
                <a:lnTo>
                  <a:pt x="400297" y="15270"/>
                </a:lnTo>
                <a:lnTo>
                  <a:pt x="400350" y="17432"/>
                </a:lnTo>
                <a:lnTo>
                  <a:pt x="400350" y="19585"/>
                </a:lnTo>
                <a:lnTo>
                  <a:pt x="400350" y="21739"/>
                </a:lnTo>
                <a:lnTo>
                  <a:pt x="400323" y="23893"/>
                </a:lnTo>
                <a:lnTo>
                  <a:pt x="400270" y="26039"/>
                </a:lnTo>
                <a:lnTo>
                  <a:pt x="400216" y="28185"/>
                </a:lnTo>
                <a:lnTo>
                  <a:pt x="400109" y="30332"/>
                </a:lnTo>
                <a:lnTo>
                  <a:pt x="400002" y="32478"/>
                </a:lnTo>
                <a:lnTo>
                  <a:pt x="399869" y="34624"/>
                </a:lnTo>
                <a:lnTo>
                  <a:pt x="399708" y="36762"/>
                </a:lnTo>
                <a:lnTo>
                  <a:pt x="399521" y="38908"/>
                </a:lnTo>
                <a:lnTo>
                  <a:pt x="399334" y="41047"/>
                </a:lnTo>
                <a:lnTo>
                  <a:pt x="399120" y="43185"/>
                </a:lnTo>
                <a:lnTo>
                  <a:pt x="398879" y="45331"/>
                </a:lnTo>
                <a:lnTo>
                  <a:pt x="398611" y="47470"/>
                </a:lnTo>
                <a:lnTo>
                  <a:pt x="398344" y="49608"/>
                </a:lnTo>
                <a:lnTo>
                  <a:pt x="398050" y="51747"/>
                </a:lnTo>
                <a:lnTo>
                  <a:pt x="397755" y="53885"/>
                </a:lnTo>
                <a:lnTo>
                  <a:pt x="397434" y="56031"/>
                </a:lnTo>
                <a:lnTo>
                  <a:pt x="397087" y="58170"/>
                </a:lnTo>
                <a:lnTo>
                  <a:pt x="396712" y="60316"/>
                </a:lnTo>
                <a:lnTo>
                  <a:pt x="396338" y="62454"/>
                </a:lnTo>
                <a:lnTo>
                  <a:pt x="395535" y="66746"/>
                </a:lnTo>
                <a:lnTo>
                  <a:pt x="394679" y="71046"/>
                </a:lnTo>
                <a:lnTo>
                  <a:pt x="393770" y="75354"/>
                </a:lnTo>
                <a:lnTo>
                  <a:pt x="392807" y="79669"/>
                </a:lnTo>
                <a:lnTo>
                  <a:pt x="392807" y="79770"/>
                </a:lnTo>
                <a:lnTo>
                  <a:pt x="392833" y="79862"/>
                </a:lnTo>
                <a:lnTo>
                  <a:pt x="392887" y="79955"/>
                </a:lnTo>
                <a:lnTo>
                  <a:pt x="392994" y="80040"/>
                </a:lnTo>
                <a:lnTo>
                  <a:pt x="393101" y="80117"/>
                </a:lnTo>
                <a:lnTo>
                  <a:pt x="393261" y="80194"/>
                </a:lnTo>
                <a:lnTo>
                  <a:pt x="393422" y="80264"/>
                </a:lnTo>
                <a:lnTo>
                  <a:pt x="393636" y="80326"/>
                </a:lnTo>
                <a:lnTo>
                  <a:pt x="388954" y="80696"/>
                </a:lnTo>
                <a:lnTo>
                  <a:pt x="384273" y="81051"/>
                </a:lnTo>
                <a:lnTo>
                  <a:pt x="379592" y="81399"/>
                </a:lnTo>
                <a:lnTo>
                  <a:pt x="374884" y="81723"/>
                </a:lnTo>
                <a:lnTo>
                  <a:pt x="370149" y="82032"/>
                </a:lnTo>
                <a:lnTo>
                  <a:pt x="365441" y="82325"/>
                </a:lnTo>
                <a:lnTo>
                  <a:pt x="363060" y="82472"/>
                </a:lnTo>
                <a:lnTo>
                  <a:pt x="360679" y="82603"/>
                </a:lnTo>
                <a:lnTo>
                  <a:pt x="358325" y="82734"/>
                </a:lnTo>
                <a:lnTo>
                  <a:pt x="355944" y="82858"/>
                </a:lnTo>
                <a:lnTo>
                  <a:pt x="356533" y="81762"/>
                </a:lnTo>
                <a:lnTo>
                  <a:pt x="357094" y="80658"/>
                </a:lnTo>
                <a:lnTo>
                  <a:pt x="357656" y="79554"/>
                </a:lnTo>
                <a:lnTo>
                  <a:pt x="358165" y="78450"/>
                </a:lnTo>
                <a:lnTo>
                  <a:pt x="358673" y="77338"/>
                </a:lnTo>
                <a:lnTo>
                  <a:pt x="359128" y="76226"/>
                </a:lnTo>
                <a:lnTo>
                  <a:pt x="359582" y="75115"/>
                </a:lnTo>
                <a:lnTo>
                  <a:pt x="360037" y="74003"/>
                </a:lnTo>
                <a:lnTo>
                  <a:pt x="360438" y="72891"/>
                </a:lnTo>
                <a:lnTo>
                  <a:pt x="360840" y="71772"/>
                </a:lnTo>
                <a:lnTo>
                  <a:pt x="361187" y="70653"/>
                </a:lnTo>
                <a:lnTo>
                  <a:pt x="361562" y="69533"/>
                </a:lnTo>
                <a:lnTo>
                  <a:pt x="361883" y="68414"/>
                </a:lnTo>
                <a:lnTo>
                  <a:pt x="362204" y="67294"/>
                </a:lnTo>
                <a:lnTo>
                  <a:pt x="362471" y="66167"/>
                </a:lnTo>
                <a:lnTo>
                  <a:pt x="362766" y="65040"/>
                </a:lnTo>
                <a:lnTo>
                  <a:pt x="363006" y="63921"/>
                </a:lnTo>
                <a:lnTo>
                  <a:pt x="363247" y="62794"/>
                </a:lnTo>
                <a:lnTo>
                  <a:pt x="363461" y="61659"/>
                </a:lnTo>
                <a:lnTo>
                  <a:pt x="363675" y="60532"/>
                </a:lnTo>
                <a:lnTo>
                  <a:pt x="363862" y="59405"/>
                </a:lnTo>
                <a:lnTo>
                  <a:pt x="364023" y="58270"/>
                </a:lnTo>
                <a:lnTo>
                  <a:pt x="364183" y="57143"/>
                </a:lnTo>
                <a:lnTo>
                  <a:pt x="364317" y="56008"/>
                </a:lnTo>
                <a:lnTo>
                  <a:pt x="364558" y="53746"/>
                </a:lnTo>
                <a:lnTo>
                  <a:pt x="364718" y="51476"/>
                </a:lnTo>
                <a:lnTo>
                  <a:pt x="364825" y="49207"/>
                </a:lnTo>
                <a:lnTo>
                  <a:pt x="364879" y="46937"/>
                </a:lnTo>
                <a:lnTo>
                  <a:pt x="364879" y="44667"/>
                </a:lnTo>
                <a:lnTo>
                  <a:pt x="364852" y="42390"/>
                </a:lnTo>
                <a:lnTo>
                  <a:pt x="364772" y="40120"/>
                </a:lnTo>
                <a:lnTo>
                  <a:pt x="364638" y="37851"/>
                </a:lnTo>
                <a:lnTo>
                  <a:pt x="364451" y="35589"/>
                </a:lnTo>
                <a:lnTo>
                  <a:pt x="364237" y="33319"/>
                </a:lnTo>
                <a:lnTo>
                  <a:pt x="363996" y="31057"/>
                </a:lnTo>
                <a:lnTo>
                  <a:pt x="363729" y="28795"/>
                </a:lnTo>
                <a:lnTo>
                  <a:pt x="363408" y="26541"/>
                </a:lnTo>
                <a:lnTo>
                  <a:pt x="363087" y="24287"/>
                </a:lnTo>
                <a:lnTo>
                  <a:pt x="362739" y="22040"/>
                </a:lnTo>
                <a:lnTo>
                  <a:pt x="362338" y="19802"/>
                </a:lnTo>
                <a:lnTo>
                  <a:pt x="361963" y="17563"/>
                </a:lnTo>
                <a:lnTo>
                  <a:pt x="361535" y="15332"/>
                </a:lnTo>
                <a:lnTo>
                  <a:pt x="360679" y="10893"/>
                </a:lnTo>
                <a:lnTo>
                  <a:pt x="360652" y="10785"/>
                </a:lnTo>
                <a:lnTo>
                  <a:pt x="360599" y="10677"/>
                </a:lnTo>
                <a:lnTo>
                  <a:pt x="360545" y="10576"/>
                </a:lnTo>
                <a:lnTo>
                  <a:pt x="360438" y="10476"/>
                </a:lnTo>
                <a:lnTo>
                  <a:pt x="360358" y="10383"/>
                </a:lnTo>
                <a:lnTo>
                  <a:pt x="360251" y="10291"/>
                </a:lnTo>
                <a:lnTo>
                  <a:pt x="360117" y="10198"/>
                </a:lnTo>
                <a:lnTo>
                  <a:pt x="359957" y="10113"/>
                </a:lnTo>
                <a:lnTo>
                  <a:pt x="359823" y="10036"/>
                </a:lnTo>
                <a:lnTo>
                  <a:pt x="359636" y="9959"/>
                </a:lnTo>
                <a:lnTo>
                  <a:pt x="359449" y="9882"/>
                </a:lnTo>
                <a:lnTo>
                  <a:pt x="359261" y="9812"/>
                </a:lnTo>
                <a:lnTo>
                  <a:pt x="359074" y="9743"/>
                </a:lnTo>
                <a:lnTo>
                  <a:pt x="358860" y="9681"/>
                </a:lnTo>
                <a:lnTo>
                  <a:pt x="358379" y="9557"/>
                </a:lnTo>
                <a:lnTo>
                  <a:pt x="357897" y="9457"/>
                </a:lnTo>
                <a:lnTo>
                  <a:pt x="357362" y="9364"/>
                </a:lnTo>
                <a:lnTo>
                  <a:pt x="356827" y="9295"/>
                </a:lnTo>
                <a:lnTo>
                  <a:pt x="356238" y="9233"/>
                </a:lnTo>
                <a:lnTo>
                  <a:pt x="355677" y="9179"/>
                </a:lnTo>
                <a:lnTo>
                  <a:pt x="355061" y="9148"/>
                </a:lnTo>
                <a:lnTo>
                  <a:pt x="354473" y="9125"/>
                </a:lnTo>
                <a:lnTo>
                  <a:pt x="353858" y="9117"/>
                </a:lnTo>
                <a:lnTo>
                  <a:pt x="353269" y="9125"/>
                </a:lnTo>
                <a:lnTo>
                  <a:pt x="352681" y="9148"/>
                </a:lnTo>
                <a:lnTo>
                  <a:pt x="352092" y="9187"/>
                </a:lnTo>
                <a:lnTo>
                  <a:pt x="351530" y="9233"/>
                </a:lnTo>
                <a:lnTo>
                  <a:pt x="350995" y="9295"/>
                </a:lnTo>
                <a:lnTo>
                  <a:pt x="350460" y="9372"/>
                </a:lnTo>
                <a:lnTo>
                  <a:pt x="350006" y="9465"/>
                </a:lnTo>
                <a:lnTo>
                  <a:pt x="349551" y="9565"/>
                </a:lnTo>
                <a:lnTo>
                  <a:pt x="349337" y="9619"/>
                </a:lnTo>
                <a:lnTo>
                  <a:pt x="349150" y="9681"/>
                </a:lnTo>
                <a:lnTo>
                  <a:pt x="348962" y="9750"/>
                </a:lnTo>
                <a:lnTo>
                  <a:pt x="348802" y="9812"/>
                </a:lnTo>
                <a:lnTo>
                  <a:pt x="348641" y="9889"/>
                </a:lnTo>
                <a:lnTo>
                  <a:pt x="348481" y="9959"/>
                </a:lnTo>
                <a:lnTo>
                  <a:pt x="348347" y="10036"/>
                </a:lnTo>
                <a:lnTo>
                  <a:pt x="348240" y="10121"/>
                </a:lnTo>
                <a:lnTo>
                  <a:pt x="348133" y="10206"/>
                </a:lnTo>
                <a:lnTo>
                  <a:pt x="348053" y="10291"/>
                </a:lnTo>
                <a:lnTo>
                  <a:pt x="347999" y="10383"/>
                </a:lnTo>
                <a:lnTo>
                  <a:pt x="347946" y="10476"/>
                </a:lnTo>
                <a:lnTo>
                  <a:pt x="347892" y="10576"/>
                </a:lnTo>
                <a:lnTo>
                  <a:pt x="347892" y="10677"/>
                </a:lnTo>
                <a:lnTo>
                  <a:pt x="347892" y="10785"/>
                </a:lnTo>
                <a:lnTo>
                  <a:pt x="347919" y="10893"/>
                </a:lnTo>
                <a:lnTo>
                  <a:pt x="348534" y="13155"/>
                </a:lnTo>
                <a:lnTo>
                  <a:pt x="349096" y="15424"/>
                </a:lnTo>
                <a:lnTo>
                  <a:pt x="349604" y="17686"/>
                </a:lnTo>
                <a:lnTo>
                  <a:pt x="350059" y="19948"/>
                </a:lnTo>
                <a:lnTo>
                  <a:pt x="350460" y="22210"/>
                </a:lnTo>
                <a:lnTo>
                  <a:pt x="350781" y="24464"/>
                </a:lnTo>
                <a:lnTo>
                  <a:pt x="351102" y="26719"/>
                </a:lnTo>
                <a:lnTo>
                  <a:pt x="351343" y="28973"/>
                </a:lnTo>
                <a:lnTo>
                  <a:pt x="351557" y="31227"/>
                </a:lnTo>
                <a:lnTo>
                  <a:pt x="351718" y="33481"/>
                </a:lnTo>
                <a:lnTo>
                  <a:pt x="351851" y="35735"/>
                </a:lnTo>
                <a:lnTo>
                  <a:pt x="351958" y="37982"/>
                </a:lnTo>
                <a:lnTo>
                  <a:pt x="352039" y="40236"/>
                </a:lnTo>
                <a:lnTo>
                  <a:pt x="352092" y="42483"/>
                </a:lnTo>
                <a:lnTo>
                  <a:pt x="352119" y="44729"/>
                </a:lnTo>
                <a:lnTo>
                  <a:pt x="352119" y="46983"/>
                </a:lnTo>
                <a:lnTo>
                  <a:pt x="352092" y="49230"/>
                </a:lnTo>
                <a:lnTo>
                  <a:pt x="352065" y="51476"/>
                </a:lnTo>
                <a:lnTo>
                  <a:pt x="351958" y="55977"/>
                </a:lnTo>
                <a:lnTo>
                  <a:pt x="351718" y="64986"/>
                </a:lnTo>
                <a:lnTo>
                  <a:pt x="351611" y="69495"/>
                </a:lnTo>
                <a:lnTo>
                  <a:pt x="351557" y="74011"/>
                </a:lnTo>
                <a:lnTo>
                  <a:pt x="351557" y="76273"/>
                </a:lnTo>
                <a:lnTo>
                  <a:pt x="351557" y="78535"/>
                </a:lnTo>
                <a:lnTo>
                  <a:pt x="351611" y="80804"/>
                </a:lnTo>
                <a:lnTo>
                  <a:pt x="351664" y="83066"/>
                </a:lnTo>
                <a:lnTo>
                  <a:pt x="348775" y="83205"/>
                </a:lnTo>
                <a:lnTo>
                  <a:pt x="345886" y="83336"/>
                </a:lnTo>
                <a:lnTo>
                  <a:pt x="342997" y="83460"/>
                </a:lnTo>
                <a:lnTo>
                  <a:pt x="340108" y="83583"/>
                </a:lnTo>
                <a:lnTo>
                  <a:pt x="337192" y="83699"/>
                </a:lnTo>
                <a:lnTo>
                  <a:pt x="334303" y="83807"/>
                </a:lnTo>
                <a:lnTo>
                  <a:pt x="331414" y="83908"/>
                </a:lnTo>
                <a:lnTo>
                  <a:pt x="328525" y="84000"/>
                </a:lnTo>
                <a:lnTo>
                  <a:pt x="325636" y="84093"/>
                </a:lnTo>
                <a:lnTo>
                  <a:pt x="322720" y="84178"/>
                </a:lnTo>
                <a:lnTo>
                  <a:pt x="319831" y="84255"/>
                </a:lnTo>
                <a:lnTo>
                  <a:pt x="316942" y="84325"/>
                </a:lnTo>
                <a:lnTo>
                  <a:pt x="314053" y="84386"/>
                </a:lnTo>
                <a:lnTo>
                  <a:pt x="311164" y="84448"/>
                </a:lnTo>
                <a:lnTo>
                  <a:pt x="308275" y="84502"/>
                </a:lnTo>
                <a:lnTo>
                  <a:pt x="305386" y="84548"/>
                </a:lnTo>
                <a:lnTo>
                  <a:pt x="305600" y="83390"/>
                </a:lnTo>
                <a:lnTo>
                  <a:pt x="305787" y="82225"/>
                </a:lnTo>
                <a:lnTo>
                  <a:pt x="305974" y="81059"/>
                </a:lnTo>
                <a:lnTo>
                  <a:pt x="306135" y="79901"/>
                </a:lnTo>
                <a:lnTo>
                  <a:pt x="306295" y="78735"/>
                </a:lnTo>
                <a:lnTo>
                  <a:pt x="306429" y="77570"/>
                </a:lnTo>
                <a:lnTo>
                  <a:pt x="306536" y="76404"/>
                </a:lnTo>
                <a:lnTo>
                  <a:pt x="306643" y="75238"/>
                </a:lnTo>
                <a:lnTo>
                  <a:pt x="306777" y="72907"/>
                </a:lnTo>
                <a:lnTo>
                  <a:pt x="306884" y="70568"/>
                </a:lnTo>
                <a:lnTo>
                  <a:pt x="306910" y="68236"/>
                </a:lnTo>
                <a:lnTo>
                  <a:pt x="306857" y="65897"/>
                </a:lnTo>
                <a:lnTo>
                  <a:pt x="306777" y="63566"/>
                </a:lnTo>
                <a:lnTo>
                  <a:pt x="306643" y="61227"/>
                </a:lnTo>
                <a:lnTo>
                  <a:pt x="306429" y="58887"/>
                </a:lnTo>
                <a:lnTo>
                  <a:pt x="306188" y="56548"/>
                </a:lnTo>
                <a:lnTo>
                  <a:pt x="305867" y="54217"/>
                </a:lnTo>
                <a:lnTo>
                  <a:pt x="305519" y="51878"/>
                </a:lnTo>
                <a:lnTo>
                  <a:pt x="305118" y="49539"/>
                </a:lnTo>
                <a:lnTo>
                  <a:pt x="304663" y="47200"/>
                </a:lnTo>
                <a:lnTo>
                  <a:pt x="304155" y="44868"/>
                </a:lnTo>
                <a:lnTo>
                  <a:pt x="303620" y="42529"/>
                </a:lnTo>
                <a:lnTo>
                  <a:pt x="303032" y="40198"/>
                </a:lnTo>
                <a:lnTo>
                  <a:pt x="302416" y="37866"/>
                </a:lnTo>
                <a:lnTo>
                  <a:pt x="301747" y="35527"/>
                </a:lnTo>
                <a:lnTo>
                  <a:pt x="301025" y="33203"/>
                </a:lnTo>
                <a:lnTo>
                  <a:pt x="300303" y="30872"/>
                </a:lnTo>
                <a:lnTo>
                  <a:pt x="299527" y="28541"/>
                </a:lnTo>
                <a:lnTo>
                  <a:pt x="298698" y="26217"/>
                </a:lnTo>
                <a:lnTo>
                  <a:pt x="297869" y="23893"/>
                </a:lnTo>
                <a:lnTo>
                  <a:pt x="296986" y="21577"/>
                </a:lnTo>
                <a:lnTo>
                  <a:pt x="296076" y="19253"/>
                </a:lnTo>
                <a:lnTo>
                  <a:pt x="295167" y="16938"/>
                </a:lnTo>
                <a:lnTo>
                  <a:pt x="294204" y="14629"/>
                </a:lnTo>
                <a:lnTo>
                  <a:pt x="293214" y="12313"/>
                </a:lnTo>
                <a:lnTo>
                  <a:pt x="292224" y="10005"/>
                </a:lnTo>
                <a:lnTo>
                  <a:pt x="292144" y="9882"/>
                </a:lnTo>
                <a:lnTo>
                  <a:pt x="292064" y="9758"/>
                </a:lnTo>
                <a:lnTo>
                  <a:pt x="291957" y="9642"/>
                </a:lnTo>
                <a:lnTo>
                  <a:pt x="291850" y="9534"/>
                </a:lnTo>
                <a:lnTo>
                  <a:pt x="291689" y="9418"/>
                </a:lnTo>
                <a:lnTo>
                  <a:pt x="291556" y="9318"/>
                </a:lnTo>
                <a:lnTo>
                  <a:pt x="291368" y="9218"/>
                </a:lnTo>
                <a:lnTo>
                  <a:pt x="291181" y="9117"/>
                </a:lnTo>
                <a:lnTo>
                  <a:pt x="290994" y="9025"/>
                </a:lnTo>
                <a:lnTo>
                  <a:pt x="290753" y="8932"/>
                </a:lnTo>
                <a:lnTo>
                  <a:pt x="290539" y="8847"/>
                </a:lnTo>
                <a:lnTo>
                  <a:pt x="290298" y="8770"/>
                </a:lnTo>
                <a:lnTo>
                  <a:pt x="290031" y="8685"/>
                </a:lnTo>
                <a:lnTo>
                  <a:pt x="289763" y="8615"/>
                </a:lnTo>
                <a:lnTo>
                  <a:pt x="289496" y="8546"/>
                </a:lnTo>
                <a:lnTo>
                  <a:pt x="289201" y="8477"/>
                </a:lnTo>
                <a:lnTo>
                  <a:pt x="288907" y="8415"/>
                </a:lnTo>
                <a:lnTo>
                  <a:pt x="288613" y="8361"/>
                </a:lnTo>
                <a:lnTo>
                  <a:pt x="287998" y="8253"/>
                </a:lnTo>
                <a:lnTo>
                  <a:pt x="287329" y="8168"/>
                </a:lnTo>
                <a:lnTo>
                  <a:pt x="286660" y="8091"/>
                </a:lnTo>
                <a:lnTo>
                  <a:pt x="285965" y="8036"/>
                </a:lnTo>
                <a:lnTo>
                  <a:pt x="285269" y="7998"/>
                </a:lnTo>
                <a:lnTo>
                  <a:pt x="284547" y="7967"/>
                </a:lnTo>
                <a:lnTo>
                  <a:pt x="283851" y="7959"/>
                </a:lnTo>
                <a:lnTo>
                  <a:pt x="283156" y="7967"/>
                </a:lnTo>
                <a:lnTo>
                  <a:pt x="282487" y="7990"/>
                </a:lnTo>
                <a:lnTo>
                  <a:pt x="281818" y="8029"/>
                </a:lnTo>
                <a:lnTo>
                  <a:pt x="281176" y="8091"/>
                </a:lnTo>
                <a:lnTo>
                  <a:pt x="280561" y="8160"/>
                </a:lnTo>
                <a:lnTo>
                  <a:pt x="280267" y="8199"/>
                </a:lnTo>
                <a:lnTo>
                  <a:pt x="279972" y="8245"/>
                </a:lnTo>
                <a:lnTo>
                  <a:pt x="279705" y="8299"/>
                </a:lnTo>
                <a:lnTo>
                  <a:pt x="279437" y="8345"/>
                </a:lnTo>
                <a:lnTo>
                  <a:pt x="279197" y="8407"/>
                </a:lnTo>
                <a:lnTo>
                  <a:pt x="278956" y="8469"/>
                </a:lnTo>
                <a:lnTo>
                  <a:pt x="278715" y="8538"/>
                </a:lnTo>
                <a:lnTo>
                  <a:pt x="278501" y="8608"/>
                </a:lnTo>
                <a:lnTo>
                  <a:pt x="278314" y="8677"/>
                </a:lnTo>
                <a:lnTo>
                  <a:pt x="278127" y="8754"/>
                </a:lnTo>
                <a:lnTo>
                  <a:pt x="277966" y="8839"/>
                </a:lnTo>
                <a:lnTo>
                  <a:pt x="277806" y="8924"/>
                </a:lnTo>
                <a:lnTo>
                  <a:pt x="277672" y="9017"/>
                </a:lnTo>
                <a:lnTo>
                  <a:pt x="277538" y="9110"/>
                </a:lnTo>
                <a:lnTo>
                  <a:pt x="277431" y="9210"/>
                </a:lnTo>
                <a:lnTo>
                  <a:pt x="277351" y="9310"/>
                </a:lnTo>
                <a:lnTo>
                  <a:pt x="277297" y="9418"/>
                </a:lnTo>
                <a:lnTo>
                  <a:pt x="277244" y="9526"/>
                </a:lnTo>
                <a:lnTo>
                  <a:pt x="277244" y="9642"/>
                </a:lnTo>
                <a:lnTo>
                  <a:pt x="277244" y="9758"/>
                </a:lnTo>
                <a:lnTo>
                  <a:pt x="277244" y="9882"/>
                </a:lnTo>
                <a:lnTo>
                  <a:pt x="277297" y="10005"/>
                </a:lnTo>
                <a:lnTo>
                  <a:pt x="278314" y="12336"/>
                </a:lnTo>
                <a:lnTo>
                  <a:pt x="279277" y="14668"/>
                </a:lnTo>
                <a:lnTo>
                  <a:pt x="280187" y="16999"/>
                </a:lnTo>
                <a:lnTo>
                  <a:pt x="281069" y="19331"/>
                </a:lnTo>
                <a:lnTo>
                  <a:pt x="281899" y="21654"/>
                </a:lnTo>
                <a:lnTo>
                  <a:pt x="282701" y="23986"/>
                </a:lnTo>
                <a:lnTo>
                  <a:pt x="283477" y="26317"/>
                </a:lnTo>
                <a:lnTo>
                  <a:pt x="284199" y="28641"/>
                </a:lnTo>
                <a:lnTo>
                  <a:pt x="284921" y="30972"/>
                </a:lnTo>
                <a:lnTo>
                  <a:pt x="285590" y="33304"/>
                </a:lnTo>
                <a:lnTo>
                  <a:pt x="286232" y="35635"/>
                </a:lnTo>
                <a:lnTo>
                  <a:pt x="286847" y="37959"/>
                </a:lnTo>
                <a:lnTo>
                  <a:pt x="287436" y="40290"/>
                </a:lnTo>
                <a:lnTo>
                  <a:pt x="287998" y="42622"/>
                </a:lnTo>
                <a:lnTo>
                  <a:pt x="288533" y="44953"/>
                </a:lnTo>
                <a:lnTo>
                  <a:pt x="289041" y="47284"/>
                </a:lnTo>
                <a:lnTo>
                  <a:pt x="289549" y="49616"/>
                </a:lnTo>
                <a:lnTo>
                  <a:pt x="290031" y="51947"/>
                </a:lnTo>
                <a:lnTo>
                  <a:pt x="290485" y="54279"/>
                </a:lnTo>
                <a:lnTo>
                  <a:pt x="290940" y="56610"/>
                </a:lnTo>
                <a:lnTo>
                  <a:pt x="291796" y="61281"/>
                </a:lnTo>
                <a:lnTo>
                  <a:pt x="292599" y="65951"/>
                </a:lnTo>
                <a:lnTo>
                  <a:pt x="293375" y="70622"/>
                </a:lnTo>
                <a:lnTo>
                  <a:pt x="294124" y="75300"/>
                </a:lnTo>
                <a:lnTo>
                  <a:pt x="295622" y="84664"/>
                </a:lnTo>
                <a:lnTo>
                  <a:pt x="292733" y="84680"/>
                </a:lnTo>
                <a:lnTo>
                  <a:pt x="289870" y="84687"/>
                </a:lnTo>
                <a:lnTo>
                  <a:pt x="287008" y="84695"/>
                </a:lnTo>
                <a:lnTo>
                  <a:pt x="284172" y="84687"/>
                </a:lnTo>
                <a:lnTo>
                  <a:pt x="281310" y="84672"/>
                </a:lnTo>
                <a:lnTo>
                  <a:pt x="278474" y="84649"/>
                </a:lnTo>
                <a:lnTo>
                  <a:pt x="275666" y="84618"/>
                </a:lnTo>
                <a:lnTo>
                  <a:pt x="272830" y="84579"/>
                </a:lnTo>
                <a:lnTo>
                  <a:pt x="270021" y="84533"/>
                </a:lnTo>
                <a:lnTo>
                  <a:pt x="267212" y="84471"/>
                </a:lnTo>
                <a:lnTo>
                  <a:pt x="264404" y="84409"/>
                </a:lnTo>
                <a:lnTo>
                  <a:pt x="261622" y="84340"/>
                </a:lnTo>
                <a:lnTo>
                  <a:pt x="258840" y="84263"/>
                </a:lnTo>
                <a:lnTo>
                  <a:pt x="256057" y="84170"/>
                </a:lnTo>
                <a:lnTo>
                  <a:pt x="253302" y="84077"/>
                </a:lnTo>
                <a:lnTo>
                  <a:pt x="250547" y="83977"/>
                </a:lnTo>
                <a:lnTo>
                  <a:pt x="250788" y="83444"/>
                </a:lnTo>
                <a:lnTo>
                  <a:pt x="251028" y="82912"/>
                </a:lnTo>
                <a:lnTo>
                  <a:pt x="251242" y="82379"/>
                </a:lnTo>
                <a:lnTo>
                  <a:pt x="251456" y="81839"/>
                </a:lnTo>
                <a:lnTo>
                  <a:pt x="251617" y="81306"/>
                </a:lnTo>
                <a:lnTo>
                  <a:pt x="251777" y="80766"/>
                </a:lnTo>
                <a:lnTo>
                  <a:pt x="251938" y="80225"/>
                </a:lnTo>
                <a:lnTo>
                  <a:pt x="252072" y="79685"/>
                </a:lnTo>
                <a:lnTo>
                  <a:pt x="252179" y="79144"/>
                </a:lnTo>
                <a:lnTo>
                  <a:pt x="252259" y="78596"/>
                </a:lnTo>
                <a:lnTo>
                  <a:pt x="252419" y="77508"/>
                </a:lnTo>
                <a:lnTo>
                  <a:pt x="252500" y="76412"/>
                </a:lnTo>
                <a:lnTo>
                  <a:pt x="252526" y="75315"/>
                </a:lnTo>
                <a:lnTo>
                  <a:pt x="252526" y="74219"/>
                </a:lnTo>
                <a:lnTo>
                  <a:pt x="252446" y="73115"/>
                </a:lnTo>
                <a:lnTo>
                  <a:pt x="252339" y="72004"/>
                </a:lnTo>
                <a:lnTo>
                  <a:pt x="252179" y="70900"/>
                </a:lnTo>
                <a:lnTo>
                  <a:pt x="251991" y="69788"/>
                </a:lnTo>
                <a:lnTo>
                  <a:pt x="251751" y="68676"/>
                </a:lnTo>
                <a:lnTo>
                  <a:pt x="251510" y="67565"/>
                </a:lnTo>
                <a:lnTo>
                  <a:pt x="251216" y="66453"/>
                </a:lnTo>
                <a:lnTo>
                  <a:pt x="250921" y="65341"/>
                </a:lnTo>
                <a:lnTo>
                  <a:pt x="250574" y="64230"/>
                </a:lnTo>
                <a:lnTo>
                  <a:pt x="249878" y="62014"/>
                </a:lnTo>
                <a:lnTo>
                  <a:pt x="249129" y="59798"/>
                </a:lnTo>
                <a:lnTo>
                  <a:pt x="248353" y="57598"/>
                </a:lnTo>
                <a:lnTo>
                  <a:pt x="247604" y="55414"/>
                </a:lnTo>
                <a:lnTo>
                  <a:pt x="246882" y="53236"/>
                </a:lnTo>
                <a:lnTo>
                  <a:pt x="246561" y="52163"/>
                </a:lnTo>
                <a:lnTo>
                  <a:pt x="246240" y="51090"/>
                </a:lnTo>
                <a:lnTo>
                  <a:pt x="245946" y="50025"/>
                </a:lnTo>
                <a:lnTo>
                  <a:pt x="245705" y="48960"/>
                </a:lnTo>
                <a:lnTo>
                  <a:pt x="245143" y="46505"/>
                </a:lnTo>
                <a:lnTo>
                  <a:pt x="244635" y="44042"/>
                </a:lnTo>
                <a:lnTo>
                  <a:pt x="244153" y="41572"/>
                </a:lnTo>
                <a:lnTo>
                  <a:pt x="243699" y="39101"/>
                </a:lnTo>
                <a:lnTo>
                  <a:pt x="242762" y="34153"/>
                </a:lnTo>
                <a:lnTo>
                  <a:pt x="242254" y="31675"/>
                </a:lnTo>
                <a:lnTo>
                  <a:pt x="241746" y="29197"/>
                </a:lnTo>
                <a:lnTo>
                  <a:pt x="241157" y="26726"/>
                </a:lnTo>
                <a:lnTo>
                  <a:pt x="240863" y="25483"/>
                </a:lnTo>
                <a:lnTo>
                  <a:pt x="240542" y="24248"/>
                </a:lnTo>
                <a:lnTo>
                  <a:pt x="240194" y="23013"/>
                </a:lnTo>
                <a:lnTo>
                  <a:pt x="239820" y="21778"/>
                </a:lnTo>
                <a:lnTo>
                  <a:pt x="239445" y="20550"/>
                </a:lnTo>
                <a:lnTo>
                  <a:pt x="239044" y="19315"/>
                </a:lnTo>
                <a:lnTo>
                  <a:pt x="238616" y="18088"/>
                </a:lnTo>
                <a:lnTo>
                  <a:pt x="238161" y="16860"/>
                </a:lnTo>
                <a:lnTo>
                  <a:pt x="237707" y="15633"/>
                </a:lnTo>
                <a:lnTo>
                  <a:pt x="237198" y="14405"/>
                </a:lnTo>
                <a:lnTo>
                  <a:pt x="236663" y="13178"/>
                </a:lnTo>
                <a:lnTo>
                  <a:pt x="236101" y="11958"/>
                </a:lnTo>
                <a:lnTo>
                  <a:pt x="235486" y="10738"/>
                </a:lnTo>
                <a:lnTo>
                  <a:pt x="234871" y="9519"/>
                </a:lnTo>
                <a:lnTo>
                  <a:pt x="234791" y="9418"/>
                </a:lnTo>
                <a:lnTo>
                  <a:pt x="234710" y="9318"/>
                </a:lnTo>
                <a:lnTo>
                  <a:pt x="234630" y="9225"/>
                </a:lnTo>
                <a:lnTo>
                  <a:pt x="234496" y="9133"/>
                </a:lnTo>
                <a:lnTo>
                  <a:pt x="234389" y="9040"/>
                </a:lnTo>
                <a:lnTo>
                  <a:pt x="234256" y="8963"/>
                </a:lnTo>
                <a:lnTo>
                  <a:pt x="234095" y="8878"/>
                </a:lnTo>
                <a:lnTo>
                  <a:pt x="233935" y="8808"/>
                </a:lnTo>
                <a:lnTo>
                  <a:pt x="233747" y="8731"/>
                </a:lnTo>
                <a:lnTo>
                  <a:pt x="233560" y="8670"/>
                </a:lnTo>
                <a:lnTo>
                  <a:pt x="233373" y="8600"/>
                </a:lnTo>
                <a:lnTo>
                  <a:pt x="233159" y="8546"/>
                </a:lnTo>
                <a:lnTo>
                  <a:pt x="232945" y="8484"/>
                </a:lnTo>
                <a:lnTo>
                  <a:pt x="232731" y="8438"/>
                </a:lnTo>
                <a:lnTo>
                  <a:pt x="232249" y="8345"/>
                </a:lnTo>
                <a:lnTo>
                  <a:pt x="231741" y="8268"/>
                </a:lnTo>
                <a:lnTo>
                  <a:pt x="231179" y="8206"/>
                </a:lnTo>
                <a:lnTo>
                  <a:pt x="230618" y="8152"/>
                </a:lnTo>
                <a:lnTo>
                  <a:pt x="230056" y="8121"/>
                </a:lnTo>
                <a:lnTo>
                  <a:pt x="229467" y="8098"/>
                </a:lnTo>
                <a:lnTo>
                  <a:pt x="228852" y="8091"/>
                </a:lnTo>
                <a:lnTo>
                  <a:pt x="228264" y="8098"/>
                </a:lnTo>
                <a:lnTo>
                  <a:pt x="227648" y="8121"/>
                </a:lnTo>
                <a:lnTo>
                  <a:pt x="227033" y="8152"/>
                </a:lnTo>
                <a:lnTo>
                  <a:pt x="226445" y="8199"/>
                </a:lnTo>
                <a:lnTo>
                  <a:pt x="225856" y="8260"/>
                </a:lnTo>
                <a:lnTo>
                  <a:pt x="225294" y="8330"/>
                </a:lnTo>
                <a:lnTo>
                  <a:pt x="224759" y="8407"/>
                </a:lnTo>
                <a:lnTo>
                  <a:pt x="224224" y="8507"/>
                </a:lnTo>
                <a:lnTo>
                  <a:pt x="223743" y="8608"/>
                </a:lnTo>
                <a:lnTo>
                  <a:pt x="223288" y="8731"/>
                </a:lnTo>
                <a:lnTo>
                  <a:pt x="222860" y="8855"/>
                </a:lnTo>
                <a:lnTo>
                  <a:pt x="222485" y="8994"/>
                </a:lnTo>
                <a:lnTo>
                  <a:pt x="222138" y="9148"/>
                </a:lnTo>
                <a:lnTo>
                  <a:pt x="221870" y="9310"/>
                </a:lnTo>
                <a:lnTo>
                  <a:pt x="221736" y="9395"/>
                </a:lnTo>
                <a:lnTo>
                  <a:pt x="221629" y="9480"/>
                </a:lnTo>
                <a:lnTo>
                  <a:pt x="221549" y="9565"/>
                </a:lnTo>
                <a:lnTo>
                  <a:pt x="221469" y="9658"/>
                </a:lnTo>
                <a:lnTo>
                  <a:pt x="221389" y="9750"/>
                </a:lnTo>
                <a:lnTo>
                  <a:pt x="221362" y="9851"/>
                </a:lnTo>
                <a:lnTo>
                  <a:pt x="221335" y="9951"/>
                </a:lnTo>
                <a:lnTo>
                  <a:pt x="221308" y="10051"/>
                </a:lnTo>
                <a:lnTo>
                  <a:pt x="221308" y="11317"/>
                </a:lnTo>
                <a:lnTo>
                  <a:pt x="221362" y="12583"/>
                </a:lnTo>
                <a:lnTo>
                  <a:pt x="221442" y="13857"/>
                </a:lnTo>
                <a:lnTo>
                  <a:pt x="221549" y="15123"/>
                </a:lnTo>
                <a:lnTo>
                  <a:pt x="221683" y="16397"/>
                </a:lnTo>
                <a:lnTo>
                  <a:pt x="221843" y="17671"/>
                </a:lnTo>
                <a:lnTo>
                  <a:pt x="222031" y="18945"/>
                </a:lnTo>
                <a:lnTo>
                  <a:pt x="222271" y="20211"/>
                </a:lnTo>
                <a:lnTo>
                  <a:pt x="222512" y="21485"/>
                </a:lnTo>
                <a:lnTo>
                  <a:pt x="222780" y="22758"/>
                </a:lnTo>
                <a:lnTo>
                  <a:pt x="223101" y="24032"/>
                </a:lnTo>
                <a:lnTo>
                  <a:pt x="223395" y="25306"/>
                </a:lnTo>
                <a:lnTo>
                  <a:pt x="223743" y="26587"/>
                </a:lnTo>
                <a:lnTo>
                  <a:pt x="224090" y="27861"/>
                </a:lnTo>
                <a:lnTo>
                  <a:pt x="224839" y="30409"/>
                </a:lnTo>
                <a:lnTo>
                  <a:pt x="225642" y="32956"/>
                </a:lnTo>
                <a:lnTo>
                  <a:pt x="226471" y="35504"/>
                </a:lnTo>
                <a:lnTo>
                  <a:pt x="228157" y="40591"/>
                </a:lnTo>
                <a:lnTo>
                  <a:pt x="229013" y="43131"/>
                </a:lnTo>
                <a:lnTo>
                  <a:pt x="229842" y="45671"/>
                </a:lnTo>
                <a:lnTo>
                  <a:pt x="230644" y="48203"/>
                </a:lnTo>
                <a:lnTo>
                  <a:pt x="231393" y="50728"/>
                </a:lnTo>
                <a:lnTo>
                  <a:pt x="231955" y="52773"/>
                </a:lnTo>
                <a:lnTo>
                  <a:pt x="232490" y="54819"/>
                </a:lnTo>
                <a:lnTo>
                  <a:pt x="232998" y="56873"/>
                </a:lnTo>
                <a:lnTo>
                  <a:pt x="233480" y="58926"/>
                </a:lnTo>
                <a:lnTo>
                  <a:pt x="234416" y="63041"/>
                </a:lnTo>
                <a:lnTo>
                  <a:pt x="234898" y="65102"/>
                </a:lnTo>
                <a:lnTo>
                  <a:pt x="235406" y="67163"/>
                </a:lnTo>
                <a:lnTo>
                  <a:pt x="235941" y="69224"/>
                </a:lnTo>
                <a:lnTo>
                  <a:pt x="236476" y="71278"/>
                </a:lnTo>
                <a:lnTo>
                  <a:pt x="237091" y="73339"/>
                </a:lnTo>
                <a:lnTo>
                  <a:pt x="237733" y="75393"/>
                </a:lnTo>
                <a:lnTo>
                  <a:pt x="238429" y="77438"/>
                </a:lnTo>
                <a:lnTo>
                  <a:pt x="238803" y="78465"/>
                </a:lnTo>
                <a:lnTo>
                  <a:pt x="239205" y="79484"/>
                </a:lnTo>
                <a:lnTo>
                  <a:pt x="239606" y="80503"/>
                </a:lnTo>
                <a:lnTo>
                  <a:pt x="240034" y="81522"/>
                </a:lnTo>
                <a:lnTo>
                  <a:pt x="240489" y="82541"/>
                </a:lnTo>
                <a:lnTo>
                  <a:pt x="240970" y="83560"/>
                </a:lnTo>
                <a:lnTo>
                  <a:pt x="238215" y="83414"/>
                </a:lnTo>
                <a:lnTo>
                  <a:pt x="235459" y="83267"/>
                </a:lnTo>
                <a:lnTo>
                  <a:pt x="232731" y="83105"/>
                </a:lnTo>
                <a:lnTo>
                  <a:pt x="230029" y="82935"/>
                </a:lnTo>
                <a:lnTo>
                  <a:pt x="227327" y="82757"/>
                </a:lnTo>
                <a:lnTo>
                  <a:pt x="224625" y="82572"/>
                </a:lnTo>
                <a:lnTo>
                  <a:pt x="221950" y="82379"/>
                </a:lnTo>
                <a:lnTo>
                  <a:pt x="219275" y="82171"/>
                </a:lnTo>
                <a:lnTo>
                  <a:pt x="216627" y="81962"/>
                </a:lnTo>
                <a:lnTo>
                  <a:pt x="213979" y="81738"/>
                </a:lnTo>
                <a:lnTo>
                  <a:pt x="211357" y="81507"/>
                </a:lnTo>
                <a:lnTo>
                  <a:pt x="208736" y="81267"/>
                </a:lnTo>
                <a:lnTo>
                  <a:pt x="206114" y="81020"/>
                </a:lnTo>
                <a:lnTo>
                  <a:pt x="203519" y="80766"/>
                </a:lnTo>
                <a:lnTo>
                  <a:pt x="200951" y="80503"/>
                </a:lnTo>
                <a:lnTo>
                  <a:pt x="198383" y="80225"/>
                </a:lnTo>
                <a:lnTo>
                  <a:pt x="197821" y="75833"/>
                </a:lnTo>
                <a:lnTo>
                  <a:pt x="197179" y="71440"/>
                </a:lnTo>
                <a:lnTo>
                  <a:pt x="196511" y="67040"/>
                </a:lnTo>
                <a:lnTo>
                  <a:pt x="195788" y="62647"/>
                </a:lnTo>
                <a:lnTo>
                  <a:pt x="194986" y="58254"/>
                </a:lnTo>
                <a:lnTo>
                  <a:pt x="194157" y="53870"/>
                </a:lnTo>
                <a:lnTo>
                  <a:pt x="193247" y="49477"/>
                </a:lnTo>
                <a:lnTo>
                  <a:pt x="192257" y="45084"/>
                </a:lnTo>
                <a:lnTo>
                  <a:pt x="191749" y="42892"/>
                </a:lnTo>
                <a:lnTo>
                  <a:pt x="191214" y="40699"/>
                </a:lnTo>
                <a:lnTo>
                  <a:pt x="190679" y="38507"/>
                </a:lnTo>
                <a:lnTo>
                  <a:pt x="190117" y="36314"/>
                </a:lnTo>
                <a:lnTo>
                  <a:pt x="189555" y="34122"/>
                </a:lnTo>
                <a:lnTo>
                  <a:pt x="188967" y="31930"/>
                </a:lnTo>
                <a:lnTo>
                  <a:pt x="188352" y="29737"/>
                </a:lnTo>
                <a:lnTo>
                  <a:pt x="187710" y="27545"/>
                </a:lnTo>
                <a:lnTo>
                  <a:pt x="187068" y="25352"/>
                </a:lnTo>
                <a:lnTo>
                  <a:pt x="186426" y="23160"/>
                </a:lnTo>
                <a:lnTo>
                  <a:pt x="185730" y="20975"/>
                </a:lnTo>
                <a:lnTo>
                  <a:pt x="185035" y="18783"/>
                </a:lnTo>
                <a:lnTo>
                  <a:pt x="184312" y="16590"/>
                </a:lnTo>
                <a:lnTo>
                  <a:pt x="183590" y="14405"/>
                </a:lnTo>
                <a:lnTo>
                  <a:pt x="182841" y="12213"/>
                </a:lnTo>
                <a:lnTo>
                  <a:pt x="182065" y="10028"/>
                </a:lnTo>
                <a:lnTo>
                  <a:pt x="182012" y="9905"/>
                </a:lnTo>
                <a:lnTo>
                  <a:pt x="181932" y="9789"/>
                </a:lnTo>
                <a:lnTo>
                  <a:pt x="181851" y="9673"/>
                </a:lnTo>
                <a:lnTo>
                  <a:pt x="181718" y="9557"/>
                </a:lnTo>
                <a:lnTo>
                  <a:pt x="181611" y="9449"/>
                </a:lnTo>
                <a:lnTo>
                  <a:pt x="181450" y="9349"/>
                </a:lnTo>
                <a:lnTo>
                  <a:pt x="181290" y="9248"/>
                </a:lnTo>
                <a:lnTo>
                  <a:pt x="181129" y="9156"/>
                </a:lnTo>
                <a:lnTo>
                  <a:pt x="180942" y="9063"/>
                </a:lnTo>
                <a:lnTo>
                  <a:pt x="180728" y="8971"/>
                </a:lnTo>
                <a:lnTo>
                  <a:pt x="180514" y="8886"/>
                </a:lnTo>
                <a:lnTo>
                  <a:pt x="180273" y="8808"/>
                </a:lnTo>
                <a:lnTo>
                  <a:pt x="180032" y="8731"/>
                </a:lnTo>
                <a:lnTo>
                  <a:pt x="179791" y="8662"/>
                </a:lnTo>
                <a:lnTo>
                  <a:pt x="179524" y="8592"/>
                </a:lnTo>
                <a:lnTo>
                  <a:pt x="179256" y="8523"/>
                </a:lnTo>
                <a:lnTo>
                  <a:pt x="178962" y="8461"/>
                </a:lnTo>
                <a:lnTo>
                  <a:pt x="178668" y="8407"/>
                </a:lnTo>
                <a:lnTo>
                  <a:pt x="178079" y="8307"/>
                </a:lnTo>
                <a:lnTo>
                  <a:pt x="177437" y="8214"/>
                </a:lnTo>
                <a:lnTo>
                  <a:pt x="176795" y="8145"/>
                </a:lnTo>
                <a:lnTo>
                  <a:pt x="176127" y="8091"/>
                </a:lnTo>
                <a:lnTo>
                  <a:pt x="175431" y="8052"/>
                </a:lnTo>
                <a:lnTo>
                  <a:pt x="174762" y="8029"/>
                </a:lnTo>
                <a:lnTo>
                  <a:pt x="174067" y="8021"/>
                </a:lnTo>
                <a:lnTo>
                  <a:pt x="173398" y="8021"/>
                </a:lnTo>
                <a:lnTo>
                  <a:pt x="172729" y="8044"/>
                </a:lnTo>
                <a:lnTo>
                  <a:pt x="172061" y="8083"/>
                </a:lnTo>
                <a:lnTo>
                  <a:pt x="171445" y="8137"/>
                </a:lnTo>
                <a:lnTo>
                  <a:pt x="170830" y="8206"/>
                </a:lnTo>
                <a:lnTo>
                  <a:pt x="170536" y="8253"/>
                </a:lnTo>
                <a:lnTo>
                  <a:pt x="170268" y="8299"/>
                </a:lnTo>
                <a:lnTo>
                  <a:pt x="169974" y="8345"/>
                </a:lnTo>
                <a:lnTo>
                  <a:pt x="169733" y="8399"/>
                </a:lnTo>
                <a:lnTo>
                  <a:pt x="169466" y="8453"/>
                </a:lnTo>
                <a:lnTo>
                  <a:pt x="169225" y="8515"/>
                </a:lnTo>
                <a:lnTo>
                  <a:pt x="169011" y="8577"/>
                </a:lnTo>
                <a:lnTo>
                  <a:pt x="168797" y="8646"/>
                </a:lnTo>
                <a:lnTo>
                  <a:pt x="168583" y="8724"/>
                </a:lnTo>
                <a:lnTo>
                  <a:pt x="168396" y="8801"/>
                </a:lnTo>
                <a:lnTo>
                  <a:pt x="168235" y="8878"/>
                </a:lnTo>
                <a:lnTo>
                  <a:pt x="168075" y="8963"/>
                </a:lnTo>
                <a:lnTo>
                  <a:pt x="167914" y="9056"/>
                </a:lnTo>
                <a:lnTo>
                  <a:pt x="167807" y="9148"/>
                </a:lnTo>
                <a:lnTo>
                  <a:pt x="167700" y="9241"/>
                </a:lnTo>
                <a:lnTo>
                  <a:pt x="167593" y="9341"/>
                </a:lnTo>
                <a:lnTo>
                  <a:pt x="167540" y="9449"/>
                </a:lnTo>
                <a:lnTo>
                  <a:pt x="167486" y="9557"/>
                </a:lnTo>
                <a:lnTo>
                  <a:pt x="167459" y="9665"/>
                </a:lnTo>
                <a:lnTo>
                  <a:pt x="167433" y="9781"/>
                </a:lnTo>
                <a:lnTo>
                  <a:pt x="167459" y="9905"/>
                </a:lnTo>
                <a:lnTo>
                  <a:pt x="167486" y="10028"/>
                </a:lnTo>
                <a:lnTo>
                  <a:pt x="168957" y="14320"/>
                </a:lnTo>
                <a:lnTo>
                  <a:pt x="170402" y="18620"/>
                </a:lnTo>
                <a:lnTo>
                  <a:pt x="171820" y="22913"/>
                </a:lnTo>
                <a:lnTo>
                  <a:pt x="173211" y="27213"/>
                </a:lnTo>
                <a:lnTo>
                  <a:pt x="174548" y="31513"/>
                </a:lnTo>
                <a:lnTo>
                  <a:pt x="175859" y="35805"/>
                </a:lnTo>
                <a:lnTo>
                  <a:pt x="177143" y="40105"/>
                </a:lnTo>
                <a:lnTo>
                  <a:pt x="178374" y="44405"/>
                </a:lnTo>
                <a:lnTo>
                  <a:pt x="179577" y="48705"/>
                </a:lnTo>
                <a:lnTo>
                  <a:pt x="180728" y="53013"/>
                </a:lnTo>
                <a:lnTo>
                  <a:pt x="181851" y="57313"/>
                </a:lnTo>
                <a:lnTo>
                  <a:pt x="182921" y="61613"/>
                </a:lnTo>
                <a:lnTo>
                  <a:pt x="183965" y="65920"/>
                </a:lnTo>
                <a:lnTo>
                  <a:pt x="184928" y="70228"/>
                </a:lnTo>
                <a:lnTo>
                  <a:pt x="185864" y="74536"/>
                </a:lnTo>
                <a:lnTo>
                  <a:pt x="186747" y="78843"/>
                </a:lnTo>
                <a:lnTo>
                  <a:pt x="184821" y="78596"/>
                </a:lnTo>
                <a:lnTo>
                  <a:pt x="182921" y="78334"/>
                </a:lnTo>
                <a:lnTo>
                  <a:pt x="180995" y="78071"/>
                </a:lnTo>
                <a:lnTo>
                  <a:pt x="179123" y="77809"/>
                </a:lnTo>
                <a:lnTo>
                  <a:pt x="177223" y="77531"/>
                </a:lnTo>
                <a:lnTo>
                  <a:pt x="175351" y="77253"/>
                </a:lnTo>
                <a:lnTo>
                  <a:pt x="173478" y="76975"/>
                </a:lnTo>
                <a:lnTo>
                  <a:pt x="171606" y="76682"/>
                </a:lnTo>
                <a:lnTo>
                  <a:pt x="169760" y="76388"/>
                </a:lnTo>
                <a:lnTo>
                  <a:pt x="167941" y="76087"/>
                </a:lnTo>
                <a:lnTo>
                  <a:pt x="166095" y="75779"/>
                </a:lnTo>
                <a:lnTo>
                  <a:pt x="164276" y="75470"/>
                </a:lnTo>
                <a:lnTo>
                  <a:pt x="162484" y="75146"/>
                </a:lnTo>
                <a:lnTo>
                  <a:pt x="160665" y="74829"/>
                </a:lnTo>
                <a:lnTo>
                  <a:pt x="158899" y="74497"/>
                </a:lnTo>
                <a:lnTo>
                  <a:pt x="157107" y="74165"/>
                </a:lnTo>
                <a:lnTo>
                  <a:pt x="155341" y="73818"/>
                </a:lnTo>
                <a:lnTo>
                  <a:pt x="153603" y="73478"/>
                </a:lnTo>
                <a:lnTo>
                  <a:pt x="151837" y="73123"/>
                </a:lnTo>
                <a:lnTo>
                  <a:pt x="150125" y="72768"/>
                </a:lnTo>
                <a:lnTo>
                  <a:pt x="148386" y="72405"/>
                </a:lnTo>
                <a:lnTo>
                  <a:pt x="146674" y="72034"/>
                </a:lnTo>
                <a:lnTo>
                  <a:pt x="144989" y="71656"/>
                </a:lnTo>
                <a:lnTo>
                  <a:pt x="143304" y="71278"/>
                </a:lnTo>
                <a:lnTo>
                  <a:pt x="141618" y="70892"/>
                </a:lnTo>
                <a:lnTo>
                  <a:pt x="139960" y="70498"/>
                </a:lnTo>
                <a:lnTo>
                  <a:pt x="138301" y="70097"/>
                </a:lnTo>
                <a:lnTo>
                  <a:pt x="136670" y="69695"/>
                </a:lnTo>
                <a:lnTo>
                  <a:pt x="135038" y="69286"/>
                </a:lnTo>
                <a:lnTo>
                  <a:pt x="133433" y="68869"/>
                </a:lnTo>
                <a:lnTo>
                  <a:pt x="131828" y="68445"/>
                </a:lnTo>
                <a:lnTo>
                  <a:pt x="130223" y="68020"/>
                </a:lnTo>
                <a:lnTo>
                  <a:pt x="130169" y="66098"/>
                </a:lnTo>
                <a:lnTo>
                  <a:pt x="130116" y="64168"/>
                </a:lnTo>
                <a:lnTo>
                  <a:pt x="130009" y="62246"/>
                </a:lnTo>
                <a:lnTo>
                  <a:pt x="129902" y="60316"/>
                </a:lnTo>
                <a:lnTo>
                  <a:pt x="129768" y="58386"/>
                </a:lnTo>
                <a:lnTo>
                  <a:pt x="129607" y="56456"/>
                </a:lnTo>
                <a:lnTo>
                  <a:pt x="129420" y="54526"/>
                </a:lnTo>
                <a:lnTo>
                  <a:pt x="129233" y="52596"/>
                </a:lnTo>
                <a:lnTo>
                  <a:pt x="129019" y="50658"/>
                </a:lnTo>
                <a:lnTo>
                  <a:pt x="128778" y="48728"/>
                </a:lnTo>
                <a:lnTo>
                  <a:pt x="128511" y="46790"/>
                </a:lnTo>
                <a:lnTo>
                  <a:pt x="128243" y="44860"/>
                </a:lnTo>
                <a:lnTo>
                  <a:pt x="127949" y="42923"/>
                </a:lnTo>
                <a:lnTo>
                  <a:pt x="127655" y="40993"/>
                </a:lnTo>
                <a:lnTo>
                  <a:pt x="127307" y="39055"/>
                </a:lnTo>
                <a:lnTo>
                  <a:pt x="126986" y="37117"/>
                </a:lnTo>
                <a:lnTo>
                  <a:pt x="126611" y="35187"/>
                </a:lnTo>
                <a:lnTo>
                  <a:pt x="126237" y="33250"/>
                </a:lnTo>
                <a:lnTo>
                  <a:pt x="125434" y="29382"/>
                </a:lnTo>
                <a:lnTo>
                  <a:pt x="124578" y="25522"/>
                </a:lnTo>
                <a:lnTo>
                  <a:pt x="123669" y="21662"/>
                </a:lnTo>
                <a:lnTo>
                  <a:pt x="122706" y="17810"/>
                </a:lnTo>
                <a:lnTo>
                  <a:pt x="121716" y="13958"/>
                </a:lnTo>
                <a:lnTo>
                  <a:pt x="120646" y="10121"/>
                </a:lnTo>
                <a:lnTo>
                  <a:pt x="119549" y="6284"/>
                </a:lnTo>
                <a:lnTo>
                  <a:pt x="119496" y="6153"/>
                </a:lnTo>
                <a:lnTo>
                  <a:pt x="119442" y="6029"/>
                </a:lnTo>
                <a:lnTo>
                  <a:pt x="119335" y="5906"/>
                </a:lnTo>
                <a:lnTo>
                  <a:pt x="119228" y="5782"/>
                </a:lnTo>
                <a:lnTo>
                  <a:pt x="119094" y="5674"/>
                </a:lnTo>
                <a:lnTo>
                  <a:pt x="118961" y="5558"/>
                </a:lnTo>
                <a:lnTo>
                  <a:pt x="118800" y="5450"/>
                </a:lnTo>
                <a:lnTo>
                  <a:pt x="118613" y="5350"/>
                </a:lnTo>
                <a:lnTo>
                  <a:pt x="118426" y="5250"/>
                </a:lnTo>
                <a:lnTo>
                  <a:pt x="118238" y="5157"/>
                </a:lnTo>
                <a:lnTo>
                  <a:pt x="117998" y="5064"/>
                </a:lnTo>
                <a:lnTo>
                  <a:pt x="117757" y="4979"/>
                </a:lnTo>
                <a:lnTo>
                  <a:pt x="117516" y="4894"/>
                </a:lnTo>
                <a:lnTo>
                  <a:pt x="117275" y="4817"/>
                </a:lnTo>
                <a:lnTo>
                  <a:pt x="116981" y="4748"/>
                </a:lnTo>
                <a:lnTo>
                  <a:pt x="116714" y="4678"/>
                </a:lnTo>
                <a:lnTo>
                  <a:pt x="116419" y="4609"/>
                </a:lnTo>
                <a:lnTo>
                  <a:pt x="116125" y="4547"/>
                </a:lnTo>
                <a:lnTo>
                  <a:pt x="115804" y="4493"/>
                </a:lnTo>
                <a:lnTo>
                  <a:pt x="115483" y="4439"/>
                </a:lnTo>
                <a:lnTo>
                  <a:pt x="114841" y="4339"/>
                </a:lnTo>
                <a:lnTo>
                  <a:pt x="114146" y="4261"/>
                </a:lnTo>
                <a:lnTo>
                  <a:pt x="113450" y="4200"/>
                </a:lnTo>
                <a:lnTo>
                  <a:pt x="112754" y="4161"/>
                </a:lnTo>
                <a:lnTo>
                  <a:pt x="112032" y="4130"/>
                </a:lnTo>
                <a:lnTo>
                  <a:pt x="111310" y="4122"/>
                </a:lnTo>
                <a:lnTo>
                  <a:pt x="110588" y="4130"/>
                </a:lnTo>
                <a:lnTo>
                  <a:pt x="109892" y="4153"/>
                </a:lnTo>
                <a:lnTo>
                  <a:pt x="109197" y="4192"/>
                </a:lnTo>
                <a:lnTo>
                  <a:pt x="108501" y="4246"/>
                </a:lnTo>
                <a:lnTo>
                  <a:pt x="108180" y="4285"/>
                </a:lnTo>
                <a:lnTo>
                  <a:pt x="107859" y="4323"/>
                </a:lnTo>
                <a:lnTo>
                  <a:pt x="107565" y="4370"/>
                </a:lnTo>
                <a:lnTo>
                  <a:pt x="107244" y="4416"/>
                </a:lnTo>
                <a:lnTo>
                  <a:pt x="106950" y="4470"/>
                </a:lnTo>
                <a:lnTo>
                  <a:pt x="106655" y="4524"/>
                </a:lnTo>
                <a:lnTo>
                  <a:pt x="106388" y="4586"/>
                </a:lnTo>
                <a:lnTo>
                  <a:pt x="106120" y="4647"/>
                </a:lnTo>
                <a:lnTo>
                  <a:pt x="105880" y="4717"/>
                </a:lnTo>
                <a:lnTo>
                  <a:pt x="105639" y="4794"/>
                </a:lnTo>
                <a:lnTo>
                  <a:pt x="105398" y="4871"/>
                </a:lnTo>
                <a:lnTo>
                  <a:pt x="105184" y="4956"/>
                </a:lnTo>
                <a:lnTo>
                  <a:pt x="104997" y="5041"/>
                </a:lnTo>
                <a:lnTo>
                  <a:pt x="104810" y="5134"/>
                </a:lnTo>
                <a:lnTo>
                  <a:pt x="104649" y="5226"/>
                </a:lnTo>
                <a:lnTo>
                  <a:pt x="104489" y="5327"/>
                </a:lnTo>
                <a:lnTo>
                  <a:pt x="104355" y="5435"/>
                </a:lnTo>
                <a:lnTo>
                  <a:pt x="104248" y="5543"/>
                </a:lnTo>
                <a:lnTo>
                  <a:pt x="104141" y="5651"/>
                </a:lnTo>
                <a:lnTo>
                  <a:pt x="104061" y="5775"/>
                </a:lnTo>
                <a:lnTo>
                  <a:pt x="104007" y="5890"/>
                </a:lnTo>
                <a:lnTo>
                  <a:pt x="103954" y="6022"/>
                </a:lnTo>
                <a:lnTo>
                  <a:pt x="103954" y="6153"/>
                </a:lnTo>
                <a:lnTo>
                  <a:pt x="103954" y="6284"/>
                </a:lnTo>
                <a:lnTo>
                  <a:pt x="104408" y="9889"/>
                </a:lnTo>
                <a:lnTo>
                  <a:pt x="104890" y="13494"/>
                </a:lnTo>
                <a:lnTo>
                  <a:pt x="105425" y="17107"/>
                </a:lnTo>
                <a:lnTo>
                  <a:pt x="106013" y="20720"/>
                </a:lnTo>
                <a:lnTo>
                  <a:pt x="106629" y="24341"/>
                </a:lnTo>
                <a:lnTo>
                  <a:pt x="107297" y="27962"/>
                </a:lnTo>
                <a:lnTo>
                  <a:pt x="108020" y="31582"/>
                </a:lnTo>
                <a:lnTo>
                  <a:pt x="108795" y="35211"/>
                </a:lnTo>
                <a:lnTo>
                  <a:pt x="109625" y="38831"/>
                </a:lnTo>
                <a:lnTo>
                  <a:pt x="110534" y="42452"/>
                </a:lnTo>
                <a:lnTo>
                  <a:pt x="111470" y="46072"/>
                </a:lnTo>
                <a:lnTo>
                  <a:pt x="111979" y="47879"/>
                </a:lnTo>
                <a:lnTo>
                  <a:pt x="112487" y="49685"/>
                </a:lnTo>
                <a:lnTo>
                  <a:pt x="113022" y="51492"/>
                </a:lnTo>
                <a:lnTo>
                  <a:pt x="113584" y="53298"/>
                </a:lnTo>
                <a:lnTo>
                  <a:pt x="114146" y="55097"/>
                </a:lnTo>
                <a:lnTo>
                  <a:pt x="114707" y="56903"/>
                </a:lnTo>
                <a:lnTo>
                  <a:pt x="115323" y="58702"/>
                </a:lnTo>
                <a:lnTo>
                  <a:pt x="115938" y="60501"/>
                </a:lnTo>
                <a:lnTo>
                  <a:pt x="116580" y="62300"/>
                </a:lnTo>
                <a:lnTo>
                  <a:pt x="117222" y="64098"/>
                </a:lnTo>
                <a:lnTo>
                  <a:pt x="117222" y="64098"/>
                </a:lnTo>
                <a:lnTo>
                  <a:pt x="115323" y="63473"/>
                </a:lnTo>
                <a:lnTo>
                  <a:pt x="113450" y="62840"/>
                </a:lnTo>
                <a:lnTo>
                  <a:pt x="111604" y="62199"/>
                </a:lnTo>
                <a:lnTo>
                  <a:pt x="109785" y="61543"/>
                </a:lnTo>
                <a:lnTo>
                  <a:pt x="107993" y="60887"/>
                </a:lnTo>
                <a:lnTo>
                  <a:pt x="106201" y="60215"/>
                </a:lnTo>
                <a:lnTo>
                  <a:pt x="104462" y="59528"/>
                </a:lnTo>
                <a:lnTo>
                  <a:pt x="102723" y="58833"/>
                </a:lnTo>
                <a:lnTo>
                  <a:pt x="100850" y="58061"/>
                </a:lnTo>
                <a:lnTo>
                  <a:pt x="99031" y="57282"/>
                </a:lnTo>
                <a:lnTo>
                  <a:pt x="97239" y="56494"/>
                </a:lnTo>
                <a:lnTo>
                  <a:pt x="95474" y="55707"/>
                </a:lnTo>
                <a:lnTo>
                  <a:pt x="93735" y="54912"/>
                </a:lnTo>
                <a:lnTo>
                  <a:pt x="92023" y="54109"/>
                </a:lnTo>
                <a:lnTo>
                  <a:pt x="90337" y="53306"/>
                </a:lnTo>
                <a:lnTo>
                  <a:pt x="88679" y="52495"/>
                </a:lnTo>
                <a:lnTo>
                  <a:pt x="87074" y="51677"/>
                </a:lnTo>
                <a:lnTo>
                  <a:pt x="85469" y="50859"/>
                </a:lnTo>
                <a:lnTo>
                  <a:pt x="83917" y="50040"/>
                </a:lnTo>
                <a:lnTo>
                  <a:pt x="82366" y="49214"/>
                </a:lnTo>
                <a:lnTo>
                  <a:pt x="80868" y="48381"/>
                </a:lnTo>
                <a:lnTo>
                  <a:pt x="79370" y="47547"/>
                </a:lnTo>
                <a:lnTo>
                  <a:pt x="77925" y="46705"/>
                </a:lnTo>
                <a:lnTo>
                  <a:pt x="76481" y="45864"/>
                </a:lnTo>
                <a:lnTo>
                  <a:pt x="75090" y="45023"/>
                </a:lnTo>
                <a:lnTo>
                  <a:pt x="73699" y="44173"/>
                </a:lnTo>
                <a:lnTo>
                  <a:pt x="72334" y="43316"/>
                </a:lnTo>
                <a:lnTo>
                  <a:pt x="70997" y="42460"/>
                </a:lnTo>
                <a:lnTo>
                  <a:pt x="69686" y="41603"/>
                </a:lnTo>
                <a:lnTo>
                  <a:pt x="68402" y="40738"/>
                </a:lnTo>
                <a:lnTo>
                  <a:pt x="67145" y="39873"/>
                </a:lnTo>
                <a:lnTo>
                  <a:pt x="65887" y="39001"/>
                </a:lnTo>
                <a:lnTo>
                  <a:pt x="64657" y="38129"/>
                </a:lnTo>
                <a:lnTo>
                  <a:pt x="63453" y="37256"/>
                </a:lnTo>
                <a:lnTo>
                  <a:pt x="62276" y="36376"/>
                </a:lnTo>
                <a:lnTo>
                  <a:pt x="61099" y="35496"/>
                </a:lnTo>
                <a:lnTo>
                  <a:pt x="59949" y="34616"/>
                </a:lnTo>
                <a:lnTo>
                  <a:pt x="58825" y="33728"/>
                </a:lnTo>
                <a:lnTo>
                  <a:pt x="57728" y="32841"/>
                </a:lnTo>
                <a:lnTo>
                  <a:pt x="56632" y="31953"/>
                </a:lnTo>
                <a:lnTo>
                  <a:pt x="55562" y="31057"/>
                </a:lnTo>
                <a:lnTo>
                  <a:pt x="54518" y="30169"/>
                </a:lnTo>
                <a:lnTo>
                  <a:pt x="53475" y="29274"/>
                </a:lnTo>
                <a:lnTo>
                  <a:pt x="52432" y="28378"/>
                </a:lnTo>
                <a:lnTo>
                  <a:pt x="50452" y="26580"/>
                </a:lnTo>
                <a:lnTo>
                  <a:pt x="48500" y="24773"/>
                </a:lnTo>
                <a:lnTo>
                  <a:pt x="46600" y="22959"/>
                </a:lnTo>
                <a:lnTo>
                  <a:pt x="44754" y="21145"/>
                </a:lnTo>
                <a:lnTo>
                  <a:pt x="42962" y="19331"/>
                </a:lnTo>
                <a:lnTo>
                  <a:pt x="41223" y="17509"/>
                </a:lnTo>
                <a:lnTo>
                  <a:pt x="39511" y="15695"/>
                </a:lnTo>
                <a:lnTo>
                  <a:pt x="37826" y="13865"/>
                </a:lnTo>
                <a:lnTo>
                  <a:pt x="36167" y="12043"/>
                </a:lnTo>
                <a:lnTo>
                  <a:pt x="34562" y="10229"/>
                </a:lnTo>
                <a:lnTo>
                  <a:pt x="32957" y="8407"/>
                </a:lnTo>
                <a:lnTo>
                  <a:pt x="31379" y="6585"/>
                </a:lnTo>
                <a:lnTo>
                  <a:pt x="28276" y="2964"/>
                </a:lnTo>
                <a:lnTo>
                  <a:pt x="28035" y="2725"/>
                </a:lnTo>
                <a:lnTo>
                  <a:pt x="27795" y="2501"/>
                </a:lnTo>
                <a:lnTo>
                  <a:pt x="27500" y="2285"/>
                </a:lnTo>
                <a:lnTo>
                  <a:pt x="27179" y="2077"/>
                </a:lnTo>
                <a:lnTo>
                  <a:pt x="26832" y="1884"/>
                </a:lnTo>
                <a:lnTo>
                  <a:pt x="26457" y="1698"/>
                </a:lnTo>
                <a:lnTo>
                  <a:pt x="26056" y="1521"/>
                </a:lnTo>
                <a:lnTo>
                  <a:pt x="25628" y="1351"/>
                </a:lnTo>
                <a:lnTo>
                  <a:pt x="25173" y="1197"/>
                </a:lnTo>
                <a:lnTo>
                  <a:pt x="24691" y="1058"/>
                </a:lnTo>
                <a:lnTo>
                  <a:pt x="24183" y="919"/>
                </a:lnTo>
                <a:lnTo>
                  <a:pt x="23675" y="795"/>
                </a:lnTo>
                <a:lnTo>
                  <a:pt x="23140" y="679"/>
                </a:lnTo>
                <a:lnTo>
                  <a:pt x="22578" y="571"/>
                </a:lnTo>
                <a:lnTo>
                  <a:pt x="22016" y="471"/>
                </a:lnTo>
                <a:lnTo>
                  <a:pt x="21428" y="386"/>
                </a:lnTo>
                <a:lnTo>
                  <a:pt x="20839" y="309"/>
                </a:lnTo>
                <a:lnTo>
                  <a:pt x="20224" y="239"/>
                </a:lnTo>
                <a:lnTo>
                  <a:pt x="19609" y="178"/>
                </a:lnTo>
                <a:lnTo>
                  <a:pt x="18967" y="124"/>
                </a:lnTo>
                <a:lnTo>
                  <a:pt x="18325" y="85"/>
                </a:lnTo>
                <a:lnTo>
                  <a:pt x="17683" y="54"/>
                </a:lnTo>
                <a:lnTo>
                  <a:pt x="17014" y="23"/>
                </a:lnTo>
                <a:lnTo>
                  <a:pt x="16345" y="8"/>
                </a:lnTo>
                <a:lnTo>
                  <a:pt x="1570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9204418">
            <a:off x="8344845" y="4807735"/>
            <a:ext cx="680816" cy="187424"/>
          </a:xfrm>
          <a:custGeom>
            <a:rect b="b" l="l" r="r" t="t"/>
            <a:pathLst>
              <a:path extrusionOk="0" h="26681" w="297334">
                <a:moveTo>
                  <a:pt x="7036" y="1"/>
                </a:moveTo>
                <a:lnTo>
                  <a:pt x="6662" y="8"/>
                </a:lnTo>
                <a:lnTo>
                  <a:pt x="6287" y="16"/>
                </a:lnTo>
                <a:lnTo>
                  <a:pt x="5939" y="39"/>
                </a:lnTo>
                <a:lnTo>
                  <a:pt x="5618" y="62"/>
                </a:lnTo>
                <a:lnTo>
                  <a:pt x="5271" y="86"/>
                </a:lnTo>
                <a:lnTo>
                  <a:pt x="4976" y="124"/>
                </a:lnTo>
                <a:lnTo>
                  <a:pt x="4682" y="163"/>
                </a:lnTo>
                <a:lnTo>
                  <a:pt x="4388" y="201"/>
                </a:lnTo>
                <a:lnTo>
                  <a:pt x="4120" y="248"/>
                </a:lnTo>
                <a:lnTo>
                  <a:pt x="3853" y="302"/>
                </a:lnTo>
                <a:lnTo>
                  <a:pt x="3612" y="356"/>
                </a:lnTo>
                <a:lnTo>
                  <a:pt x="3398" y="417"/>
                </a:lnTo>
                <a:lnTo>
                  <a:pt x="3184" y="479"/>
                </a:lnTo>
                <a:lnTo>
                  <a:pt x="2970" y="541"/>
                </a:lnTo>
                <a:lnTo>
                  <a:pt x="2783" y="610"/>
                </a:lnTo>
                <a:lnTo>
                  <a:pt x="2596" y="680"/>
                </a:lnTo>
                <a:lnTo>
                  <a:pt x="2435" y="757"/>
                </a:lnTo>
                <a:lnTo>
                  <a:pt x="2141" y="919"/>
                </a:lnTo>
                <a:lnTo>
                  <a:pt x="1927" y="1081"/>
                </a:lnTo>
                <a:lnTo>
                  <a:pt x="1740" y="1259"/>
                </a:lnTo>
                <a:lnTo>
                  <a:pt x="1606" y="1444"/>
                </a:lnTo>
                <a:lnTo>
                  <a:pt x="1526" y="1629"/>
                </a:lnTo>
                <a:lnTo>
                  <a:pt x="1526" y="1815"/>
                </a:lnTo>
                <a:lnTo>
                  <a:pt x="1552" y="2008"/>
                </a:lnTo>
                <a:lnTo>
                  <a:pt x="1633" y="2201"/>
                </a:lnTo>
                <a:lnTo>
                  <a:pt x="1766" y="2394"/>
                </a:lnTo>
                <a:lnTo>
                  <a:pt x="1954" y="2579"/>
                </a:lnTo>
                <a:lnTo>
                  <a:pt x="2194" y="2764"/>
                </a:lnTo>
                <a:lnTo>
                  <a:pt x="2489" y="2942"/>
                </a:lnTo>
                <a:lnTo>
                  <a:pt x="2836" y="3119"/>
                </a:lnTo>
                <a:lnTo>
                  <a:pt x="3238" y="3282"/>
                </a:lnTo>
                <a:lnTo>
                  <a:pt x="3692" y="3436"/>
                </a:lnTo>
                <a:lnTo>
                  <a:pt x="3933" y="3505"/>
                </a:lnTo>
                <a:lnTo>
                  <a:pt x="4174" y="3575"/>
                </a:lnTo>
                <a:lnTo>
                  <a:pt x="4441" y="3644"/>
                </a:lnTo>
                <a:lnTo>
                  <a:pt x="4736" y="3706"/>
                </a:lnTo>
                <a:lnTo>
                  <a:pt x="5030" y="3768"/>
                </a:lnTo>
                <a:lnTo>
                  <a:pt x="5324" y="3822"/>
                </a:lnTo>
                <a:lnTo>
                  <a:pt x="5645" y="3876"/>
                </a:lnTo>
                <a:lnTo>
                  <a:pt x="5993" y="3922"/>
                </a:lnTo>
                <a:lnTo>
                  <a:pt x="6341" y="3961"/>
                </a:lnTo>
                <a:lnTo>
                  <a:pt x="6689" y="3999"/>
                </a:lnTo>
                <a:lnTo>
                  <a:pt x="7063" y="4038"/>
                </a:lnTo>
                <a:lnTo>
                  <a:pt x="7438" y="4061"/>
                </a:lnTo>
                <a:lnTo>
                  <a:pt x="7839" y="4092"/>
                </a:lnTo>
                <a:lnTo>
                  <a:pt x="8267" y="4108"/>
                </a:lnTo>
                <a:lnTo>
                  <a:pt x="16880" y="4440"/>
                </a:lnTo>
                <a:lnTo>
                  <a:pt x="25494" y="4764"/>
                </a:lnTo>
                <a:lnTo>
                  <a:pt x="34108" y="5080"/>
                </a:lnTo>
                <a:lnTo>
                  <a:pt x="42748" y="5389"/>
                </a:lnTo>
                <a:lnTo>
                  <a:pt x="51389" y="5698"/>
                </a:lnTo>
                <a:lnTo>
                  <a:pt x="60029" y="6007"/>
                </a:lnTo>
                <a:lnTo>
                  <a:pt x="68670" y="6300"/>
                </a:lnTo>
                <a:lnTo>
                  <a:pt x="77310" y="6593"/>
                </a:lnTo>
                <a:lnTo>
                  <a:pt x="85977" y="6879"/>
                </a:lnTo>
                <a:lnTo>
                  <a:pt x="94618" y="7165"/>
                </a:lnTo>
                <a:lnTo>
                  <a:pt x="103285" y="7443"/>
                </a:lnTo>
                <a:lnTo>
                  <a:pt x="111952" y="7713"/>
                </a:lnTo>
                <a:lnTo>
                  <a:pt x="120619" y="7975"/>
                </a:lnTo>
                <a:lnTo>
                  <a:pt x="129287" y="8230"/>
                </a:lnTo>
                <a:lnTo>
                  <a:pt x="137954" y="8485"/>
                </a:lnTo>
                <a:lnTo>
                  <a:pt x="146621" y="8732"/>
                </a:lnTo>
                <a:lnTo>
                  <a:pt x="155315" y="8971"/>
                </a:lnTo>
                <a:lnTo>
                  <a:pt x="163982" y="9203"/>
                </a:lnTo>
                <a:lnTo>
                  <a:pt x="172676" y="9434"/>
                </a:lnTo>
                <a:lnTo>
                  <a:pt x="181343" y="9650"/>
                </a:lnTo>
                <a:lnTo>
                  <a:pt x="190037" y="9867"/>
                </a:lnTo>
                <a:lnTo>
                  <a:pt x="198704" y="10075"/>
                </a:lnTo>
                <a:lnTo>
                  <a:pt x="207398" y="10276"/>
                </a:lnTo>
                <a:lnTo>
                  <a:pt x="216092" y="10469"/>
                </a:lnTo>
                <a:lnTo>
                  <a:pt x="224759" y="10654"/>
                </a:lnTo>
                <a:lnTo>
                  <a:pt x="233453" y="10832"/>
                </a:lnTo>
                <a:lnTo>
                  <a:pt x="242121" y="11009"/>
                </a:lnTo>
                <a:lnTo>
                  <a:pt x="250815" y="11171"/>
                </a:lnTo>
                <a:lnTo>
                  <a:pt x="259508" y="11333"/>
                </a:lnTo>
                <a:lnTo>
                  <a:pt x="268176" y="11480"/>
                </a:lnTo>
                <a:lnTo>
                  <a:pt x="276870" y="11627"/>
                </a:lnTo>
                <a:lnTo>
                  <a:pt x="285537" y="11758"/>
                </a:lnTo>
                <a:lnTo>
                  <a:pt x="285350" y="12491"/>
                </a:lnTo>
                <a:lnTo>
                  <a:pt x="285136" y="13217"/>
                </a:lnTo>
                <a:lnTo>
                  <a:pt x="284895" y="13943"/>
                </a:lnTo>
                <a:lnTo>
                  <a:pt x="284627" y="14661"/>
                </a:lnTo>
                <a:lnTo>
                  <a:pt x="284360" y="15379"/>
                </a:lnTo>
                <a:lnTo>
                  <a:pt x="284066" y="16097"/>
                </a:lnTo>
                <a:lnTo>
                  <a:pt x="283745" y="16815"/>
                </a:lnTo>
                <a:lnTo>
                  <a:pt x="283397" y="17525"/>
                </a:lnTo>
                <a:lnTo>
                  <a:pt x="283049" y="18235"/>
                </a:lnTo>
                <a:lnTo>
                  <a:pt x="282648" y="18945"/>
                </a:lnTo>
                <a:lnTo>
                  <a:pt x="282220" y="19655"/>
                </a:lnTo>
                <a:lnTo>
                  <a:pt x="281738" y="20358"/>
                </a:lnTo>
                <a:lnTo>
                  <a:pt x="281257" y="21068"/>
                </a:lnTo>
                <a:lnTo>
                  <a:pt x="280722" y="21771"/>
                </a:lnTo>
                <a:lnTo>
                  <a:pt x="280133" y="22481"/>
                </a:lnTo>
                <a:lnTo>
                  <a:pt x="279545" y="23183"/>
                </a:lnTo>
                <a:lnTo>
                  <a:pt x="271118" y="22828"/>
                </a:lnTo>
                <a:lnTo>
                  <a:pt x="262692" y="22481"/>
                </a:lnTo>
                <a:lnTo>
                  <a:pt x="254239" y="22141"/>
                </a:lnTo>
                <a:lnTo>
                  <a:pt x="245812" y="21809"/>
                </a:lnTo>
                <a:lnTo>
                  <a:pt x="237359" y="21485"/>
                </a:lnTo>
                <a:lnTo>
                  <a:pt x="228933" y="21169"/>
                </a:lnTo>
                <a:lnTo>
                  <a:pt x="220479" y="20852"/>
                </a:lnTo>
                <a:lnTo>
                  <a:pt x="212026" y="20551"/>
                </a:lnTo>
                <a:lnTo>
                  <a:pt x="195120" y="19957"/>
                </a:lnTo>
                <a:lnTo>
                  <a:pt x="178187" y="19378"/>
                </a:lnTo>
                <a:lnTo>
                  <a:pt x="161254" y="18799"/>
                </a:lnTo>
                <a:lnTo>
                  <a:pt x="144320" y="18235"/>
                </a:lnTo>
                <a:lnTo>
                  <a:pt x="127414" y="17664"/>
                </a:lnTo>
                <a:lnTo>
                  <a:pt x="110481" y="17085"/>
                </a:lnTo>
                <a:lnTo>
                  <a:pt x="93548" y="16490"/>
                </a:lnTo>
                <a:lnTo>
                  <a:pt x="85095" y="16189"/>
                </a:lnTo>
                <a:lnTo>
                  <a:pt x="76641" y="15880"/>
                </a:lnTo>
                <a:lnTo>
                  <a:pt x="68188" y="15564"/>
                </a:lnTo>
                <a:lnTo>
                  <a:pt x="59735" y="15247"/>
                </a:lnTo>
                <a:lnTo>
                  <a:pt x="51282" y="14915"/>
                </a:lnTo>
                <a:lnTo>
                  <a:pt x="42855" y="14583"/>
                </a:lnTo>
                <a:lnTo>
                  <a:pt x="34402" y="14236"/>
                </a:lnTo>
                <a:lnTo>
                  <a:pt x="25976" y="13881"/>
                </a:lnTo>
                <a:lnTo>
                  <a:pt x="17549" y="13518"/>
                </a:lnTo>
                <a:lnTo>
                  <a:pt x="9123" y="13140"/>
                </a:lnTo>
                <a:lnTo>
                  <a:pt x="8695" y="13124"/>
                </a:lnTo>
                <a:lnTo>
                  <a:pt x="8294" y="13117"/>
                </a:lnTo>
                <a:lnTo>
                  <a:pt x="7464" y="13117"/>
                </a:lnTo>
                <a:lnTo>
                  <a:pt x="7090" y="13124"/>
                </a:lnTo>
                <a:lnTo>
                  <a:pt x="6689" y="13140"/>
                </a:lnTo>
                <a:lnTo>
                  <a:pt x="6314" y="13163"/>
                </a:lnTo>
                <a:lnTo>
                  <a:pt x="5966" y="13186"/>
                </a:lnTo>
                <a:lnTo>
                  <a:pt x="5592" y="13217"/>
                </a:lnTo>
                <a:lnTo>
                  <a:pt x="5244" y="13248"/>
                </a:lnTo>
                <a:lnTo>
                  <a:pt x="4923" y="13287"/>
                </a:lnTo>
                <a:lnTo>
                  <a:pt x="4575" y="13333"/>
                </a:lnTo>
                <a:lnTo>
                  <a:pt x="4254" y="13379"/>
                </a:lnTo>
                <a:lnTo>
                  <a:pt x="3960" y="13433"/>
                </a:lnTo>
                <a:lnTo>
                  <a:pt x="3666" y="13487"/>
                </a:lnTo>
                <a:lnTo>
                  <a:pt x="3371" y="13549"/>
                </a:lnTo>
                <a:lnTo>
                  <a:pt x="2810" y="13680"/>
                </a:lnTo>
                <a:lnTo>
                  <a:pt x="2328" y="13827"/>
                </a:lnTo>
                <a:lnTo>
                  <a:pt x="1873" y="13974"/>
                </a:lnTo>
                <a:lnTo>
                  <a:pt x="1445" y="14143"/>
                </a:lnTo>
                <a:lnTo>
                  <a:pt x="1098" y="14313"/>
                </a:lnTo>
                <a:lnTo>
                  <a:pt x="777" y="14491"/>
                </a:lnTo>
                <a:lnTo>
                  <a:pt x="509" y="14676"/>
                </a:lnTo>
                <a:lnTo>
                  <a:pt x="295" y="14861"/>
                </a:lnTo>
                <a:lnTo>
                  <a:pt x="135" y="15054"/>
                </a:lnTo>
                <a:lnTo>
                  <a:pt x="28" y="15247"/>
                </a:lnTo>
                <a:lnTo>
                  <a:pt x="1" y="15433"/>
                </a:lnTo>
                <a:lnTo>
                  <a:pt x="1" y="15626"/>
                </a:lnTo>
                <a:lnTo>
                  <a:pt x="81" y="15811"/>
                </a:lnTo>
                <a:lnTo>
                  <a:pt x="135" y="15896"/>
                </a:lnTo>
                <a:lnTo>
                  <a:pt x="215" y="15988"/>
                </a:lnTo>
                <a:lnTo>
                  <a:pt x="295" y="16073"/>
                </a:lnTo>
                <a:lnTo>
                  <a:pt x="402" y="16158"/>
                </a:lnTo>
                <a:lnTo>
                  <a:pt x="536" y="16243"/>
                </a:lnTo>
                <a:lnTo>
                  <a:pt x="670" y="16328"/>
                </a:lnTo>
                <a:lnTo>
                  <a:pt x="830" y="16405"/>
                </a:lnTo>
                <a:lnTo>
                  <a:pt x="991" y="16483"/>
                </a:lnTo>
                <a:lnTo>
                  <a:pt x="1178" y="16560"/>
                </a:lnTo>
                <a:lnTo>
                  <a:pt x="1392" y="16629"/>
                </a:lnTo>
                <a:lnTo>
                  <a:pt x="1633" y="16699"/>
                </a:lnTo>
                <a:lnTo>
                  <a:pt x="1873" y="16760"/>
                </a:lnTo>
                <a:lnTo>
                  <a:pt x="2114" y="16822"/>
                </a:lnTo>
                <a:lnTo>
                  <a:pt x="2382" y="16876"/>
                </a:lnTo>
                <a:lnTo>
                  <a:pt x="2676" y="16930"/>
                </a:lnTo>
                <a:lnTo>
                  <a:pt x="2997" y="16984"/>
                </a:lnTo>
                <a:lnTo>
                  <a:pt x="3318" y="17031"/>
                </a:lnTo>
                <a:lnTo>
                  <a:pt x="3666" y="17069"/>
                </a:lnTo>
                <a:lnTo>
                  <a:pt x="4040" y="17108"/>
                </a:lnTo>
                <a:lnTo>
                  <a:pt x="4441" y="17139"/>
                </a:lnTo>
                <a:lnTo>
                  <a:pt x="4843" y="17170"/>
                </a:lnTo>
                <a:lnTo>
                  <a:pt x="5271" y="17185"/>
                </a:lnTo>
                <a:lnTo>
                  <a:pt x="22124" y="17942"/>
                </a:lnTo>
                <a:lnTo>
                  <a:pt x="39057" y="18690"/>
                </a:lnTo>
                <a:lnTo>
                  <a:pt x="56017" y="19432"/>
                </a:lnTo>
                <a:lnTo>
                  <a:pt x="64523" y="19802"/>
                </a:lnTo>
                <a:lnTo>
                  <a:pt x="73030" y="20165"/>
                </a:lnTo>
                <a:lnTo>
                  <a:pt x="81537" y="20520"/>
                </a:lnTo>
                <a:lnTo>
                  <a:pt x="90070" y="20875"/>
                </a:lnTo>
                <a:lnTo>
                  <a:pt x="98604" y="21223"/>
                </a:lnTo>
                <a:lnTo>
                  <a:pt x="107164" y="21562"/>
                </a:lnTo>
                <a:lnTo>
                  <a:pt x="115724" y="21894"/>
                </a:lnTo>
                <a:lnTo>
                  <a:pt x="124257" y="22211"/>
                </a:lnTo>
                <a:lnTo>
                  <a:pt x="132844" y="22527"/>
                </a:lnTo>
                <a:lnTo>
                  <a:pt x="141405" y="22828"/>
                </a:lnTo>
                <a:lnTo>
                  <a:pt x="149965" y="23122"/>
                </a:lnTo>
                <a:lnTo>
                  <a:pt x="158552" y="23407"/>
                </a:lnTo>
                <a:lnTo>
                  <a:pt x="167112" y="23678"/>
                </a:lnTo>
                <a:lnTo>
                  <a:pt x="175699" y="23932"/>
                </a:lnTo>
                <a:lnTo>
                  <a:pt x="184286" y="24179"/>
                </a:lnTo>
                <a:lnTo>
                  <a:pt x="192846" y="24403"/>
                </a:lnTo>
                <a:lnTo>
                  <a:pt x="201433" y="24619"/>
                </a:lnTo>
                <a:lnTo>
                  <a:pt x="210020" y="24820"/>
                </a:lnTo>
                <a:lnTo>
                  <a:pt x="218580" y="24998"/>
                </a:lnTo>
                <a:lnTo>
                  <a:pt x="227167" y="25167"/>
                </a:lnTo>
                <a:lnTo>
                  <a:pt x="235727" y="25314"/>
                </a:lnTo>
                <a:lnTo>
                  <a:pt x="240007" y="25376"/>
                </a:lnTo>
                <a:lnTo>
                  <a:pt x="244287" y="25438"/>
                </a:lnTo>
                <a:lnTo>
                  <a:pt x="248567" y="25499"/>
                </a:lnTo>
                <a:lnTo>
                  <a:pt x="252848" y="25553"/>
                </a:lnTo>
                <a:lnTo>
                  <a:pt x="257128" y="25600"/>
                </a:lnTo>
                <a:lnTo>
                  <a:pt x="261408" y="25638"/>
                </a:lnTo>
                <a:lnTo>
                  <a:pt x="265688" y="25677"/>
                </a:lnTo>
                <a:lnTo>
                  <a:pt x="269968" y="25708"/>
                </a:lnTo>
                <a:lnTo>
                  <a:pt x="274248" y="25731"/>
                </a:lnTo>
                <a:lnTo>
                  <a:pt x="278501" y="25754"/>
                </a:lnTo>
                <a:lnTo>
                  <a:pt x="278715" y="25862"/>
                </a:lnTo>
                <a:lnTo>
                  <a:pt x="278929" y="25963"/>
                </a:lnTo>
                <a:lnTo>
                  <a:pt x="279170" y="26055"/>
                </a:lnTo>
                <a:lnTo>
                  <a:pt x="279438" y="26140"/>
                </a:lnTo>
                <a:lnTo>
                  <a:pt x="279732" y="26225"/>
                </a:lnTo>
                <a:lnTo>
                  <a:pt x="280053" y="26302"/>
                </a:lnTo>
                <a:lnTo>
                  <a:pt x="280401" y="26372"/>
                </a:lnTo>
                <a:lnTo>
                  <a:pt x="280748" y="26434"/>
                </a:lnTo>
                <a:lnTo>
                  <a:pt x="281123" y="26488"/>
                </a:lnTo>
                <a:lnTo>
                  <a:pt x="281497" y="26534"/>
                </a:lnTo>
                <a:lnTo>
                  <a:pt x="281872" y="26580"/>
                </a:lnTo>
                <a:lnTo>
                  <a:pt x="282273" y="26611"/>
                </a:lnTo>
                <a:lnTo>
                  <a:pt x="282675" y="26642"/>
                </a:lnTo>
                <a:lnTo>
                  <a:pt x="283103" y="26657"/>
                </a:lnTo>
                <a:lnTo>
                  <a:pt x="283504" y="26673"/>
                </a:lnTo>
                <a:lnTo>
                  <a:pt x="283932" y="26681"/>
                </a:lnTo>
                <a:lnTo>
                  <a:pt x="284333" y="26673"/>
                </a:lnTo>
                <a:lnTo>
                  <a:pt x="284734" y="26665"/>
                </a:lnTo>
                <a:lnTo>
                  <a:pt x="285162" y="26642"/>
                </a:lnTo>
                <a:lnTo>
                  <a:pt x="285537" y="26611"/>
                </a:lnTo>
                <a:lnTo>
                  <a:pt x="285938" y="26572"/>
                </a:lnTo>
                <a:lnTo>
                  <a:pt x="286313" y="26526"/>
                </a:lnTo>
                <a:lnTo>
                  <a:pt x="286687" y="26472"/>
                </a:lnTo>
                <a:lnTo>
                  <a:pt x="287035" y="26410"/>
                </a:lnTo>
                <a:lnTo>
                  <a:pt x="287356" y="26333"/>
                </a:lnTo>
                <a:lnTo>
                  <a:pt x="287677" y="26248"/>
                </a:lnTo>
                <a:lnTo>
                  <a:pt x="287971" y="26156"/>
                </a:lnTo>
                <a:lnTo>
                  <a:pt x="288239" y="26055"/>
                </a:lnTo>
                <a:lnTo>
                  <a:pt x="288506" y="25939"/>
                </a:lnTo>
                <a:lnTo>
                  <a:pt x="288720" y="25816"/>
                </a:lnTo>
                <a:lnTo>
                  <a:pt x="288907" y="25685"/>
                </a:lnTo>
                <a:lnTo>
                  <a:pt x="289068" y="25538"/>
                </a:lnTo>
                <a:lnTo>
                  <a:pt x="289095" y="25523"/>
                </a:lnTo>
                <a:lnTo>
                  <a:pt x="289309" y="25453"/>
                </a:lnTo>
                <a:lnTo>
                  <a:pt x="289523" y="25384"/>
                </a:lnTo>
                <a:lnTo>
                  <a:pt x="289710" y="25314"/>
                </a:lnTo>
                <a:lnTo>
                  <a:pt x="289870" y="25237"/>
                </a:lnTo>
                <a:lnTo>
                  <a:pt x="290031" y="25152"/>
                </a:lnTo>
                <a:lnTo>
                  <a:pt x="290165" y="25067"/>
                </a:lnTo>
                <a:lnTo>
                  <a:pt x="290272" y="24982"/>
                </a:lnTo>
                <a:lnTo>
                  <a:pt x="290352" y="24890"/>
                </a:lnTo>
                <a:lnTo>
                  <a:pt x="290432" y="24805"/>
                </a:lnTo>
                <a:lnTo>
                  <a:pt x="290486" y="24712"/>
                </a:lnTo>
                <a:lnTo>
                  <a:pt x="290512" y="24619"/>
                </a:lnTo>
                <a:lnTo>
                  <a:pt x="290512" y="24527"/>
                </a:lnTo>
                <a:lnTo>
                  <a:pt x="290486" y="24442"/>
                </a:lnTo>
                <a:lnTo>
                  <a:pt x="290459" y="24349"/>
                </a:lnTo>
                <a:lnTo>
                  <a:pt x="290405" y="24264"/>
                </a:lnTo>
                <a:lnTo>
                  <a:pt x="290325" y="24179"/>
                </a:lnTo>
                <a:lnTo>
                  <a:pt x="290940" y="23423"/>
                </a:lnTo>
                <a:lnTo>
                  <a:pt x="291556" y="22666"/>
                </a:lnTo>
                <a:lnTo>
                  <a:pt x="292091" y="21902"/>
                </a:lnTo>
                <a:lnTo>
                  <a:pt x="292599" y="21138"/>
                </a:lnTo>
                <a:lnTo>
                  <a:pt x="293080" y="20366"/>
                </a:lnTo>
                <a:lnTo>
                  <a:pt x="293482" y="19594"/>
                </a:lnTo>
                <a:lnTo>
                  <a:pt x="293830" y="18822"/>
                </a:lnTo>
                <a:lnTo>
                  <a:pt x="294124" y="18042"/>
                </a:lnTo>
                <a:lnTo>
                  <a:pt x="294365" y="17262"/>
                </a:lnTo>
                <a:lnTo>
                  <a:pt x="294552" y="16483"/>
                </a:lnTo>
                <a:lnTo>
                  <a:pt x="294632" y="16097"/>
                </a:lnTo>
                <a:lnTo>
                  <a:pt x="294686" y="15711"/>
                </a:lnTo>
                <a:lnTo>
                  <a:pt x="294712" y="15317"/>
                </a:lnTo>
                <a:lnTo>
                  <a:pt x="294739" y="14931"/>
                </a:lnTo>
                <a:lnTo>
                  <a:pt x="294739" y="14537"/>
                </a:lnTo>
                <a:lnTo>
                  <a:pt x="294712" y="14151"/>
                </a:lnTo>
                <a:lnTo>
                  <a:pt x="294686" y="13765"/>
                </a:lnTo>
                <a:lnTo>
                  <a:pt x="294632" y="13379"/>
                </a:lnTo>
                <a:lnTo>
                  <a:pt x="294579" y="12985"/>
                </a:lnTo>
                <a:lnTo>
                  <a:pt x="294472" y="12599"/>
                </a:lnTo>
                <a:lnTo>
                  <a:pt x="294365" y="12213"/>
                </a:lnTo>
                <a:lnTo>
                  <a:pt x="294258" y="11827"/>
                </a:lnTo>
                <a:lnTo>
                  <a:pt x="294659" y="11797"/>
                </a:lnTo>
                <a:lnTo>
                  <a:pt x="295060" y="11758"/>
                </a:lnTo>
                <a:lnTo>
                  <a:pt x="295408" y="11704"/>
                </a:lnTo>
                <a:lnTo>
                  <a:pt x="295729" y="11642"/>
                </a:lnTo>
                <a:lnTo>
                  <a:pt x="296023" y="11580"/>
                </a:lnTo>
                <a:lnTo>
                  <a:pt x="296291" y="11503"/>
                </a:lnTo>
                <a:lnTo>
                  <a:pt x="296531" y="11418"/>
                </a:lnTo>
                <a:lnTo>
                  <a:pt x="296719" y="11333"/>
                </a:lnTo>
                <a:lnTo>
                  <a:pt x="296906" y="11241"/>
                </a:lnTo>
                <a:lnTo>
                  <a:pt x="297066" y="11140"/>
                </a:lnTo>
                <a:lnTo>
                  <a:pt x="297173" y="11040"/>
                </a:lnTo>
                <a:lnTo>
                  <a:pt x="297254" y="10932"/>
                </a:lnTo>
                <a:lnTo>
                  <a:pt x="297307" y="10824"/>
                </a:lnTo>
                <a:lnTo>
                  <a:pt x="297334" y="10716"/>
                </a:lnTo>
                <a:lnTo>
                  <a:pt x="297334" y="10608"/>
                </a:lnTo>
                <a:lnTo>
                  <a:pt x="297307" y="10500"/>
                </a:lnTo>
                <a:lnTo>
                  <a:pt x="297254" y="10384"/>
                </a:lnTo>
                <a:lnTo>
                  <a:pt x="297173" y="10276"/>
                </a:lnTo>
                <a:lnTo>
                  <a:pt x="297066" y="10168"/>
                </a:lnTo>
                <a:lnTo>
                  <a:pt x="296906" y="10060"/>
                </a:lnTo>
                <a:lnTo>
                  <a:pt x="296745" y="9959"/>
                </a:lnTo>
                <a:lnTo>
                  <a:pt x="296558" y="9859"/>
                </a:lnTo>
                <a:lnTo>
                  <a:pt x="296317" y="9766"/>
                </a:lnTo>
                <a:lnTo>
                  <a:pt x="296050" y="9681"/>
                </a:lnTo>
                <a:lnTo>
                  <a:pt x="295782" y="9596"/>
                </a:lnTo>
                <a:lnTo>
                  <a:pt x="295461" y="9519"/>
                </a:lnTo>
                <a:lnTo>
                  <a:pt x="295114" y="9450"/>
                </a:lnTo>
                <a:lnTo>
                  <a:pt x="294766" y="9388"/>
                </a:lnTo>
                <a:lnTo>
                  <a:pt x="294365" y="9342"/>
                </a:lnTo>
                <a:lnTo>
                  <a:pt x="293937" y="9295"/>
                </a:lnTo>
                <a:lnTo>
                  <a:pt x="293482" y="9264"/>
                </a:lnTo>
                <a:lnTo>
                  <a:pt x="293000" y="9241"/>
                </a:lnTo>
                <a:lnTo>
                  <a:pt x="257395" y="8099"/>
                </a:lnTo>
                <a:lnTo>
                  <a:pt x="221817" y="6956"/>
                </a:lnTo>
                <a:lnTo>
                  <a:pt x="150607" y="4694"/>
                </a:lnTo>
                <a:lnTo>
                  <a:pt x="115002" y="3552"/>
                </a:lnTo>
                <a:lnTo>
                  <a:pt x="79423" y="2394"/>
                </a:lnTo>
                <a:lnTo>
                  <a:pt x="61634" y="1807"/>
                </a:lnTo>
                <a:lnTo>
                  <a:pt x="43845" y="1220"/>
                </a:lnTo>
                <a:lnTo>
                  <a:pt x="26056" y="618"/>
                </a:lnTo>
                <a:lnTo>
                  <a:pt x="8267" y="16"/>
                </a:lnTo>
                <a:lnTo>
                  <a:pt x="7839" y="8"/>
                </a:lnTo>
                <a:lnTo>
                  <a:pt x="7438"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rot="5400000">
            <a:off x="6908066" y="4760703"/>
            <a:ext cx="381508" cy="477377"/>
          </a:xfrm>
          <a:custGeom>
            <a:rect b="b" l="l" r="r" t="t"/>
            <a:pathLst>
              <a:path extrusionOk="0" h="52983" w="129875">
                <a:moveTo>
                  <a:pt x="102910" y="1"/>
                </a:moveTo>
                <a:lnTo>
                  <a:pt x="100262" y="16"/>
                </a:lnTo>
                <a:lnTo>
                  <a:pt x="97587" y="40"/>
                </a:lnTo>
                <a:lnTo>
                  <a:pt x="94939" y="70"/>
                </a:lnTo>
                <a:lnTo>
                  <a:pt x="92290" y="117"/>
                </a:lnTo>
                <a:lnTo>
                  <a:pt x="89669" y="179"/>
                </a:lnTo>
                <a:lnTo>
                  <a:pt x="87047" y="248"/>
                </a:lnTo>
                <a:lnTo>
                  <a:pt x="84426" y="333"/>
                </a:lnTo>
                <a:lnTo>
                  <a:pt x="81831" y="426"/>
                </a:lnTo>
                <a:lnTo>
                  <a:pt x="79236" y="526"/>
                </a:lnTo>
                <a:lnTo>
                  <a:pt x="76668" y="649"/>
                </a:lnTo>
                <a:lnTo>
                  <a:pt x="74100" y="773"/>
                </a:lnTo>
                <a:lnTo>
                  <a:pt x="71585" y="920"/>
                </a:lnTo>
                <a:lnTo>
                  <a:pt x="69044" y="1074"/>
                </a:lnTo>
                <a:lnTo>
                  <a:pt x="66556" y="1244"/>
                </a:lnTo>
                <a:lnTo>
                  <a:pt x="64095" y="1429"/>
                </a:lnTo>
                <a:lnTo>
                  <a:pt x="61634" y="1622"/>
                </a:lnTo>
                <a:lnTo>
                  <a:pt x="59227" y="1831"/>
                </a:lnTo>
                <a:lnTo>
                  <a:pt x="56819" y="2054"/>
                </a:lnTo>
                <a:lnTo>
                  <a:pt x="54465" y="2286"/>
                </a:lnTo>
                <a:lnTo>
                  <a:pt x="52138" y="2541"/>
                </a:lnTo>
                <a:lnTo>
                  <a:pt x="49810" y="2803"/>
                </a:lnTo>
                <a:lnTo>
                  <a:pt x="47563" y="3081"/>
                </a:lnTo>
                <a:lnTo>
                  <a:pt x="45316" y="3375"/>
                </a:lnTo>
                <a:lnTo>
                  <a:pt x="43123" y="3683"/>
                </a:lnTo>
                <a:lnTo>
                  <a:pt x="40956" y="4008"/>
                </a:lnTo>
                <a:lnTo>
                  <a:pt x="39886" y="4170"/>
                </a:lnTo>
                <a:lnTo>
                  <a:pt x="38816" y="4340"/>
                </a:lnTo>
                <a:lnTo>
                  <a:pt x="37773" y="4517"/>
                </a:lnTo>
                <a:lnTo>
                  <a:pt x="36756" y="4695"/>
                </a:lnTo>
                <a:lnTo>
                  <a:pt x="35713" y="4880"/>
                </a:lnTo>
                <a:lnTo>
                  <a:pt x="34696" y="5065"/>
                </a:lnTo>
                <a:lnTo>
                  <a:pt x="33707" y="5250"/>
                </a:lnTo>
                <a:lnTo>
                  <a:pt x="32690" y="5443"/>
                </a:lnTo>
                <a:lnTo>
                  <a:pt x="31727" y="5644"/>
                </a:lnTo>
                <a:lnTo>
                  <a:pt x="30737" y="5845"/>
                </a:lnTo>
                <a:lnTo>
                  <a:pt x="29801" y="6046"/>
                </a:lnTo>
                <a:lnTo>
                  <a:pt x="28838" y="6262"/>
                </a:lnTo>
                <a:lnTo>
                  <a:pt x="27902" y="6470"/>
                </a:lnTo>
                <a:lnTo>
                  <a:pt x="26992" y="6686"/>
                </a:lnTo>
                <a:lnTo>
                  <a:pt x="26056" y="6910"/>
                </a:lnTo>
                <a:lnTo>
                  <a:pt x="25173" y="7134"/>
                </a:lnTo>
                <a:lnTo>
                  <a:pt x="24290" y="7366"/>
                </a:lnTo>
                <a:lnTo>
                  <a:pt x="23408" y="7597"/>
                </a:lnTo>
                <a:lnTo>
                  <a:pt x="22552" y="7837"/>
                </a:lnTo>
                <a:lnTo>
                  <a:pt x="21696" y="8076"/>
                </a:lnTo>
                <a:lnTo>
                  <a:pt x="20866" y="8323"/>
                </a:lnTo>
                <a:lnTo>
                  <a:pt x="20037" y="8570"/>
                </a:lnTo>
                <a:lnTo>
                  <a:pt x="19234" y="8825"/>
                </a:lnTo>
                <a:lnTo>
                  <a:pt x="18432" y="9080"/>
                </a:lnTo>
                <a:lnTo>
                  <a:pt x="17656" y="9342"/>
                </a:lnTo>
                <a:lnTo>
                  <a:pt x="16907" y="9612"/>
                </a:lnTo>
                <a:lnTo>
                  <a:pt x="16158" y="9882"/>
                </a:lnTo>
                <a:lnTo>
                  <a:pt x="15409" y="10160"/>
                </a:lnTo>
                <a:lnTo>
                  <a:pt x="14687" y="10438"/>
                </a:lnTo>
                <a:lnTo>
                  <a:pt x="13991" y="10724"/>
                </a:lnTo>
                <a:lnTo>
                  <a:pt x="13296" y="11010"/>
                </a:lnTo>
                <a:lnTo>
                  <a:pt x="12627" y="11303"/>
                </a:lnTo>
                <a:lnTo>
                  <a:pt x="11958" y="11596"/>
                </a:lnTo>
                <a:lnTo>
                  <a:pt x="11316" y="11897"/>
                </a:lnTo>
                <a:lnTo>
                  <a:pt x="10674" y="12206"/>
                </a:lnTo>
                <a:lnTo>
                  <a:pt x="10059" y="12515"/>
                </a:lnTo>
                <a:lnTo>
                  <a:pt x="9471" y="12831"/>
                </a:lnTo>
                <a:lnTo>
                  <a:pt x="8882" y="13148"/>
                </a:lnTo>
                <a:lnTo>
                  <a:pt x="8320" y="13472"/>
                </a:lnTo>
                <a:lnTo>
                  <a:pt x="7785" y="13796"/>
                </a:lnTo>
                <a:lnTo>
                  <a:pt x="7250" y="14128"/>
                </a:lnTo>
                <a:lnTo>
                  <a:pt x="6742" y="14468"/>
                </a:lnTo>
                <a:lnTo>
                  <a:pt x="6234" y="14808"/>
                </a:lnTo>
                <a:lnTo>
                  <a:pt x="5752" y="15155"/>
                </a:lnTo>
                <a:lnTo>
                  <a:pt x="5297" y="15503"/>
                </a:lnTo>
                <a:lnTo>
                  <a:pt x="4869" y="15865"/>
                </a:lnTo>
                <a:lnTo>
                  <a:pt x="4441" y="16220"/>
                </a:lnTo>
                <a:lnTo>
                  <a:pt x="4040" y="16583"/>
                </a:lnTo>
                <a:lnTo>
                  <a:pt x="3639" y="16954"/>
                </a:lnTo>
                <a:lnTo>
                  <a:pt x="3264" y="17332"/>
                </a:lnTo>
                <a:lnTo>
                  <a:pt x="2917" y="17710"/>
                </a:lnTo>
                <a:lnTo>
                  <a:pt x="2596" y="18089"/>
                </a:lnTo>
                <a:lnTo>
                  <a:pt x="2275" y="18482"/>
                </a:lnTo>
                <a:lnTo>
                  <a:pt x="1980" y="18876"/>
                </a:lnTo>
                <a:lnTo>
                  <a:pt x="1713" y="19270"/>
                </a:lnTo>
                <a:lnTo>
                  <a:pt x="1472" y="19671"/>
                </a:lnTo>
                <a:lnTo>
                  <a:pt x="1231" y="20080"/>
                </a:lnTo>
                <a:lnTo>
                  <a:pt x="1017" y="20497"/>
                </a:lnTo>
                <a:lnTo>
                  <a:pt x="830" y="20914"/>
                </a:lnTo>
                <a:lnTo>
                  <a:pt x="643" y="21339"/>
                </a:lnTo>
                <a:lnTo>
                  <a:pt x="482" y="21763"/>
                </a:lnTo>
                <a:lnTo>
                  <a:pt x="349" y="22196"/>
                </a:lnTo>
                <a:lnTo>
                  <a:pt x="242" y="22636"/>
                </a:lnTo>
                <a:lnTo>
                  <a:pt x="161" y="23076"/>
                </a:lnTo>
                <a:lnTo>
                  <a:pt x="81" y="23562"/>
                </a:lnTo>
                <a:lnTo>
                  <a:pt x="28" y="24048"/>
                </a:lnTo>
                <a:lnTo>
                  <a:pt x="1" y="24535"/>
                </a:lnTo>
                <a:lnTo>
                  <a:pt x="1" y="25006"/>
                </a:lnTo>
                <a:lnTo>
                  <a:pt x="28" y="25477"/>
                </a:lnTo>
                <a:lnTo>
                  <a:pt x="81" y="25940"/>
                </a:lnTo>
                <a:lnTo>
                  <a:pt x="161" y="26403"/>
                </a:lnTo>
                <a:lnTo>
                  <a:pt x="242" y="26858"/>
                </a:lnTo>
                <a:lnTo>
                  <a:pt x="375" y="27306"/>
                </a:lnTo>
                <a:lnTo>
                  <a:pt x="509" y="27754"/>
                </a:lnTo>
                <a:lnTo>
                  <a:pt x="670" y="28194"/>
                </a:lnTo>
                <a:lnTo>
                  <a:pt x="857" y="28626"/>
                </a:lnTo>
                <a:lnTo>
                  <a:pt x="1071" y="29059"/>
                </a:lnTo>
                <a:lnTo>
                  <a:pt x="1312" y="29483"/>
                </a:lnTo>
                <a:lnTo>
                  <a:pt x="1552" y="29900"/>
                </a:lnTo>
                <a:lnTo>
                  <a:pt x="1847" y="30317"/>
                </a:lnTo>
                <a:lnTo>
                  <a:pt x="2141" y="30726"/>
                </a:lnTo>
                <a:lnTo>
                  <a:pt x="2462" y="31128"/>
                </a:lnTo>
                <a:lnTo>
                  <a:pt x="2810" y="31529"/>
                </a:lnTo>
                <a:lnTo>
                  <a:pt x="3157" y="31923"/>
                </a:lnTo>
                <a:lnTo>
                  <a:pt x="3559" y="32316"/>
                </a:lnTo>
                <a:lnTo>
                  <a:pt x="3960" y="32702"/>
                </a:lnTo>
                <a:lnTo>
                  <a:pt x="4388" y="33081"/>
                </a:lnTo>
                <a:lnTo>
                  <a:pt x="4843" y="33459"/>
                </a:lnTo>
                <a:lnTo>
                  <a:pt x="5297" y="33830"/>
                </a:lnTo>
                <a:lnTo>
                  <a:pt x="5779" y="34200"/>
                </a:lnTo>
                <a:lnTo>
                  <a:pt x="6287" y="34563"/>
                </a:lnTo>
                <a:lnTo>
                  <a:pt x="6822" y="34918"/>
                </a:lnTo>
                <a:lnTo>
                  <a:pt x="7357" y="35273"/>
                </a:lnTo>
                <a:lnTo>
                  <a:pt x="7946" y="35621"/>
                </a:lnTo>
                <a:lnTo>
                  <a:pt x="8507" y="35968"/>
                </a:lnTo>
                <a:lnTo>
                  <a:pt x="9123" y="36308"/>
                </a:lnTo>
                <a:lnTo>
                  <a:pt x="9738" y="36640"/>
                </a:lnTo>
                <a:lnTo>
                  <a:pt x="10380" y="36972"/>
                </a:lnTo>
                <a:lnTo>
                  <a:pt x="11049" y="37304"/>
                </a:lnTo>
                <a:lnTo>
                  <a:pt x="11718" y="37620"/>
                </a:lnTo>
                <a:lnTo>
                  <a:pt x="12413" y="37944"/>
                </a:lnTo>
                <a:lnTo>
                  <a:pt x="13109" y="38253"/>
                </a:lnTo>
                <a:lnTo>
                  <a:pt x="13858" y="38570"/>
                </a:lnTo>
                <a:lnTo>
                  <a:pt x="14580" y="38871"/>
                </a:lnTo>
                <a:lnTo>
                  <a:pt x="15356" y="39172"/>
                </a:lnTo>
                <a:lnTo>
                  <a:pt x="16131" y="39473"/>
                </a:lnTo>
                <a:lnTo>
                  <a:pt x="16934" y="39766"/>
                </a:lnTo>
                <a:lnTo>
                  <a:pt x="17736" y="40060"/>
                </a:lnTo>
                <a:lnTo>
                  <a:pt x="18566" y="40337"/>
                </a:lnTo>
                <a:lnTo>
                  <a:pt x="19422" y="40623"/>
                </a:lnTo>
                <a:lnTo>
                  <a:pt x="20278" y="40901"/>
                </a:lnTo>
                <a:lnTo>
                  <a:pt x="21134" y="41171"/>
                </a:lnTo>
                <a:lnTo>
                  <a:pt x="22043" y="41441"/>
                </a:lnTo>
                <a:lnTo>
                  <a:pt x="22926" y="41712"/>
                </a:lnTo>
                <a:lnTo>
                  <a:pt x="23862" y="41974"/>
                </a:lnTo>
                <a:lnTo>
                  <a:pt x="24799" y="42229"/>
                </a:lnTo>
                <a:lnTo>
                  <a:pt x="25735" y="42484"/>
                </a:lnTo>
                <a:lnTo>
                  <a:pt x="26698" y="42738"/>
                </a:lnTo>
                <a:lnTo>
                  <a:pt x="27661" y="42978"/>
                </a:lnTo>
                <a:lnTo>
                  <a:pt x="28651" y="43225"/>
                </a:lnTo>
                <a:lnTo>
                  <a:pt x="29667" y="43464"/>
                </a:lnTo>
                <a:lnTo>
                  <a:pt x="30684" y="43703"/>
                </a:lnTo>
                <a:lnTo>
                  <a:pt x="31700" y="43935"/>
                </a:lnTo>
                <a:lnTo>
                  <a:pt x="32744" y="44159"/>
                </a:lnTo>
                <a:lnTo>
                  <a:pt x="33814" y="44383"/>
                </a:lnTo>
                <a:lnTo>
                  <a:pt x="34884" y="44607"/>
                </a:lnTo>
                <a:lnTo>
                  <a:pt x="35954" y="44823"/>
                </a:lnTo>
                <a:lnTo>
                  <a:pt x="37050" y="45039"/>
                </a:lnTo>
                <a:lnTo>
                  <a:pt x="38147" y="45255"/>
                </a:lnTo>
                <a:lnTo>
                  <a:pt x="39271" y="45456"/>
                </a:lnTo>
                <a:lnTo>
                  <a:pt x="41518" y="45865"/>
                </a:lnTo>
                <a:lnTo>
                  <a:pt x="43818" y="46259"/>
                </a:lnTo>
                <a:lnTo>
                  <a:pt x="46172" y="46637"/>
                </a:lnTo>
                <a:lnTo>
                  <a:pt x="48580" y="47000"/>
                </a:lnTo>
                <a:lnTo>
                  <a:pt x="50987" y="47355"/>
                </a:lnTo>
                <a:lnTo>
                  <a:pt x="53449" y="47702"/>
                </a:lnTo>
                <a:lnTo>
                  <a:pt x="55963" y="48026"/>
                </a:lnTo>
                <a:lnTo>
                  <a:pt x="58504" y="48351"/>
                </a:lnTo>
                <a:lnTo>
                  <a:pt x="61072" y="48652"/>
                </a:lnTo>
                <a:lnTo>
                  <a:pt x="63667" y="48953"/>
                </a:lnTo>
                <a:lnTo>
                  <a:pt x="66289" y="49231"/>
                </a:lnTo>
                <a:lnTo>
                  <a:pt x="68937" y="49509"/>
                </a:lnTo>
                <a:lnTo>
                  <a:pt x="71612" y="49771"/>
                </a:lnTo>
                <a:lnTo>
                  <a:pt x="74314" y="50018"/>
                </a:lnTo>
                <a:lnTo>
                  <a:pt x="77043" y="50265"/>
                </a:lnTo>
                <a:lnTo>
                  <a:pt x="79771" y="50497"/>
                </a:lnTo>
                <a:lnTo>
                  <a:pt x="82553" y="50721"/>
                </a:lnTo>
                <a:lnTo>
                  <a:pt x="85335" y="50929"/>
                </a:lnTo>
                <a:lnTo>
                  <a:pt x="88117" y="51138"/>
                </a:lnTo>
                <a:lnTo>
                  <a:pt x="90926" y="51331"/>
                </a:lnTo>
                <a:lnTo>
                  <a:pt x="93735" y="51516"/>
                </a:lnTo>
                <a:lnTo>
                  <a:pt x="96570" y="51693"/>
                </a:lnTo>
                <a:lnTo>
                  <a:pt x="99406" y="51871"/>
                </a:lnTo>
                <a:lnTo>
                  <a:pt x="102268" y="52033"/>
                </a:lnTo>
                <a:lnTo>
                  <a:pt x="105104" y="52187"/>
                </a:lnTo>
                <a:lnTo>
                  <a:pt x="107966" y="52334"/>
                </a:lnTo>
                <a:lnTo>
                  <a:pt x="110829" y="52473"/>
                </a:lnTo>
                <a:lnTo>
                  <a:pt x="113664" y="52604"/>
                </a:lnTo>
                <a:lnTo>
                  <a:pt x="116526" y="52728"/>
                </a:lnTo>
                <a:lnTo>
                  <a:pt x="119389" y="52851"/>
                </a:lnTo>
                <a:lnTo>
                  <a:pt x="122224" y="52967"/>
                </a:lnTo>
                <a:lnTo>
                  <a:pt x="122572" y="52975"/>
                </a:lnTo>
                <a:lnTo>
                  <a:pt x="122920" y="52983"/>
                </a:lnTo>
                <a:lnTo>
                  <a:pt x="123268" y="52983"/>
                </a:lnTo>
                <a:lnTo>
                  <a:pt x="123615" y="52975"/>
                </a:lnTo>
                <a:lnTo>
                  <a:pt x="123936" y="52967"/>
                </a:lnTo>
                <a:lnTo>
                  <a:pt x="124257" y="52952"/>
                </a:lnTo>
                <a:lnTo>
                  <a:pt x="124578" y="52936"/>
                </a:lnTo>
                <a:lnTo>
                  <a:pt x="124873" y="52913"/>
                </a:lnTo>
                <a:lnTo>
                  <a:pt x="125461" y="52859"/>
                </a:lnTo>
                <a:lnTo>
                  <a:pt x="126023" y="52790"/>
                </a:lnTo>
                <a:lnTo>
                  <a:pt x="126558" y="52705"/>
                </a:lnTo>
                <a:lnTo>
                  <a:pt x="127039" y="52604"/>
                </a:lnTo>
                <a:lnTo>
                  <a:pt x="127494" y="52489"/>
                </a:lnTo>
                <a:lnTo>
                  <a:pt x="127922" y="52373"/>
                </a:lnTo>
                <a:lnTo>
                  <a:pt x="128297" y="52242"/>
                </a:lnTo>
                <a:lnTo>
                  <a:pt x="128644" y="52103"/>
                </a:lnTo>
                <a:lnTo>
                  <a:pt x="128965" y="51956"/>
                </a:lnTo>
                <a:lnTo>
                  <a:pt x="129233" y="51809"/>
                </a:lnTo>
                <a:lnTo>
                  <a:pt x="129447" y="51655"/>
                </a:lnTo>
                <a:lnTo>
                  <a:pt x="129607" y="51493"/>
                </a:lnTo>
                <a:lnTo>
                  <a:pt x="129741" y="51338"/>
                </a:lnTo>
                <a:lnTo>
                  <a:pt x="129822" y="51176"/>
                </a:lnTo>
                <a:lnTo>
                  <a:pt x="129875" y="51014"/>
                </a:lnTo>
                <a:lnTo>
                  <a:pt x="129848" y="50860"/>
                </a:lnTo>
                <a:lnTo>
                  <a:pt x="129795" y="50705"/>
                </a:lnTo>
                <a:lnTo>
                  <a:pt x="129688" y="50559"/>
                </a:lnTo>
                <a:lnTo>
                  <a:pt x="129527" y="50412"/>
                </a:lnTo>
                <a:lnTo>
                  <a:pt x="129286" y="50273"/>
                </a:lnTo>
                <a:lnTo>
                  <a:pt x="129019" y="50142"/>
                </a:lnTo>
                <a:lnTo>
                  <a:pt x="128858" y="50088"/>
                </a:lnTo>
                <a:lnTo>
                  <a:pt x="128698" y="50026"/>
                </a:lnTo>
                <a:lnTo>
                  <a:pt x="128511" y="49972"/>
                </a:lnTo>
                <a:lnTo>
                  <a:pt x="128297" y="49918"/>
                </a:lnTo>
                <a:lnTo>
                  <a:pt x="128083" y="49864"/>
                </a:lnTo>
                <a:lnTo>
                  <a:pt x="127869" y="49817"/>
                </a:lnTo>
                <a:lnTo>
                  <a:pt x="127601" y="49779"/>
                </a:lnTo>
                <a:lnTo>
                  <a:pt x="127360" y="49733"/>
                </a:lnTo>
                <a:lnTo>
                  <a:pt x="127066" y="49702"/>
                </a:lnTo>
                <a:lnTo>
                  <a:pt x="126772" y="49663"/>
                </a:lnTo>
                <a:lnTo>
                  <a:pt x="126478" y="49640"/>
                </a:lnTo>
                <a:lnTo>
                  <a:pt x="126157" y="49617"/>
                </a:lnTo>
                <a:lnTo>
                  <a:pt x="125809" y="49594"/>
                </a:lnTo>
                <a:lnTo>
                  <a:pt x="125461" y="49578"/>
                </a:lnTo>
                <a:lnTo>
                  <a:pt x="120673" y="49385"/>
                </a:lnTo>
                <a:lnTo>
                  <a:pt x="115831" y="49177"/>
                </a:lnTo>
                <a:lnTo>
                  <a:pt x="110962" y="48961"/>
                </a:lnTo>
                <a:lnTo>
                  <a:pt x="108501" y="48845"/>
                </a:lnTo>
                <a:lnTo>
                  <a:pt x="106067" y="48721"/>
                </a:lnTo>
                <a:lnTo>
                  <a:pt x="103633" y="48590"/>
                </a:lnTo>
                <a:lnTo>
                  <a:pt x="101172" y="48459"/>
                </a:lnTo>
                <a:lnTo>
                  <a:pt x="98737" y="48320"/>
                </a:lnTo>
                <a:lnTo>
                  <a:pt x="96276" y="48181"/>
                </a:lnTo>
                <a:lnTo>
                  <a:pt x="93842" y="48026"/>
                </a:lnTo>
                <a:lnTo>
                  <a:pt x="91408" y="47872"/>
                </a:lnTo>
                <a:lnTo>
                  <a:pt x="89000" y="47702"/>
                </a:lnTo>
                <a:lnTo>
                  <a:pt x="86566" y="47532"/>
                </a:lnTo>
                <a:lnTo>
                  <a:pt x="84185" y="47355"/>
                </a:lnTo>
                <a:lnTo>
                  <a:pt x="81777" y="47170"/>
                </a:lnTo>
                <a:lnTo>
                  <a:pt x="79397" y="46977"/>
                </a:lnTo>
                <a:lnTo>
                  <a:pt x="77043" y="46776"/>
                </a:lnTo>
                <a:lnTo>
                  <a:pt x="74689" y="46567"/>
                </a:lnTo>
                <a:lnTo>
                  <a:pt x="72361" y="46344"/>
                </a:lnTo>
                <a:lnTo>
                  <a:pt x="70061" y="46120"/>
                </a:lnTo>
                <a:lnTo>
                  <a:pt x="67787" y="45880"/>
                </a:lnTo>
                <a:lnTo>
                  <a:pt x="65513" y="45633"/>
                </a:lnTo>
                <a:lnTo>
                  <a:pt x="63293" y="45371"/>
                </a:lnTo>
                <a:lnTo>
                  <a:pt x="61072" y="45108"/>
                </a:lnTo>
                <a:lnTo>
                  <a:pt x="58879" y="44830"/>
                </a:lnTo>
                <a:lnTo>
                  <a:pt x="56739" y="44537"/>
                </a:lnTo>
                <a:lnTo>
                  <a:pt x="54626" y="44244"/>
                </a:lnTo>
                <a:lnTo>
                  <a:pt x="52539" y="43927"/>
                </a:lnTo>
                <a:lnTo>
                  <a:pt x="50479" y="43603"/>
                </a:lnTo>
                <a:lnTo>
                  <a:pt x="48446" y="43271"/>
                </a:lnTo>
                <a:lnTo>
                  <a:pt x="46467" y="42924"/>
                </a:lnTo>
                <a:lnTo>
                  <a:pt x="44541" y="42568"/>
                </a:lnTo>
                <a:lnTo>
                  <a:pt x="42615" y="42198"/>
                </a:lnTo>
                <a:lnTo>
                  <a:pt x="40769" y="41812"/>
                </a:lnTo>
                <a:lnTo>
                  <a:pt x="38950" y="41411"/>
                </a:lnTo>
                <a:lnTo>
                  <a:pt x="38067" y="41210"/>
                </a:lnTo>
                <a:lnTo>
                  <a:pt x="37184" y="41001"/>
                </a:lnTo>
                <a:lnTo>
                  <a:pt x="36301" y="40785"/>
                </a:lnTo>
                <a:lnTo>
                  <a:pt x="35445" y="40577"/>
                </a:lnTo>
                <a:lnTo>
                  <a:pt x="34616" y="40353"/>
                </a:lnTo>
                <a:lnTo>
                  <a:pt x="33787" y="40137"/>
                </a:lnTo>
                <a:lnTo>
                  <a:pt x="32958" y="39905"/>
                </a:lnTo>
                <a:lnTo>
                  <a:pt x="32155" y="39681"/>
                </a:lnTo>
                <a:lnTo>
                  <a:pt x="31353" y="39450"/>
                </a:lnTo>
                <a:lnTo>
                  <a:pt x="30577" y="39210"/>
                </a:lnTo>
                <a:lnTo>
                  <a:pt x="29801" y="38971"/>
                </a:lnTo>
                <a:lnTo>
                  <a:pt x="29052" y="38724"/>
                </a:lnTo>
                <a:lnTo>
                  <a:pt x="28303" y="38477"/>
                </a:lnTo>
                <a:lnTo>
                  <a:pt x="27581" y="38230"/>
                </a:lnTo>
                <a:lnTo>
                  <a:pt x="26858" y="37975"/>
                </a:lnTo>
                <a:lnTo>
                  <a:pt x="26163" y="37713"/>
                </a:lnTo>
                <a:lnTo>
                  <a:pt x="25494" y="37450"/>
                </a:lnTo>
                <a:lnTo>
                  <a:pt x="24825" y="37180"/>
                </a:lnTo>
                <a:lnTo>
                  <a:pt x="24157" y="36910"/>
                </a:lnTo>
                <a:lnTo>
                  <a:pt x="23515" y="36632"/>
                </a:lnTo>
                <a:lnTo>
                  <a:pt x="22899" y="36354"/>
                </a:lnTo>
                <a:lnTo>
                  <a:pt x="22284" y="36076"/>
                </a:lnTo>
                <a:lnTo>
                  <a:pt x="21696" y="35783"/>
                </a:lnTo>
                <a:lnTo>
                  <a:pt x="21107" y="35489"/>
                </a:lnTo>
                <a:lnTo>
                  <a:pt x="20545" y="35196"/>
                </a:lnTo>
                <a:lnTo>
                  <a:pt x="20010" y="34895"/>
                </a:lnTo>
                <a:lnTo>
                  <a:pt x="19475" y="34594"/>
                </a:lnTo>
                <a:lnTo>
                  <a:pt x="18967" y="34285"/>
                </a:lnTo>
                <a:lnTo>
                  <a:pt x="18459" y="33969"/>
                </a:lnTo>
                <a:lnTo>
                  <a:pt x="17977" y="33652"/>
                </a:lnTo>
                <a:lnTo>
                  <a:pt x="17522" y="33328"/>
                </a:lnTo>
                <a:lnTo>
                  <a:pt x="17068" y="33004"/>
                </a:lnTo>
                <a:lnTo>
                  <a:pt x="16640" y="32672"/>
                </a:lnTo>
                <a:lnTo>
                  <a:pt x="16238" y="32332"/>
                </a:lnTo>
                <a:lnTo>
                  <a:pt x="15837" y="31992"/>
                </a:lnTo>
                <a:lnTo>
                  <a:pt x="15463" y="31645"/>
                </a:lnTo>
                <a:lnTo>
                  <a:pt x="15115" y="31297"/>
                </a:lnTo>
                <a:lnTo>
                  <a:pt x="14767" y="30942"/>
                </a:lnTo>
                <a:lnTo>
                  <a:pt x="14446" y="30587"/>
                </a:lnTo>
                <a:lnTo>
                  <a:pt x="14152" y="30224"/>
                </a:lnTo>
                <a:lnTo>
                  <a:pt x="13884" y="29854"/>
                </a:lnTo>
                <a:lnTo>
                  <a:pt x="13617" y="29476"/>
                </a:lnTo>
                <a:lnTo>
                  <a:pt x="13376" y="29097"/>
                </a:lnTo>
                <a:lnTo>
                  <a:pt x="13135" y="28719"/>
                </a:lnTo>
                <a:lnTo>
                  <a:pt x="12948" y="28325"/>
                </a:lnTo>
                <a:lnTo>
                  <a:pt x="12761" y="27932"/>
                </a:lnTo>
                <a:lnTo>
                  <a:pt x="12600" y="27538"/>
                </a:lnTo>
                <a:lnTo>
                  <a:pt x="12440" y="27136"/>
                </a:lnTo>
                <a:lnTo>
                  <a:pt x="12333" y="26727"/>
                </a:lnTo>
                <a:lnTo>
                  <a:pt x="12226" y="26310"/>
                </a:lnTo>
                <a:lnTo>
                  <a:pt x="12146" y="25894"/>
                </a:lnTo>
                <a:lnTo>
                  <a:pt x="12092" y="25469"/>
                </a:lnTo>
                <a:lnTo>
                  <a:pt x="12065" y="25029"/>
                </a:lnTo>
                <a:lnTo>
                  <a:pt x="12039" y="24597"/>
                </a:lnTo>
                <a:lnTo>
                  <a:pt x="12039" y="24164"/>
                </a:lnTo>
                <a:lnTo>
                  <a:pt x="12065" y="23747"/>
                </a:lnTo>
                <a:lnTo>
                  <a:pt x="12119" y="23323"/>
                </a:lnTo>
                <a:lnTo>
                  <a:pt x="12199" y="22914"/>
                </a:lnTo>
                <a:lnTo>
                  <a:pt x="12279" y="22504"/>
                </a:lnTo>
                <a:lnTo>
                  <a:pt x="12386" y="22103"/>
                </a:lnTo>
                <a:lnTo>
                  <a:pt x="12520" y="21709"/>
                </a:lnTo>
                <a:lnTo>
                  <a:pt x="12681" y="21316"/>
                </a:lnTo>
                <a:lnTo>
                  <a:pt x="12841" y="20930"/>
                </a:lnTo>
                <a:lnTo>
                  <a:pt x="13055" y="20544"/>
                </a:lnTo>
                <a:lnTo>
                  <a:pt x="13269" y="20165"/>
                </a:lnTo>
                <a:lnTo>
                  <a:pt x="13483" y="19795"/>
                </a:lnTo>
                <a:lnTo>
                  <a:pt x="13751" y="19432"/>
                </a:lnTo>
                <a:lnTo>
                  <a:pt x="14018" y="19069"/>
                </a:lnTo>
                <a:lnTo>
                  <a:pt x="14312" y="18714"/>
                </a:lnTo>
                <a:lnTo>
                  <a:pt x="14607" y="18359"/>
                </a:lnTo>
                <a:lnTo>
                  <a:pt x="14954" y="18011"/>
                </a:lnTo>
                <a:lnTo>
                  <a:pt x="15302" y="17672"/>
                </a:lnTo>
                <a:lnTo>
                  <a:pt x="15677" y="17332"/>
                </a:lnTo>
                <a:lnTo>
                  <a:pt x="16051" y="17000"/>
                </a:lnTo>
                <a:lnTo>
                  <a:pt x="16452" y="16668"/>
                </a:lnTo>
                <a:lnTo>
                  <a:pt x="16880" y="16344"/>
                </a:lnTo>
                <a:lnTo>
                  <a:pt x="17308" y="16027"/>
                </a:lnTo>
                <a:lnTo>
                  <a:pt x="17763" y="15711"/>
                </a:lnTo>
                <a:lnTo>
                  <a:pt x="18245" y="15402"/>
                </a:lnTo>
                <a:lnTo>
                  <a:pt x="18726" y="15101"/>
                </a:lnTo>
                <a:lnTo>
                  <a:pt x="19234" y="14800"/>
                </a:lnTo>
                <a:lnTo>
                  <a:pt x="19769" y="14499"/>
                </a:lnTo>
                <a:lnTo>
                  <a:pt x="20305" y="14206"/>
                </a:lnTo>
                <a:lnTo>
                  <a:pt x="20866" y="13920"/>
                </a:lnTo>
                <a:lnTo>
                  <a:pt x="21428" y="13642"/>
                </a:lnTo>
                <a:lnTo>
                  <a:pt x="22017" y="13356"/>
                </a:lnTo>
                <a:lnTo>
                  <a:pt x="22632" y="13086"/>
                </a:lnTo>
                <a:lnTo>
                  <a:pt x="23247" y="12816"/>
                </a:lnTo>
                <a:lnTo>
                  <a:pt x="23889" y="12554"/>
                </a:lnTo>
                <a:lnTo>
                  <a:pt x="24531" y="12291"/>
                </a:lnTo>
                <a:lnTo>
                  <a:pt x="25200" y="12036"/>
                </a:lnTo>
                <a:lnTo>
                  <a:pt x="25895" y="11782"/>
                </a:lnTo>
                <a:lnTo>
                  <a:pt x="26591" y="11534"/>
                </a:lnTo>
                <a:lnTo>
                  <a:pt x="27286" y="11287"/>
                </a:lnTo>
                <a:lnTo>
                  <a:pt x="28009" y="11048"/>
                </a:lnTo>
                <a:lnTo>
                  <a:pt x="28758" y="10809"/>
                </a:lnTo>
                <a:lnTo>
                  <a:pt x="29507" y="10577"/>
                </a:lnTo>
                <a:lnTo>
                  <a:pt x="30282" y="10353"/>
                </a:lnTo>
                <a:lnTo>
                  <a:pt x="31058" y="10129"/>
                </a:lnTo>
                <a:lnTo>
                  <a:pt x="31861" y="9906"/>
                </a:lnTo>
                <a:lnTo>
                  <a:pt x="32663" y="9689"/>
                </a:lnTo>
                <a:lnTo>
                  <a:pt x="33466" y="9473"/>
                </a:lnTo>
                <a:lnTo>
                  <a:pt x="34295" y="9265"/>
                </a:lnTo>
                <a:lnTo>
                  <a:pt x="35151" y="9064"/>
                </a:lnTo>
                <a:lnTo>
                  <a:pt x="36007" y="8863"/>
                </a:lnTo>
                <a:lnTo>
                  <a:pt x="36890" y="8663"/>
                </a:lnTo>
                <a:lnTo>
                  <a:pt x="37746" y="8470"/>
                </a:lnTo>
                <a:lnTo>
                  <a:pt x="38655" y="8284"/>
                </a:lnTo>
                <a:lnTo>
                  <a:pt x="39565" y="8099"/>
                </a:lnTo>
                <a:lnTo>
                  <a:pt x="40474" y="7914"/>
                </a:lnTo>
                <a:lnTo>
                  <a:pt x="41411" y="7736"/>
                </a:lnTo>
                <a:lnTo>
                  <a:pt x="42347" y="7559"/>
                </a:lnTo>
                <a:lnTo>
                  <a:pt x="43283" y="7389"/>
                </a:lnTo>
                <a:lnTo>
                  <a:pt x="44246" y="7227"/>
                </a:lnTo>
                <a:lnTo>
                  <a:pt x="46199" y="6903"/>
                </a:lnTo>
                <a:lnTo>
                  <a:pt x="48179" y="6586"/>
                </a:lnTo>
                <a:lnTo>
                  <a:pt x="50212" y="6293"/>
                </a:lnTo>
                <a:lnTo>
                  <a:pt x="52271" y="6007"/>
                </a:lnTo>
                <a:lnTo>
                  <a:pt x="54385" y="5737"/>
                </a:lnTo>
                <a:lnTo>
                  <a:pt x="56525" y="5474"/>
                </a:lnTo>
                <a:lnTo>
                  <a:pt x="58692" y="5235"/>
                </a:lnTo>
                <a:lnTo>
                  <a:pt x="60885" y="4996"/>
                </a:lnTo>
                <a:lnTo>
                  <a:pt x="63105" y="4780"/>
                </a:lnTo>
                <a:lnTo>
                  <a:pt x="65379" y="4571"/>
                </a:lnTo>
                <a:lnTo>
                  <a:pt x="67653" y="4370"/>
                </a:lnTo>
                <a:lnTo>
                  <a:pt x="69980" y="4185"/>
                </a:lnTo>
                <a:lnTo>
                  <a:pt x="72308" y="4015"/>
                </a:lnTo>
                <a:lnTo>
                  <a:pt x="74662" y="3853"/>
                </a:lnTo>
                <a:lnTo>
                  <a:pt x="77043" y="3699"/>
                </a:lnTo>
                <a:lnTo>
                  <a:pt x="79423" y="3560"/>
                </a:lnTo>
                <a:lnTo>
                  <a:pt x="81831" y="3421"/>
                </a:lnTo>
                <a:lnTo>
                  <a:pt x="84265" y="3305"/>
                </a:lnTo>
                <a:lnTo>
                  <a:pt x="86700" y="3189"/>
                </a:lnTo>
                <a:lnTo>
                  <a:pt x="89161" y="3089"/>
                </a:lnTo>
                <a:lnTo>
                  <a:pt x="91622" y="2996"/>
                </a:lnTo>
                <a:lnTo>
                  <a:pt x="94109" y="2911"/>
                </a:lnTo>
                <a:lnTo>
                  <a:pt x="96570" y="2834"/>
                </a:lnTo>
                <a:lnTo>
                  <a:pt x="99085" y="2772"/>
                </a:lnTo>
                <a:lnTo>
                  <a:pt x="101573" y="2711"/>
                </a:lnTo>
                <a:lnTo>
                  <a:pt x="104061" y="2664"/>
                </a:lnTo>
                <a:lnTo>
                  <a:pt x="106575" y="2618"/>
                </a:lnTo>
                <a:lnTo>
                  <a:pt x="109063" y="2587"/>
                </a:lnTo>
                <a:lnTo>
                  <a:pt x="111578" y="2564"/>
                </a:lnTo>
                <a:lnTo>
                  <a:pt x="114065" y="2541"/>
                </a:lnTo>
                <a:lnTo>
                  <a:pt x="116553" y="2525"/>
                </a:lnTo>
                <a:lnTo>
                  <a:pt x="121529" y="2525"/>
                </a:lnTo>
                <a:lnTo>
                  <a:pt x="122010" y="2518"/>
                </a:lnTo>
                <a:lnTo>
                  <a:pt x="122438" y="2502"/>
                </a:lnTo>
                <a:lnTo>
                  <a:pt x="122866" y="2471"/>
                </a:lnTo>
                <a:lnTo>
                  <a:pt x="123241" y="2433"/>
                </a:lnTo>
                <a:lnTo>
                  <a:pt x="123589" y="2379"/>
                </a:lnTo>
                <a:lnTo>
                  <a:pt x="123910" y="2325"/>
                </a:lnTo>
                <a:lnTo>
                  <a:pt x="124204" y="2255"/>
                </a:lnTo>
                <a:lnTo>
                  <a:pt x="124445" y="2186"/>
                </a:lnTo>
                <a:lnTo>
                  <a:pt x="124685" y="2101"/>
                </a:lnTo>
                <a:lnTo>
                  <a:pt x="124873" y="2016"/>
                </a:lnTo>
                <a:lnTo>
                  <a:pt x="125033" y="1923"/>
                </a:lnTo>
                <a:lnTo>
                  <a:pt x="125167" y="1831"/>
                </a:lnTo>
                <a:lnTo>
                  <a:pt x="125274" y="1730"/>
                </a:lnTo>
                <a:lnTo>
                  <a:pt x="125354" y="1630"/>
                </a:lnTo>
                <a:lnTo>
                  <a:pt x="125381" y="1522"/>
                </a:lnTo>
                <a:lnTo>
                  <a:pt x="125408" y="1414"/>
                </a:lnTo>
                <a:lnTo>
                  <a:pt x="125381" y="1313"/>
                </a:lnTo>
                <a:lnTo>
                  <a:pt x="125327" y="1205"/>
                </a:lnTo>
                <a:lnTo>
                  <a:pt x="125247" y="1097"/>
                </a:lnTo>
                <a:lnTo>
                  <a:pt x="125140" y="997"/>
                </a:lnTo>
                <a:lnTo>
                  <a:pt x="125006" y="896"/>
                </a:lnTo>
                <a:lnTo>
                  <a:pt x="124846" y="804"/>
                </a:lnTo>
                <a:lnTo>
                  <a:pt x="124632" y="711"/>
                </a:lnTo>
                <a:lnTo>
                  <a:pt x="124418" y="626"/>
                </a:lnTo>
                <a:lnTo>
                  <a:pt x="124150" y="541"/>
                </a:lnTo>
                <a:lnTo>
                  <a:pt x="123856" y="472"/>
                </a:lnTo>
                <a:lnTo>
                  <a:pt x="123535" y="402"/>
                </a:lnTo>
                <a:lnTo>
                  <a:pt x="123214" y="348"/>
                </a:lnTo>
                <a:lnTo>
                  <a:pt x="122840" y="294"/>
                </a:lnTo>
                <a:lnTo>
                  <a:pt x="122412" y="256"/>
                </a:lnTo>
                <a:lnTo>
                  <a:pt x="121984" y="225"/>
                </a:lnTo>
                <a:lnTo>
                  <a:pt x="121529" y="209"/>
                </a:lnTo>
                <a:lnTo>
                  <a:pt x="118881" y="148"/>
                </a:lnTo>
                <a:lnTo>
                  <a:pt x="116232" y="101"/>
                </a:lnTo>
                <a:lnTo>
                  <a:pt x="113557" y="63"/>
                </a:lnTo>
                <a:lnTo>
                  <a:pt x="110909" y="32"/>
                </a:lnTo>
                <a:lnTo>
                  <a:pt x="108234" y="9"/>
                </a:lnTo>
                <a:lnTo>
                  <a:pt x="10558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149638" y="724194"/>
            <a:ext cx="303979" cy="242305"/>
          </a:xfrm>
          <a:custGeom>
            <a:rect b="b" l="l" r="r" t="t"/>
            <a:pathLst>
              <a:path extrusionOk="0" h="24164" w="92960">
                <a:moveTo>
                  <a:pt x="50479" y="1"/>
                </a:moveTo>
                <a:lnTo>
                  <a:pt x="50051" y="8"/>
                </a:lnTo>
                <a:lnTo>
                  <a:pt x="49623" y="24"/>
                </a:lnTo>
                <a:lnTo>
                  <a:pt x="49195" y="39"/>
                </a:lnTo>
                <a:lnTo>
                  <a:pt x="48767" y="62"/>
                </a:lnTo>
                <a:lnTo>
                  <a:pt x="48366" y="85"/>
                </a:lnTo>
                <a:lnTo>
                  <a:pt x="47938" y="116"/>
                </a:lnTo>
                <a:lnTo>
                  <a:pt x="47537" y="155"/>
                </a:lnTo>
                <a:lnTo>
                  <a:pt x="47135" y="194"/>
                </a:lnTo>
                <a:lnTo>
                  <a:pt x="46761" y="240"/>
                </a:lnTo>
                <a:lnTo>
                  <a:pt x="46386" y="286"/>
                </a:lnTo>
                <a:lnTo>
                  <a:pt x="46012" y="340"/>
                </a:lnTo>
                <a:lnTo>
                  <a:pt x="45637" y="402"/>
                </a:lnTo>
                <a:lnTo>
                  <a:pt x="45316" y="471"/>
                </a:lnTo>
                <a:lnTo>
                  <a:pt x="44969" y="533"/>
                </a:lnTo>
                <a:lnTo>
                  <a:pt x="44648" y="610"/>
                </a:lnTo>
                <a:lnTo>
                  <a:pt x="44353" y="688"/>
                </a:lnTo>
                <a:lnTo>
                  <a:pt x="44059" y="773"/>
                </a:lnTo>
                <a:lnTo>
                  <a:pt x="43792" y="857"/>
                </a:lnTo>
                <a:lnTo>
                  <a:pt x="43524" y="950"/>
                </a:lnTo>
                <a:lnTo>
                  <a:pt x="43283" y="1050"/>
                </a:lnTo>
                <a:lnTo>
                  <a:pt x="43069" y="1151"/>
                </a:lnTo>
                <a:lnTo>
                  <a:pt x="42882" y="1259"/>
                </a:lnTo>
                <a:lnTo>
                  <a:pt x="42695" y="1375"/>
                </a:lnTo>
                <a:lnTo>
                  <a:pt x="42534" y="1490"/>
                </a:lnTo>
                <a:lnTo>
                  <a:pt x="42400" y="1614"/>
                </a:lnTo>
                <a:lnTo>
                  <a:pt x="42293" y="1738"/>
                </a:lnTo>
                <a:lnTo>
                  <a:pt x="42213" y="1869"/>
                </a:lnTo>
                <a:lnTo>
                  <a:pt x="42160" y="2008"/>
                </a:lnTo>
                <a:lnTo>
                  <a:pt x="42133" y="2147"/>
                </a:lnTo>
                <a:lnTo>
                  <a:pt x="42133" y="2293"/>
                </a:lnTo>
                <a:lnTo>
                  <a:pt x="42160" y="2440"/>
                </a:lnTo>
                <a:lnTo>
                  <a:pt x="42374" y="3359"/>
                </a:lnTo>
                <a:lnTo>
                  <a:pt x="42534" y="4277"/>
                </a:lnTo>
                <a:lnTo>
                  <a:pt x="42668" y="5196"/>
                </a:lnTo>
                <a:lnTo>
                  <a:pt x="42775" y="6115"/>
                </a:lnTo>
                <a:lnTo>
                  <a:pt x="42882" y="7041"/>
                </a:lnTo>
                <a:lnTo>
                  <a:pt x="42935" y="7960"/>
                </a:lnTo>
                <a:lnTo>
                  <a:pt x="43016" y="9813"/>
                </a:lnTo>
                <a:lnTo>
                  <a:pt x="40662" y="9828"/>
                </a:lnTo>
                <a:lnTo>
                  <a:pt x="38334" y="9851"/>
                </a:lnTo>
                <a:lnTo>
                  <a:pt x="35980" y="9882"/>
                </a:lnTo>
                <a:lnTo>
                  <a:pt x="33653" y="9913"/>
                </a:lnTo>
                <a:lnTo>
                  <a:pt x="31299" y="9951"/>
                </a:lnTo>
                <a:lnTo>
                  <a:pt x="28972" y="10006"/>
                </a:lnTo>
                <a:lnTo>
                  <a:pt x="26644" y="10052"/>
                </a:lnTo>
                <a:lnTo>
                  <a:pt x="24317" y="10114"/>
                </a:lnTo>
                <a:lnTo>
                  <a:pt x="22017" y="10183"/>
                </a:lnTo>
                <a:lnTo>
                  <a:pt x="19689" y="10253"/>
                </a:lnTo>
                <a:lnTo>
                  <a:pt x="17389" y="10330"/>
                </a:lnTo>
                <a:lnTo>
                  <a:pt x="15088" y="10415"/>
                </a:lnTo>
                <a:lnTo>
                  <a:pt x="12814" y="10507"/>
                </a:lnTo>
                <a:lnTo>
                  <a:pt x="10514" y="10608"/>
                </a:lnTo>
                <a:lnTo>
                  <a:pt x="8240" y="10716"/>
                </a:lnTo>
                <a:lnTo>
                  <a:pt x="5993" y="10832"/>
                </a:lnTo>
                <a:lnTo>
                  <a:pt x="5565" y="10855"/>
                </a:lnTo>
                <a:lnTo>
                  <a:pt x="5164" y="10886"/>
                </a:lnTo>
                <a:lnTo>
                  <a:pt x="4762" y="10924"/>
                </a:lnTo>
                <a:lnTo>
                  <a:pt x="4388" y="10963"/>
                </a:lnTo>
                <a:lnTo>
                  <a:pt x="4013" y="11009"/>
                </a:lnTo>
                <a:lnTo>
                  <a:pt x="3666" y="11063"/>
                </a:lnTo>
                <a:lnTo>
                  <a:pt x="3345" y="11117"/>
                </a:lnTo>
                <a:lnTo>
                  <a:pt x="3024" y="11179"/>
                </a:lnTo>
                <a:lnTo>
                  <a:pt x="2729" y="11248"/>
                </a:lnTo>
                <a:lnTo>
                  <a:pt x="2462" y="11318"/>
                </a:lnTo>
                <a:lnTo>
                  <a:pt x="2194" y="11387"/>
                </a:lnTo>
                <a:lnTo>
                  <a:pt x="1927" y="11465"/>
                </a:lnTo>
                <a:lnTo>
                  <a:pt x="1713" y="11542"/>
                </a:lnTo>
                <a:lnTo>
                  <a:pt x="1472" y="11627"/>
                </a:lnTo>
                <a:lnTo>
                  <a:pt x="1285" y="11712"/>
                </a:lnTo>
                <a:lnTo>
                  <a:pt x="1098" y="11804"/>
                </a:lnTo>
                <a:lnTo>
                  <a:pt x="910" y="11897"/>
                </a:lnTo>
                <a:lnTo>
                  <a:pt x="750" y="11990"/>
                </a:lnTo>
                <a:lnTo>
                  <a:pt x="616" y="12082"/>
                </a:lnTo>
                <a:lnTo>
                  <a:pt x="482" y="12183"/>
                </a:lnTo>
                <a:lnTo>
                  <a:pt x="268" y="12383"/>
                </a:lnTo>
                <a:lnTo>
                  <a:pt x="135" y="12592"/>
                </a:lnTo>
                <a:lnTo>
                  <a:pt x="28" y="12808"/>
                </a:lnTo>
                <a:lnTo>
                  <a:pt x="1" y="13024"/>
                </a:lnTo>
                <a:lnTo>
                  <a:pt x="1" y="13240"/>
                </a:lnTo>
                <a:lnTo>
                  <a:pt x="81" y="13456"/>
                </a:lnTo>
                <a:lnTo>
                  <a:pt x="215" y="13672"/>
                </a:lnTo>
                <a:lnTo>
                  <a:pt x="402" y="13881"/>
                </a:lnTo>
                <a:lnTo>
                  <a:pt x="643" y="14089"/>
                </a:lnTo>
                <a:lnTo>
                  <a:pt x="910" y="14290"/>
                </a:lnTo>
                <a:lnTo>
                  <a:pt x="1258" y="14483"/>
                </a:lnTo>
                <a:lnTo>
                  <a:pt x="1659" y="14661"/>
                </a:lnTo>
                <a:lnTo>
                  <a:pt x="1873" y="14746"/>
                </a:lnTo>
                <a:lnTo>
                  <a:pt x="2087" y="14830"/>
                </a:lnTo>
                <a:lnTo>
                  <a:pt x="2328" y="14915"/>
                </a:lnTo>
                <a:lnTo>
                  <a:pt x="2596" y="14993"/>
                </a:lnTo>
                <a:lnTo>
                  <a:pt x="2863" y="15062"/>
                </a:lnTo>
                <a:lnTo>
                  <a:pt x="3131" y="15132"/>
                </a:lnTo>
                <a:lnTo>
                  <a:pt x="3425" y="15201"/>
                </a:lnTo>
                <a:lnTo>
                  <a:pt x="3719" y="15255"/>
                </a:lnTo>
                <a:lnTo>
                  <a:pt x="4040" y="15317"/>
                </a:lnTo>
                <a:lnTo>
                  <a:pt x="4361" y="15371"/>
                </a:lnTo>
                <a:lnTo>
                  <a:pt x="4682" y="15417"/>
                </a:lnTo>
                <a:lnTo>
                  <a:pt x="5030" y="15456"/>
                </a:lnTo>
                <a:lnTo>
                  <a:pt x="5404" y="15494"/>
                </a:lnTo>
                <a:lnTo>
                  <a:pt x="5752" y="15525"/>
                </a:lnTo>
                <a:lnTo>
                  <a:pt x="6153" y="15556"/>
                </a:lnTo>
                <a:lnTo>
                  <a:pt x="6528" y="15572"/>
                </a:lnTo>
                <a:lnTo>
                  <a:pt x="6956" y="15587"/>
                </a:lnTo>
                <a:lnTo>
                  <a:pt x="7357" y="15595"/>
                </a:lnTo>
                <a:lnTo>
                  <a:pt x="7785" y="15602"/>
                </a:lnTo>
                <a:lnTo>
                  <a:pt x="8213" y="15595"/>
                </a:lnTo>
                <a:lnTo>
                  <a:pt x="25842" y="15286"/>
                </a:lnTo>
                <a:lnTo>
                  <a:pt x="34589" y="15139"/>
                </a:lnTo>
                <a:lnTo>
                  <a:pt x="43337" y="15000"/>
                </a:lnTo>
                <a:lnTo>
                  <a:pt x="43444" y="15950"/>
                </a:lnTo>
                <a:lnTo>
                  <a:pt x="43524" y="16892"/>
                </a:lnTo>
                <a:lnTo>
                  <a:pt x="43658" y="17826"/>
                </a:lnTo>
                <a:lnTo>
                  <a:pt x="43845" y="18768"/>
                </a:lnTo>
                <a:lnTo>
                  <a:pt x="44032" y="19709"/>
                </a:lnTo>
                <a:lnTo>
                  <a:pt x="44300" y="20644"/>
                </a:lnTo>
                <a:lnTo>
                  <a:pt x="44594" y="21578"/>
                </a:lnTo>
                <a:lnTo>
                  <a:pt x="44781" y="22049"/>
                </a:lnTo>
                <a:lnTo>
                  <a:pt x="44969" y="22512"/>
                </a:lnTo>
                <a:lnTo>
                  <a:pt x="45102" y="22712"/>
                </a:lnTo>
                <a:lnTo>
                  <a:pt x="45263" y="22898"/>
                </a:lnTo>
                <a:lnTo>
                  <a:pt x="45477" y="23068"/>
                </a:lnTo>
                <a:lnTo>
                  <a:pt x="45718" y="23230"/>
                </a:lnTo>
                <a:lnTo>
                  <a:pt x="46012" y="23384"/>
                </a:lnTo>
                <a:lnTo>
                  <a:pt x="46333" y="23515"/>
                </a:lnTo>
                <a:lnTo>
                  <a:pt x="46707" y="23639"/>
                </a:lnTo>
                <a:lnTo>
                  <a:pt x="47109" y="23747"/>
                </a:lnTo>
                <a:lnTo>
                  <a:pt x="47510" y="23847"/>
                </a:lnTo>
                <a:lnTo>
                  <a:pt x="47965" y="23924"/>
                </a:lnTo>
                <a:lnTo>
                  <a:pt x="48419" y="24002"/>
                </a:lnTo>
                <a:lnTo>
                  <a:pt x="48901" y="24056"/>
                </a:lnTo>
                <a:lnTo>
                  <a:pt x="49382" y="24102"/>
                </a:lnTo>
                <a:lnTo>
                  <a:pt x="49891" y="24133"/>
                </a:lnTo>
                <a:lnTo>
                  <a:pt x="50399" y="24156"/>
                </a:lnTo>
                <a:lnTo>
                  <a:pt x="50907" y="24164"/>
                </a:lnTo>
                <a:lnTo>
                  <a:pt x="51415" y="24156"/>
                </a:lnTo>
                <a:lnTo>
                  <a:pt x="51924" y="24133"/>
                </a:lnTo>
                <a:lnTo>
                  <a:pt x="52432" y="24102"/>
                </a:lnTo>
                <a:lnTo>
                  <a:pt x="52913" y="24056"/>
                </a:lnTo>
                <a:lnTo>
                  <a:pt x="53395" y="24002"/>
                </a:lnTo>
                <a:lnTo>
                  <a:pt x="53850" y="23932"/>
                </a:lnTo>
                <a:lnTo>
                  <a:pt x="54304" y="23847"/>
                </a:lnTo>
                <a:lnTo>
                  <a:pt x="54706" y="23747"/>
                </a:lnTo>
                <a:lnTo>
                  <a:pt x="55107" y="23639"/>
                </a:lnTo>
                <a:lnTo>
                  <a:pt x="55482" y="23515"/>
                </a:lnTo>
                <a:lnTo>
                  <a:pt x="55803" y="23384"/>
                </a:lnTo>
                <a:lnTo>
                  <a:pt x="56097" y="23237"/>
                </a:lnTo>
                <a:lnTo>
                  <a:pt x="56338" y="23075"/>
                </a:lnTo>
                <a:lnTo>
                  <a:pt x="56552" y="22898"/>
                </a:lnTo>
                <a:lnTo>
                  <a:pt x="56739" y="22712"/>
                </a:lnTo>
                <a:lnTo>
                  <a:pt x="56846" y="22512"/>
                </a:lnTo>
                <a:lnTo>
                  <a:pt x="57033" y="22033"/>
                </a:lnTo>
                <a:lnTo>
                  <a:pt x="57220" y="21562"/>
                </a:lnTo>
                <a:lnTo>
                  <a:pt x="57541" y="20605"/>
                </a:lnTo>
                <a:lnTo>
                  <a:pt x="57782" y="19648"/>
                </a:lnTo>
                <a:lnTo>
                  <a:pt x="57996" y="18690"/>
                </a:lnTo>
                <a:lnTo>
                  <a:pt x="58183" y="17725"/>
                </a:lnTo>
                <a:lnTo>
                  <a:pt x="58290" y="16768"/>
                </a:lnTo>
                <a:lnTo>
                  <a:pt x="58397" y="15803"/>
                </a:lnTo>
                <a:lnTo>
                  <a:pt x="58478" y="14838"/>
                </a:lnTo>
                <a:lnTo>
                  <a:pt x="65245" y="14784"/>
                </a:lnTo>
                <a:lnTo>
                  <a:pt x="68643" y="14769"/>
                </a:lnTo>
                <a:lnTo>
                  <a:pt x="72013" y="14753"/>
                </a:lnTo>
                <a:lnTo>
                  <a:pt x="75411" y="14746"/>
                </a:lnTo>
                <a:lnTo>
                  <a:pt x="78808" y="14746"/>
                </a:lnTo>
                <a:lnTo>
                  <a:pt x="82232" y="14753"/>
                </a:lnTo>
                <a:lnTo>
                  <a:pt x="85656" y="14776"/>
                </a:lnTo>
                <a:lnTo>
                  <a:pt x="86111" y="14776"/>
                </a:lnTo>
                <a:lnTo>
                  <a:pt x="86566" y="14769"/>
                </a:lnTo>
                <a:lnTo>
                  <a:pt x="86994" y="14753"/>
                </a:lnTo>
                <a:lnTo>
                  <a:pt x="87395" y="14738"/>
                </a:lnTo>
                <a:lnTo>
                  <a:pt x="87796" y="14715"/>
                </a:lnTo>
                <a:lnTo>
                  <a:pt x="88198" y="14684"/>
                </a:lnTo>
                <a:lnTo>
                  <a:pt x="88545" y="14653"/>
                </a:lnTo>
                <a:lnTo>
                  <a:pt x="88920" y="14614"/>
                </a:lnTo>
                <a:lnTo>
                  <a:pt x="89241" y="14576"/>
                </a:lnTo>
                <a:lnTo>
                  <a:pt x="89562" y="14529"/>
                </a:lnTo>
                <a:lnTo>
                  <a:pt x="89883" y="14475"/>
                </a:lnTo>
                <a:lnTo>
                  <a:pt x="90177" y="14421"/>
                </a:lnTo>
                <a:lnTo>
                  <a:pt x="90445" y="14360"/>
                </a:lnTo>
                <a:lnTo>
                  <a:pt x="90712" y="14298"/>
                </a:lnTo>
                <a:lnTo>
                  <a:pt x="90953" y="14228"/>
                </a:lnTo>
                <a:lnTo>
                  <a:pt x="91194" y="14159"/>
                </a:lnTo>
                <a:lnTo>
                  <a:pt x="91408" y="14089"/>
                </a:lnTo>
                <a:lnTo>
                  <a:pt x="91622" y="14012"/>
                </a:lnTo>
                <a:lnTo>
                  <a:pt x="91809" y="13927"/>
                </a:lnTo>
                <a:lnTo>
                  <a:pt x="91996" y="13850"/>
                </a:lnTo>
                <a:lnTo>
                  <a:pt x="92157" y="13765"/>
                </a:lnTo>
                <a:lnTo>
                  <a:pt x="92290" y="13680"/>
                </a:lnTo>
                <a:lnTo>
                  <a:pt x="92424" y="13588"/>
                </a:lnTo>
                <a:lnTo>
                  <a:pt x="92531" y="13495"/>
                </a:lnTo>
                <a:lnTo>
                  <a:pt x="92718" y="13310"/>
                </a:lnTo>
                <a:lnTo>
                  <a:pt x="92852" y="13117"/>
                </a:lnTo>
                <a:lnTo>
                  <a:pt x="92932" y="12924"/>
                </a:lnTo>
                <a:lnTo>
                  <a:pt x="92959" y="12723"/>
                </a:lnTo>
                <a:lnTo>
                  <a:pt x="92906" y="12522"/>
                </a:lnTo>
                <a:lnTo>
                  <a:pt x="92825" y="12321"/>
                </a:lnTo>
                <a:lnTo>
                  <a:pt x="92665" y="12128"/>
                </a:lnTo>
                <a:lnTo>
                  <a:pt x="92451" y="11928"/>
                </a:lnTo>
                <a:lnTo>
                  <a:pt x="92183" y="11742"/>
                </a:lnTo>
                <a:lnTo>
                  <a:pt x="91862" y="11557"/>
                </a:lnTo>
                <a:lnTo>
                  <a:pt x="91488" y="11380"/>
                </a:lnTo>
                <a:lnTo>
                  <a:pt x="91274" y="11295"/>
                </a:lnTo>
                <a:lnTo>
                  <a:pt x="91060" y="11218"/>
                </a:lnTo>
                <a:lnTo>
                  <a:pt x="90819" y="11133"/>
                </a:lnTo>
                <a:lnTo>
                  <a:pt x="90578" y="11063"/>
                </a:lnTo>
                <a:lnTo>
                  <a:pt x="90311" y="10986"/>
                </a:lnTo>
                <a:lnTo>
                  <a:pt x="90017" y="10916"/>
                </a:lnTo>
                <a:lnTo>
                  <a:pt x="89722" y="10847"/>
                </a:lnTo>
                <a:lnTo>
                  <a:pt x="89428" y="10785"/>
                </a:lnTo>
                <a:lnTo>
                  <a:pt x="89107" y="10723"/>
                </a:lnTo>
                <a:lnTo>
                  <a:pt x="88786" y="10669"/>
                </a:lnTo>
                <a:lnTo>
                  <a:pt x="88438" y="10623"/>
                </a:lnTo>
                <a:lnTo>
                  <a:pt x="88091" y="10569"/>
                </a:lnTo>
                <a:lnTo>
                  <a:pt x="87716" y="10530"/>
                </a:lnTo>
                <a:lnTo>
                  <a:pt x="87315" y="10492"/>
                </a:lnTo>
                <a:lnTo>
                  <a:pt x="86913" y="10461"/>
                </a:lnTo>
                <a:lnTo>
                  <a:pt x="86512" y="10430"/>
                </a:lnTo>
                <a:lnTo>
                  <a:pt x="86084" y="10407"/>
                </a:lnTo>
                <a:lnTo>
                  <a:pt x="85656" y="10392"/>
                </a:lnTo>
                <a:lnTo>
                  <a:pt x="82339" y="10291"/>
                </a:lnTo>
                <a:lnTo>
                  <a:pt x="79022" y="10191"/>
                </a:lnTo>
                <a:lnTo>
                  <a:pt x="75678" y="10114"/>
                </a:lnTo>
                <a:lnTo>
                  <a:pt x="72334" y="10036"/>
                </a:lnTo>
                <a:lnTo>
                  <a:pt x="68964" y="9967"/>
                </a:lnTo>
                <a:lnTo>
                  <a:pt x="65566" y="9913"/>
                </a:lnTo>
                <a:lnTo>
                  <a:pt x="62196" y="9867"/>
                </a:lnTo>
                <a:lnTo>
                  <a:pt x="58799" y="9836"/>
                </a:lnTo>
                <a:lnTo>
                  <a:pt x="58879" y="7983"/>
                </a:lnTo>
                <a:lnTo>
                  <a:pt x="58959" y="7057"/>
                </a:lnTo>
                <a:lnTo>
                  <a:pt x="59039" y="6130"/>
                </a:lnTo>
                <a:lnTo>
                  <a:pt x="59146" y="5204"/>
                </a:lnTo>
                <a:lnTo>
                  <a:pt x="59280" y="4285"/>
                </a:lnTo>
                <a:lnTo>
                  <a:pt x="59441" y="3359"/>
                </a:lnTo>
                <a:lnTo>
                  <a:pt x="59655" y="2440"/>
                </a:lnTo>
                <a:lnTo>
                  <a:pt x="59681" y="2293"/>
                </a:lnTo>
                <a:lnTo>
                  <a:pt x="59681" y="2147"/>
                </a:lnTo>
                <a:lnTo>
                  <a:pt x="59655" y="2008"/>
                </a:lnTo>
                <a:lnTo>
                  <a:pt x="59601" y="1869"/>
                </a:lnTo>
                <a:lnTo>
                  <a:pt x="59521" y="1738"/>
                </a:lnTo>
                <a:lnTo>
                  <a:pt x="59414" y="1614"/>
                </a:lnTo>
                <a:lnTo>
                  <a:pt x="59280" y="1490"/>
                </a:lnTo>
                <a:lnTo>
                  <a:pt x="59120" y="1375"/>
                </a:lnTo>
                <a:lnTo>
                  <a:pt x="58932" y="1267"/>
                </a:lnTo>
                <a:lnTo>
                  <a:pt x="58745" y="1159"/>
                </a:lnTo>
                <a:lnTo>
                  <a:pt x="58531" y="1050"/>
                </a:lnTo>
                <a:lnTo>
                  <a:pt x="58290" y="958"/>
                </a:lnTo>
                <a:lnTo>
                  <a:pt x="58023" y="865"/>
                </a:lnTo>
                <a:lnTo>
                  <a:pt x="57755" y="773"/>
                </a:lnTo>
                <a:lnTo>
                  <a:pt x="57461" y="688"/>
                </a:lnTo>
                <a:lnTo>
                  <a:pt x="57167" y="610"/>
                </a:lnTo>
                <a:lnTo>
                  <a:pt x="56846" y="541"/>
                </a:lnTo>
                <a:lnTo>
                  <a:pt x="56525" y="471"/>
                </a:lnTo>
                <a:lnTo>
                  <a:pt x="56177" y="402"/>
                </a:lnTo>
                <a:lnTo>
                  <a:pt x="55803" y="348"/>
                </a:lnTo>
                <a:lnTo>
                  <a:pt x="55428" y="294"/>
                </a:lnTo>
                <a:lnTo>
                  <a:pt x="55054" y="240"/>
                </a:lnTo>
                <a:lnTo>
                  <a:pt x="54679" y="194"/>
                </a:lnTo>
                <a:lnTo>
                  <a:pt x="54278" y="155"/>
                </a:lnTo>
                <a:lnTo>
                  <a:pt x="53876" y="116"/>
                </a:lnTo>
                <a:lnTo>
                  <a:pt x="53448" y="85"/>
                </a:lnTo>
                <a:lnTo>
                  <a:pt x="53047" y="62"/>
                </a:lnTo>
                <a:lnTo>
                  <a:pt x="52619" y="39"/>
                </a:lnTo>
                <a:lnTo>
                  <a:pt x="52191" y="24"/>
                </a:lnTo>
                <a:lnTo>
                  <a:pt x="51763" y="8"/>
                </a:lnTo>
                <a:lnTo>
                  <a:pt x="5133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292755" y="157507"/>
            <a:ext cx="428717" cy="299902"/>
          </a:xfrm>
          <a:custGeom>
            <a:rect b="b" l="l" r="r" t="t"/>
            <a:pathLst>
              <a:path extrusionOk="0" h="29908" w="131106">
                <a:moveTo>
                  <a:pt x="4067" y="1"/>
                </a:moveTo>
                <a:lnTo>
                  <a:pt x="3719" y="8"/>
                </a:lnTo>
                <a:lnTo>
                  <a:pt x="3372" y="31"/>
                </a:lnTo>
                <a:lnTo>
                  <a:pt x="3024" y="62"/>
                </a:lnTo>
                <a:lnTo>
                  <a:pt x="2676" y="101"/>
                </a:lnTo>
                <a:lnTo>
                  <a:pt x="2355" y="155"/>
                </a:lnTo>
                <a:lnTo>
                  <a:pt x="2061" y="209"/>
                </a:lnTo>
                <a:lnTo>
                  <a:pt x="1767" y="278"/>
                </a:lnTo>
                <a:lnTo>
                  <a:pt x="1499" y="348"/>
                </a:lnTo>
                <a:lnTo>
                  <a:pt x="1232" y="425"/>
                </a:lnTo>
                <a:lnTo>
                  <a:pt x="991" y="510"/>
                </a:lnTo>
                <a:lnTo>
                  <a:pt x="777" y="595"/>
                </a:lnTo>
                <a:lnTo>
                  <a:pt x="563" y="688"/>
                </a:lnTo>
                <a:lnTo>
                  <a:pt x="402" y="780"/>
                </a:lnTo>
                <a:lnTo>
                  <a:pt x="268" y="881"/>
                </a:lnTo>
                <a:lnTo>
                  <a:pt x="135" y="981"/>
                </a:lnTo>
                <a:lnTo>
                  <a:pt x="54" y="1081"/>
                </a:lnTo>
                <a:lnTo>
                  <a:pt x="1" y="1189"/>
                </a:lnTo>
                <a:lnTo>
                  <a:pt x="1" y="1290"/>
                </a:lnTo>
                <a:lnTo>
                  <a:pt x="1" y="1398"/>
                </a:lnTo>
                <a:lnTo>
                  <a:pt x="54" y="1498"/>
                </a:lnTo>
                <a:lnTo>
                  <a:pt x="161" y="1599"/>
                </a:lnTo>
                <a:lnTo>
                  <a:pt x="268" y="1699"/>
                </a:lnTo>
                <a:lnTo>
                  <a:pt x="456" y="1792"/>
                </a:lnTo>
                <a:lnTo>
                  <a:pt x="670" y="1884"/>
                </a:lnTo>
                <a:lnTo>
                  <a:pt x="937" y="1977"/>
                </a:lnTo>
                <a:lnTo>
                  <a:pt x="1258" y="2062"/>
                </a:lnTo>
                <a:lnTo>
                  <a:pt x="5003" y="2973"/>
                </a:lnTo>
                <a:lnTo>
                  <a:pt x="8748" y="3884"/>
                </a:lnTo>
                <a:lnTo>
                  <a:pt x="12547" y="4787"/>
                </a:lnTo>
                <a:lnTo>
                  <a:pt x="16346" y="5682"/>
                </a:lnTo>
                <a:lnTo>
                  <a:pt x="20144" y="6578"/>
                </a:lnTo>
                <a:lnTo>
                  <a:pt x="23970" y="7473"/>
                </a:lnTo>
                <a:lnTo>
                  <a:pt x="27822" y="8361"/>
                </a:lnTo>
                <a:lnTo>
                  <a:pt x="31674" y="9241"/>
                </a:lnTo>
                <a:lnTo>
                  <a:pt x="35553" y="10121"/>
                </a:lnTo>
                <a:lnTo>
                  <a:pt x="39431" y="11001"/>
                </a:lnTo>
                <a:lnTo>
                  <a:pt x="47216" y="12746"/>
                </a:lnTo>
                <a:lnTo>
                  <a:pt x="55054" y="14483"/>
                </a:lnTo>
                <a:lnTo>
                  <a:pt x="62892" y="16205"/>
                </a:lnTo>
                <a:lnTo>
                  <a:pt x="70783" y="17918"/>
                </a:lnTo>
                <a:lnTo>
                  <a:pt x="78701" y="19625"/>
                </a:lnTo>
                <a:lnTo>
                  <a:pt x="86619" y="21323"/>
                </a:lnTo>
                <a:lnTo>
                  <a:pt x="94538" y="23014"/>
                </a:lnTo>
                <a:lnTo>
                  <a:pt x="110401" y="26387"/>
                </a:lnTo>
                <a:lnTo>
                  <a:pt x="126210" y="29753"/>
                </a:lnTo>
                <a:lnTo>
                  <a:pt x="126478" y="29799"/>
                </a:lnTo>
                <a:lnTo>
                  <a:pt x="126745" y="29846"/>
                </a:lnTo>
                <a:lnTo>
                  <a:pt x="127040" y="29877"/>
                </a:lnTo>
                <a:lnTo>
                  <a:pt x="127334" y="29892"/>
                </a:lnTo>
                <a:lnTo>
                  <a:pt x="127601" y="29900"/>
                </a:lnTo>
                <a:lnTo>
                  <a:pt x="127896" y="29907"/>
                </a:lnTo>
                <a:lnTo>
                  <a:pt x="128163" y="29892"/>
                </a:lnTo>
                <a:lnTo>
                  <a:pt x="128431" y="29877"/>
                </a:lnTo>
                <a:lnTo>
                  <a:pt x="128698" y="29853"/>
                </a:lnTo>
                <a:lnTo>
                  <a:pt x="128966" y="29823"/>
                </a:lnTo>
                <a:lnTo>
                  <a:pt x="129206" y="29784"/>
                </a:lnTo>
                <a:lnTo>
                  <a:pt x="129474" y="29738"/>
                </a:lnTo>
                <a:lnTo>
                  <a:pt x="129688" y="29684"/>
                </a:lnTo>
                <a:lnTo>
                  <a:pt x="129902" y="29630"/>
                </a:lnTo>
                <a:lnTo>
                  <a:pt x="130116" y="29568"/>
                </a:lnTo>
                <a:lnTo>
                  <a:pt x="130303" y="29506"/>
                </a:lnTo>
                <a:lnTo>
                  <a:pt x="130464" y="29437"/>
                </a:lnTo>
                <a:lnTo>
                  <a:pt x="130624" y="29367"/>
                </a:lnTo>
                <a:lnTo>
                  <a:pt x="130758" y="29290"/>
                </a:lnTo>
                <a:lnTo>
                  <a:pt x="130865" y="29213"/>
                </a:lnTo>
                <a:lnTo>
                  <a:pt x="130972" y="29135"/>
                </a:lnTo>
                <a:lnTo>
                  <a:pt x="131025" y="29051"/>
                </a:lnTo>
                <a:lnTo>
                  <a:pt x="131079" y="28973"/>
                </a:lnTo>
                <a:lnTo>
                  <a:pt x="131106" y="28888"/>
                </a:lnTo>
                <a:lnTo>
                  <a:pt x="131079" y="28811"/>
                </a:lnTo>
                <a:lnTo>
                  <a:pt x="131052" y="28726"/>
                </a:lnTo>
                <a:lnTo>
                  <a:pt x="130972" y="28649"/>
                </a:lnTo>
                <a:lnTo>
                  <a:pt x="130865" y="28572"/>
                </a:lnTo>
                <a:lnTo>
                  <a:pt x="130731" y="28495"/>
                </a:lnTo>
                <a:lnTo>
                  <a:pt x="130544" y="28425"/>
                </a:lnTo>
                <a:lnTo>
                  <a:pt x="130357" y="28356"/>
                </a:lnTo>
                <a:lnTo>
                  <a:pt x="130089" y="28294"/>
                </a:lnTo>
                <a:lnTo>
                  <a:pt x="114895" y="24704"/>
                </a:lnTo>
                <a:lnTo>
                  <a:pt x="99674" y="21099"/>
                </a:lnTo>
                <a:lnTo>
                  <a:pt x="92023" y="19300"/>
                </a:lnTo>
                <a:lnTo>
                  <a:pt x="84372" y="17509"/>
                </a:lnTo>
                <a:lnTo>
                  <a:pt x="76695" y="15718"/>
                </a:lnTo>
                <a:lnTo>
                  <a:pt x="68991" y="13935"/>
                </a:lnTo>
                <a:lnTo>
                  <a:pt x="61260" y="12167"/>
                </a:lnTo>
                <a:lnTo>
                  <a:pt x="53502" y="10407"/>
                </a:lnTo>
                <a:lnTo>
                  <a:pt x="45718" y="8655"/>
                </a:lnTo>
                <a:lnTo>
                  <a:pt x="41812" y="7790"/>
                </a:lnTo>
                <a:lnTo>
                  <a:pt x="37880" y="6925"/>
                </a:lnTo>
                <a:lnTo>
                  <a:pt x="33974" y="6068"/>
                </a:lnTo>
                <a:lnTo>
                  <a:pt x="30042" y="5212"/>
                </a:lnTo>
                <a:lnTo>
                  <a:pt x="26083" y="4362"/>
                </a:lnTo>
                <a:lnTo>
                  <a:pt x="22150" y="3513"/>
                </a:lnTo>
                <a:lnTo>
                  <a:pt x="18191" y="2679"/>
                </a:lnTo>
                <a:lnTo>
                  <a:pt x="14206" y="1846"/>
                </a:lnTo>
                <a:lnTo>
                  <a:pt x="10246" y="1012"/>
                </a:lnTo>
                <a:lnTo>
                  <a:pt x="6261" y="194"/>
                </a:lnTo>
                <a:lnTo>
                  <a:pt x="5886" y="124"/>
                </a:lnTo>
                <a:lnTo>
                  <a:pt x="5538" y="78"/>
                </a:lnTo>
                <a:lnTo>
                  <a:pt x="5164" y="39"/>
                </a:lnTo>
                <a:lnTo>
                  <a:pt x="4789" y="8"/>
                </a:lnTo>
                <a:lnTo>
                  <a:pt x="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rot="10800000">
            <a:off x="379077" y="100223"/>
            <a:ext cx="380079" cy="277692"/>
          </a:xfrm>
          <a:custGeom>
            <a:rect b="b" l="l" r="r" t="t"/>
            <a:pathLst>
              <a:path extrusionOk="0" h="27693" w="116232">
                <a:moveTo>
                  <a:pt x="4388" y="1"/>
                </a:moveTo>
                <a:lnTo>
                  <a:pt x="3960" y="16"/>
                </a:lnTo>
                <a:lnTo>
                  <a:pt x="3532" y="40"/>
                </a:lnTo>
                <a:lnTo>
                  <a:pt x="3130" y="86"/>
                </a:lnTo>
                <a:lnTo>
                  <a:pt x="2729" y="140"/>
                </a:lnTo>
                <a:lnTo>
                  <a:pt x="2355" y="209"/>
                </a:lnTo>
                <a:lnTo>
                  <a:pt x="2007" y="287"/>
                </a:lnTo>
                <a:lnTo>
                  <a:pt x="1686" y="371"/>
                </a:lnTo>
                <a:lnTo>
                  <a:pt x="1365" y="472"/>
                </a:lnTo>
                <a:lnTo>
                  <a:pt x="1097" y="572"/>
                </a:lnTo>
                <a:lnTo>
                  <a:pt x="830" y="688"/>
                </a:lnTo>
                <a:lnTo>
                  <a:pt x="616" y="804"/>
                </a:lnTo>
                <a:lnTo>
                  <a:pt x="428" y="927"/>
                </a:lnTo>
                <a:lnTo>
                  <a:pt x="268" y="1059"/>
                </a:lnTo>
                <a:lnTo>
                  <a:pt x="134" y="1190"/>
                </a:lnTo>
                <a:lnTo>
                  <a:pt x="54" y="1329"/>
                </a:lnTo>
                <a:lnTo>
                  <a:pt x="27" y="1468"/>
                </a:lnTo>
                <a:lnTo>
                  <a:pt x="0" y="1599"/>
                </a:lnTo>
                <a:lnTo>
                  <a:pt x="54" y="1738"/>
                </a:lnTo>
                <a:lnTo>
                  <a:pt x="134" y="1877"/>
                </a:lnTo>
                <a:lnTo>
                  <a:pt x="268" y="2016"/>
                </a:lnTo>
                <a:lnTo>
                  <a:pt x="455" y="2147"/>
                </a:lnTo>
                <a:lnTo>
                  <a:pt x="669" y="2271"/>
                </a:lnTo>
                <a:lnTo>
                  <a:pt x="963" y="2394"/>
                </a:lnTo>
                <a:lnTo>
                  <a:pt x="1311" y="2518"/>
                </a:lnTo>
                <a:lnTo>
                  <a:pt x="1686" y="2626"/>
                </a:lnTo>
                <a:lnTo>
                  <a:pt x="2141" y="2734"/>
                </a:lnTo>
                <a:lnTo>
                  <a:pt x="9176" y="4201"/>
                </a:lnTo>
                <a:lnTo>
                  <a:pt x="16158" y="5683"/>
                </a:lnTo>
                <a:lnTo>
                  <a:pt x="23113" y="7180"/>
                </a:lnTo>
                <a:lnTo>
                  <a:pt x="30015" y="8686"/>
                </a:lnTo>
                <a:lnTo>
                  <a:pt x="36916" y="10207"/>
                </a:lnTo>
                <a:lnTo>
                  <a:pt x="43764" y="11735"/>
                </a:lnTo>
                <a:lnTo>
                  <a:pt x="50586" y="13271"/>
                </a:lnTo>
                <a:lnTo>
                  <a:pt x="57381" y="14823"/>
                </a:lnTo>
                <a:lnTo>
                  <a:pt x="64148" y="16375"/>
                </a:lnTo>
                <a:lnTo>
                  <a:pt x="70916" y="17942"/>
                </a:lnTo>
                <a:lnTo>
                  <a:pt x="77631" y="19517"/>
                </a:lnTo>
                <a:lnTo>
                  <a:pt x="84345" y="21099"/>
                </a:lnTo>
                <a:lnTo>
                  <a:pt x="91060" y="22682"/>
                </a:lnTo>
                <a:lnTo>
                  <a:pt x="97747" y="24272"/>
                </a:lnTo>
                <a:lnTo>
                  <a:pt x="104408" y="25870"/>
                </a:lnTo>
                <a:lnTo>
                  <a:pt x="111069" y="27476"/>
                </a:lnTo>
                <a:lnTo>
                  <a:pt x="111336" y="27530"/>
                </a:lnTo>
                <a:lnTo>
                  <a:pt x="111631" y="27584"/>
                </a:lnTo>
                <a:lnTo>
                  <a:pt x="111925" y="27623"/>
                </a:lnTo>
                <a:lnTo>
                  <a:pt x="112193" y="27654"/>
                </a:lnTo>
                <a:lnTo>
                  <a:pt x="112487" y="27669"/>
                </a:lnTo>
                <a:lnTo>
                  <a:pt x="112781" y="27684"/>
                </a:lnTo>
                <a:lnTo>
                  <a:pt x="113075" y="27692"/>
                </a:lnTo>
                <a:lnTo>
                  <a:pt x="113343" y="27684"/>
                </a:lnTo>
                <a:lnTo>
                  <a:pt x="113637" y="27669"/>
                </a:lnTo>
                <a:lnTo>
                  <a:pt x="113905" y="27654"/>
                </a:lnTo>
                <a:lnTo>
                  <a:pt x="114172" y="27630"/>
                </a:lnTo>
                <a:lnTo>
                  <a:pt x="114440" y="27600"/>
                </a:lnTo>
                <a:lnTo>
                  <a:pt x="114680" y="27561"/>
                </a:lnTo>
                <a:lnTo>
                  <a:pt x="114894" y="27515"/>
                </a:lnTo>
                <a:lnTo>
                  <a:pt x="115135" y="27468"/>
                </a:lnTo>
                <a:lnTo>
                  <a:pt x="115322" y="27414"/>
                </a:lnTo>
                <a:lnTo>
                  <a:pt x="115510" y="27353"/>
                </a:lnTo>
                <a:lnTo>
                  <a:pt x="115697" y="27291"/>
                </a:lnTo>
                <a:lnTo>
                  <a:pt x="115831" y="27229"/>
                </a:lnTo>
                <a:lnTo>
                  <a:pt x="115964" y="27160"/>
                </a:lnTo>
                <a:lnTo>
                  <a:pt x="116071" y="27090"/>
                </a:lnTo>
                <a:lnTo>
                  <a:pt x="116152" y="27021"/>
                </a:lnTo>
                <a:lnTo>
                  <a:pt x="116205" y="26943"/>
                </a:lnTo>
                <a:lnTo>
                  <a:pt x="116232" y="26866"/>
                </a:lnTo>
                <a:lnTo>
                  <a:pt x="116232" y="26789"/>
                </a:lnTo>
                <a:lnTo>
                  <a:pt x="116205" y="26712"/>
                </a:lnTo>
                <a:lnTo>
                  <a:pt x="116125" y="26635"/>
                </a:lnTo>
                <a:lnTo>
                  <a:pt x="116045" y="26557"/>
                </a:lnTo>
                <a:lnTo>
                  <a:pt x="115911" y="26480"/>
                </a:lnTo>
                <a:lnTo>
                  <a:pt x="115724" y="26403"/>
                </a:lnTo>
                <a:lnTo>
                  <a:pt x="115536" y="26333"/>
                </a:lnTo>
                <a:lnTo>
                  <a:pt x="115269" y="26256"/>
                </a:lnTo>
                <a:lnTo>
                  <a:pt x="112059" y="25399"/>
                </a:lnTo>
                <a:lnTo>
                  <a:pt x="108795" y="24535"/>
                </a:lnTo>
                <a:lnTo>
                  <a:pt x="105558" y="23686"/>
                </a:lnTo>
                <a:lnTo>
                  <a:pt x="102295" y="22836"/>
                </a:lnTo>
                <a:lnTo>
                  <a:pt x="99004" y="21987"/>
                </a:lnTo>
                <a:lnTo>
                  <a:pt x="95714" y="21146"/>
                </a:lnTo>
                <a:lnTo>
                  <a:pt x="92424" y="20304"/>
                </a:lnTo>
                <a:lnTo>
                  <a:pt x="89107" y="19471"/>
                </a:lnTo>
                <a:lnTo>
                  <a:pt x="82446" y="17811"/>
                </a:lnTo>
                <a:lnTo>
                  <a:pt x="75758" y="16159"/>
                </a:lnTo>
                <a:lnTo>
                  <a:pt x="69017" y="14522"/>
                </a:lnTo>
                <a:lnTo>
                  <a:pt x="62276" y="12901"/>
                </a:lnTo>
                <a:lnTo>
                  <a:pt x="55454" y="11287"/>
                </a:lnTo>
                <a:lnTo>
                  <a:pt x="48633" y="9689"/>
                </a:lnTo>
                <a:lnTo>
                  <a:pt x="41785" y="8099"/>
                </a:lnTo>
                <a:lnTo>
                  <a:pt x="34883" y="6517"/>
                </a:lnTo>
                <a:lnTo>
                  <a:pt x="27982" y="4949"/>
                </a:lnTo>
                <a:lnTo>
                  <a:pt x="21053" y="3382"/>
                </a:lnTo>
                <a:lnTo>
                  <a:pt x="14098" y="1823"/>
                </a:lnTo>
                <a:lnTo>
                  <a:pt x="7143" y="271"/>
                </a:lnTo>
                <a:lnTo>
                  <a:pt x="6661" y="178"/>
                </a:lnTo>
                <a:lnTo>
                  <a:pt x="6207" y="109"/>
                </a:lnTo>
                <a:lnTo>
                  <a:pt x="5725" y="55"/>
                </a:lnTo>
                <a:lnTo>
                  <a:pt x="5270" y="16"/>
                </a:lnTo>
                <a:lnTo>
                  <a:pt x="481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rot="10800000">
            <a:off x="8575475" y="1672269"/>
            <a:ext cx="381914" cy="362162"/>
          </a:xfrm>
          <a:custGeom>
            <a:rect b="b" l="l" r="r" t="t"/>
            <a:pathLst>
              <a:path extrusionOk="0" h="39280" w="127093">
                <a:moveTo>
                  <a:pt x="123508" y="1"/>
                </a:moveTo>
                <a:lnTo>
                  <a:pt x="123187" y="16"/>
                </a:lnTo>
                <a:lnTo>
                  <a:pt x="122893" y="32"/>
                </a:lnTo>
                <a:lnTo>
                  <a:pt x="122572" y="62"/>
                </a:lnTo>
                <a:lnTo>
                  <a:pt x="122251" y="109"/>
                </a:lnTo>
                <a:lnTo>
                  <a:pt x="121957" y="163"/>
                </a:lnTo>
                <a:lnTo>
                  <a:pt x="121662" y="232"/>
                </a:lnTo>
                <a:lnTo>
                  <a:pt x="121368" y="309"/>
                </a:lnTo>
                <a:lnTo>
                  <a:pt x="117703" y="1413"/>
                </a:lnTo>
                <a:lnTo>
                  <a:pt x="114065" y="2517"/>
                </a:lnTo>
                <a:lnTo>
                  <a:pt x="106843" y="4733"/>
                </a:lnTo>
                <a:lnTo>
                  <a:pt x="99620" y="6956"/>
                </a:lnTo>
                <a:lnTo>
                  <a:pt x="92451" y="9195"/>
                </a:lnTo>
                <a:lnTo>
                  <a:pt x="78112" y="13673"/>
                </a:lnTo>
                <a:lnTo>
                  <a:pt x="63801" y="18142"/>
                </a:lnTo>
                <a:lnTo>
                  <a:pt x="50292" y="22358"/>
                </a:lnTo>
                <a:lnTo>
                  <a:pt x="36810" y="26573"/>
                </a:lnTo>
                <a:lnTo>
                  <a:pt x="35231" y="27082"/>
                </a:lnTo>
                <a:lnTo>
                  <a:pt x="33626" y="27615"/>
                </a:lnTo>
                <a:lnTo>
                  <a:pt x="31994" y="28178"/>
                </a:lnTo>
                <a:lnTo>
                  <a:pt x="30309" y="28765"/>
                </a:lnTo>
                <a:lnTo>
                  <a:pt x="26885" y="29977"/>
                </a:lnTo>
                <a:lnTo>
                  <a:pt x="25120" y="30595"/>
                </a:lnTo>
                <a:lnTo>
                  <a:pt x="23327" y="31212"/>
                </a:lnTo>
                <a:lnTo>
                  <a:pt x="21508" y="31822"/>
                </a:lnTo>
                <a:lnTo>
                  <a:pt x="19662" y="32432"/>
                </a:lnTo>
                <a:lnTo>
                  <a:pt x="17817" y="33019"/>
                </a:lnTo>
                <a:lnTo>
                  <a:pt x="16854" y="33312"/>
                </a:lnTo>
                <a:lnTo>
                  <a:pt x="15917" y="33598"/>
                </a:lnTo>
                <a:lnTo>
                  <a:pt x="14954" y="33876"/>
                </a:lnTo>
                <a:lnTo>
                  <a:pt x="13991" y="34146"/>
                </a:lnTo>
                <a:lnTo>
                  <a:pt x="13028" y="34408"/>
                </a:lnTo>
                <a:lnTo>
                  <a:pt x="12065" y="34663"/>
                </a:lnTo>
                <a:lnTo>
                  <a:pt x="11102" y="34910"/>
                </a:lnTo>
                <a:lnTo>
                  <a:pt x="10112" y="35149"/>
                </a:lnTo>
                <a:lnTo>
                  <a:pt x="9123" y="35373"/>
                </a:lnTo>
                <a:lnTo>
                  <a:pt x="8133" y="35597"/>
                </a:lnTo>
                <a:lnTo>
                  <a:pt x="7812" y="35559"/>
                </a:lnTo>
                <a:lnTo>
                  <a:pt x="7518" y="35535"/>
                </a:lnTo>
                <a:lnTo>
                  <a:pt x="7197" y="35512"/>
                </a:lnTo>
                <a:lnTo>
                  <a:pt x="6876" y="35497"/>
                </a:lnTo>
                <a:lnTo>
                  <a:pt x="6528" y="35489"/>
                </a:lnTo>
                <a:lnTo>
                  <a:pt x="6207" y="35481"/>
                </a:lnTo>
                <a:lnTo>
                  <a:pt x="5859" y="35489"/>
                </a:lnTo>
                <a:lnTo>
                  <a:pt x="5511" y="35497"/>
                </a:lnTo>
                <a:lnTo>
                  <a:pt x="5190" y="35520"/>
                </a:lnTo>
                <a:lnTo>
                  <a:pt x="4843" y="35543"/>
                </a:lnTo>
                <a:lnTo>
                  <a:pt x="4495" y="35574"/>
                </a:lnTo>
                <a:lnTo>
                  <a:pt x="4147" y="35613"/>
                </a:lnTo>
                <a:lnTo>
                  <a:pt x="3799" y="35667"/>
                </a:lnTo>
                <a:lnTo>
                  <a:pt x="3478" y="35721"/>
                </a:lnTo>
                <a:lnTo>
                  <a:pt x="3131" y="35790"/>
                </a:lnTo>
                <a:lnTo>
                  <a:pt x="2810" y="35867"/>
                </a:lnTo>
                <a:lnTo>
                  <a:pt x="1499" y="36184"/>
                </a:lnTo>
                <a:lnTo>
                  <a:pt x="1178" y="36269"/>
                </a:lnTo>
                <a:lnTo>
                  <a:pt x="910" y="36361"/>
                </a:lnTo>
                <a:lnTo>
                  <a:pt x="669" y="36462"/>
                </a:lnTo>
                <a:lnTo>
                  <a:pt x="455" y="36570"/>
                </a:lnTo>
                <a:lnTo>
                  <a:pt x="295" y="36686"/>
                </a:lnTo>
                <a:lnTo>
                  <a:pt x="188" y="36801"/>
                </a:lnTo>
                <a:lnTo>
                  <a:pt x="81" y="36925"/>
                </a:lnTo>
                <a:lnTo>
                  <a:pt x="27" y="37049"/>
                </a:lnTo>
                <a:lnTo>
                  <a:pt x="1" y="37172"/>
                </a:lnTo>
                <a:lnTo>
                  <a:pt x="27" y="37296"/>
                </a:lnTo>
                <a:lnTo>
                  <a:pt x="54" y="37419"/>
                </a:lnTo>
                <a:lnTo>
                  <a:pt x="134" y="37543"/>
                </a:lnTo>
                <a:lnTo>
                  <a:pt x="241" y="37666"/>
                </a:lnTo>
                <a:lnTo>
                  <a:pt x="348" y="37782"/>
                </a:lnTo>
                <a:lnTo>
                  <a:pt x="509" y="37898"/>
                </a:lnTo>
                <a:lnTo>
                  <a:pt x="669" y="38006"/>
                </a:lnTo>
                <a:lnTo>
                  <a:pt x="1659" y="38538"/>
                </a:lnTo>
                <a:lnTo>
                  <a:pt x="1793" y="38608"/>
                </a:lnTo>
                <a:lnTo>
                  <a:pt x="1953" y="38677"/>
                </a:lnTo>
                <a:lnTo>
                  <a:pt x="2274" y="38801"/>
                </a:lnTo>
                <a:lnTo>
                  <a:pt x="2622" y="38909"/>
                </a:lnTo>
                <a:lnTo>
                  <a:pt x="3024" y="39002"/>
                </a:lnTo>
                <a:lnTo>
                  <a:pt x="3478" y="39079"/>
                </a:lnTo>
                <a:lnTo>
                  <a:pt x="3933" y="39148"/>
                </a:lnTo>
                <a:lnTo>
                  <a:pt x="4415" y="39202"/>
                </a:lnTo>
                <a:lnTo>
                  <a:pt x="4896" y="39241"/>
                </a:lnTo>
                <a:lnTo>
                  <a:pt x="5404" y="39264"/>
                </a:lnTo>
                <a:lnTo>
                  <a:pt x="5939" y="39280"/>
                </a:lnTo>
                <a:lnTo>
                  <a:pt x="6448" y="39280"/>
                </a:lnTo>
                <a:lnTo>
                  <a:pt x="6983" y="39272"/>
                </a:lnTo>
                <a:lnTo>
                  <a:pt x="7491" y="39241"/>
                </a:lnTo>
                <a:lnTo>
                  <a:pt x="7999" y="39202"/>
                </a:lnTo>
                <a:lnTo>
                  <a:pt x="8481" y="39156"/>
                </a:lnTo>
                <a:lnTo>
                  <a:pt x="8962" y="39094"/>
                </a:lnTo>
                <a:lnTo>
                  <a:pt x="9925" y="38940"/>
                </a:lnTo>
                <a:lnTo>
                  <a:pt x="10915" y="38785"/>
                </a:lnTo>
                <a:lnTo>
                  <a:pt x="11878" y="38616"/>
                </a:lnTo>
                <a:lnTo>
                  <a:pt x="12868" y="38446"/>
                </a:lnTo>
                <a:lnTo>
                  <a:pt x="13831" y="38261"/>
                </a:lnTo>
                <a:lnTo>
                  <a:pt x="14794" y="38075"/>
                </a:lnTo>
                <a:lnTo>
                  <a:pt x="15730" y="37882"/>
                </a:lnTo>
                <a:lnTo>
                  <a:pt x="16693" y="37674"/>
                </a:lnTo>
                <a:lnTo>
                  <a:pt x="17629" y="37465"/>
                </a:lnTo>
                <a:lnTo>
                  <a:pt x="18592" y="37257"/>
                </a:lnTo>
                <a:lnTo>
                  <a:pt x="19529" y="37033"/>
                </a:lnTo>
                <a:lnTo>
                  <a:pt x="20465" y="36809"/>
                </a:lnTo>
                <a:lnTo>
                  <a:pt x="21401" y="36578"/>
                </a:lnTo>
                <a:lnTo>
                  <a:pt x="22311" y="36338"/>
                </a:lnTo>
                <a:lnTo>
                  <a:pt x="24156" y="35844"/>
                </a:lnTo>
                <a:lnTo>
                  <a:pt x="26002" y="35335"/>
                </a:lnTo>
                <a:lnTo>
                  <a:pt x="27795" y="34810"/>
                </a:lnTo>
                <a:lnTo>
                  <a:pt x="29587" y="34262"/>
                </a:lnTo>
                <a:lnTo>
                  <a:pt x="31379" y="33706"/>
                </a:lnTo>
                <a:lnTo>
                  <a:pt x="33145" y="33135"/>
                </a:lnTo>
                <a:lnTo>
                  <a:pt x="34883" y="32548"/>
                </a:lnTo>
                <a:lnTo>
                  <a:pt x="36622" y="31961"/>
                </a:lnTo>
                <a:lnTo>
                  <a:pt x="38334" y="31359"/>
                </a:lnTo>
                <a:lnTo>
                  <a:pt x="40020" y="30757"/>
                </a:lnTo>
                <a:lnTo>
                  <a:pt x="41705" y="30155"/>
                </a:lnTo>
                <a:lnTo>
                  <a:pt x="45022" y="28927"/>
                </a:lnTo>
                <a:lnTo>
                  <a:pt x="48286" y="27715"/>
                </a:lnTo>
                <a:lnTo>
                  <a:pt x="51496" y="26511"/>
                </a:lnTo>
                <a:lnTo>
                  <a:pt x="54625" y="25345"/>
                </a:lnTo>
                <a:lnTo>
                  <a:pt x="56177" y="24782"/>
                </a:lnTo>
                <a:lnTo>
                  <a:pt x="57702" y="24226"/>
                </a:lnTo>
                <a:lnTo>
                  <a:pt x="59227" y="23685"/>
                </a:lnTo>
                <a:lnTo>
                  <a:pt x="60725" y="23160"/>
                </a:lnTo>
                <a:lnTo>
                  <a:pt x="62196" y="22651"/>
                </a:lnTo>
                <a:lnTo>
                  <a:pt x="63667" y="22165"/>
                </a:lnTo>
                <a:lnTo>
                  <a:pt x="79396" y="17077"/>
                </a:lnTo>
                <a:lnTo>
                  <a:pt x="87261" y="14530"/>
                </a:lnTo>
                <a:lnTo>
                  <a:pt x="95099" y="11982"/>
                </a:lnTo>
                <a:lnTo>
                  <a:pt x="102937" y="9427"/>
                </a:lnTo>
                <a:lnTo>
                  <a:pt x="110721" y="6864"/>
                </a:lnTo>
                <a:lnTo>
                  <a:pt x="118506" y="4293"/>
                </a:lnTo>
                <a:lnTo>
                  <a:pt x="122358" y="3004"/>
                </a:lnTo>
                <a:lnTo>
                  <a:pt x="126210" y="1707"/>
                </a:lnTo>
                <a:lnTo>
                  <a:pt x="126451" y="1622"/>
                </a:lnTo>
                <a:lnTo>
                  <a:pt x="126638" y="1529"/>
                </a:lnTo>
                <a:lnTo>
                  <a:pt x="126799" y="1429"/>
                </a:lnTo>
                <a:lnTo>
                  <a:pt x="126932" y="1336"/>
                </a:lnTo>
                <a:lnTo>
                  <a:pt x="127013" y="1244"/>
                </a:lnTo>
                <a:lnTo>
                  <a:pt x="127066" y="1143"/>
                </a:lnTo>
                <a:lnTo>
                  <a:pt x="127093" y="1051"/>
                </a:lnTo>
                <a:lnTo>
                  <a:pt x="127066" y="958"/>
                </a:lnTo>
                <a:lnTo>
                  <a:pt x="127039" y="865"/>
                </a:lnTo>
                <a:lnTo>
                  <a:pt x="126959" y="773"/>
                </a:lnTo>
                <a:lnTo>
                  <a:pt x="126852" y="688"/>
                </a:lnTo>
                <a:lnTo>
                  <a:pt x="126718" y="603"/>
                </a:lnTo>
                <a:lnTo>
                  <a:pt x="126585" y="518"/>
                </a:lnTo>
                <a:lnTo>
                  <a:pt x="126397" y="441"/>
                </a:lnTo>
                <a:lnTo>
                  <a:pt x="126210" y="371"/>
                </a:lnTo>
                <a:lnTo>
                  <a:pt x="125996" y="302"/>
                </a:lnTo>
                <a:lnTo>
                  <a:pt x="125782" y="240"/>
                </a:lnTo>
                <a:lnTo>
                  <a:pt x="125515" y="186"/>
                </a:lnTo>
                <a:lnTo>
                  <a:pt x="125274" y="140"/>
                </a:lnTo>
                <a:lnTo>
                  <a:pt x="125006" y="93"/>
                </a:lnTo>
                <a:lnTo>
                  <a:pt x="124712" y="62"/>
                </a:lnTo>
                <a:lnTo>
                  <a:pt x="124418" y="32"/>
                </a:lnTo>
                <a:lnTo>
                  <a:pt x="124124" y="16"/>
                </a:lnTo>
                <a:lnTo>
                  <a:pt x="12382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rot="10800000">
            <a:off x="8665991" y="1763089"/>
            <a:ext cx="359566" cy="320229"/>
          </a:xfrm>
          <a:custGeom>
            <a:rect b="b" l="l" r="r" t="t"/>
            <a:pathLst>
              <a:path extrusionOk="0" h="34732" w="119656">
                <a:moveTo>
                  <a:pt x="115911" y="0"/>
                </a:moveTo>
                <a:lnTo>
                  <a:pt x="115563" y="8"/>
                </a:lnTo>
                <a:lnTo>
                  <a:pt x="115242" y="31"/>
                </a:lnTo>
                <a:lnTo>
                  <a:pt x="114894" y="62"/>
                </a:lnTo>
                <a:lnTo>
                  <a:pt x="114573" y="100"/>
                </a:lnTo>
                <a:lnTo>
                  <a:pt x="114225" y="155"/>
                </a:lnTo>
                <a:lnTo>
                  <a:pt x="113904" y="224"/>
                </a:lnTo>
                <a:lnTo>
                  <a:pt x="113583" y="309"/>
                </a:lnTo>
                <a:lnTo>
                  <a:pt x="110266" y="1251"/>
                </a:lnTo>
                <a:lnTo>
                  <a:pt x="106976" y="2200"/>
                </a:lnTo>
                <a:lnTo>
                  <a:pt x="100395" y="4099"/>
                </a:lnTo>
                <a:lnTo>
                  <a:pt x="93841" y="6014"/>
                </a:lnTo>
                <a:lnTo>
                  <a:pt x="87314" y="7928"/>
                </a:lnTo>
                <a:lnTo>
                  <a:pt x="80814" y="9858"/>
                </a:lnTo>
                <a:lnTo>
                  <a:pt x="74313" y="11781"/>
                </a:lnTo>
                <a:lnTo>
                  <a:pt x="61339" y="15641"/>
                </a:lnTo>
                <a:lnTo>
                  <a:pt x="36863" y="22890"/>
                </a:lnTo>
                <a:lnTo>
                  <a:pt x="35926" y="23183"/>
                </a:lnTo>
                <a:lnTo>
                  <a:pt x="34829" y="23538"/>
                </a:lnTo>
                <a:lnTo>
                  <a:pt x="33572" y="23963"/>
                </a:lnTo>
                <a:lnTo>
                  <a:pt x="32181" y="24434"/>
                </a:lnTo>
                <a:lnTo>
                  <a:pt x="29051" y="25507"/>
                </a:lnTo>
                <a:lnTo>
                  <a:pt x="27366" y="26078"/>
                </a:lnTo>
                <a:lnTo>
                  <a:pt x="25627" y="26665"/>
                </a:lnTo>
                <a:lnTo>
                  <a:pt x="23835" y="27251"/>
                </a:lnTo>
                <a:lnTo>
                  <a:pt x="21989" y="27838"/>
                </a:lnTo>
                <a:lnTo>
                  <a:pt x="20143" y="28402"/>
                </a:lnTo>
                <a:lnTo>
                  <a:pt x="18324" y="28942"/>
                </a:lnTo>
                <a:lnTo>
                  <a:pt x="17415" y="29205"/>
                </a:lnTo>
                <a:lnTo>
                  <a:pt x="16505" y="29452"/>
                </a:lnTo>
                <a:lnTo>
                  <a:pt x="15623" y="29691"/>
                </a:lnTo>
                <a:lnTo>
                  <a:pt x="14740" y="29915"/>
                </a:lnTo>
                <a:lnTo>
                  <a:pt x="13884" y="30131"/>
                </a:lnTo>
                <a:lnTo>
                  <a:pt x="13028" y="30324"/>
                </a:lnTo>
                <a:lnTo>
                  <a:pt x="12198" y="30509"/>
                </a:lnTo>
                <a:lnTo>
                  <a:pt x="11396" y="30671"/>
                </a:lnTo>
                <a:lnTo>
                  <a:pt x="10326" y="30486"/>
                </a:lnTo>
                <a:lnTo>
                  <a:pt x="9925" y="30424"/>
                </a:lnTo>
                <a:lnTo>
                  <a:pt x="9497" y="30370"/>
                </a:lnTo>
                <a:lnTo>
                  <a:pt x="9042" y="30324"/>
                </a:lnTo>
                <a:lnTo>
                  <a:pt x="8560" y="30293"/>
                </a:lnTo>
                <a:lnTo>
                  <a:pt x="8106" y="30270"/>
                </a:lnTo>
                <a:lnTo>
                  <a:pt x="7624" y="30262"/>
                </a:lnTo>
                <a:lnTo>
                  <a:pt x="7143" y="30262"/>
                </a:lnTo>
                <a:lnTo>
                  <a:pt x="6661" y="30278"/>
                </a:lnTo>
                <a:lnTo>
                  <a:pt x="6180" y="30301"/>
                </a:lnTo>
                <a:lnTo>
                  <a:pt x="5698" y="30332"/>
                </a:lnTo>
                <a:lnTo>
                  <a:pt x="5243" y="30378"/>
                </a:lnTo>
                <a:lnTo>
                  <a:pt x="4815" y="30432"/>
                </a:lnTo>
                <a:lnTo>
                  <a:pt x="4387" y="30494"/>
                </a:lnTo>
                <a:lnTo>
                  <a:pt x="3986" y="30571"/>
                </a:lnTo>
                <a:lnTo>
                  <a:pt x="3612" y="30656"/>
                </a:lnTo>
                <a:lnTo>
                  <a:pt x="3264" y="30748"/>
                </a:lnTo>
                <a:lnTo>
                  <a:pt x="1766" y="31204"/>
                </a:lnTo>
                <a:lnTo>
                  <a:pt x="1498" y="31289"/>
                </a:lnTo>
                <a:lnTo>
                  <a:pt x="1257" y="31382"/>
                </a:lnTo>
                <a:lnTo>
                  <a:pt x="1043" y="31474"/>
                </a:lnTo>
                <a:lnTo>
                  <a:pt x="829" y="31575"/>
                </a:lnTo>
                <a:lnTo>
                  <a:pt x="642" y="31675"/>
                </a:lnTo>
                <a:lnTo>
                  <a:pt x="482" y="31775"/>
                </a:lnTo>
                <a:lnTo>
                  <a:pt x="321" y="31883"/>
                </a:lnTo>
                <a:lnTo>
                  <a:pt x="214" y="31991"/>
                </a:lnTo>
                <a:lnTo>
                  <a:pt x="107" y="32107"/>
                </a:lnTo>
                <a:lnTo>
                  <a:pt x="54" y="32215"/>
                </a:lnTo>
                <a:lnTo>
                  <a:pt x="0" y="32331"/>
                </a:lnTo>
                <a:lnTo>
                  <a:pt x="0" y="32439"/>
                </a:lnTo>
                <a:lnTo>
                  <a:pt x="0" y="32555"/>
                </a:lnTo>
                <a:lnTo>
                  <a:pt x="54" y="32671"/>
                </a:lnTo>
                <a:lnTo>
                  <a:pt x="107" y="32787"/>
                </a:lnTo>
                <a:lnTo>
                  <a:pt x="214" y="32895"/>
                </a:lnTo>
                <a:lnTo>
                  <a:pt x="803" y="33450"/>
                </a:lnTo>
                <a:lnTo>
                  <a:pt x="963" y="33582"/>
                </a:lnTo>
                <a:lnTo>
                  <a:pt x="1177" y="33705"/>
                </a:lnTo>
                <a:lnTo>
                  <a:pt x="1391" y="33829"/>
                </a:lnTo>
                <a:lnTo>
                  <a:pt x="1659" y="33952"/>
                </a:lnTo>
                <a:lnTo>
                  <a:pt x="1953" y="34068"/>
                </a:lnTo>
                <a:lnTo>
                  <a:pt x="2274" y="34176"/>
                </a:lnTo>
                <a:lnTo>
                  <a:pt x="2622" y="34276"/>
                </a:lnTo>
                <a:lnTo>
                  <a:pt x="2996" y="34369"/>
                </a:lnTo>
                <a:lnTo>
                  <a:pt x="3398" y="34454"/>
                </a:lnTo>
                <a:lnTo>
                  <a:pt x="3826" y="34531"/>
                </a:lnTo>
                <a:lnTo>
                  <a:pt x="4254" y="34601"/>
                </a:lnTo>
                <a:lnTo>
                  <a:pt x="4708" y="34655"/>
                </a:lnTo>
                <a:lnTo>
                  <a:pt x="5190" y="34693"/>
                </a:lnTo>
                <a:lnTo>
                  <a:pt x="5671" y="34724"/>
                </a:lnTo>
                <a:lnTo>
                  <a:pt x="6153" y="34732"/>
                </a:lnTo>
                <a:lnTo>
                  <a:pt x="6634" y="34732"/>
                </a:lnTo>
                <a:lnTo>
                  <a:pt x="7892" y="34701"/>
                </a:lnTo>
                <a:lnTo>
                  <a:pt x="9042" y="34655"/>
                </a:lnTo>
                <a:lnTo>
                  <a:pt x="10085" y="34601"/>
                </a:lnTo>
                <a:lnTo>
                  <a:pt x="10567" y="34562"/>
                </a:lnTo>
                <a:lnTo>
                  <a:pt x="11048" y="34531"/>
                </a:lnTo>
                <a:lnTo>
                  <a:pt x="11476" y="34493"/>
                </a:lnTo>
                <a:lnTo>
                  <a:pt x="11904" y="34446"/>
                </a:lnTo>
                <a:lnTo>
                  <a:pt x="12332" y="34400"/>
                </a:lnTo>
                <a:lnTo>
                  <a:pt x="12733" y="34346"/>
                </a:lnTo>
                <a:lnTo>
                  <a:pt x="13135" y="34292"/>
                </a:lnTo>
                <a:lnTo>
                  <a:pt x="13509" y="34238"/>
                </a:lnTo>
                <a:lnTo>
                  <a:pt x="14232" y="34107"/>
                </a:lnTo>
                <a:lnTo>
                  <a:pt x="14954" y="33968"/>
                </a:lnTo>
                <a:lnTo>
                  <a:pt x="15649" y="33806"/>
                </a:lnTo>
                <a:lnTo>
                  <a:pt x="16372" y="33628"/>
                </a:lnTo>
                <a:lnTo>
                  <a:pt x="17094" y="33435"/>
                </a:lnTo>
                <a:lnTo>
                  <a:pt x="17870" y="33219"/>
                </a:lnTo>
                <a:lnTo>
                  <a:pt x="18672" y="32987"/>
                </a:lnTo>
                <a:lnTo>
                  <a:pt x="20464" y="32470"/>
                </a:lnTo>
                <a:lnTo>
                  <a:pt x="22578" y="31852"/>
                </a:lnTo>
                <a:lnTo>
                  <a:pt x="24664" y="31227"/>
                </a:lnTo>
                <a:lnTo>
                  <a:pt x="26751" y="30602"/>
                </a:lnTo>
                <a:lnTo>
                  <a:pt x="28837" y="29969"/>
                </a:lnTo>
                <a:lnTo>
                  <a:pt x="32930" y="28687"/>
                </a:lnTo>
                <a:lnTo>
                  <a:pt x="37023" y="27406"/>
                </a:lnTo>
                <a:lnTo>
                  <a:pt x="45128" y="24820"/>
                </a:lnTo>
                <a:lnTo>
                  <a:pt x="49195" y="23530"/>
                </a:lnTo>
                <a:lnTo>
                  <a:pt x="53261" y="22257"/>
                </a:lnTo>
                <a:lnTo>
                  <a:pt x="61500" y="19709"/>
                </a:lnTo>
                <a:lnTo>
                  <a:pt x="69712" y="17161"/>
                </a:lnTo>
                <a:lnTo>
                  <a:pt x="77951" y="14614"/>
                </a:lnTo>
                <a:lnTo>
                  <a:pt x="86164" y="12066"/>
                </a:lnTo>
                <a:lnTo>
                  <a:pt x="94376" y="9511"/>
                </a:lnTo>
                <a:lnTo>
                  <a:pt x="102535" y="6948"/>
                </a:lnTo>
                <a:lnTo>
                  <a:pt x="106601" y="5659"/>
                </a:lnTo>
                <a:lnTo>
                  <a:pt x="110641" y="4370"/>
                </a:lnTo>
                <a:lnTo>
                  <a:pt x="114680" y="3073"/>
                </a:lnTo>
                <a:lnTo>
                  <a:pt x="118693" y="1776"/>
                </a:lnTo>
                <a:lnTo>
                  <a:pt x="118960" y="1683"/>
                </a:lnTo>
                <a:lnTo>
                  <a:pt x="119174" y="1590"/>
                </a:lnTo>
                <a:lnTo>
                  <a:pt x="119335" y="1490"/>
                </a:lnTo>
                <a:lnTo>
                  <a:pt x="119495" y="1390"/>
                </a:lnTo>
                <a:lnTo>
                  <a:pt x="119575" y="1289"/>
                </a:lnTo>
                <a:lnTo>
                  <a:pt x="119629" y="1189"/>
                </a:lnTo>
                <a:lnTo>
                  <a:pt x="119656" y="1096"/>
                </a:lnTo>
                <a:lnTo>
                  <a:pt x="119656" y="996"/>
                </a:lnTo>
                <a:lnTo>
                  <a:pt x="119602" y="903"/>
                </a:lnTo>
                <a:lnTo>
                  <a:pt x="119522" y="803"/>
                </a:lnTo>
                <a:lnTo>
                  <a:pt x="119442" y="718"/>
                </a:lnTo>
                <a:lnTo>
                  <a:pt x="119308" y="625"/>
                </a:lnTo>
                <a:lnTo>
                  <a:pt x="119147" y="541"/>
                </a:lnTo>
                <a:lnTo>
                  <a:pt x="118960" y="463"/>
                </a:lnTo>
                <a:lnTo>
                  <a:pt x="118773" y="386"/>
                </a:lnTo>
                <a:lnTo>
                  <a:pt x="118532" y="317"/>
                </a:lnTo>
                <a:lnTo>
                  <a:pt x="118291" y="247"/>
                </a:lnTo>
                <a:lnTo>
                  <a:pt x="118051" y="193"/>
                </a:lnTo>
                <a:lnTo>
                  <a:pt x="117756" y="139"/>
                </a:lnTo>
                <a:lnTo>
                  <a:pt x="117489" y="93"/>
                </a:lnTo>
                <a:lnTo>
                  <a:pt x="117168" y="62"/>
                </a:lnTo>
                <a:lnTo>
                  <a:pt x="116874" y="31"/>
                </a:lnTo>
                <a:lnTo>
                  <a:pt x="116553" y="8"/>
                </a:lnTo>
                <a:lnTo>
                  <a:pt x="11623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8"/>
          <p:cNvSpPr/>
          <p:nvPr/>
        </p:nvSpPr>
        <p:spPr>
          <a:xfrm rot="10800000">
            <a:off x="6178526" y="4804301"/>
            <a:ext cx="716024" cy="390161"/>
          </a:xfrm>
          <a:custGeom>
            <a:rect b="b" l="l" r="r" t="t"/>
            <a:pathLst>
              <a:path extrusionOk="0" h="43472" w="243753">
                <a:moveTo>
                  <a:pt x="5966" y="1"/>
                </a:moveTo>
                <a:lnTo>
                  <a:pt x="5351" y="8"/>
                </a:lnTo>
                <a:lnTo>
                  <a:pt x="4762" y="24"/>
                </a:lnTo>
                <a:lnTo>
                  <a:pt x="4174" y="62"/>
                </a:lnTo>
                <a:lnTo>
                  <a:pt x="3585" y="109"/>
                </a:lnTo>
                <a:lnTo>
                  <a:pt x="3050" y="170"/>
                </a:lnTo>
                <a:lnTo>
                  <a:pt x="2542" y="248"/>
                </a:lnTo>
                <a:lnTo>
                  <a:pt x="2060" y="340"/>
                </a:lnTo>
                <a:lnTo>
                  <a:pt x="1820" y="394"/>
                </a:lnTo>
                <a:lnTo>
                  <a:pt x="1606" y="448"/>
                </a:lnTo>
                <a:lnTo>
                  <a:pt x="1418" y="510"/>
                </a:lnTo>
                <a:lnTo>
                  <a:pt x="1204" y="572"/>
                </a:lnTo>
                <a:lnTo>
                  <a:pt x="1044" y="634"/>
                </a:lnTo>
                <a:lnTo>
                  <a:pt x="857" y="703"/>
                </a:lnTo>
                <a:lnTo>
                  <a:pt x="723" y="773"/>
                </a:lnTo>
                <a:lnTo>
                  <a:pt x="562" y="850"/>
                </a:lnTo>
                <a:lnTo>
                  <a:pt x="455" y="935"/>
                </a:lnTo>
                <a:lnTo>
                  <a:pt x="322" y="1012"/>
                </a:lnTo>
                <a:lnTo>
                  <a:pt x="241" y="1104"/>
                </a:lnTo>
                <a:lnTo>
                  <a:pt x="161" y="1189"/>
                </a:lnTo>
                <a:lnTo>
                  <a:pt x="81" y="1282"/>
                </a:lnTo>
                <a:lnTo>
                  <a:pt x="54" y="1382"/>
                </a:lnTo>
                <a:lnTo>
                  <a:pt x="27" y="1483"/>
                </a:lnTo>
                <a:lnTo>
                  <a:pt x="1" y="1591"/>
                </a:lnTo>
                <a:lnTo>
                  <a:pt x="27" y="1699"/>
                </a:lnTo>
                <a:lnTo>
                  <a:pt x="54" y="1807"/>
                </a:lnTo>
                <a:lnTo>
                  <a:pt x="402" y="2733"/>
                </a:lnTo>
                <a:lnTo>
                  <a:pt x="803" y="3660"/>
                </a:lnTo>
                <a:lnTo>
                  <a:pt x="1285" y="4586"/>
                </a:lnTo>
                <a:lnTo>
                  <a:pt x="1793" y="5513"/>
                </a:lnTo>
                <a:lnTo>
                  <a:pt x="2355" y="6439"/>
                </a:lnTo>
                <a:lnTo>
                  <a:pt x="2970" y="7358"/>
                </a:lnTo>
                <a:lnTo>
                  <a:pt x="3639" y="8276"/>
                </a:lnTo>
                <a:lnTo>
                  <a:pt x="4361" y="9195"/>
                </a:lnTo>
                <a:lnTo>
                  <a:pt x="5110" y="10106"/>
                </a:lnTo>
                <a:lnTo>
                  <a:pt x="5939" y="11017"/>
                </a:lnTo>
                <a:lnTo>
                  <a:pt x="6822" y="11920"/>
                </a:lnTo>
                <a:lnTo>
                  <a:pt x="7732" y="12823"/>
                </a:lnTo>
                <a:lnTo>
                  <a:pt x="8721" y="13719"/>
                </a:lnTo>
                <a:lnTo>
                  <a:pt x="9738" y="14607"/>
                </a:lnTo>
                <a:lnTo>
                  <a:pt x="10808" y="15494"/>
                </a:lnTo>
                <a:lnTo>
                  <a:pt x="11931" y="16374"/>
                </a:lnTo>
                <a:lnTo>
                  <a:pt x="13108" y="17247"/>
                </a:lnTo>
                <a:lnTo>
                  <a:pt x="14339" y="18111"/>
                </a:lnTo>
                <a:lnTo>
                  <a:pt x="15623" y="18968"/>
                </a:lnTo>
                <a:lnTo>
                  <a:pt x="16961" y="19818"/>
                </a:lnTo>
                <a:lnTo>
                  <a:pt x="18325" y="20667"/>
                </a:lnTo>
                <a:lnTo>
                  <a:pt x="19769" y="21500"/>
                </a:lnTo>
                <a:lnTo>
                  <a:pt x="21241" y="22319"/>
                </a:lnTo>
                <a:lnTo>
                  <a:pt x="22765" y="23137"/>
                </a:lnTo>
                <a:lnTo>
                  <a:pt x="24344" y="23940"/>
                </a:lnTo>
                <a:lnTo>
                  <a:pt x="25975" y="24735"/>
                </a:lnTo>
                <a:lnTo>
                  <a:pt x="27661" y="25523"/>
                </a:lnTo>
                <a:lnTo>
                  <a:pt x="29373" y="26295"/>
                </a:lnTo>
                <a:lnTo>
                  <a:pt x="31165" y="27059"/>
                </a:lnTo>
                <a:lnTo>
                  <a:pt x="32075" y="27437"/>
                </a:lnTo>
                <a:lnTo>
                  <a:pt x="32984" y="27808"/>
                </a:lnTo>
                <a:lnTo>
                  <a:pt x="33920" y="28178"/>
                </a:lnTo>
                <a:lnTo>
                  <a:pt x="34857" y="28549"/>
                </a:lnTo>
                <a:lnTo>
                  <a:pt x="35820" y="28912"/>
                </a:lnTo>
                <a:lnTo>
                  <a:pt x="36783" y="29274"/>
                </a:lnTo>
                <a:lnTo>
                  <a:pt x="37772" y="29630"/>
                </a:lnTo>
                <a:lnTo>
                  <a:pt x="38762" y="29985"/>
                </a:lnTo>
                <a:lnTo>
                  <a:pt x="39779" y="30340"/>
                </a:lnTo>
                <a:lnTo>
                  <a:pt x="40795" y="30687"/>
                </a:lnTo>
                <a:lnTo>
                  <a:pt x="41812" y="31027"/>
                </a:lnTo>
                <a:lnTo>
                  <a:pt x="42855" y="31374"/>
                </a:lnTo>
                <a:lnTo>
                  <a:pt x="43925" y="31706"/>
                </a:lnTo>
                <a:lnTo>
                  <a:pt x="44968" y="32038"/>
                </a:lnTo>
                <a:lnTo>
                  <a:pt x="46065" y="32370"/>
                </a:lnTo>
                <a:lnTo>
                  <a:pt x="47162" y="32694"/>
                </a:lnTo>
                <a:lnTo>
                  <a:pt x="48259" y="33019"/>
                </a:lnTo>
                <a:lnTo>
                  <a:pt x="49382" y="33335"/>
                </a:lnTo>
                <a:lnTo>
                  <a:pt x="50506" y="33652"/>
                </a:lnTo>
                <a:lnTo>
                  <a:pt x="51629" y="33960"/>
                </a:lnTo>
                <a:lnTo>
                  <a:pt x="52780" y="34269"/>
                </a:lnTo>
                <a:lnTo>
                  <a:pt x="53957" y="34570"/>
                </a:lnTo>
                <a:lnTo>
                  <a:pt x="55134" y="34871"/>
                </a:lnTo>
                <a:lnTo>
                  <a:pt x="56311" y="35165"/>
                </a:lnTo>
                <a:lnTo>
                  <a:pt x="57514" y="35458"/>
                </a:lnTo>
                <a:lnTo>
                  <a:pt x="58745" y="35744"/>
                </a:lnTo>
                <a:lnTo>
                  <a:pt x="59975" y="36022"/>
                </a:lnTo>
                <a:lnTo>
                  <a:pt x="61206" y="36300"/>
                </a:lnTo>
                <a:lnTo>
                  <a:pt x="62437" y="36570"/>
                </a:lnTo>
                <a:lnTo>
                  <a:pt x="63721" y="36840"/>
                </a:lnTo>
                <a:lnTo>
                  <a:pt x="64978" y="37102"/>
                </a:lnTo>
                <a:lnTo>
                  <a:pt x="66262" y="37365"/>
                </a:lnTo>
                <a:lnTo>
                  <a:pt x="67573" y="37620"/>
                </a:lnTo>
                <a:lnTo>
                  <a:pt x="68883" y="37867"/>
                </a:lnTo>
                <a:lnTo>
                  <a:pt x="70194" y="38114"/>
                </a:lnTo>
                <a:lnTo>
                  <a:pt x="71532" y="38353"/>
                </a:lnTo>
                <a:lnTo>
                  <a:pt x="72869" y="38592"/>
                </a:lnTo>
                <a:lnTo>
                  <a:pt x="74234" y="38824"/>
                </a:lnTo>
                <a:lnTo>
                  <a:pt x="75598" y="39048"/>
                </a:lnTo>
                <a:lnTo>
                  <a:pt x="76989" y="39264"/>
                </a:lnTo>
                <a:lnTo>
                  <a:pt x="78380" y="39480"/>
                </a:lnTo>
                <a:lnTo>
                  <a:pt x="79798" y="39696"/>
                </a:lnTo>
                <a:lnTo>
                  <a:pt x="81215" y="39897"/>
                </a:lnTo>
                <a:lnTo>
                  <a:pt x="82633" y="40098"/>
                </a:lnTo>
                <a:lnTo>
                  <a:pt x="84078" y="40298"/>
                </a:lnTo>
                <a:lnTo>
                  <a:pt x="85522" y="40484"/>
                </a:lnTo>
                <a:lnTo>
                  <a:pt x="86994" y="40669"/>
                </a:lnTo>
                <a:lnTo>
                  <a:pt x="88465" y="40847"/>
                </a:lnTo>
                <a:lnTo>
                  <a:pt x="89963" y="41024"/>
                </a:lnTo>
                <a:lnTo>
                  <a:pt x="91461" y="41194"/>
                </a:lnTo>
                <a:lnTo>
                  <a:pt x="92959" y="41356"/>
                </a:lnTo>
                <a:lnTo>
                  <a:pt x="94484" y="41510"/>
                </a:lnTo>
                <a:lnTo>
                  <a:pt x="96035" y="41665"/>
                </a:lnTo>
                <a:lnTo>
                  <a:pt x="97587" y="41812"/>
                </a:lnTo>
                <a:lnTo>
                  <a:pt x="99138" y="41950"/>
                </a:lnTo>
                <a:lnTo>
                  <a:pt x="100717" y="42082"/>
                </a:lnTo>
                <a:lnTo>
                  <a:pt x="102295" y="42213"/>
                </a:lnTo>
                <a:lnTo>
                  <a:pt x="103873" y="42336"/>
                </a:lnTo>
                <a:lnTo>
                  <a:pt x="105505" y="42452"/>
                </a:lnTo>
                <a:lnTo>
                  <a:pt x="107110" y="42560"/>
                </a:lnTo>
                <a:lnTo>
                  <a:pt x="108742" y="42668"/>
                </a:lnTo>
                <a:lnTo>
                  <a:pt x="110374" y="42761"/>
                </a:lnTo>
                <a:lnTo>
                  <a:pt x="112032" y="42854"/>
                </a:lnTo>
                <a:lnTo>
                  <a:pt x="113691" y="42939"/>
                </a:lnTo>
                <a:lnTo>
                  <a:pt x="115376" y="43024"/>
                </a:lnTo>
                <a:lnTo>
                  <a:pt x="117061" y="43093"/>
                </a:lnTo>
                <a:lnTo>
                  <a:pt x="118773" y="43163"/>
                </a:lnTo>
                <a:lnTo>
                  <a:pt x="120485" y="43224"/>
                </a:lnTo>
                <a:lnTo>
                  <a:pt x="122197" y="43278"/>
                </a:lnTo>
                <a:lnTo>
                  <a:pt x="123936" y="43325"/>
                </a:lnTo>
                <a:lnTo>
                  <a:pt x="125835" y="43371"/>
                </a:lnTo>
                <a:lnTo>
                  <a:pt x="127708" y="43402"/>
                </a:lnTo>
                <a:lnTo>
                  <a:pt x="129581" y="43433"/>
                </a:lnTo>
                <a:lnTo>
                  <a:pt x="131426" y="43456"/>
                </a:lnTo>
                <a:lnTo>
                  <a:pt x="133245" y="43464"/>
                </a:lnTo>
                <a:lnTo>
                  <a:pt x="135064" y="43471"/>
                </a:lnTo>
                <a:lnTo>
                  <a:pt x="136883" y="43471"/>
                </a:lnTo>
                <a:lnTo>
                  <a:pt x="138676" y="43456"/>
                </a:lnTo>
                <a:lnTo>
                  <a:pt x="140441" y="43440"/>
                </a:lnTo>
                <a:lnTo>
                  <a:pt x="142180" y="43410"/>
                </a:lnTo>
                <a:lnTo>
                  <a:pt x="143946" y="43379"/>
                </a:lnTo>
                <a:lnTo>
                  <a:pt x="145658" y="43340"/>
                </a:lnTo>
                <a:lnTo>
                  <a:pt x="147370" y="43286"/>
                </a:lnTo>
                <a:lnTo>
                  <a:pt x="149082" y="43232"/>
                </a:lnTo>
                <a:lnTo>
                  <a:pt x="150767" y="43170"/>
                </a:lnTo>
                <a:lnTo>
                  <a:pt x="152426" y="43101"/>
                </a:lnTo>
                <a:lnTo>
                  <a:pt x="154084" y="43024"/>
                </a:lnTo>
                <a:lnTo>
                  <a:pt x="155716" y="42939"/>
                </a:lnTo>
                <a:lnTo>
                  <a:pt x="157348" y="42846"/>
                </a:lnTo>
                <a:lnTo>
                  <a:pt x="158953" y="42746"/>
                </a:lnTo>
                <a:lnTo>
                  <a:pt x="160531" y="42638"/>
                </a:lnTo>
                <a:lnTo>
                  <a:pt x="162109" y="42529"/>
                </a:lnTo>
                <a:lnTo>
                  <a:pt x="163688" y="42406"/>
                </a:lnTo>
                <a:lnTo>
                  <a:pt x="165212" y="42282"/>
                </a:lnTo>
                <a:lnTo>
                  <a:pt x="166764" y="42151"/>
                </a:lnTo>
                <a:lnTo>
                  <a:pt x="168262" y="42012"/>
                </a:lnTo>
                <a:lnTo>
                  <a:pt x="169787" y="41866"/>
                </a:lnTo>
                <a:lnTo>
                  <a:pt x="171258" y="41711"/>
                </a:lnTo>
                <a:lnTo>
                  <a:pt x="172729" y="41557"/>
                </a:lnTo>
                <a:lnTo>
                  <a:pt x="174201" y="41387"/>
                </a:lnTo>
                <a:lnTo>
                  <a:pt x="175645" y="41217"/>
                </a:lnTo>
                <a:lnTo>
                  <a:pt x="177063" y="41040"/>
                </a:lnTo>
                <a:lnTo>
                  <a:pt x="178481" y="40854"/>
                </a:lnTo>
                <a:lnTo>
                  <a:pt x="179872" y="40669"/>
                </a:lnTo>
                <a:lnTo>
                  <a:pt x="181263" y="40468"/>
                </a:lnTo>
                <a:lnTo>
                  <a:pt x="182627" y="40268"/>
                </a:lnTo>
                <a:lnTo>
                  <a:pt x="183965" y="40059"/>
                </a:lnTo>
                <a:lnTo>
                  <a:pt x="185302" y="39843"/>
                </a:lnTo>
                <a:lnTo>
                  <a:pt x="186640" y="39627"/>
                </a:lnTo>
                <a:lnTo>
                  <a:pt x="187924" y="39403"/>
                </a:lnTo>
                <a:lnTo>
                  <a:pt x="189234" y="39171"/>
                </a:lnTo>
                <a:lnTo>
                  <a:pt x="190492" y="38932"/>
                </a:lnTo>
                <a:lnTo>
                  <a:pt x="191749" y="38693"/>
                </a:lnTo>
                <a:lnTo>
                  <a:pt x="193006" y="38446"/>
                </a:lnTo>
                <a:lnTo>
                  <a:pt x="194237" y="38191"/>
                </a:lnTo>
                <a:lnTo>
                  <a:pt x="195467" y="37928"/>
                </a:lnTo>
                <a:lnTo>
                  <a:pt x="196644" y="37666"/>
                </a:lnTo>
                <a:lnTo>
                  <a:pt x="197848" y="37396"/>
                </a:lnTo>
                <a:lnTo>
                  <a:pt x="198998" y="37126"/>
                </a:lnTo>
                <a:lnTo>
                  <a:pt x="200175" y="36840"/>
                </a:lnTo>
                <a:lnTo>
                  <a:pt x="201299" y="36562"/>
                </a:lnTo>
                <a:lnTo>
                  <a:pt x="202422" y="36269"/>
                </a:lnTo>
                <a:lnTo>
                  <a:pt x="203546" y="35975"/>
                </a:lnTo>
                <a:lnTo>
                  <a:pt x="204643" y="35674"/>
                </a:lnTo>
                <a:lnTo>
                  <a:pt x="205713" y="35373"/>
                </a:lnTo>
                <a:lnTo>
                  <a:pt x="206783" y="35064"/>
                </a:lnTo>
                <a:lnTo>
                  <a:pt x="207826" y="34748"/>
                </a:lnTo>
                <a:lnTo>
                  <a:pt x="208869" y="34431"/>
                </a:lnTo>
                <a:lnTo>
                  <a:pt x="209886" y="34107"/>
                </a:lnTo>
                <a:lnTo>
                  <a:pt x="210902" y="33775"/>
                </a:lnTo>
                <a:lnTo>
                  <a:pt x="211892" y="33443"/>
                </a:lnTo>
                <a:lnTo>
                  <a:pt x="212855" y="33111"/>
                </a:lnTo>
                <a:lnTo>
                  <a:pt x="213818" y="32772"/>
                </a:lnTo>
                <a:lnTo>
                  <a:pt x="214755" y="32424"/>
                </a:lnTo>
                <a:lnTo>
                  <a:pt x="215691" y="32077"/>
                </a:lnTo>
                <a:lnTo>
                  <a:pt x="216600" y="31722"/>
                </a:lnTo>
                <a:lnTo>
                  <a:pt x="217510" y="31367"/>
                </a:lnTo>
                <a:lnTo>
                  <a:pt x="218393" y="31004"/>
                </a:lnTo>
                <a:lnTo>
                  <a:pt x="219249" y="30641"/>
                </a:lnTo>
                <a:lnTo>
                  <a:pt x="220105" y="30270"/>
                </a:lnTo>
                <a:lnTo>
                  <a:pt x="220934" y="29892"/>
                </a:lnTo>
                <a:lnTo>
                  <a:pt x="221763" y="29514"/>
                </a:lnTo>
                <a:lnTo>
                  <a:pt x="222566" y="29135"/>
                </a:lnTo>
                <a:lnTo>
                  <a:pt x="223368" y="28749"/>
                </a:lnTo>
                <a:lnTo>
                  <a:pt x="224144" y="28363"/>
                </a:lnTo>
                <a:lnTo>
                  <a:pt x="224920" y="27970"/>
                </a:lnTo>
                <a:lnTo>
                  <a:pt x="225669" y="27576"/>
                </a:lnTo>
                <a:lnTo>
                  <a:pt x="226391" y="27182"/>
                </a:lnTo>
                <a:lnTo>
                  <a:pt x="227113" y="26781"/>
                </a:lnTo>
                <a:lnTo>
                  <a:pt x="227809" y="26372"/>
                </a:lnTo>
                <a:lnTo>
                  <a:pt x="228504" y="25963"/>
                </a:lnTo>
                <a:lnTo>
                  <a:pt x="229173" y="25553"/>
                </a:lnTo>
                <a:lnTo>
                  <a:pt x="229815" y="25137"/>
                </a:lnTo>
                <a:lnTo>
                  <a:pt x="230457" y="24720"/>
                </a:lnTo>
                <a:lnTo>
                  <a:pt x="231099" y="24303"/>
                </a:lnTo>
                <a:lnTo>
                  <a:pt x="231714" y="23878"/>
                </a:lnTo>
                <a:lnTo>
                  <a:pt x="232303" y="23446"/>
                </a:lnTo>
                <a:lnTo>
                  <a:pt x="232891" y="23021"/>
                </a:lnTo>
                <a:lnTo>
                  <a:pt x="233453" y="22589"/>
                </a:lnTo>
                <a:lnTo>
                  <a:pt x="233988" y="22149"/>
                </a:lnTo>
                <a:lnTo>
                  <a:pt x="234523" y="21717"/>
                </a:lnTo>
                <a:lnTo>
                  <a:pt x="235058" y="21277"/>
                </a:lnTo>
                <a:lnTo>
                  <a:pt x="235566" y="20837"/>
                </a:lnTo>
                <a:lnTo>
                  <a:pt x="236048" y="20389"/>
                </a:lnTo>
                <a:lnTo>
                  <a:pt x="236529" y="19941"/>
                </a:lnTo>
                <a:lnTo>
                  <a:pt x="236984" y="19493"/>
                </a:lnTo>
                <a:lnTo>
                  <a:pt x="237439" y="19038"/>
                </a:lnTo>
                <a:lnTo>
                  <a:pt x="237867" y="18582"/>
                </a:lnTo>
                <a:lnTo>
                  <a:pt x="238268" y="18127"/>
                </a:lnTo>
                <a:lnTo>
                  <a:pt x="238670" y="17671"/>
                </a:lnTo>
                <a:lnTo>
                  <a:pt x="239071" y="17208"/>
                </a:lnTo>
                <a:lnTo>
                  <a:pt x="239419" y="16753"/>
                </a:lnTo>
                <a:lnTo>
                  <a:pt x="239793" y="16282"/>
                </a:lnTo>
                <a:lnTo>
                  <a:pt x="240114" y="15819"/>
                </a:lnTo>
                <a:lnTo>
                  <a:pt x="240756" y="14885"/>
                </a:lnTo>
                <a:lnTo>
                  <a:pt x="241318" y="13935"/>
                </a:lnTo>
                <a:lnTo>
                  <a:pt x="241826" y="12985"/>
                </a:lnTo>
                <a:lnTo>
                  <a:pt x="242281" y="12036"/>
                </a:lnTo>
                <a:lnTo>
                  <a:pt x="242682" y="11071"/>
                </a:lnTo>
                <a:lnTo>
                  <a:pt x="243003" y="10106"/>
                </a:lnTo>
                <a:lnTo>
                  <a:pt x="243271" y="9141"/>
                </a:lnTo>
                <a:lnTo>
                  <a:pt x="243485" y="8168"/>
                </a:lnTo>
                <a:lnTo>
                  <a:pt x="243618" y="7188"/>
                </a:lnTo>
                <a:lnTo>
                  <a:pt x="243725" y="6215"/>
                </a:lnTo>
                <a:lnTo>
                  <a:pt x="243752" y="5235"/>
                </a:lnTo>
                <a:lnTo>
                  <a:pt x="243699" y="4254"/>
                </a:lnTo>
                <a:lnTo>
                  <a:pt x="243672" y="4108"/>
                </a:lnTo>
                <a:lnTo>
                  <a:pt x="243592" y="3976"/>
                </a:lnTo>
                <a:lnTo>
                  <a:pt x="243485" y="3860"/>
                </a:lnTo>
                <a:lnTo>
                  <a:pt x="243351" y="3745"/>
                </a:lnTo>
                <a:lnTo>
                  <a:pt x="243164" y="3644"/>
                </a:lnTo>
                <a:lnTo>
                  <a:pt x="242950" y="3544"/>
                </a:lnTo>
                <a:lnTo>
                  <a:pt x="242709" y="3459"/>
                </a:lnTo>
                <a:lnTo>
                  <a:pt x="242441" y="3390"/>
                </a:lnTo>
                <a:lnTo>
                  <a:pt x="242147" y="3320"/>
                </a:lnTo>
                <a:lnTo>
                  <a:pt x="241826" y="3258"/>
                </a:lnTo>
                <a:lnTo>
                  <a:pt x="241505" y="3212"/>
                </a:lnTo>
                <a:lnTo>
                  <a:pt x="241157" y="3173"/>
                </a:lnTo>
                <a:lnTo>
                  <a:pt x="240810" y="3143"/>
                </a:lnTo>
                <a:lnTo>
                  <a:pt x="240435" y="3119"/>
                </a:lnTo>
                <a:lnTo>
                  <a:pt x="240061" y="3112"/>
                </a:lnTo>
                <a:lnTo>
                  <a:pt x="239686" y="3104"/>
                </a:lnTo>
                <a:lnTo>
                  <a:pt x="239312" y="3112"/>
                </a:lnTo>
                <a:lnTo>
                  <a:pt x="238937" y="3127"/>
                </a:lnTo>
                <a:lnTo>
                  <a:pt x="238589" y="3150"/>
                </a:lnTo>
                <a:lnTo>
                  <a:pt x="238215" y="3181"/>
                </a:lnTo>
                <a:lnTo>
                  <a:pt x="237867" y="3220"/>
                </a:lnTo>
                <a:lnTo>
                  <a:pt x="237519" y="3266"/>
                </a:lnTo>
                <a:lnTo>
                  <a:pt x="237198" y="3328"/>
                </a:lnTo>
                <a:lnTo>
                  <a:pt x="236904" y="3397"/>
                </a:lnTo>
                <a:lnTo>
                  <a:pt x="236610" y="3475"/>
                </a:lnTo>
                <a:lnTo>
                  <a:pt x="236369" y="3559"/>
                </a:lnTo>
                <a:lnTo>
                  <a:pt x="236128" y="3652"/>
                </a:lnTo>
                <a:lnTo>
                  <a:pt x="235941" y="3752"/>
                </a:lnTo>
                <a:lnTo>
                  <a:pt x="235754" y="3860"/>
                </a:lnTo>
                <a:lnTo>
                  <a:pt x="235620" y="3984"/>
                </a:lnTo>
                <a:lnTo>
                  <a:pt x="235540" y="4115"/>
                </a:lnTo>
                <a:lnTo>
                  <a:pt x="235459" y="4254"/>
                </a:lnTo>
                <a:lnTo>
                  <a:pt x="235245" y="5127"/>
                </a:lnTo>
                <a:lnTo>
                  <a:pt x="234951" y="6007"/>
                </a:lnTo>
                <a:lnTo>
                  <a:pt x="234630" y="6879"/>
                </a:lnTo>
                <a:lnTo>
                  <a:pt x="234282" y="7759"/>
                </a:lnTo>
                <a:lnTo>
                  <a:pt x="233881" y="8631"/>
                </a:lnTo>
                <a:lnTo>
                  <a:pt x="233426" y="9504"/>
                </a:lnTo>
                <a:lnTo>
                  <a:pt x="232945" y="10368"/>
                </a:lnTo>
                <a:lnTo>
                  <a:pt x="232437" y="11233"/>
                </a:lnTo>
                <a:lnTo>
                  <a:pt x="231848" y="12098"/>
                </a:lnTo>
                <a:lnTo>
                  <a:pt x="231260" y="12955"/>
                </a:lnTo>
                <a:lnTo>
                  <a:pt x="230591" y="13804"/>
                </a:lnTo>
                <a:lnTo>
                  <a:pt x="229895" y="14653"/>
                </a:lnTo>
                <a:lnTo>
                  <a:pt x="229146" y="15494"/>
                </a:lnTo>
                <a:lnTo>
                  <a:pt x="228371" y="16328"/>
                </a:lnTo>
                <a:lnTo>
                  <a:pt x="227541" y="17162"/>
                </a:lnTo>
                <a:lnTo>
                  <a:pt x="226659" y="17980"/>
                </a:lnTo>
                <a:lnTo>
                  <a:pt x="225749" y="18791"/>
                </a:lnTo>
                <a:lnTo>
                  <a:pt x="224786" y="19601"/>
                </a:lnTo>
                <a:lnTo>
                  <a:pt x="223769" y="20397"/>
                </a:lnTo>
                <a:lnTo>
                  <a:pt x="222699" y="21184"/>
                </a:lnTo>
                <a:lnTo>
                  <a:pt x="221603" y="21964"/>
                </a:lnTo>
                <a:lnTo>
                  <a:pt x="220452" y="22736"/>
                </a:lnTo>
                <a:lnTo>
                  <a:pt x="219249" y="23492"/>
                </a:lnTo>
                <a:lnTo>
                  <a:pt x="217991" y="24241"/>
                </a:lnTo>
                <a:lnTo>
                  <a:pt x="216681" y="24974"/>
                </a:lnTo>
                <a:lnTo>
                  <a:pt x="215343" y="25700"/>
                </a:lnTo>
                <a:lnTo>
                  <a:pt x="214648" y="26055"/>
                </a:lnTo>
                <a:lnTo>
                  <a:pt x="213952" y="26410"/>
                </a:lnTo>
                <a:lnTo>
                  <a:pt x="213230" y="26758"/>
                </a:lnTo>
                <a:lnTo>
                  <a:pt x="212507" y="27105"/>
                </a:lnTo>
                <a:lnTo>
                  <a:pt x="211758" y="27453"/>
                </a:lnTo>
                <a:lnTo>
                  <a:pt x="211009" y="27792"/>
                </a:lnTo>
                <a:lnTo>
                  <a:pt x="210234" y="28132"/>
                </a:lnTo>
                <a:lnTo>
                  <a:pt x="209458" y="28464"/>
                </a:lnTo>
                <a:lnTo>
                  <a:pt x="208655" y="28796"/>
                </a:lnTo>
                <a:lnTo>
                  <a:pt x="207853" y="29120"/>
                </a:lnTo>
                <a:lnTo>
                  <a:pt x="207024" y="29444"/>
                </a:lnTo>
                <a:lnTo>
                  <a:pt x="206194" y="29768"/>
                </a:lnTo>
                <a:lnTo>
                  <a:pt x="205365" y="30077"/>
                </a:lnTo>
                <a:lnTo>
                  <a:pt x="204509" y="30394"/>
                </a:lnTo>
                <a:lnTo>
                  <a:pt x="203626" y="30703"/>
                </a:lnTo>
                <a:lnTo>
                  <a:pt x="202743" y="31004"/>
                </a:lnTo>
                <a:lnTo>
                  <a:pt x="201861" y="31305"/>
                </a:lnTo>
                <a:lnTo>
                  <a:pt x="200951" y="31598"/>
                </a:lnTo>
                <a:lnTo>
                  <a:pt x="200015" y="31891"/>
                </a:lnTo>
                <a:lnTo>
                  <a:pt x="199079" y="32177"/>
                </a:lnTo>
                <a:lnTo>
                  <a:pt x="198142" y="32463"/>
                </a:lnTo>
                <a:lnTo>
                  <a:pt x="197153" y="32741"/>
                </a:lnTo>
                <a:lnTo>
                  <a:pt x="196190" y="33011"/>
                </a:lnTo>
                <a:lnTo>
                  <a:pt x="195200" y="33281"/>
                </a:lnTo>
                <a:lnTo>
                  <a:pt x="194183" y="33544"/>
                </a:lnTo>
                <a:lnTo>
                  <a:pt x="193167" y="33806"/>
                </a:lnTo>
                <a:lnTo>
                  <a:pt x="192150" y="34061"/>
                </a:lnTo>
                <a:lnTo>
                  <a:pt x="191107" y="34316"/>
                </a:lnTo>
                <a:lnTo>
                  <a:pt x="190037" y="34555"/>
                </a:lnTo>
                <a:lnTo>
                  <a:pt x="188967" y="34802"/>
                </a:lnTo>
                <a:lnTo>
                  <a:pt x="187897" y="35033"/>
                </a:lnTo>
                <a:lnTo>
                  <a:pt x="186773" y="35265"/>
                </a:lnTo>
                <a:lnTo>
                  <a:pt x="185677" y="35497"/>
                </a:lnTo>
                <a:lnTo>
                  <a:pt x="184553" y="35713"/>
                </a:lnTo>
                <a:lnTo>
                  <a:pt x="183403" y="35929"/>
                </a:lnTo>
                <a:lnTo>
                  <a:pt x="182253" y="36145"/>
                </a:lnTo>
                <a:lnTo>
                  <a:pt x="181075" y="36346"/>
                </a:lnTo>
                <a:lnTo>
                  <a:pt x="179898" y="36547"/>
                </a:lnTo>
                <a:lnTo>
                  <a:pt x="178695" y="36740"/>
                </a:lnTo>
                <a:lnTo>
                  <a:pt x="177491" y="36933"/>
                </a:lnTo>
                <a:lnTo>
                  <a:pt x="176260" y="37118"/>
                </a:lnTo>
                <a:lnTo>
                  <a:pt x="175003" y="37295"/>
                </a:lnTo>
                <a:lnTo>
                  <a:pt x="173773" y="37465"/>
                </a:lnTo>
                <a:lnTo>
                  <a:pt x="172489" y="37635"/>
                </a:lnTo>
                <a:lnTo>
                  <a:pt x="171205" y="37797"/>
                </a:lnTo>
                <a:lnTo>
                  <a:pt x="169894" y="37952"/>
                </a:lnTo>
                <a:lnTo>
                  <a:pt x="168583" y="38098"/>
                </a:lnTo>
                <a:lnTo>
                  <a:pt x="167272" y="38245"/>
                </a:lnTo>
                <a:lnTo>
                  <a:pt x="165935" y="38384"/>
                </a:lnTo>
                <a:lnTo>
                  <a:pt x="164570" y="38515"/>
                </a:lnTo>
                <a:lnTo>
                  <a:pt x="163179" y="38639"/>
                </a:lnTo>
                <a:lnTo>
                  <a:pt x="161815" y="38762"/>
                </a:lnTo>
                <a:lnTo>
                  <a:pt x="160397" y="38870"/>
                </a:lnTo>
                <a:lnTo>
                  <a:pt x="158979" y="38978"/>
                </a:lnTo>
                <a:lnTo>
                  <a:pt x="157562" y="39079"/>
                </a:lnTo>
                <a:lnTo>
                  <a:pt x="156117" y="39171"/>
                </a:lnTo>
                <a:lnTo>
                  <a:pt x="154646" y="39264"/>
                </a:lnTo>
                <a:lnTo>
                  <a:pt x="153175" y="39341"/>
                </a:lnTo>
                <a:lnTo>
                  <a:pt x="151677" y="39418"/>
                </a:lnTo>
                <a:lnTo>
                  <a:pt x="150179" y="39488"/>
                </a:lnTo>
                <a:lnTo>
                  <a:pt x="148654" y="39550"/>
                </a:lnTo>
                <a:lnTo>
                  <a:pt x="147102" y="39604"/>
                </a:lnTo>
                <a:lnTo>
                  <a:pt x="145551" y="39650"/>
                </a:lnTo>
                <a:lnTo>
                  <a:pt x="143972" y="39689"/>
                </a:lnTo>
                <a:lnTo>
                  <a:pt x="142394" y="39719"/>
                </a:lnTo>
                <a:lnTo>
                  <a:pt x="140789" y="39750"/>
                </a:lnTo>
                <a:lnTo>
                  <a:pt x="139184" y="39766"/>
                </a:lnTo>
                <a:lnTo>
                  <a:pt x="137552" y="39781"/>
                </a:lnTo>
                <a:lnTo>
                  <a:pt x="135894" y="39789"/>
                </a:lnTo>
                <a:lnTo>
                  <a:pt x="134235" y="39781"/>
                </a:lnTo>
                <a:lnTo>
                  <a:pt x="132577" y="39773"/>
                </a:lnTo>
                <a:lnTo>
                  <a:pt x="130865" y="39758"/>
                </a:lnTo>
                <a:lnTo>
                  <a:pt x="129153" y="39735"/>
                </a:lnTo>
                <a:lnTo>
                  <a:pt x="127441" y="39704"/>
                </a:lnTo>
                <a:lnTo>
                  <a:pt x="125702" y="39665"/>
                </a:lnTo>
                <a:lnTo>
                  <a:pt x="123936" y="39619"/>
                </a:lnTo>
                <a:lnTo>
                  <a:pt x="122385" y="39573"/>
                </a:lnTo>
                <a:lnTo>
                  <a:pt x="120833" y="39519"/>
                </a:lnTo>
                <a:lnTo>
                  <a:pt x="119308" y="39457"/>
                </a:lnTo>
                <a:lnTo>
                  <a:pt x="117784" y="39387"/>
                </a:lnTo>
                <a:lnTo>
                  <a:pt x="116286" y="39318"/>
                </a:lnTo>
                <a:lnTo>
                  <a:pt x="114761" y="39241"/>
                </a:lnTo>
                <a:lnTo>
                  <a:pt x="113289" y="39164"/>
                </a:lnTo>
                <a:lnTo>
                  <a:pt x="111791" y="39071"/>
                </a:lnTo>
                <a:lnTo>
                  <a:pt x="110347" y="38978"/>
                </a:lnTo>
                <a:lnTo>
                  <a:pt x="108876" y="38878"/>
                </a:lnTo>
                <a:lnTo>
                  <a:pt x="107431" y="38778"/>
                </a:lnTo>
                <a:lnTo>
                  <a:pt x="105987" y="38662"/>
                </a:lnTo>
                <a:lnTo>
                  <a:pt x="104569" y="38546"/>
                </a:lnTo>
                <a:lnTo>
                  <a:pt x="103151" y="38430"/>
                </a:lnTo>
                <a:lnTo>
                  <a:pt x="101733" y="38299"/>
                </a:lnTo>
                <a:lnTo>
                  <a:pt x="100342" y="38168"/>
                </a:lnTo>
                <a:lnTo>
                  <a:pt x="98951" y="38036"/>
                </a:lnTo>
                <a:lnTo>
                  <a:pt x="97587" y="37890"/>
                </a:lnTo>
                <a:lnTo>
                  <a:pt x="96223" y="37743"/>
                </a:lnTo>
                <a:lnTo>
                  <a:pt x="94858" y="37589"/>
                </a:lnTo>
                <a:lnTo>
                  <a:pt x="93521" y="37434"/>
                </a:lnTo>
                <a:lnTo>
                  <a:pt x="92183" y="37272"/>
                </a:lnTo>
                <a:lnTo>
                  <a:pt x="90872" y="37102"/>
                </a:lnTo>
                <a:lnTo>
                  <a:pt x="89562" y="36933"/>
                </a:lnTo>
                <a:lnTo>
                  <a:pt x="88251" y="36755"/>
                </a:lnTo>
                <a:lnTo>
                  <a:pt x="86967" y="36577"/>
                </a:lnTo>
                <a:lnTo>
                  <a:pt x="85683" y="36392"/>
                </a:lnTo>
                <a:lnTo>
                  <a:pt x="84426" y="36199"/>
                </a:lnTo>
                <a:lnTo>
                  <a:pt x="83168" y="35998"/>
                </a:lnTo>
                <a:lnTo>
                  <a:pt x="81911" y="35805"/>
                </a:lnTo>
                <a:lnTo>
                  <a:pt x="80680" y="35597"/>
                </a:lnTo>
                <a:lnTo>
                  <a:pt x="79450" y="35389"/>
                </a:lnTo>
                <a:lnTo>
                  <a:pt x="78246" y="35172"/>
                </a:lnTo>
                <a:lnTo>
                  <a:pt x="77042" y="34956"/>
                </a:lnTo>
                <a:lnTo>
                  <a:pt x="75839" y="34732"/>
                </a:lnTo>
                <a:lnTo>
                  <a:pt x="74662" y="34509"/>
                </a:lnTo>
                <a:lnTo>
                  <a:pt x="73485" y="34277"/>
                </a:lnTo>
                <a:lnTo>
                  <a:pt x="72334" y="34045"/>
                </a:lnTo>
                <a:lnTo>
                  <a:pt x="71184" y="33806"/>
                </a:lnTo>
                <a:lnTo>
                  <a:pt x="70060" y="33559"/>
                </a:lnTo>
                <a:lnTo>
                  <a:pt x="68910" y="33312"/>
                </a:lnTo>
                <a:lnTo>
                  <a:pt x="67813" y="33057"/>
                </a:lnTo>
                <a:lnTo>
                  <a:pt x="66690" y="32802"/>
                </a:lnTo>
                <a:lnTo>
                  <a:pt x="65593" y="32548"/>
                </a:lnTo>
                <a:lnTo>
                  <a:pt x="64523" y="32285"/>
                </a:lnTo>
                <a:lnTo>
                  <a:pt x="63453" y="32015"/>
                </a:lnTo>
                <a:lnTo>
                  <a:pt x="62383" y="31745"/>
                </a:lnTo>
                <a:lnTo>
                  <a:pt x="61340" y="31475"/>
                </a:lnTo>
                <a:lnTo>
                  <a:pt x="60296" y="31197"/>
                </a:lnTo>
                <a:lnTo>
                  <a:pt x="59253" y="30911"/>
                </a:lnTo>
                <a:lnTo>
                  <a:pt x="58237" y="30625"/>
                </a:lnTo>
                <a:lnTo>
                  <a:pt x="57220" y="30340"/>
                </a:lnTo>
                <a:lnTo>
                  <a:pt x="56230" y="30046"/>
                </a:lnTo>
                <a:lnTo>
                  <a:pt x="55241" y="29753"/>
                </a:lnTo>
                <a:lnTo>
                  <a:pt x="53315" y="29151"/>
                </a:lnTo>
                <a:lnTo>
                  <a:pt x="51415" y="28533"/>
                </a:lnTo>
                <a:lnTo>
                  <a:pt x="49543" y="27908"/>
                </a:lnTo>
                <a:lnTo>
                  <a:pt x="47750" y="27267"/>
                </a:lnTo>
                <a:lnTo>
                  <a:pt x="45985" y="26619"/>
                </a:lnTo>
                <a:lnTo>
                  <a:pt x="44246" y="25955"/>
                </a:lnTo>
                <a:lnTo>
                  <a:pt x="42588" y="25283"/>
                </a:lnTo>
                <a:lnTo>
                  <a:pt x="40956" y="24596"/>
                </a:lnTo>
                <a:lnTo>
                  <a:pt x="39351" y="23901"/>
                </a:lnTo>
                <a:lnTo>
                  <a:pt x="37826" y="23199"/>
                </a:lnTo>
                <a:lnTo>
                  <a:pt x="36328" y="22481"/>
                </a:lnTo>
                <a:lnTo>
                  <a:pt x="34857" y="21755"/>
                </a:lnTo>
                <a:lnTo>
                  <a:pt x="33466" y="21030"/>
                </a:lnTo>
                <a:lnTo>
                  <a:pt x="32101" y="20288"/>
                </a:lnTo>
                <a:lnTo>
                  <a:pt x="30764" y="19540"/>
                </a:lnTo>
                <a:lnTo>
                  <a:pt x="29480" y="18783"/>
                </a:lnTo>
                <a:lnTo>
                  <a:pt x="28249" y="18019"/>
                </a:lnTo>
                <a:lnTo>
                  <a:pt x="27072" y="17247"/>
                </a:lnTo>
                <a:lnTo>
                  <a:pt x="25922" y="16467"/>
                </a:lnTo>
                <a:lnTo>
                  <a:pt x="24825" y="15687"/>
                </a:lnTo>
                <a:lnTo>
                  <a:pt x="23782" y="14892"/>
                </a:lnTo>
                <a:lnTo>
                  <a:pt x="22792" y="14097"/>
                </a:lnTo>
                <a:lnTo>
                  <a:pt x="21829" y="13302"/>
                </a:lnTo>
                <a:lnTo>
                  <a:pt x="20920" y="12499"/>
                </a:lnTo>
                <a:lnTo>
                  <a:pt x="20037" y="11688"/>
                </a:lnTo>
                <a:lnTo>
                  <a:pt x="19208" y="10878"/>
                </a:lnTo>
                <a:lnTo>
                  <a:pt x="18432" y="10060"/>
                </a:lnTo>
                <a:lnTo>
                  <a:pt x="17710" y="9241"/>
                </a:lnTo>
                <a:lnTo>
                  <a:pt x="17014" y="8423"/>
                </a:lnTo>
                <a:lnTo>
                  <a:pt x="16372" y="7597"/>
                </a:lnTo>
                <a:lnTo>
                  <a:pt x="15783" y="6779"/>
                </a:lnTo>
                <a:lnTo>
                  <a:pt x="15222" y="5953"/>
                </a:lnTo>
                <a:lnTo>
                  <a:pt x="14740" y="5119"/>
                </a:lnTo>
                <a:lnTo>
                  <a:pt x="14259" y="4293"/>
                </a:lnTo>
                <a:lnTo>
                  <a:pt x="13857" y="3467"/>
                </a:lnTo>
                <a:lnTo>
                  <a:pt x="13483" y="2641"/>
                </a:lnTo>
                <a:lnTo>
                  <a:pt x="13189" y="1807"/>
                </a:lnTo>
                <a:lnTo>
                  <a:pt x="13135" y="1699"/>
                </a:lnTo>
                <a:lnTo>
                  <a:pt x="13055" y="1591"/>
                </a:lnTo>
                <a:lnTo>
                  <a:pt x="12975" y="1490"/>
                </a:lnTo>
                <a:lnTo>
                  <a:pt x="12868" y="1390"/>
                </a:lnTo>
                <a:lnTo>
                  <a:pt x="12761" y="1290"/>
                </a:lnTo>
                <a:lnTo>
                  <a:pt x="12627" y="1197"/>
                </a:lnTo>
                <a:lnTo>
                  <a:pt x="12493" y="1104"/>
                </a:lnTo>
                <a:lnTo>
                  <a:pt x="12333" y="1020"/>
                </a:lnTo>
                <a:lnTo>
                  <a:pt x="12172" y="935"/>
                </a:lnTo>
                <a:lnTo>
                  <a:pt x="11985" y="857"/>
                </a:lnTo>
                <a:lnTo>
                  <a:pt x="11771" y="780"/>
                </a:lnTo>
                <a:lnTo>
                  <a:pt x="11584" y="711"/>
                </a:lnTo>
                <a:lnTo>
                  <a:pt x="11129" y="572"/>
                </a:lnTo>
                <a:lnTo>
                  <a:pt x="10647" y="456"/>
                </a:lnTo>
                <a:lnTo>
                  <a:pt x="10112" y="348"/>
                </a:lnTo>
                <a:lnTo>
                  <a:pt x="9577" y="255"/>
                </a:lnTo>
                <a:lnTo>
                  <a:pt x="9016" y="178"/>
                </a:lnTo>
                <a:lnTo>
                  <a:pt x="8427" y="116"/>
                </a:lnTo>
                <a:lnTo>
                  <a:pt x="7812" y="62"/>
                </a:lnTo>
                <a:lnTo>
                  <a:pt x="7197" y="31"/>
                </a:lnTo>
                <a:lnTo>
                  <a:pt x="6581" y="8"/>
                </a:lnTo>
                <a:lnTo>
                  <a:pt x="596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8"/>
          <p:cNvSpPr/>
          <p:nvPr/>
        </p:nvSpPr>
        <p:spPr>
          <a:xfrm rot="10800000">
            <a:off x="5444494" y="770181"/>
            <a:ext cx="793556" cy="552623"/>
          </a:xfrm>
          <a:custGeom>
            <a:rect b="b" l="l" r="r" t="t"/>
            <a:pathLst>
              <a:path extrusionOk="0" h="60363" w="265848">
                <a:moveTo>
                  <a:pt x="75544" y="0"/>
                </a:moveTo>
                <a:lnTo>
                  <a:pt x="74929" y="16"/>
                </a:lnTo>
                <a:lnTo>
                  <a:pt x="74313" y="39"/>
                </a:lnTo>
                <a:lnTo>
                  <a:pt x="73725" y="77"/>
                </a:lnTo>
                <a:lnTo>
                  <a:pt x="73110" y="139"/>
                </a:lnTo>
                <a:lnTo>
                  <a:pt x="72521" y="209"/>
                </a:lnTo>
                <a:lnTo>
                  <a:pt x="55829" y="2548"/>
                </a:lnTo>
                <a:lnTo>
                  <a:pt x="39136" y="4895"/>
                </a:lnTo>
                <a:lnTo>
                  <a:pt x="5778" y="9604"/>
                </a:lnTo>
                <a:lnTo>
                  <a:pt x="5270" y="9673"/>
                </a:lnTo>
                <a:lnTo>
                  <a:pt x="4789" y="9758"/>
                </a:lnTo>
                <a:lnTo>
                  <a:pt x="4334" y="9843"/>
                </a:lnTo>
                <a:lnTo>
                  <a:pt x="3906" y="9936"/>
                </a:lnTo>
                <a:lnTo>
                  <a:pt x="3505" y="10028"/>
                </a:lnTo>
                <a:lnTo>
                  <a:pt x="3103" y="10129"/>
                </a:lnTo>
                <a:lnTo>
                  <a:pt x="2755" y="10229"/>
                </a:lnTo>
                <a:lnTo>
                  <a:pt x="2408" y="10337"/>
                </a:lnTo>
                <a:lnTo>
                  <a:pt x="2113" y="10453"/>
                </a:lnTo>
                <a:lnTo>
                  <a:pt x="1819" y="10561"/>
                </a:lnTo>
                <a:lnTo>
                  <a:pt x="1552" y="10684"/>
                </a:lnTo>
                <a:lnTo>
                  <a:pt x="1311" y="10800"/>
                </a:lnTo>
                <a:lnTo>
                  <a:pt x="1070" y="10924"/>
                </a:lnTo>
                <a:lnTo>
                  <a:pt x="883" y="11047"/>
                </a:lnTo>
                <a:lnTo>
                  <a:pt x="696" y="11171"/>
                </a:lnTo>
                <a:lnTo>
                  <a:pt x="535" y="11302"/>
                </a:lnTo>
                <a:lnTo>
                  <a:pt x="401" y="11433"/>
                </a:lnTo>
                <a:lnTo>
                  <a:pt x="294" y="11565"/>
                </a:lnTo>
                <a:lnTo>
                  <a:pt x="187" y="11696"/>
                </a:lnTo>
                <a:lnTo>
                  <a:pt x="107" y="11827"/>
                </a:lnTo>
                <a:lnTo>
                  <a:pt x="54" y="11966"/>
                </a:lnTo>
                <a:lnTo>
                  <a:pt x="27" y="12097"/>
                </a:lnTo>
                <a:lnTo>
                  <a:pt x="0" y="12236"/>
                </a:lnTo>
                <a:lnTo>
                  <a:pt x="0" y="12367"/>
                </a:lnTo>
                <a:lnTo>
                  <a:pt x="27" y="12499"/>
                </a:lnTo>
                <a:lnTo>
                  <a:pt x="54" y="12638"/>
                </a:lnTo>
                <a:lnTo>
                  <a:pt x="107" y="12769"/>
                </a:lnTo>
                <a:lnTo>
                  <a:pt x="187" y="12900"/>
                </a:lnTo>
                <a:lnTo>
                  <a:pt x="268" y="13031"/>
                </a:lnTo>
                <a:lnTo>
                  <a:pt x="375" y="13155"/>
                </a:lnTo>
                <a:lnTo>
                  <a:pt x="508" y="13286"/>
                </a:lnTo>
                <a:lnTo>
                  <a:pt x="642" y="13410"/>
                </a:lnTo>
                <a:lnTo>
                  <a:pt x="803" y="13533"/>
                </a:lnTo>
                <a:lnTo>
                  <a:pt x="990" y="13649"/>
                </a:lnTo>
                <a:lnTo>
                  <a:pt x="1177" y="13765"/>
                </a:lnTo>
                <a:lnTo>
                  <a:pt x="1364" y="13881"/>
                </a:lnTo>
                <a:lnTo>
                  <a:pt x="1578" y="13989"/>
                </a:lnTo>
                <a:lnTo>
                  <a:pt x="1819" y="14097"/>
                </a:lnTo>
                <a:lnTo>
                  <a:pt x="2060" y="14205"/>
                </a:lnTo>
                <a:lnTo>
                  <a:pt x="2327" y="14297"/>
                </a:lnTo>
                <a:lnTo>
                  <a:pt x="2622" y="14398"/>
                </a:lnTo>
                <a:lnTo>
                  <a:pt x="2889" y="14483"/>
                </a:lnTo>
                <a:lnTo>
                  <a:pt x="3210" y="14575"/>
                </a:lnTo>
                <a:lnTo>
                  <a:pt x="3531" y="14653"/>
                </a:lnTo>
                <a:lnTo>
                  <a:pt x="3852" y="14730"/>
                </a:lnTo>
                <a:lnTo>
                  <a:pt x="4200" y="14799"/>
                </a:lnTo>
                <a:lnTo>
                  <a:pt x="4548" y="14861"/>
                </a:lnTo>
                <a:lnTo>
                  <a:pt x="4922" y="14923"/>
                </a:lnTo>
                <a:lnTo>
                  <a:pt x="5297" y="14977"/>
                </a:lnTo>
                <a:lnTo>
                  <a:pt x="5671" y="15023"/>
                </a:lnTo>
                <a:lnTo>
                  <a:pt x="6073" y="15062"/>
                </a:lnTo>
                <a:lnTo>
                  <a:pt x="6501" y="15093"/>
                </a:lnTo>
                <a:lnTo>
                  <a:pt x="6902" y="15116"/>
                </a:lnTo>
                <a:lnTo>
                  <a:pt x="7357" y="15139"/>
                </a:lnTo>
                <a:lnTo>
                  <a:pt x="7785" y="15147"/>
                </a:lnTo>
                <a:lnTo>
                  <a:pt x="8694" y="15147"/>
                </a:lnTo>
                <a:lnTo>
                  <a:pt x="9176" y="15131"/>
                </a:lnTo>
                <a:lnTo>
                  <a:pt x="9657" y="15108"/>
                </a:lnTo>
                <a:lnTo>
                  <a:pt x="10139" y="15077"/>
                </a:lnTo>
                <a:lnTo>
                  <a:pt x="10620" y="15039"/>
                </a:lnTo>
                <a:lnTo>
                  <a:pt x="11128" y="14984"/>
                </a:lnTo>
                <a:lnTo>
                  <a:pt x="11637" y="14930"/>
                </a:lnTo>
                <a:lnTo>
                  <a:pt x="12145" y="14861"/>
                </a:lnTo>
                <a:lnTo>
                  <a:pt x="37130" y="11302"/>
                </a:lnTo>
                <a:lnTo>
                  <a:pt x="62088" y="7735"/>
                </a:lnTo>
                <a:lnTo>
                  <a:pt x="60537" y="9712"/>
                </a:lnTo>
                <a:lnTo>
                  <a:pt x="59039" y="11696"/>
                </a:lnTo>
                <a:lnTo>
                  <a:pt x="57541" y="13680"/>
                </a:lnTo>
                <a:lnTo>
                  <a:pt x="56069" y="15656"/>
                </a:lnTo>
                <a:lnTo>
                  <a:pt x="54625" y="17648"/>
                </a:lnTo>
                <a:lnTo>
                  <a:pt x="53234" y="19632"/>
                </a:lnTo>
                <a:lnTo>
                  <a:pt x="51843" y="21624"/>
                </a:lnTo>
                <a:lnTo>
                  <a:pt x="50505" y="23615"/>
                </a:lnTo>
                <a:lnTo>
                  <a:pt x="50398" y="23801"/>
                </a:lnTo>
                <a:lnTo>
                  <a:pt x="50345" y="23994"/>
                </a:lnTo>
                <a:lnTo>
                  <a:pt x="50345" y="24171"/>
                </a:lnTo>
                <a:lnTo>
                  <a:pt x="50372" y="24349"/>
                </a:lnTo>
                <a:lnTo>
                  <a:pt x="50452" y="24526"/>
                </a:lnTo>
                <a:lnTo>
                  <a:pt x="50559" y="24696"/>
                </a:lnTo>
                <a:lnTo>
                  <a:pt x="50719" y="24858"/>
                </a:lnTo>
                <a:lnTo>
                  <a:pt x="50907" y="25013"/>
                </a:lnTo>
                <a:lnTo>
                  <a:pt x="51147" y="25167"/>
                </a:lnTo>
                <a:lnTo>
                  <a:pt x="51388" y="25314"/>
                </a:lnTo>
                <a:lnTo>
                  <a:pt x="51709" y="25453"/>
                </a:lnTo>
                <a:lnTo>
                  <a:pt x="52030" y="25584"/>
                </a:lnTo>
                <a:lnTo>
                  <a:pt x="52378" y="25715"/>
                </a:lnTo>
                <a:lnTo>
                  <a:pt x="52752" y="25831"/>
                </a:lnTo>
                <a:lnTo>
                  <a:pt x="53180" y="25947"/>
                </a:lnTo>
                <a:lnTo>
                  <a:pt x="53608" y="26047"/>
                </a:lnTo>
                <a:lnTo>
                  <a:pt x="54063" y="26147"/>
                </a:lnTo>
                <a:lnTo>
                  <a:pt x="54545" y="26240"/>
                </a:lnTo>
                <a:lnTo>
                  <a:pt x="55026" y="26317"/>
                </a:lnTo>
                <a:lnTo>
                  <a:pt x="55561" y="26394"/>
                </a:lnTo>
                <a:lnTo>
                  <a:pt x="56069" y="26464"/>
                </a:lnTo>
                <a:lnTo>
                  <a:pt x="56631" y="26518"/>
                </a:lnTo>
                <a:lnTo>
                  <a:pt x="57193" y="26564"/>
                </a:lnTo>
                <a:lnTo>
                  <a:pt x="57755" y="26603"/>
                </a:lnTo>
                <a:lnTo>
                  <a:pt x="58343" y="26634"/>
                </a:lnTo>
                <a:lnTo>
                  <a:pt x="58932" y="26657"/>
                </a:lnTo>
                <a:lnTo>
                  <a:pt x="59520" y="26665"/>
                </a:lnTo>
                <a:lnTo>
                  <a:pt x="60109" y="26665"/>
                </a:lnTo>
                <a:lnTo>
                  <a:pt x="60724" y="26657"/>
                </a:lnTo>
                <a:lnTo>
                  <a:pt x="61339" y="26642"/>
                </a:lnTo>
                <a:lnTo>
                  <a:pt x="61928" y="26611"/>
                </a:lnTo>
                <a:lnTo>
                  <a:pt x="62543" y="26564"/>
                </a:lnTo>
                <a:lnTo>
                  <a:pt x="124685" y="21724"/>
                </a:lnTo>
                <a:lnTo>
                  <a:pt x="124685" y="21724"/>
                </a:lnTo>
                <a:lnTo>
                  <a:pt x="123856" y="23013"/>
                </a:lnTo>
                <a:lnTo>
                  <a:pt x="123026" y="24295"/>
                </a:lnTo>
                <a:lnTo>
                  <a:pt x="122143" y="25584"/>
                </a:lnTo>
                <a:lnTo>
                  <a:pt x="121261" y="26873"/>
                </a:lnTo>
                <a:lnTo>
                  <a:pt x="120351" y="28155"/>
                </a:lnTo>
                <a:lnTo>
                  <a:pt x="119442" y="29436"/>
                </a:lnTo>
                <a:lnTo>
                  <a:pt x="118479" y="30718"/>
                </a:lnTo>
                <a:lnTo>
                  <a:pt x="117516" y="31999"/>
                </a:lnTo>
                <a:lnTo>
                  <a:pt x="116526" y="33273"/>
                </a:lnTo>
                <a:lnTo>
                  <a:pt x="115509" y="34547"/>
                </a:lnTo>
                <a:lnTo>
                  <a:pt x="114466" y="35828"/>
                </a:lnTo>
                <a:lnTo>
                  <a:pt x="113396" y="37102"/>
                </a:lnTo>
                <a:lnTo>
                  <a:pt x="112326" y="38376"/>
                </a:lnTo>
                <a:lnTo>
                  <a:pt x="111229" y="39642"/>
                </a:lnTo>
                <a:lnTo>
                  <a:pt x="110079" y="40916"/>
                </a:lnTo>
                <a:lnTo>
                  <a:pt x="108929" y="42189"/>
                </a:lnTo>
                <a:lnTo>
                  <a:pt x="108795" y="42367"/>
                </a:lnTo>
                <a:lnTo>
                  <a:pt x="108715" y="42545"/>
                </a:lnTo>
                <a:lnTo>
                  <a:pt x="108688" y="42722"/>
                </a:lnTo>
                <a:lnTo>
                  <a:pt x="108688" y="42892"/>
                </a:lnTo>
                <a:lnTo>
                  <a:pt x="108768" y="43062"/>
                </a:lnTo>
                <a:lnTo>
                  <a:pt x="108848" y="43224"/>
                </a:lnTo>
                <a:lnTo>
                  <a:pt x="109009" y="43386"/>
                </a:lnTo>
                <a:lnTo>
                  <a:pt x="109196" y="43540"/>
                </a:lnTo>
                <a:lnTo>
                  <a:pt x="109437" y="43695"/>
                </a:lnTo>
                <a:lnTo>
                  <a:pt x="109704" y="43841"/>
                </a:lnTo>
                <a:lnTo>
                  <a:pt x="109999" y="43980"/>
                </a:lnTo>
                <a:lnTo>
                  <a:pt x="110346" y="44119"/>
                </a:lnTo>
                <a:lnTo>
                  <a:pt x="110694" y="44251"/>
                </a:lnTo>
                <a:lnTo>
                  <a:pt x="111095" y="44374"/>
                </a:lnTo>
                <a:lnTo>
                  <a:pt x="111523" y="44490"/>
                </a:lnTo>
                <a:lnTo>
                  <a:pt x="111951" y="44598"/>
                </a:lnTo>
                <a:lnTo>
                  <a:pt x="112433" y="44698"/>
                </a:lnTo>
                <a:lnTo>
                  <a:pt x="112915" y="44791"/>
                </a:lnTo>
                <a:lnTo>
                  <a:pt x="113423" y="44876"/>
                </a:lnTo>
                <a:lnTo>
                  <a:pt x="113958" y="44953"/>
                </a:lnTo>
                <a:lnTo>
                  <a:pt x="114493" y="45023"/>
                </a:lnTo>
                <a:lnTo>
                  <a:pt x="115055" y="45084"/>
                </a:lnTo>
                <a:lnTo>
                  <a:pt x="115616" y="45131"/>
                </a:lnTo>
                <a:lnTo>
                  <a:pt x="116178" y="45169"/>
                </a:lnTo>
                <a:lnTo>
                  <a:pt x="116740" y="45200"/>
                </a:lnTo>
                <a:lnTo>
                  <a:pt x="117328" y="45223"/>
                </a:lnTo>
                <a:lnTo>
                  <a:pt x="117917" y="45231"/>
                </a:lnTo>
                <a:lnTo>
                  <a:pt x="118505" y="45231"/>
                </a:lnTo>
                <a:lnTo>
                  <a:pt x="119094" y="45216"/>
                </a:lnTo>
                <a:lnTo>
                  <a:pt x="119656" y="45185"/>
                </a:lnTo>
                <a:lnTo>
                  <a:pt x="120244" y="45154"/>
                </a:lnTo>
                <a:lnTo>
                  <a:pt x="120806" y="45100"/>
                </a:lnTo>
                <a:lnTo>
                  <a:pt x="139719" y="43178"/>
                </a:lnTo>
                <a:lnTo>
                  <a:pt x="158631" y="41248"/>
                </a:lnTo>
                <a:lnTo>
                  <a:pt x="196430" y="37372"/>
                </a:lnTo>
                <a:lnTo>
                  <a:pt x="194424" y="39920"/>
                </a:lnTo>
                <a:lnTo>
                  <a:pt x="192364" y="42467"/>
                </a:lnTo>
                <a:lnTo>
                  <a:pt x="190251" y="45007"/>
                </a:lnTo>
                <a:lnTo>
                  <a:pt x="188084" y="47547"/>
                </a:lnTo>
                <a:lnTo>
                  <a:pt x="185917" y="50079"/>
                </a:lnTo>
                <a:lnTo>
                  <a:pt x="183670" y="52619"/>
                </a:lnTo>
                <a:lnTo>
                  <a:pt x="181423" y="55151"/>
                </a:lnTo>
                <a:lnTo>
                  <a:pt x="179149" y="57676"/>
                </a:lnTo>
                <a:lnTo>
                  <a:pt x="178989" y="57884"/>
                </a:lnTo>
                <a:lnTo>
                  <a:pt x="178908" y="58077"/>
                </a:lnTo>
                <a:lnTo>
                  <a:pt x="178855" y="58270"/>
                </a:lnTo>
                <a:lnTo>
                  <a:pt x="178882" y="58448"/>
                </a:lnTo>
                <a:lnTo>
                  <a:pt x="178962" y="58625"/>
                </a:lnTo>
                <a:lnTo>
                  <a:pt x="179096" y="58795"/>
                </a:lnTo>
                <a:lnTo>
                  <a:pt x="179283" y="58949"/>
                </a:lnTo>
                <a:lnTo>
                  <a:pt x="179497" y="59104"/>
                </a:lnTo>
                <a:lnTo>
                  <a:pt x="179791" y="59250"/>
                </a:lnTo>
                <a:lnTo>
                  <a:pt x="180085" y="59382"/>
                </a:lnTo>
                <a:lnTo>
                  <a:pt x="180433" y="59513"/>
                </a:lnTo>
                <a:lnTo>
                  <a:pt x="180834" y="59629"/>
                </a:lnTo>
                <a:lnTo>
                  <a:pt x="181236" y="59744"/>
                </a:lnTo>
                <a:lnTo>
                  <a:pt x="181690" y="59845"/>
                </a:lnTo>
                <a:lnTo>
                  <a:pt x="182172" y="59937"/>
                </a:lnTo>
                <a:lnTo>
                  <a:pt x="182680" y="60022"/>
                </a:lnTo>
                <a:lnTo>
                  <a:pt x="183215" y="60100"/>
                </a:lnTo>
                <a:lnTo>
                  <a:pt x="183750" y="60161"/>
                </a:lnTo>
                <a:lnTo>
                  <a:pt x="184312" y="60223"/>
                </a:lnTo>
                <a:lnTo>
                  <a:pt x="184874" y="60269"/>
                </a:lnTo>
                <a:lnTo>
                  <a:pt x="185462" y="60308"/>
                </a:lnTo>
                <a:lnTo>
                  <a:pt x="186077" y="60339"/>
                </a:lnTo>
                <a:lnTo>
                  <a:pt x="186666" y="60354"/>
                </a:lnTo>
                <a:lnTo>
                  <a:pt x="187281" y="60362"/>
                </a:lnTo>
                <a:lnTo>
                  <a:pt x="187896" y="60362"/>
                </a:lnTo>
                <a:lnTo>
                  <a:pt x="188485" y="60354"/>
                </a:lnTo>
                <a:lnTo>
                  <a:pt x="189100" y="60331"/>
                </a:lnTo>
                <a:lnTo>
                  <a:pt x="189689" y="60300"/>
                </a:lnTo>
                <a:lnTo>
                  <a:pt x="190277" y="60262"/>
                </a:lnTo>
                <a:lnTo>
                  <a:pt x="190839" y="60208"/>
                </a:lnTo>
                <a:lnTo>
                  <a:pt x="191401" y="60146"/>
                </a:lnTo>
                <a:lnTo>
                  <a:pt x="191936" y="60069"/>
                </a:lnTo>
                <a:lnTo>
                  <a:pt x="209859" y="57374"/>
                </a:lnTo>
                <a:lnTo>
                  <a:pt x="218793" y="56016"/>
                </a:lnTo>
                <a:lnTo>
                  <a:pt x="227728" y="54657"/>
                </a:lnTo>
                <a:lnTo>
                  <a:pt x="236636" y="53283"/>
                </a:lnTo>
                <a:lnTo>
                  <a:pt x="241103" y="52588"/>
                </a:lnTo>
                <a:lnTo>
                  <a:pt x="245544" y="51893"/>
                </a:lnTo>
                <a:lnTo>
                  <a:pt x="249958" y="51191"/>
                </a:lnTo>
                <a:lnTo>
                  <a:pt x="254372" y="50481"/>
                </a:lnTo>
                <a:lnTo>
                  <a:pt x="258786" y="49770"/>
                </a:lnTo>
                <a:lnTo>
                  <a:pt x="263173" y="49052"/>
                </a:lnTo>
                <a:lnTo>
                  <a:pt x="263467" y="49006"/>
                </a:lnTo>
                <a:lnTo>
                  <a:pt x="263708" y="48952"/>
                </a:lnTo>
                <a:lnTo>
                  <a:pt x="263948" y="48898"/>
                </a:lnTo>
                <a:lnTo>
                  <a:pt x="264189" y="48844"/>
                </a:lnTo>
                <a:lnTo>
                  <a:pt x="264403" y="48790"/>
                </a:lnTo>
                <a:lnTo>
                  <a:pt x="264590" y="48728"/>
                </a:lnTo>
                <a:lnTo>
                  <a:pt x="264938" y="48597"/>
                </a:lnTo>
                <a:lnTo>
                  <a:pt x="265206" y="48466"/>
                </a:lnTo>
                <a:lnTo>
                  <a:pt x="265446" y="48327"/>
                </a:lnTo>
                <a:lnTo>
                  <a:pt x="265634" y="48180"/>
                </a:lnTo>
                <a:lnTo>
                  <a:pt x="265741" y="48033"/>
                </a:lnTo>
                <a:lnTo>
                  <a:pt x="265821" y="47879"/>
                </a:lnTo>
                <a:lnTo>
                  <a:pt x="265848" y="47725"/>
                </a:lnTo>
                <a:lnTo>
                  <a:pt x="265821" y="47562"/>
                </a:lnTo>
                <a:lnTo>
                  <a:pt x="265767" y="47408"/>
                </a:lnTo>
                <a:lnTo>
                  <a:pt x="265634" y="47254"/>
                </a:lnTo>
                <a:lnTo>
                  <a:pt x="265500" y="47099"/>
                </a:lnTo>
                <a:lnTo>
                  <a:pt x="265313" y="46953"/>
                </a:lnTo>
                <a:lnTo>
                  <a:pt x="265072" y="46806"/>
                </a:lnTo>
                <a:lnTo>
                  <a:pt x="264804" y="46667"/>
                </a:lnTo>
                <a:lnTo>
                  <a:pt x="264510" y="46528"/>
                </a:lnTo>
                <a:lnTo>
                  <a:pt x="264162" y="46404"/>
                </a:lnTo>
                <a:lnTo>
                  <a:pt x="263815" y="46281"/>
                </a:lnTo>
                <a:lnTo>
                  <a:pt x="263413" y="46173"/>
                </a:lnTo>
                <a:lnTo>
                  <a:pt x="262985" y="46080"/>
                </a:lnTo>
                <a:lnTo>
                  <a:pt x="262557" y="45988"/>
                </a:lnTo>
                <a:lnTo>
                  <a:pt x="262076" y="45918"/>
                </a:lnTo>
                <a:lnTo>
                  <a:pt x="261594" y="45856"/>
                </a:lnTo>
                <a:lnTo>
                  <a:pt x="261086" y="45810"/>
                </a:lnTo>
                <a:lnTo>
                  <a:pt x="260551" y="45787"/>
                </a:lnTo>
                <a:lnTo>
                  <a:pt x="260016" y="45771"/>
                </a:lnTo>
                <a:lnTo>
                  <a:pt x="259722" y="45771"/>
                </a:lnTo>
                <a:lnTo>
                  <a:pt x="259454" y="45779"/>
                </a:lnTo>
                <a:lnTo>
                  <a:pt x="259160" y="45787"/>
                </a:lnTo>
                <a:lnTo>
                  <a:pt x="258866" y="45802"/>
                </a:lnTo>
                <a:lnTo>
                  <a:pt x="258598" y="45825"/>
                </a:lnTo>
                <a:lnTo>
                  <a:pt x="258304" y="45849"/>
                </a:lnTo>
                <a:lnTo>
                  <a:pt x="258010" y="45880"/>
                </a:lnTo>
                <a:lnTo>
                  <a:pt x="257716" y="45918"/>
                </a:lnTo>
                <a:lnTo>
                  <a:pt x="250466" y="46860"/>
                </a:lnTo>
                <a:lnTo>
                  <a:pt x="243270" y="47825"/>
                </a:lnTo>
                <a:lnTo>
                  <a:pt x="236074" y="48790"/>
                </a:lnTo>
                <a:lnTo>
                  <a:pt x="228878" y="49763"/>
                </a:lnTo>
                <a:lnTo>
                  <a:pt x="221682" y="50743"/>
                </a:lnTo>
                <a:lnTo>
                  <a:pt x="214513" y="51731"/>
                </a:lnTo>
                <a:lnTo>
                  <a:pt x="200175" y="53700"/>
                </a:lnTo>
                <a:lnTo>
                  <a:pt x="201352" y="52472"/>
                </a:lnTo>
                <a:lnTo>
                  <a:pt x="202529" y="51237"/>
                </a:lnTo>
                <a:lnTo>
                  <a:pt x="203653" y="50010"/>
                </a:lnTo>
                <a:lnTo>
                  <a:pt x="204776" y="48774"/>
                </a:lnTo>
                <a:lnTo>
                  <a:pt x="206996" y="46304"/>
                </a:lnTo>
                <a:lnTo>
                  <a:pt x="209136" y="43826"/>
                </a:lnTo>
                <a:lnTo>
                  <a:pt x="211223" y="41348"/>
                </a:lnTo>
                <a:lnTo>
                  <a:pt x="213256" y="38862"/>
                </a:lnTo>
                <a:lnTo>
                  <a:pt x="215262" y="36376"/>
                </a:lnTo>
                <a:lnTo>
                  <a:pt x="217188" y="33883"/>
                </a:lnTo>
                <a:lnTo>
                  <a:pt x="217295" y="33705"/>
                </a:lnTo>
                <a:lnTo>
                  <a:pt x="217376" y="33535"/>
                </a:lnTo>
                <a:lnTo>
                  <a:pt x="217376" y="33366"/>
                </a:lnTo>
                <a:lnTo>
                  <a:pt x="217349" y="33196"/>
                </a:lnTo>
                <a:lnTo>
                  <a:pt x="217295" y="33026"/>
                </a:lnTo>
                <a:lnTo>
                  <a:pt x="217188" y="32864"/>
                </a:lnTo>
                <a:lnTo>
                  <a:pt x="217028" y="32709"/>
                </a:lnTo>
                <a:lnTo>
                  <a:pt x="216841" y="32555"/>
                </a:lnTo>
                <a:lnTo>
                  <a:pt x="216627" y="32408"/>
                </a:lnTo>
                <a:lnTo>
                  <a:pt x="216359" y="32262"/>
                </a:lnTo>
                <a:lnTo>
                  <a:pt x="216065" y="32123"/>
                </a:lnTo>
                <a:lnTo>
                  <a:pt x="215744" y="31991"/>
                </a:lnTo>
                <a:lnTo>
                  <a:pt x="215396" y="31868"/>
                </a:lnTo>
                <a:lnTo>
                  <a:pt x="215022" y="31744"/>
                </a:lnTo>
                <a:lnTo>
                  <a:pt x="214620" y="31629"/>
                </a:lnTo>
                <a:lnTo>
                  <a:pt x="214192" y="31521"/>
                </a:lnTo>
                <a:lnTo>
                  <a:pt x="213764" y="31420"/>
                </a:lnTo>
                <a:lnTo>
                  <a:pt x="213283" y="31328"/>
                </a:lnTo>
                <a:lnTo>
                  <a:pt x="212801" y="31250"/>
                </a:lnTo>
                <a:lnTo>
                  <a:pt x="212293" y="31173"/>
                </a:lnTo>
                <a:lnTo>
                  <a:pt x="211785" y="31104"/>
                </a:lnTo>
                <a:lnTo>
                  <a:pt x="211250" y="31050"/>
                </a:lnTo>
                <a:lnTo>
                  <a:pt x="210715" y="30996"/>
                </a:lnTo>
                <a:lnTo>
                  <a:pt x="210153" y="30957"/>
                </a:lnTo>
                <a:lnTo>
                  <a:pt x="209591" y="30926"/>
                </a:lnTo>
                <a:lnTo>
                  <a:pt x="209029" y="30911"/>
                </a:lnTo>
                <a:lnTo>
                  <a:pt x="208468" y="30903"/>
                </a:lnTo>
                <a:lnTo>
                  <a:pt x="207879" y="30903"/>
                </a:lnTo>
                <a:lnTo>
                  <a:pt x="207317" y="30918"/>
                </a:lnTo>
                <a:lnTo>
                  <a:pt x="206729" y="30949"/>
                </a:lnTo>
                <a:lnTo>
                  <a:pt x="206167" y="30988"/>
                </a:lnTo>
                <a:lnTo>
                  <a:pt x="205579" y="31034"/>
                </a:lnTo>
                <a:lnTo>
                  <a:pt x="168074" y="34809"/>
                </a:lnTo>
                <a:lnTo>
                  <a:pt x="149349" y="36701"/>
                </a:lnTo>
                <a:lnTo>
                  <a:pt x="130597" y="38592"/>
                </a:lnTo>
                <a:lnTo>
                  <a:pt x="131640" y="37357"/>
                </a:lnTo>
                <a:lnTo>
                  <a:pt x="132656" y="36114"/>
                </a:lnTo>
                <a:lnTo>
                  <a:pt x="133673" y="34871"/>
                </a:lnTo>
                <a:lnTo>
                  <a:pt x="134636" y="33628"/>
                </a:lnTo>
                <a:lnTo>
                  <a:pt x="135599" y="32385"/>
                </a:lnTo>
                <a:lnTo>
                  <a:pt x="136535" y="31135"/>
                </a:lnTo>
                <a:lnTo>
                  <a:pt x="137472" y="29892"/>
                </a:lnTo>
                <a:lnTo>
                  <a:pt x="138354" y="28641"/>
                </a:lnTo>
                <a:lnTo>
                  <a:pt x="139237" y="27390"/>
                </a:lnTo>
                <a:lnTo>
                  <a:pt x="140093" y="26140"/>
                </a:lnTo>
                <a:lnTo>
                  <a:pt x="140949" y="24889"/>
                </a:lnTo>
                <a:lnTo>
                  <a:pt x="141778" y="23638"/>
                </a:lnTo>
                <a:lnTo>
                  <a:pt x="142581" y="22380"/>
                </a:lnTo>
                <a:lnTo>
                  <a:pt x="143357" y="21130"/>
                </a:lnTo>
                <a:lnTo>
                  <a:pt x="144106" y="19871"/>
                </a:lnTo>
                <a:lnTo>
                  <a:pt x="144855" y="18613"/>
                </a:lnTo>
                <a:lnTo>
                  <a:pt x="144962" y="18420"/>
                </a:lnTo>
                <a:lnTo>
                  <a:pt x="144988" y="18235"/>
                </a:lnTo>
                <a:lnTo>
                  <a:pt x="144988" y="18057"/>
                </a:lnTo>
                <a:lnTo>
                  <a:pt x="144962" y="17879"/>
                </a:lnTo>
                <a:lnTo>
                  <a:pt x="144881" y="17710"/>
                </a:lnTo>
                <a:lnTo>
                  <a:pt x="144748" y="17547"/>
                </a:lnTo>
                <a:lnTo>
                  <a:pt x="144614" y="17385"/>
                </a:lnTo>
                <a:lnTo>
                  <a:pt x="144427" y="17231"/>
                </a:lnTo>
                <a:lnTo>
                  <a:pt x="144186" y="17077"/>
                </a:lnTo>
                <a:lnTo>
                  <a:pt x="143945" y="16938"/>
                </a:lnTo>
                <a:lnTo>
                  <a:pt x="143651" y="16799"/>
                </a:lnTo>
                <a:lnTo>
                  <a:pt x="143330" y="16667"/>
                </a:lnTo>
                <a:lnTo>
                  <a:pt x="142982" y="16544"/>
                </a:lnTo>
                <a:lnTo>
                  <a:pt x="142608" y="16428"/>
                </a:lnTo>
                <a:lnTo>
                  <a:pt x="142233" y="16312"/>
                </a:lnTo>
                <a:lnTo>
                  <a:pt x="141805" y="16212"/>
                </a:lnTo>
                <a:lnTo>
                  <a:pt x="141350" y="16112"/>
                </a:lnTo>
                <a:lnTo>
                  <a:pt x="140896" y="16027"/>
                </a:lnTo>
                <a:lnTo>
                  <a:pt x="140414" y="15942"/>
                </a:lnTo>
                <a:lnTo>
                  <a:pt x="139906" y="15872"/>
                </a:lnTo>
                <a:lnTo>
                  <a:pt x="139398" y="15803"/>
                </a:lnTo>
                <a:lnTo>
                  <a:pt x="138863" y="15749"/>
                </a:lnTo>
                <a:lnTo>
                  <a:pt x="138328" y="15702"/>
                </a:lnTo>
                <a:lnTo>
                  <a:pt x="137766" y="15664"/>
                </a:lnTo>
                <a:lnTo>
                  <a:pt x="137177" y="15633"/>
                </a:lnTo>
                <a:lnTo>
                  <a:pt x="136616" y="15618"/>
                </a:lnTo>
                <a:lnTo>
                  <a:pt x="136027" y="15602"/>
                </a:lnTo>
                <a:lnTo>
                  <a:pt x="135439" y="15602"/>
                </a:lnTo>
                <a:lnTo>
                  <a:pt x="134823" y="15610"/>
                </a:lnTo>
                <a:lnTo>
                  <a:pt x="134235" y="15633"/>
                </a:lnTo>
                <a:lnTo>
                  <a:pt x="133619" y="15664"/>
                </a:lnTo>
                <a:lnTo>
                  <a:pt x="133031" y="15702"/>
                </a:lnTo>
                <a:lnTo>
                  <a:pt x="71478" y="20435"/>
                </a:lnTo>
                <a:lnTo>
                  <a:pt x="73029" y="18281"/>
                </a:lnTo>
                <a:lnTo>
                  <a:pt x="74634" y="16127"/>
                </a:lnTo>
                <a:lnTo>
                  <a:pt x="76239" y="13973"/>
                </a:lnTo>
                <a:lnTo>
                  <a:pt x="77898" y="11827"/>
                </a:lnTo>
                <a:lnTo>
                  <a:pt x="79610" y="9681"/>
                </a:lnTo>
                <a:lnTo>
                  <a:pt x="81322" y="7542"/>
                </a:lnTo>
                <a:lnTo>
                  <a:pt x="83114" y="5396"/>
                </a:lnTo>
                <a:lnTo>
                  <a:pt x="84960" y="3258"/>
                </a:lnTo>
                <a:lnTo>
                  <a:pt x="85067" y="3088"/>
                </a:lnTo>
                <a:lnTo>
                  <a:pt x="85147" y="2911"/>
                </a:lnTo>
                <a:lnTo>
                  <a:pt x="85174" y="2733"/>
                </a:lnTo>
                <a:lnTo>
                  <a:pt x="85147" y="2563"/>
                </a:lnTo>
                <a:lnTo>
                  <a:pt x="85067" y="2386"/>
                </a:lnTo>
                <a:lnTo>
                  <a:pt x="84933" y="2216"/>
                </a:lnTo>
                <a:lnTo>
                  <a:pt x="84773" y="2046"/>
                </a:lnTo>
                <a:lnTo>
                  <a:pt x="84586" y="1876"/>
                </a:lnTo>
                <a:lnTo>
                  <a:pt x="84345" y="1714"/>
                </a:lnTo>
                <a:lnTo>
                  <a:pt x="84051" y="1552"/>
                </a:lnTo>
                <a:lnTo>
                  <a:pt x="83730" y="1397"/>
                </a:lnTo>
                <a:lnTo>
                  <a:pt x="83382" y="1243"/>
                </a:lnTo>
                <a:lnTo>
                  <a:pt x="83007" y="1104"/>
                </a:lnTo>
                <a:lnTo>
                  <a:pt x="82606" y="965"/>
                </a:lnTo>
                <a:lnTo>
                  <a:pt x="82151" y="834"/>
                </a:lnTo>
                <a:lnTo>
                  <a:pt x="81697" y="710"/>
                </a:lnTo>
                <a:lnTo>
                  <a:pt x="81215" y="595"/>
                </a:lnTo>
                <a:lnTo>
                  <a:pt x="80707" y="486"/>
                </a:lnTo>
                <a:lnTo>
                  <a:pt x="80199" y="386"/>
                </a:lnTo>
                <a:lnTo>
                  <a:pt x="79637" y="301"/>
                </a:lnTo>
                <a:lnTo>
                  <a:pt x="79102" y="224"/>
                </a:lnTo>
                <a:lnTo>
                  <a:pt x="78513" y="155"/>
                </a:lnTo>
                <a:lnTo>
                  <a:pt x="77925" y="101"/>
                </a:lnTo>
                <a:lnTo>
                  <a:pt x="77336" y="54"/>
                </a:lnTo>
                <a:lnTo>
                  <a:pt x="76748" y="23"/>
                </a:lnTo>
                <a:lnTo>
                  <a:pt x="76159" y="8"/>
                </a:lnTo>
                <a:lnTo>
                  <a:pt x="7554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8"/>
          <p:cNvSpPr/>
          <p:nvPr/>
        </p:nvSpPr>
        <p:spPr>
          <a:xfrm rot="10800000">
            <a:off x="7845650" y="273799"/>
            <a:ext cx="901995" cy="427667"/>
          </a:xfrm>
          <a:custGeom>
            <a:rect b="b" l="l" r="r" t="t"/>
            <a:pathLst>
              <a:path extrusionOk="0" h="46714" w="302176">
                <a:moveTo>
                  <a:pt x="39083" y="1"/>
                </a:moveTo>
                <a:lnTo>
                  <a:pt x="38522" y="9"/>
                </a:lnTo>
                <a:lnTo>
                  <a:pt x="37960" y="24"/>
                </a:lnTo>
                <a:lnTo>
                  <a:pt x="37398" y="47"/>
                </a:lnTo>
                <a:lnTo>
                  <a:pt x="36863" y="78"/>
                </a:lnTo>
                <a:lnTo>
                  <a:pt x="36328" y="124"/>
                </a:lnTo>
                <a:lnTo>
                  <a:pt x="35820" y="171"/>
                </a:lnTo>
                <a:lnTo>
                  <a:pt x="35338" y="232"/>
                </a:lnTo>
                <a:lnTo>
                  <a:pt x="34857" y="294"/>
                </a:lnTo>
                <a:lnTo>
                  <a:pt x="34402" y="371"/>
                </a:lnTo>
                <a:lnTo>
                  <a:pt x="33867" y="364"/>
                </a:lnTo>
                <a:lnTo>
                  <a:pt x="33305" y="371"/>
                </a:lnTo>
                <a:lnTo>
                  <a:pt x="32770" y="395"/>
                </a:lnTo>
                <a:lnTo>
                  <a:pt x="32208" y="425"/>
                </a:lnTo>
                <a:lnTo>
                  <a:pt x="31005" y="534"/>
                </a:lnTo>
                <a:lnTo>
                  <a:pt x="29774" y="649"/>
                </a:lnTo>
                <a:lnTo>
                  <a:pt x="28570" y="788"/>
                </a:lnTo>
                <a:lnTo>
                  <a:pt x="27340" y="950"/>
                </a:lnTo>
                <a:lnTo>
                  <a:pt x="26136" y="1120"/>
                </a:lnTo>
                <a:lnTo>
                  <a:pt x="24932" y="1313"/>
                </a:lnTo>
                <a:lnTo>
                  <a:pt x="23729" y="1514"/>
                </a:lnTo>
                <a:lnTo>
                  <a:pt x="22525" y="1738"/>
                </a:lnTo>
                <a:lnTo>
                  <a:pt x="21348" y="1969"/>
                </a:lnTo>
                <a:lnTo>
                  <a:pt x="20197" y="2216"/>
                </a:lnTo>
                <a:lnTo>
                  <a:pt x="19074" y="2471"/>
                </a:lnTo>
                <a:lnTo>
                  <a:pt x="17950" y="2749"/>
                </a:lnTo>
                <a:lnTo>
                  <a:pt x="16854" y="3027"/>
                </a:lnTo>
                <a:lnTo>
                  <a:pt x="15810" y="3320"/>
                </a:lnTo>
                <a:lnTo>
                  <a:pt x="14767" y="3629"/>
                </a:lnTo>
                <a:lnTo>
                  <a:pt x="13777" y="3946"/>
                </a:lnTo>
                <a:lnTo>
                  <a:pt x="12814" y="4262"/>
                </a:lnTo>
                <a:lnTo>
                  <a:pt x="11905" y="4594"/>
                </a:lnTo>
                <a:lnTo>
                  <a:pt x="11022" y="4934"/>
                </a:lnTo>
                <a:lnTo>
                  <a:pt x="10193" y="5281"/>
                </a:lnTo>
                <a:lnTo>
                  <a:pt x="9390" y="5636"/>
                </a:lnTo>
                <a:lnTo>
                  <a:pt x="8668" y="5999"/>
                </a:lnTo>
                <a:lnTo>
                  <a:pt x="7972" y="6362"/>
                </a:lnTo>
                <a:lnTo>
                  <a:pt x="7357" y="6733"/>
                </a:lnTo>
                <a:lnTo>
                  <a:pt x="6795" y="7103"/>
                </a:lnTo>
                <a:lnTo>
                  <a:pt x="6287" y="7481"/>
                </a:lnTo>
                <a:lnTo>
                  <a:pt x="6046" y="7667"/>
                </a:lnTo>
                <a:lnTo>
                  <a:pt x="5832" y="7860"/>
                </a:lnTo>
                <a:lnTo>
                  <a:pt x="5645" y="8053"/>
                </a:lnTo>
                <a:lnTo>
                  <a:pt x="5458" y="8238"/>
                </a:lnTo>
                <a:lnTo>
                  <a:pt x="5297" y="8431"/>
                </a:lnTo>
                <a:lnTo>
                  <a:pt x="5164" y="8624"/>
                </a:lnTo>
                <a:lnTo>
                  <a:pt x="5030" y="8817"/>
                </a:lnTo>
                <a:lnTo>
                  <a:pt x="4923" y="9010"/>
                </a:lnTo>
                <a:lnTo>
                  <a:pt x="4843" y="9203"/>
                </a:lnTo>
                <a:lnTo>
                  <a:pt x="4762" y="9396"/>
                </a:lnTo>
                <a:lnTo>
                  <a:pt x="4736" y="9581"/>
                </a:lnTo>
                <a:lnTo>
                  <a:pt x="4709" y="9774"/>
                </a:lnTo>
                <a:lnTo>
                  <a:pt x="4174" y="9921"/>
                </a:lnTo>
                <a:lnTo>
                  <a:pt x="3666" y="10075"/>
                </a:lnTo>
                <a:lnTo>
                  <a:pt x="3184" y="10237"/>
                </a:lnTo>
                <a:lnTo>
                  <a:pt x="2729" y="10400"/>
                </a:lnTo>
                <a:lnTo>
                  <a:pt x="2301" y="10569"/>
                </a:lnTo>
                <a:lnTo>
                  <a:pt x="1927" y="10747"/>
                </a:lnTo>
                <a:lnTo>
                  <a:pt x="1579" y="10925"/>
                </a:lnTo>
                <a:lnTo>
                  <a:pt x="1231" y="11110"/>
                </a:lnTo>
                <a:lnTo>
                  <a:pt x="964" y="11295"/>
                </a:lnTo>
                <a:lnTo>
                  <a:pt x="696" y="11488"/>
                </a:lnTo>
                <a:lnTo>
                  <a:pt x="482" y="11673"/>
                </a:lnTo>
                <a:lnTo>
                  <a:pt x="322" y="11866"/>
                </a:lnTo>
                <a:lnTo>
                  <a:pt x="161" y="12067"/>
                </a:lnTo>
                <a:lnTo>
                  <a:pt x="81" y="12260"/>
                </a:lnTo>
                <a:lnTo>
                  <a:pt x="27" y="12453"/>
                </a:lnTo>
                <a:lnTo>
                  <a:pt x="1" y="12654"/>
                </a:lnTo>
                <a:lnTo>
                  <a:pt x="27" y="12847"/>
                </a:lnTo>
                <a:lnTo>
                  <a:pt x="108" y="13040"/>
                </a:lnTo>
                <a:lnTo>
                  <a:pt x="241" y="13225"/>
                </a:lnTo>
                <a:lnTo>
                  <a:pt x="402" y="13418"/>
                </a:lnTo>
                <a:lnTo>
                  <a:pt x="616" y="13603"/>
                </a:lnTo>
                <a:lnTo>
                  <a:pt x="883" y="13781"/>
                </a:lnTo>
                <a:lnTo>
                  <a:pt x="1178" y="13958"/>
                </a:lnTo>
                <a:lnTo>
                  <a:pt x="1552" y="14136"/>
                </a:lnTo>
                <a:lnTo>
                  <a:pt x="1980" y="14298"/>
                </a:lnTo>
                <a:lnTo>
                  <a:pt x="2435" y="14460"/>
                </a:lnTo>
                <a:lnTo>
                  <a:pt x="2970" y="14622"/>
                </a:lnTo>
                <a:lnTo>
                  <a:pt x="3559" y="14769"/>
                </a:lnTo>
                <a:lnTo>
                  <a:pt x="4201" y="14908"/>
                </a:lnTo>
                <a:lnTo>
                  <a:pt x="4896" y="15047"/>
                </a:lnTo>
                <a:lnTo>
                  <a:pt x="5645" y="15170"/>
                </a:lnTo>
                <a:lnTo>
                  <a:pt x="6474" y="15286"/>
                </a:lnTo>
                <a:lnTo>
                  <a:pt x="14660" y="16375"/>
                </a:lnTo>
                <a:lnTo>
                  <a:pt x="22846" y="17448"/>
                </a:lnTo>
                <a:lnTo>
                  <a:pt x="31058" y="18513"/>
                </a:lnTo>
                <a:lnTo>
                  <a:pt x="39271" y="19579"/>
                </a:lnTo>
                <a:lnTo>
                  <a:pt x="47510" y="20628"/>
                </a:lnTo>
                <a:lnTo>
                  <a:pt x="55749" y="21678"/>
                </a:lnTo>
                <a:lnTo>
                  <a:pt x="64015" y="22721"/>
                </a:lnTo>
                <a:lnTo>
                  <a:pt x="72281" y="23763"/>
                </a:lnTo>
                <a:lnTo>
                  <a:pt x="80547" y="24789"/>
                </a:lnTo>
                <a:lnTo>
                  <a:pt x="88813" y="25816"/>
                </a:lnTo>
                <a:lnTo>
                  <a:pt x="105398" y="27862"/>
                </a:lnTo>
                <a:lnTo>
                  <a:pt x="121983" y="29885"/>
                </a:lnTo>
                <a:lnTo>
                  <a:pt x="138596" y="31900"/>
                </a:lnTo>
                <a:lnTo>
                  <a:pt x="146728" y="32895"/>
                </a:lnTo>
                <a:lnTo>
                  <a:pt x="154940" y="33907"/>
                </a:lnTo>
                <a:lnTo>
                  <a:pt x="171419" y="35960"/>
                </a:lnTo>
                <a:lnTo>
                  <a:pt x="179685" y="36995"/>
                </a:lnTo>
                <a:lnTo>
                  <a:pt x="188004" y="38021"/>
                </a:lnTo>
                <a:lnTo>
                  <a:pt x="196350" y="39033"/>
                </a:lnTo>
                <a:lnTo>
                  <a:pt x="200550" y="39527"/>
                </a:lnTo>
                <a:lnTo>
                  <a:pt x="204723" y="40021"/>
                </a:lnTo>
                <a:lnTo>
                  <a:pt x="208923" y="40515"/>
                </a:lnTo>
                <a:lnTo>
                  <a:pt x="213123" y="40994"/>
                </a:lnTo>
                <a:lnTo>
                  <a:pt x="217349" y="41472"/>
                </a:lnTo>
                <a:lnTo>
                  <a:pt x="221549" y="41935"/>
                </a:lnTo>
                <a:lnTo>
                  <a:pt x="225776" y="42399"/>
                </a:lnTo>
                <a:lnTo>
                  <a:pt x="230002" y="42846"/>
                </a:lnTo>
                <a:lnTo>
                  <a:pt x="234256" y="43286"/>
                </a:lnTo>
                <a:lnTo>
                  <a:pt x="238482" y="43711"/>
                </a:lnTo>
                <a:lnTo>
                  <a:pt x="242736" y="44128"/>
                </a:lnTo>
                <a:lnTo>
                  <a:pt x="246989" y="44529"/>
                </a:lnTo>
                <a:lnTo>
                  <a:pt x="251242" y="44923"/>
                </a:lnTo>
                <a:lnTo>
                  <a:pt x="255523" y="45301"/>
                </a:lnTo>
                <a:lnTo>
                  <a:pt x="259776" y="45664"/>
                </a:lnTo>
                <a:lnTo>
                  <a:pt x="264056" y="46011"/>
                </a:lnTo>
                <a:lnTo>
                  <a:pt x="268336" y="46336"/>
                </a:lnTo>
                <a:lnTo>
                  <a:pt x="272643" y="46652"/>
                </a:lnTo>
                <a:lnTo>
                  <a:pt x="273312" y="46691"/>
                </a:lnTo>
                <a:lnTo>
                  <a:pt x="273954" y="46714"/>
                </a:lnTo>
                <a:lnTo>
                  <a:pt x="274596" y="46714"/>
                </a:lnTo>
                <a:lnTo>
                  <a:pt x="275211" y="46699"/>
                </a:lnTo>
                <a:lnTo>
                  <a:pt x="275799" y="46668"/>
                </a:lnTo>
                <a:lnTo>
                  <a:pt x="276361" y="46621"/>
                </a:lnTo>
                <a:lnTo>
                  <a:pt x="276896" y="46560"/>
                </a:lnTo>
                <a:lnTo>
                  <a:pt x="277405" y="46482"/>
                </a:lnTo>
                <a:lnTo>
                  <a:pt x="277886" y="46397"/>
                </a:lnTo>
                <a:lnTo>
                  <a:pt x="278341" y="46297"/>
                </a:lnTo>
                <a:lnTo>
                  <a:pt x="278769" y="46189"/>
                </a:lnTo>
                <a:lnTo>
                  <a:pt x="279170" y="46073"/>
                </a:lnTo>
                <a:lnTo>
                  <a:pt x="279518" y="45942"/>
                </a:lnTo>
                <a:lnTo>
                  <a:pt x="279839" y="45811"/>
                </a:lnTo>
                <a:lnTo>
                  <a:pt x="280133" y="45672"/>
                </a:lnTo>
                <a:lnTo>
                  <a:pt x="280374" y="45525"/>
                </a:lnTo>
                <a:lnTo>
                  <a:pt x="280561" y="45371"/>
                </a:lnTo>
                <a:lnTo>
                  <a:pt x="280722" y="45216"/>
                </a:lnTo>
                <a:lnTo>
                  <a:pt x="280855" y="45054"/>
                </a:lnTo>
                <a:lnTo>
                  <a:pt x="280909" y="44892"/>
                </a:lnTo>
                <a:lnTo>
                  <a:pt x="280936" y="44730"/>
                </a:lnTo>
                <a:lnTo>
                  <a:pt x="280909" y="44568"/>
                </a:lnTo>
                <a:lnTo>
                  <a:pt x="280855" y="44413"/>
                </a:lnTo>
                <a:lnTo>
                  <a:pt x="280722" y="44251"/>
                </a:lnTo>
                <a:lnTo>
                  <a:pt x="280561" y="44097"/>
                </a:lnTo>
                <a:lnTo>
                  <a:pt x="280320" y="43943"/>
                </a:lnTo>
                <a:lnTo>
                  <a:pt x="280053" y="43796"/>
                </a:lnTo>
                <a:lnTo>
                  <a:pt x="279705" y="43649"/>
                </a:lnTo>
                <a:lnTo>
                  <a:pt x="279304" y="43518"/>
                </a:lnTo>
                <a:lnTo>
                  <a:pt x="278849" y="43387"/>
                </a:lnTo>
                <a:lnTo>
                  <a:pt x="278314" y="43263"/>
                </a:lnTo>
                <a:lnTo>
                  <a:pt x="277752" y="43155"/>
                </a:lnTo>
                <a:lnTo>
                  <a:pt x="275050" y="42700"/>
                </a:lnTo>
                <a:lnTo>
                  <a:pt x="272375" y="42244"/>
                </a:lnTo>
                <a:lnTo>
                  <a:pt x="269647" y="41804"/>
                </a:lnTo>
                <a:lnTo>
                  <a:pt x="266918" y="41364"/>
                </a:lnTo>
                <a:lnTo>
                  <a:pt x="264163" y="40932"/>
                </a:lnTo>
                <a:lnTo>
                  <a:pt x="261381" y="40507"/>
                </a:lnTo>
                <a:lnTo>
                  <a:pt x="258626" y="40083"/>
                </a:lnTo>
                <a:lnTo>
                  <a:pt x="255817" y="39666"/>
                </a:lnTo>
                <a:lnTo>
                  <a:pt x="255951" y="39550"/>
                </a:lnTo>
                <a:lnTo>
                  <a:pt x="256031" y="39434"/>
                </a:lnTo>
                <a:lnTo>
                  <a:pt x="256111" y="39318"/>
                </a:lnTo>
                <a:lnTo>
                  <a:pt x="256138" y="39203"/>
                </a:lnTo>
                <a:lnTo>
                  <a:pt x="256165" y="39087"/>
                </a:lnTo>
                <a:lnTo>
                  <a:pt x="256191" y="38971"/>
                </a:lnTo>
                <a:lnTo>
                  <a:pt x="256165" y="38855"/>
                </a:lnTo>
                <a:lnTo>
                  <a:pt x="256111" y="38739"/>
                </a:lnTo>
                <a:lnTo>
                  <a:pt x="256058" y="38624"/>
                </a:lnTo>
                <a:lnTo>
                  <a:pt x="255951" y="38515"/>
                </a:lnTo>
                <a:lnTo>
                  <a:pt x="255844" y="38407"/>
                </a:lnTo>
                <a:lnTo>
                  <a:pt x="255710" y="38299"/>
                </a:lnTo>
                <a:lnTo>
                  <a:pt x="255523" y="38191"/>
                </a:lnTo>
                <a:lnTo>
                  <a:pt x="255335" y="38091"/>
                </a:lnTo>
                <a:lnTo>
                  <a:pt x="255095" y="37983"/>
                </a:lnTo>
                <a:lnTo>
                  <a:pt x="254854" y="37890"/>
                </a:lnTo>
                <a:lnTo>
                  <a:pt x="259803" y="38299"/>
                </a:lnTo>
                <a:lnTo>
                  <a:pt x="262264" y="38500"/>
                </a:lnTo>
                <a:lnTo>
                  <a:pt x="264751" y="38701"/>
                </a:lnTo>
                <a:lnTo>
                  <a:pt x="265260" y="38732"/>
                </a:lnTo>
                <a:lnTo>
                  <a:pt x="265741" y="38763"/>
                </a:lnTo>
                <a:lnTo>
                  <a:pt x="266250" y="38786"/>
                </a:lnTo>
                <a:lnTo>
                  <a:pt x="266731" y="38801"/>
                </a:lnTo>
                <a:lnTo>
                  <a:pt x="267239" y="38817"/>
                </a:lnTo>
                <a:lnTo>
                  <a:pt x="268176" y="38817"/>
                </a:lnTo>
                <a:lnTo>
                  <a:pt x="268657" y="38809"/>
                </a:lnTo>
                <a:lnTo>
                  <a:pt x="269139" y="38793"/>
                </a:lnTo>
                <a:lnTo>
                  <a:pt x="269593" y="38778"/>
                </a:lnTo>
                <a:lnTo>
                  <a:pt x="270048" y="38755"/>
                </a:lnTo>
                <a:lnTo>
                  <a:pt x="270503" y="38724"/>
                </a:lnTo>
                <a:lnTo>
                  <a:pt x="270931" y="38693"/>
                </a:lnTo>
                <a:lnTo>
                  <a:pt x="271359" y="38654"/>
                </a:lnTo>
                <a:lnTo>
                  <a:pt x="271814" y="38608"/>
                </a:lnTo>
                <a:lnTo>
                  <a:pt x="272215" y="38562"/>
                </a:lnTo>
                <a:lnTo>
                  <a:pt x="272643" y="38508"/>
                </a:lnTo>
                <a:lnTo>
                  <a:pt x="273044" y="38454"/>
                </a:lnTo>
                <a:lnTo>
                  <a:pt x="273445" y="38392"/>
                </a:lnTo>
                <a:lnTo>
                  <a:pt x="273847" y="38322"/>
                </a:lnTo>
                <a:lnTo>
                  <a:pt x="274596" y="38184"/>
                </a:lnTo>
                <a:lnTo>
                  <a:pt x="275318" y="38021"/>
                </a:lnTo>
                <a:lnTo>
                  <a:pt x="276014" y="37852"/>
                </a:lnTo>
                <a:lnTo>
                  <a:pt x="276656" y="37666"/>
                </a:lnTo>
                <a:lnTo>
                  <a:pt x="277271" y="37473"/>
                </a:lnTo>
                <a:lnTo>
                  <a:pt x="277833" y="37273"/>
                </a:lnTo>
                <a:lnTo>
                  <a:pt x="278341" y="37056"/>
                </a:lnTo>
                <a:lnTo>
                  <a:pt x="278822" y="36833"/>
                </a:lnTo>
                <a:lnTo>
                  <a:pt x="279250" y="36601"/>
                </a:lnTo>
                <a:lnTo>
                  <a:pt x="279625" y="36362"/>
                </a:lnTo>
                <a:lnTo>
                  <a:pt x="279946" y="36122"/>
                </a:lnTo>
                <a:lnTo>
                  <a:pt x="280213" y="35875"/>
                </a:lnTo>
                <a:lnTo>
                  <a:pt x="280427" y="35628"/>
                </a:lnTo>
                <a:lnTo>
                  <a:pt x="280588" y="35373"/>
                </a:lnTo>
                <a:lnTo>
                  <a:pt x="280668" y="35126"/>
                </a:lnTo>
                <a:lnTo>
                  <a:pt x="280722" y="34872"/>
                </a:lnTo>
                <a:lnTo>
                  <a:pt x="280695" y="34748"/>
                </a:lnTo>
                <a:lnTo>
                  <a:pt x="280668" y="34625"/>
                </a:lnTo>
                <a:lnTo>
                  <a:pt x="280641" y="34501"/>
                </a:lnTo>
                <a:lnTo>
                  <a:pt x="280588" y="34378"/>
                </a:lnTo>
                <a:lnTo>
                  <a:pt x="280508" y="34254"/>
                </a:lnTo>
                <a:lnTo>
                  <a:pt x="280427" y="34131"/>
                </a:lnTo>
                <a:lnTo>
                  <a:pt x="280320" y="34015"/>
                </a:lnTo>
                <a:lnTo>
                  <a:pt x="280187" y="33899"/>
                </a:lnTo>
                <a:lnTo>
                  <a:pt x="280053" y="33775"/>
                </a:lnTo>
                <a:lnTo>
                  <a:pt x="279892" y="33660"/>
                </a:lnTo>
                <a:lnTo>
                  <a:pt x="279705" y="33552"/>
                </a:lnTo>
                <a:lnTo>
                  <a:pt x="279518" y="33436"/>
                </a:lnTo>
                <a:lnTo>
                  <a:pt x="280882" y="33590"/>
                </a:lnTo>
                <a:lnTo>
                  <a:pt x="282246" y="33729"/>
                </a:lnTo>
                <a:lnTo>
                  <a:pt x="283637" y="33860"/>
                </a:lnTo>
                <a:lnTo>
                  <a:pt x="285002" y="33976"/>
                </a:lnTo>
                <a:lnTo>
                  <a:pt x="285670" y="34030"/>
                </a:lnTo>
                <a:lnTo>
                  <a:pt x="286366" y="34069"/>
                </a:lnTo>
                <a:lnTo>
                  <a:pt x="287035" y="34115"/>
                </a:lnTo>
                <a:lnTo>
                  <a:pt x="287730" y="34146"/>
                </a:lnTo>
                <a:lnTo>
                  <a:pt x="288399" y="34177"/>
                </a:lnTo>
                <a:lnTo>
                  <a:pt x="289068" y="34200"/>
                </a:lnTo>
                <a:lnTo>
                  <a:pt x="289737" y="34215"/>
                </a:lnTo>
                <a:lnTo>
                  <a:pt x="290405" y="34223"/>
                </a:lnTo>
                <a:lnTo>
                  <a:pt x="291716" y="34223"/>
                </a:lnTo>
                <a:lnTo>
                  <a:pt x="292358" y="34208"/>
                </a:lnTo>
                <a:lnTo>
                  <a:pt x="293000" y="34185"/>
                </a:lnTo>
                <a:lnTo>
                  <a:pt x="293642" y="34161"/>
                </a:lnTo>
                <a:lnTo>
                  <a:pt x="294257" y="34123"/>
                </a:lnTo>
                <a:lnTo>
                  <a:pt x="294873" y="34077"/>
                </a:lnTo>
                <a:lnTo>
                  <a:pt x="295488" y="34015"/>
                </a:lnTo>
                <a:lnTo>
                  <a:pt x="296103" y="33953"/>
                </a:lnTo>
                <a:lnTo>
                  <a:pt x="296692" y="33876"/>
                </a:lnTo>
                <a:lnTo>
                  <a:pt x="297280" y="33791"/>
                </a:lnTo>
                <a:lnTo>
                  <a:pt x="297842" y="33691"/>
                </a:lnTo>
                <a:lnTo>
                  <a:pt x="298431" y="33582"/>
                </a:lnTo>
                <a:lnTo>
                  <a:pt x="298992" y="33467"/>
                </a:lnTo>
                <a:lnTo>
                  <a:pt x="299527" y="33335"/>
                </a:lnTo>
                <a:lnTo>
                  <a:pt x="300062" y="33189"/>
                </a:lnTo>
                <a:lnTo>
                  <a:pt x="300490" y="33057"/>
                </a:lnTo>
                <a:lnTo>
                  <a:pt x="300865" y="32919"/>
                </a:lnTo>
                <a:lnTo>
                  <a:pt x="301186" y="32772"/>
                </a:lnTo>
                <a:lnTo>
                  <a:pt x="301480" y="32617"/>
                </a:lnTo>
                <a:lnTo>
                  <a:pt x="301721" y="32463"/>
                </a:lnTo>
                <a:lnTo>
                  <a:pt x="301881" y="32293"/>
                </a:lnTo>
                <a:lnTo>
                  <a:pt x="302042" y="32131"/>
                </a:lnTo>
                <a:lnTo>
                  <a:pt x="302122" y="31954"/>
                </a:lnTo>
                <a:lnTo>
                  <a:pt x="302176" y="31784"/>
                </a:lnTo>
                <a:lnTo>
                  <a:pt x="302176" y="31614"/>
                </a:lnTo>
                <a:lnTo>
                  <a:pt x="302122" y="31436"/>
                </a:lnTo>
                <a:lnTo>
                  <a:pt x="302015" y="31266"/>
                </a:lnTo>
                <a:lnTo>
                  <a:pt x="301881" y="31097"/>
                </a:lnTo>
                <a:lnTo>
                  <a:pt x="301721" y="30927"/>
                </a:lnTo>
                <a:lnTo>
                  <a:pt x="301480" y="30765"/>
                </a:lnTo>
                <a:lnTo>
                  <a:pt x="301213" y="30610"/>
                </a:lnTo>
                <a:lnTo>
                  <a:pt x="300357" y="30147"/>
                </a:lnTo>
                <a:lnTo>
                  <a:pt x="300062" y="30016"/>
                </a:lnTo>
                <a:lnTo>
                  <a:pt x="299741" y="29885"/>
                </a:lnTo>
                <a:lnTo>
                  <a:pt x="299340" y="29761"/>
                </a:lnTo>
                <a:lnTo>
                  <a:pt x="298912" y="29645"/>
                </a:lnTo>
                <a:lnTo>
                  <a:pt x="298457" y="29537"/>
                </a:lnTo>
                <a:lnTo>
                  <a:pt x="297949" y="29445"/>
                </a:lnTo>
                <a:lnTo>
                  <a:pt x="297414" y="29352"/>
                </a:lnTo>
                <a:lnTo>
                  <a:pt x="296879" y="29275"/>
                </a:lnTo>
                <a:lnTo>
                  <a:pt x="296290" y="29213"/>
                </a:lnTo>
                <a:lnTo>
                  <a:pt x="295729" y="29159"/>
                </a:lnTo>
                <a:lnTo>
                  <a:pt x="295140" y="29128"/>
                </a:lnTo>
                <a:lnTo>
                  <a:pt x="294552" y="29105"/>
                </a:lnTo>
                <a:lnTo>
                  <a:pt x="293963" y="29105"/>
                </a:lnTo>
                <a:lnTo>
                  <a:pt x="293375" y="29113"/>
                </a:lnTo>
                <a:lnTo>
                  <a:pt x="293107" y="29128"/>
                </a:lnTo>
                <a:lnTo>
                  <a:pt x="292813" y="29144"/>
                </a:lnTo>
                <a:lnTo>
                  <a:pt x="292545" y="29167"/>
                </a:lnTo>
                <a:lnTo>
                  <a:pt x="292278" y="29198"/>
                </a:lnTo>
                <a:lnTo>
                  <a:pt x="291021" y="29344"/>
                </a:lnTo>
                <a:lnTo>
                  <a:pt x="290753" y="29383"/>
                </a:lnTo>
                <a:lnTo>
                  <a:pt x="290512" y="29421"/>
                </a:lnTo>
                <a:lnTo>
                  <a:pt x="289095" y="29344"/>
                </a:lnTo>
                <a:lnTo>
                  <a:pt x="287623" y="29244"/>
                </a:lnTo>
                <a:lnTo>
                  <a:pt x="286125" y="29128"/>
                </a:lnTo>
                <a:lnTo>
                  <a:pt x="284600" y="28997"/>
                </a:lnTo>
                <a:lnTo>
                  <a:pt x="283049" y="28858"/>
                </a:lnTo>
                <a:lnTo>
                  <a:pt x="281471" y="28696"/>
                </a:lnTo>
                <a:lnTo>
                  <a:pt x="279866" y="28526"/>
                </a:lnTo>
                <a:lnTo>
                  <a:pt x="278234" y="28341"/>
                </a:lnTo>
                <a:lnTo>
                  <a:pt x="276575" y="28148"/>
                </a:lnTo>
                <a:lnTo>
                  <a:pt x="274917" y="27939"/>
                </a:lnTo>
                <a:lnTo>
                  <a:pt x="273258" y="27731"/>
                </a:lnTo>
                <a:lnTo>
                  <a:pt x="271573" y="27507"/>
                </a:lnTo>
                <a:lnTo>
                  <a:pt x="269888" y="27283"/>
                </a:lnTo>
                <a:lnTo>
                  <a:pt x="268202" y="27051"/>
                </a:lnTo>
                <a:lnTo>
                  <a:pt x="264832" y="26573"/>
                </a:lnTo>
                <a:lnTo>
                  <a:pt x="261488" y="26094"/>
                </a:lnTo>
                <a:lnTo>
                  <a:pt x="258198" y="25608"/>
                </a:lnTo>
                <a:lnTo>
                  <a:pt x="251884" y="24666"/>
                </a:lnTo>
                <a:lnTo>
                  <a:pt x="248888" y="24234"/>
                </a:lnTo>
                <a:lnTo>
                  <a:pt x="246026" y="23832"/>
                </a:lnTo>
                <a:lnTo>
                  <a:pt x="244689" y="23647"/>
                </a:lnTo>
                <a:lnTo>
                  <a:pt x="243351" y="23469"/>
                </a:lnTo>
                <a:lnTo>
                  <a:pt x="242094" y="23307"/>
                </a:lnTo>
                <a:lnTo>
                  <a:pt x="240890" y="23161"/>
                </a:lnTo>
                <a:lnTo>
                  <a:pt x="224037" y="21161"/>
                </a:lnTo>
                <a:lnTo>
                  <a:pt x="207184" y="19177"/>
                </a:lnTo>
                <a:lnTo>
                  <a:pt x="190331" y="17209"/>
                </a:lnTo>
                <a:lnTo>
                  <a:pt x="173425" y="15248"/>
                </a:lnTo>
                <a:lnTo>
                  <a:pt x="157214" y="13364"/>
                </a:lnTo>
                <a:lnTo>
                  <a:pt x="141003" y="11465"/>
                </a:lnTo>
                <a:lnTo>
                  <a:pt x="124792" y="9574"/>
                </a:lnTo>
                <a:lnTo>
                  <a:pt x="108581" y="7674"/>
                </a:lnTo>
                <a:lnTo>
                  <a:pt x="92344" y="5791"/>
                </a:lnTo>
                <a:lnTo>
                  <a:pt x="84238" y="4857"/>
                </a:lnTo>
                <a:lnTo>
                  <a:pt x="76106" y="3923"/>
                </a:lnTo>
                <a:lnTo>
                  <a:pt x="67974" y="2996"/>
                </a:lnTo>
                <a:lnTo>
                  <a:pt x="59815" y="2070"/>
                </a:lnTo>
                <a:lnTo>
                  <a:pt x="51683" y="1159"/>
                </a:lnTo>
                <a:lnTo>
                  <a:pt x="43524" y="256"/>
                </a:lnTo>
                <a:lnTo>
                  <a:pt x="42855" y="186"/>
                </a:lnTo>
                <a:lnTo>
                  <a:pt x="42186" y="124"/>
                </a:lnTo>
                <a:lnTo>
                  <a:pt x="41544" y="78"/>
                </a:lnTo>
                <a:lnTo>
                  <a:pt x="40902" y="47"/>
                </a:lnTo>
                <a:lnTo>
                  <a:pt x="40287" y="16"/>
                </a:lnTo>
                <a:lnTo>
                  <a:pt x="39672" y="9"/>
                </a:lnTo>
                <a:lnTo>
                  <a:pt x="3908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8"/>
          <p:cNvSpPr/>
          <p:nvPr/>
        </p:nvSpPr>
        <p:spPr>
          <a:xfrm rot="10800000">
            <a:off x="8059335" y="746079"/>
            <a:ext cx="139743" cy="117257"/>
          </a:xfrm>
          <a:custGeom>
            <a:rect b="b" l="l" r="r" t="t"/>
            <a:pathLst>
              <a:path extrusionOk="0" h="12808" w="46815">
                <a:moveTo>
                  <a:pt x="3585" y="0"/>
                </a:moveTo>
                <a:lnTo>
                  <a:pt x="3264" y="8"/>
                </a:lnTo>
                <a:lnTo>
                  <a:pt x="2943" y="23"/>
                </a:lnTo>
                <a:lnTo>
                  <a:pt x="2622" y="54"/>
                </a:lnTo>
                <a:lnTo>
                  <a:pt x="2301" y="85"/>
                </a:lnTo>
                <a:lnTo>
                  <a:pt x="2007" y="116"/>
                </a:lnTo>
                <a:lnTo>
                  <a:pt x="1739" y="162"/>
                </a:lnTo>
                <a:lnTo>
                  <a:pt x="1445" y="209"/>
                </a:lnTo>
                <a:lnTo>
                  <a:pt x="1204" y="263"/>
                </a:lnTo>
                <a:lnTo>
                  <a:pt x="964" y="325"/>
                </a:lnTo>
                <a:lnTo>
                  <a:pt x="750" y="394"/>
                </a:lnTo>
                <a:lnTo>
                  <a:pt x="562" y="464"/>
                </a:lnTo>
                <a:lnTo>
                  <a:pt x="402" y="548"/>
                </a:lnTo>
                <a:lnTo>
                  <a:pt x="268" y="626"/>
                </a:lnTo>
                <a:lnTo>
                  <a:pt x="161" y="718"/>
                </a:lnTo>
                <a:lnTo>
                  <a:pt x="81" y="811"/>
                </a:lnTo>
                <a:lnTo>
                  <a:pt x="27" y="904"/>
                </a:lnTo>
                <a:lnTo>
                  <a:pt x="1" y="1004"/>
                </a:lnTo>
                <a:lnTo>
                  <a:pt x="27" y="1112"/>
                </a:lnTo>
                <a:lnTo>
                  <a:pt x="108" y="1220"/>
                </a:lnTo>
                <a:lnTo>
                  <a:pt x="215" y="1336"/>
                </a:lnTo>
                <a:lnTo>
                  <a:pt x="455" y="1567"/>
                </a:lnTo>
                <a:lnTo>
                  <a:pt x="750" y="1807"/>
                </a:lnTo>
                <a:lnTo>
                  <a:pt x="1365" y="2270"/>
                </a:lnTo>
                <a:lnTo>
                  <a:pt x="2034" y="2741"/>
                </a:lnTo>
                <a:lnTo>
                  <a:pt x="2783" y="3204"/>
                </a:lnTo>
                <a:lnTo>
                  <a:pt x="3585" y="3667"/>
                </a:lnTo>
                <a:lnTo>
                  <a:pt x="4441" y="4123"/>
                </a:lnTo>
                <a:lnTo>
                  <a:pt x="5351" y="4578"/>
                </a:lnTo>
                <a:lnTo>
                  <a:pt x="6314" y="5026"/>
                </a:lnTo>
                <a:lnTo>
                  <a:pt x="7330" y="5474"/>
                </a:lnTo>
                <a:lnTo>
                  <a:pt x="8400" y="5914"/>
                </a:lnTo>
                <a:lnTo>
                  <a:pt x="9524" y="6346"/>
                </a:lnTo>
                <a:lnTo>
                  <a:pt x="10701" y="6771"/>
                </a:lnTo>
                <a:lnTo>
                  <a:pt x="11905" y="7188"/>
                </a:lnTo>
                <a:lnTo>
                  <a:pt x="13162" y="7597"/>
                </a:lnTo>
                <a:lnTo>
                  <a:pt x="14446" y="7990"/>
                </a:lnTo>
                <a:lnTo>
                  <a:pt x="15784" y="8384"/>
                </a:lnTo>
                <a:lnTo>
                  <a:pt x="17121" y="8762"/>
                </a:lnTo>
                <a:lnTo>
                  <a:pt x="18539" y="9133"/>
                </a:lnTo>
                <a:lnTo>
                  <a:pt x="19957" y="9488"/>
                </a:lnTo>
                <a:lnTo>
                  <a:pt x="21401" y="9828"/>
                </a:lnTo>
                <a:lnTo>
                  <a:pt x="22899" y="10160"/>
                </a:lnTo>
                <a:lnTo>
                  <a:pt x="24397" y="10476"/>
                </a:lnTo>
                <a:lnTo>
                  <a:pt x="25949" y="10777"/>
                </a:lnTo>
                <a:lnTo>
                  <a:pt x="27500" y="11071"/>
                </a:lnTo>
                <a:lnTo>
                  <a:pt x="29052" y="11341"/>
                </a:lnTo>
                <a:lnTo>
                  <a:pt x="30657" y="11596"/>
                </a:lnTo>
                <a:lnTo>
                  <a:pt x="32262" y="11835"/>
                </a:lnTo>
                <a:lnTo>
                  <a:pt x="33867" y="12059"/>
                </a:lnTo>
                <a:lnTo>
                  <a:pt x="35499" y="12260"/>
                </a:lnTo>
                <a:lnTo>
                  <a:pt x="36301" y="12352"/>
                </a:lnTo>
                <a:lnTo>
                  <a:pt x="37130" y="12445"/>
                </a:lnTo>
                <a:lnTo>
                  <a:pt x="37933" y="12530"/>
                </a:lnTo>
                <a:lnTo>
                  <a:pt x="38762" y="12607"/>
                </a:lnTo>
                <a:lnTo>
                  <a:pt x="39592" y="12684"/>
                </a:lnTo>
                <a:lnTo>
                  <a:pt x="40394" y="12754"/>
                </a:lnTo>
                <a:lnTo>
                  <a:pt x="40902" y="12784"/>
                </a:lnTo>
                <a:lnTo>
                  <a:pt x="41411" y="12808"/>
                </a:lnTo>
                <a:lnTo>
                  <a:pt x="41892" y="12808"/>
                </a:lnTo>
                <a:lnTo>
                  <a:pt x="42347" y="12800"/>
                </a:lnTo>
                <a:lnTo>
                  <a:pt x="42802" y="12777"/>
                </a:lnTo>
                <a:lnTo>
                  <a:pt x="43230" y="12738"/>
                </a:lnTo>
                <a:lnTo>
                  <a:pt x="43658" y="12692"/>
                </a:lnTo>
                <a:lnTo>
                  <a:pt x="44059" y="12630"/>
                </a:lnTo>
                <a:lnTo>
                  <a:pt x="44433" y="12568"/>
                </a:lnTo>
                <a:lnTo>
                  <a:pt x="44781" y="12491"/>
                </a:lnTo>
                <a:lnTo>
                  <a:pt x="45102" y="12398"/>
                </a:lnTo>
                <a:lnTo>
                  <a:pt x="45423" y="12306"/>
                </a:lnTo>
                <a:lnTo>
                  <a:pt x="45691" y="12205"/>
                </a:lnTo>
                <a:lnTo>
                  <a:pt x="45931" y="12105"/>
                </a:lnTo>
                <a:lnTo>
                  <a:pt x="46172" y="11989"/>
                </a:lnTo>
                <a:lnTo>
                  <a:pt x="46359" y="11874"/>
                </a:lnTo>
                <a:lnTo>
                  <a:pt x="46520" y="11758"/>
                </a:lnTo>
                <a:lnTo>
                  <a:pt x="46654" y="11634"/>
                </a:lnTo>
                <a:lnTo>
                  <a:pt x="46734" y="11511"/>
                </a:lnTo>
                <a:lnTo>
                  <a:pt x="46814" y="11379"/>
                </a:lnTo>
                <a:lnTo>
                  <a:pt x="46814" y="11256"/>
                </a:lnTo>
                <a:lnTo>
                  <a:pt x="46814" y="11132"/>
                </a:lnTo>
                <a:lnTo>
                  <a:pt x="46761" y="11009"/>
                </a:lnTo>
                <a:lnTo>
                  <a:pt x="46654" y="10885"/>
                </a:lnTo>
                <a:lnTo>
                  <a:pt x="46520" y="10762"/>
                </a:lnTo>
                <a:lnTo>
                  <a:pt x="46359" y="10646"/>
                </a:lnTo>
                <a:lnTo>
                  <a:pt x="46145" y="10530"/>
                </a:lnTo>
                <a:lnTo>
                  <a:pt x="45878" y="10430"/>
                </a:lnTo>
                <a:lnTo>
                  <a:pt x="45557" y="10322"/>
                </a:lnTo>
                <a:lnTo>
                  <a:pt x="45182" y="10229"/>
                </a:lnTo>
                <a:lnTo>
                  <a:pt x="44781" y="10144"/>
                </a:lnTo>
                <a:lnTo>
                  <a:pt x="44326" y="10067"/>
                </a:lnTo>
                <a:lnTo>
                  <a:pt x="41491" y="9635"/>
                </a:lnTo>
                <a:lnTo>
                  <a:pt x="38682" y="9210"/>
                </a:lnTo>
                <a:lnTo>
                  <a:pt x="35900" y="8786"/>
                </a:lnTo>
                <a:lnTo>
                  <a:pt x="34536" y="8569"/>
                </a:lnTo>
                <a:lnTo>
                  <a:pt x="33171" y="8346"/>
                </a:lnTo>
                <a:lnTo>
                  <a:pt x="31807" y="8114"/>
                </a:lnTo>
                <a:lnTo>
                  <a:pt x="30470" y="7882"/>
                </a:lnTo>
                <a:lnTo>
                  <a:pt x="29159" y="7635"/>
                </a:lnTo>
                <a:lnTo>
                  <a:pt x="27848" y="7381"/>
                </a:lnTo>
                <a:lnTo>
                  <a:pt x="26564" y="7118"/>
                </a:lnTo>
                <a:lnTo>
                  <a:pt x="25280" y="6840"/>
                </a:lnTo>
                <a:lnTo>
                  <a:pt x="24049" y="6555"/>
                </a:lnTo>
                <a:lnTo>
                  <a:pt x="22819" y="6253"/>
                </a:lnTo>
                <a:lnTo>
                  <a:pt x="21615" y="5929"/>
                </a:lnTo>
                <a:lnTo>
                  <a:pt x="20465" y="5605"/>
                </a:lnTo>
                <a:lnTo>
                  <a:pt x="19341" y="5273"/>
                </a:lnTo>
                <a:lnTo>
                  <a:pt x="18271" y="4933"/>
                </a:lnTo>
                <a:lnTo>
                  <a:pt x="17228" y="4594"/>
                </a:lnTo>
                <a:lnTo>
                  <a:pt x="16238" y="4239"/>
                </a:lnTo>
                <a:lnTo>
                  <a:pt x="15248" y="3883"/>
                </a:lnTo>
                <a:lnTo>
                  <a:pt x="14312" y="3528"/>
                </a:lnTo>
                <a:lnTo>
                  <a:pt x="13376" y="3158"/>
                </a:lnTo>
                <a:lnTo>
                  <a:pt x="12440" y="2787"/>
                </a:lnTo>
                <a:lnTo>
                  <a:pt x="11557" y="2417"/>
                </a:lnTo>
                <a:lnTo>
                  <a:pt x="10647" y="2038"/>
                </a:lnTo>
                <a:lnTo>
                  <a:pt x="8882" y="1274"/>
                </a:lnTo>
                <a:lnTo>
                  <a:pt x="7116" y="494"/>
                </a:lnTo>
                <a:lnTo>
                  <a:pt x="6902" y="409"/>
                </a:lnTo>
                <a:lnTo>
                  <a:pt x="6662" y="325"/>
                </a:lnTo>
                <a:lnTo>
                  <a:pt x="6394" y="255"/>
                </a:lnTo>
                <a:lnTo>
                  <a:pt x="6127" y="193"/>
                </a:lnTo>
                <a:lnTo>
                  <a:pt x="5832" y="147"/>
                </a:lnTo>
                <a:lnTo>
                  <a:pt x="5538" y="101"/>
                </a:lnTo>
                <a:lnTo>
                  <a:pt x="5217" y="62"/>
                </a:lnTo>
                <a:lnTo>
                  <a:pt x="4896" y="39"/>
                </a:lnTo>
                <a:lnTo>
                  <a:pt x="4575" y="16"/>
                </a:lnTo>
                <a:lnTo>
                  <a:pt x="425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8"/>
          <p:cNvSpPr/>
          <p:nvPr/>
        </p:nvSpPr>
        <p:spPr>
          <a:xfrm rot="10800000">
            <a:off x="7876119" y="693069"/>
            <a:ext cx="118021" cy="39513"/>
          </a:xfrm>
          <a:custGeom>
            <a:rect b="b" l="l" r="r" t="t"/>
            <a:pathLst>
              <a:path extrusionOk="0" h="4316" w="39538">
                <a:moveTo>
                  <a:pt x="3505" y="0"/>
                </a:moveTo>
                <a:lnTo>
                  <a:pt x="3104" y="8"/>
                </a:lnTo>
                <a:lnTo>
                  <a:pt x="2729" y="23"/>
                </a:lnTo>
                <a:lnTo>
                  <a:pt x="2381" y="54"/>
                </a:lnTo>
                <a:lnTo>
                  <a:pt x="2034" y="93"/>
                </a:lnTo>
                <a:lnTo>
                  <a:pt x="1739" y="139"/>
                </a:lnTo>
                <a:lnTo>
                  <a:pt x="1445" y="193"/>
                </a:lnTo>
                <a:lnTo>
                  <a:pt x="1204" y="255"/>
                </a:lnTo>
                <a:lnTo>
                  <a:pt x="963" y="332"/>
                </a:lnTo>
                <a:lnTo>
                  <a:pt x="749" y="409"/>
                </a:lnTo>
                <a:lnTo>
                  <a:pt x="562" y="494"/>
                </a:lnTo>
                <a:lnTo>
                  <a:pt x="402" y="579"/>
                </a:lnTo>
                <a:lnTo>
                  <a:pt x="268" y="679"/>
                </a:lnTo>
                <a:lnTo>
                  <a:pt x="161" y="772"/>
                </a:lnTo>
                <a:lnTo>
                  <a:pt x="81" y="872"/>
                </a:lnTo>
                <a:lnTo>
                  <a:pt x="27" y="973"/>
                </a:lnTo>
                <a:lnTo>
                  <a:pt x="0" y="1081"/>
                </a:lnTo>
                <a:lnTo>
                  <a:pt x="0" y="1181"/>
                </a:lnTo>
                <a:lnTo>
                  <a:pt x="27" y="1289"/>
                </a:lnTo>
                <a:lnTo>
                  <a:pt x="81" y="1397"/>
                </a:lnTo>
                <a:lnTo>
                  <a:pt x="161" y="1498"/>
                </a:lnTo>
                <a:lnTo>
                  <a:pt x="268" y="1598"/>
                </a:lnTo>
                <a:lnTo>
                  <a:pt x="402" y="1691"/>
                </a:lnTo>
                <a:lnTo>
                  <a:pt x="562" y="1783"/>
                </a:lnTo>
                <a:lnTo>
                  <a:pt x="749" y="1876"/>
                </a:lnTo>
                <a:lnTo>
                  <a:pt x="963" y="1961"/>
                </a:lnTo>
                <a:lnTo>
                  <a:pt x="1204" y="2038"/>
                </a:lnTo>
                <a:lnTo>
                  <a:pt x="1472" y="2108"/>
                </a:lnTo>
                <a:lnTo>
                  <a:pt x="1766" y="2177"/>
                </a:lnTo>
                <a:lnTo>
                  <a:pt x="2114" y="2231"/>
                </a:lnTo>
                <a:lnTo>
                  <a:pt x="2462" y="2277"/>
                </a:lnTo>
                <a:lnTo>
                  <a:pt x="2863" y="2316"/>
                </a:lnTo>
                <a:lnTo>
                  <a:pt x="6742" y="2625"/>
                </a:lnTo>
                <a:lnTo>
                  <a:pt x="10701" y="2926"/>
                </a:lnTo>
                <a:lnTo>
                  <a:pt x="14687" y="3219"/>
                </a:lnTo>
                <a:lnTo>
                  <a:pt x="16720" y="3358"/>
                </a:lnTo>
                <a:lnTo>
                  <a:pt x="18726" y="3490"/>
                </a:lnTo>
                <a:lnTo>
                  <a:pt x="20732" y="3621"/>
                </a:lnTo>
                <a:lnTo>
                  <a:pt x="22765" y="3744"/>
                </a:lnTo>
                <a:lnTo>
                  <a:pt x="24798" y="3860"/>
                </a:lnTo>
                <a:lnTo>
                  <a:pt x="26805" y="3968"/>
                </a:lnTo>
                <a:lnTo>
                  <a:pt x="28838" y="4061"/>
                </a:lnTo>
                <a:lnTo>
                  <a:pt x="30844" y="4153"/>
                </a:lnTo>
                <a:lnTo>
                  <a:pt x="32850" y="4238"/>
                </a:lnTo>
                <a:lnTo>
                  <a:pt x="34830" y="4308"/>
                </a:lnTo>
                <a:lnTo>
                  <a:pt x="35338" y="4316"/>
                </a:lnTo>
                <a:lnTo>
                  <a:pt x="35820" y="4308"/>
                </a:lnTo>
                <a:lnTo>
                  <a:pt x="36274" y="4285"/>
                </a:lnTo>
                <a:lnTo>
                  <a:pt x="36702" y="4254"/>
                </a:lnTo>
                <a:lnTo>
                  <a:pt x="37104" y="4207"/>
                </a:lnTo>
                <a:lnTo>
                  <a:pt x="37478" y="4153"/>
                </a:lnTo>
                <a:lnTo>
                  <a:pt x="37799" y="4084"/>
                </a:lnTo>
                <a:lnTo>
                  <a:pt x="38120" y="4007"/>
                </a:lnTo>
                <a:lnTo>
                  <a:pt x="38388" y="3922"/>
                </a:lnTo>
                <a:lnTo>
                  <a:pt x="38628" y="3829"/>
                </a:lnTo>
                <a:lnTo>
                  <a:pt x="38869" y="3729"/>
                </a:lnTo>
                <a:lnTo>
                  <a:pt x="39056" y="3621"/>
                </a:lnTo>
                <a:lnTo>
                  <a:pt x="39217" y="3505"/>
                </a:lnTo>
                <a:lnTo>
                  <a:pt x="39351" y="3389"/>
                </a:lnTo>
                <a:lnTo>
                  <a:pt x="39431" y="3273"/>
                </a:lnTo>
                <a:lnTo>
                  <a:pt x="39511" y="3150"/>
                </a:lnTo>
                <a:lnTo>
                  <a:pt x="39538" y="3026"/>
                </a:lnTo>
                <a:lnTo>
                  <a:pt x="39538" y="2895"/>
                </a:lnTo>
                <a:lnTo>
                  <a:pt x="39511" y="2772"/>
                </a:lnTo>
                <a:lnTo>
                  <a:pt x="39458" y="2648"/>
                </a:lnTo>
                <a:lnTo>
                  <a:pt x="39351" y="2525"/>
                </a:lnTo>
                <a:lnTo>
                  <a:pt x="39244" y="2401"/>
                </a:lnTo>
                <a:lnTo>
                  <a:pt x="39083" y="2285"/>
                </a:lnTo>
                <a:lnTo>
                  <a:pt x="38896" y="2177"/>
                </a:lnTo>
                <a:lnTo>
                  <a:pt x="38655" y="2069"/>
                </a:lnTo>
                <a:lnTo>
                  <a:pt x="38414" y="1969"/>
                </a:lnTo>
                <a:lnTo>
                  <a:pt x="38120" y="1876"/>
                </a:lnTo>
                <a:lnTo>
                  <a:pt x="37799" y="1791"/>
                </a:lnTo>
                <a:lnTo>
                  <a:pt x="37425" y="1714"/>
                </a:lnTo>
                <a:lnTo>
                  <a:pt x="37023" y="1644"/>
                </a:lnTo>
                <a:lnTo>
                  <a:pt x="36595" y="1590"/>
                </a:lnTo>
                <a:lnTo>
                  <a:pt x="36141" y="1544"/>
                </a:lnTo>
                <a:lnTo>
                  <a:pt x="34214" y="1397"/>
                </a:lnTo>
                <a:lnTo>
                  <a:pt x="32235" y="1258"/>
                </a:lnTo>
                <a:lnTo>
                  <a:pt x="30255" y="1127"/>
                </a:lnTo>
                <a:lnTo>
                  <a:pt x="28276" y="1011"/>
                </a:lnTo>
                <a:lnTo>
                  <a:pt x="26243" y="896"/>
                </a:lnTo>
                <a:lnTo>
                  <a:pt x="24237" y="788"/>
                </a:lnTo>
                <a:lnTo>
                  <a:pt x="22203" y="687"/>
                </a:lnTo>
                <a:lnTo>
                  <a:pt x="20144" y="595"/>
                </a:lnTo>
                <a:lnTo>
                  <a:pt x="18111" y="510"/>
                </a:lnTo>
                <a:lnTo>
                  <a:pt x="16051" y="425"/>
                </a:lnTo>
                <a:lnTo>
                  <a:pt x="11985" y="278"/>
                </a:lnTo>
                <a:lnTo>
                  <a:pt x="7919" y="139"/>
                </a:lnTo>
                <a:lnTo>
                  <a:pt x="3933" y="8"/>
                </a:lnTo>
                <a:lnTo>
                  <a:pt x="350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8"/>
          <p:cNvSpPr/>
          <p:nvPr/>
        </p:nvSpPr>
        <p:spPr>
          <a:xfrm rot="10800000">
            <a:off x="7672779" y="626988"/>
            <a:ext cx="110275" cy="52870"/>
          </a:xfrm>
          <a:custGeom>
            <a:rect b="b" l="l" r="r" t="t"/>
            <a:pathLst>
              <a:path extrusionOk="0" h="5775" w="36943">
                <a:moveTo>
                  <a:pt x="6955" y="0"/>
                </a:moveTo>
                <a:lnTo>
                  <a:pt x="5858" y="8"/>
                </a:lnTo>
                <a:lnTo>
                  <a:pt x="4762" y="31"/>
                </a:lnTo>
                <a:lnTo>
                  <a:pt x="3665" y="62"/>
                </a:lnTo>
                <a:lnTo>
                  <a:pt x="2595" y="101"/>
                </a:lnTo>
                <a:lnTo>
                  <a:pt x="2274" y="116"/>
                </a:lnTo>
                <a:lnTo>
                  <a:pt x="1980" y="147"/>
                </a:lnTo>
                <a:lnTo>
                  <a:pt x="1685" y="178"/>
                </a:lnTo>
                <a:lnTo>
                  <a:pt x="1445" y="224"/>
                </a:lnTo>
                <a:lnTo>
                  <a:pt x="1204" y="270"/>
                </a:lnTo>
                <a:lnTo>
                  <a:pt x="990" y="324"/>
                </a:lnTo>
                <a:lnTo>
                  <a:pt x="803" y="386"/>
                </a:lnTo>
                <a:lnTo>
                  <a:pt x="615" y="456"/>
                </a:lnTo>
                <a:lnTo>
                  <a:pt x="482" y="525"/>
                </a:lnTo>
                <a:lnTo>
                  <a:pt x="348" y="602"/>
                </a:lnTo>
                <a:lnTo>
                  <a:pt x="241" y="680"/>
                </a:lnTo>
                <a:lnTo>
                  <a:pt x="134" y="757"/>
                </a:lnTo>
                <a:lnTo>
                  <a:pt x="80" y="842"/>
                </a:lnTo>
                <a:lnTo>
                  <a:pt x="27" y="927"/>
                </a:lnTo>
                <a:lnTo>
                  <a:pt x="0" y="1011"/>
                </a:lnTo>
                <a:lnTo>
                  <a:pt x="0" y="1104"/>
                </a:lnTo>
                <a:lnTo>
                  <a:pt x="0" y="1189"/>
                </a:lnTo>
                <a:lnTo>
                  <a:pt x="27" y="1274"/>
                </a:lnTo>
                <a:lnTo>
                  <a:pt x="80" y="1359"/>
                </a:lnTo>
                <a:lnTo>
                  <a:pt x="161" y="1444"/>
                </a:lnTo>
                <a:lnTo>
                  <a:pt x="268" y="1521"/>
                </a:lnTo>
                <a:lnTo>
                  <a:pt x="375" y="1606"/>
                </a:lnTo>
                <a:lnTo>
                  <a:pt x="508" y="1675"/>
                </a:lnTo>
                <a:lnTo>
                  <a:pt x="642" y="1753"/>
                </a:lnTo>
                <a:lnTo>
                  <a:pt x="829" y="1814"/>
                </a:lnTo>
                <a:lnTo>
                  <a:pt x="1017" y="1884"/>
                </a:lnTo>
                <a:lnTo>
                  <a:pt x="1231" y="1938"/>
                </a:lnTo>
                <a:lnTo>
                  <a:pt x="1471" y="1992"/>
                </a:lnTo>
                <a:lnTo>
                  <a:pt x="1712" y="2031"/>
                </a:lnTo>
                <a:lnTo>
                  <a:pt x="1980" y="2069"/>
                </a:lnTo>
                <a:lnTo>
                  <a:pt x="2274" y="2100"/>
                </a:lnTo>
                <a:lnTo>
                  <a:pt x="2595" y="2123"/>
                </a:lnTo>
                <a:lnTo>
                  <a:pt x="4494" y="2224"/>
                </a:lnTo>
                <a:lnTo>
                  <a:pt x="6313" y="2332"/>
                </a:lnTo>
                <a:lnTo>
                  <a:pt x="8106" y="2455"/>
                </a:lnTo>
                <a:lnTo>
                  <a:pt x="9818" y="2586"/>
                </a:lnTo>
                <a:lnTo>
                  <a:pt x="11476" y="2725"/>
                </a:lnTo>
                <a:lnTo>
                  <a:pt x="13108" y="2880"/>
                </a:lnTo>
                <a:lnTo>
                  <a:pt x="14713" y="3050"/>
                </a:lnTo>
                <a:lnTo>
                  <a:pt x="16264" y="3235"/>
                </a:lnTo>
                <a:lnTo>
                  <a:pt x="17816" y="3436"/>
                </a:lnTo>
                <a:lnTo>
                  <a:pt x="18565" y="3536"/>
                </a:lnTo>
                <a:lnTo>
                  <a:pt x="19341" y="3652"/>
                </a:lnTo>
                <a:lnTo>
                  <a:pt x="20090" y="3767"/>
                </a:lnTo>
                <a:lnTo>
                  <a:pt x="20839" y="3891"/>
                </a:lnTo>
                <a:lnTo>
                  <a:pt x="21588" y="4015"/>
                </a:lnTo>
                <a:lnTo>
                  <a:pt x="22337" y="4146"/>
                </a:lnTo>
                <a:lnTo>
                  <a:pt x="23059" y="4285"/>
                </a:lnTo>
                <a:lnTo>
                  <a:pt x="23808" y="4424"/>
                </a:lnTo>
                <a:lnTo>
                  <a:pt x="24557" y="4570"/>
                </a:lnTo>
                <a:lnTo>
                  <a:pt x="25306" y="4725"/>
                </a:lnTo>
                <a:lnTo>
                  <a:pt x="26804" y="5049"/>
                </a:lnTo>
                <a:lnTo>
                  <a:pt x="28329" y="5404"/>
                </a:lnTo>
                <a:lnTo>
                  <a:pt x="28784" y="5504"/>
                </a:lnTo>
                <a:lnTo>
                  <a:pt x="29265" y="5589"/>
                </a:lnTo>
                <a:lnTo>
                  <a:pt x="29747" y="5659"/>
                </a:lnTo>
                <a:lnTo>
                  <a:pt x="30228" y="5705"/>
                </a:lnTo>
                <a:lnTo>
                  <a:pt x="30710" y="5744"/>
                </a:lnTo>
                <a:lnTo>
                  <a:pt x="31191" y="5767"/>
                </a:lnTo>
                <a:lnTo>
                  <a:pt x="31673" y="5775"/>
                </a:lnTo>
                <a:lnTo>
                  <a:pt x="32128" y="5767"/>
                </a:lnTo>
                <a:lnTo>
                  <a:pt x="32609" y="5752"/>
                </a:lnTo>
                <a:lnTo>
                  <a:pt x="33064" y="5721"/>
                </a:lnTo>
                <a:lnTo>
                  <a:pt x="33492" y="5682"/>
                </a:lnTo>
                <a:lnTo>
                  <a:pt x="33920" y="5628"/>
                </a:lnTo>
                <a:lnTo>
                  <a:pt x="34321" y="5566"/>
                </a:lnTo>
                <a:lnTo>
                  <a:pt x="34722" y="5497"/>
                </a:lnTo>
                <a:lnTo>
                  <a:pt x="35070" y="5420"/>
                </a:lnTo>
                <a:lnTo>
                  <a:pt x="35418" y="5327"/>
                </a:lnTo>
                <a:lnTo>
                  <a:pt x="35739" y="5234"/>
                </a:lnTo>
                <a:lnTo>
                  <a:pt x="36006" y="5134"/>
                </a:lnTo>
                <a:lnTo>
                  <a:pt x="36274" y="5026"/>
                </a:lnTo>
                <a:lnTo>
                  <a:pt x="36488" y="4910"/>
                </a:lnTo>
                <a:lnTo>
                  <a:pt x="36648" y="4794"/>
                </a:lnTo>
                <a:lnTo>
                  <a:pt x="36782" y="4671"/>
                </a:lnTo>
                <a:lnTo>
                  <a:pt x="36889" y="4539"/>
                </a:lnTo>
                <a:lnTo>
                  <a:pt x="36943" y="4416"/>
                </a:lnTo>
                <a:lnTo>
                  <a:pt x="36943" y="4285"/>
                </a:lnTo>
                <a:lnTo>
                  <a:pt x="36889" y="4146"/>
                </a:lnTo>
                <a:lnTo>
                  <a:pt x="36782" y="4015"/>
                </a:lnTo>
                <a:lnTo>
                  <a:pt x="36622" y="3883"/>
                </a:lnTo>
                <a:lnTo>
                  <a:pt x="36408" y="3744"/>
                </a:lnTo>
                <a:lnTo>
                  <a:pt x="36140" y="3613"/>
                </a:lnTo>
                <a:lnTo>
                  <a:pt x="35819" y="3482"/>
                </a:lnTo>
                <a:lnTo>
                  <a:pt x="35418" y="3351"/>
                </a:lnTo>
                <a:lnTo>
                  <a:pt x="34642" y="3134"/>
                </a:lnTo>
                <a:lnTo>
                  <a:pt x="33840" y="2918"/>
                </a:lnTo>
                <a:lnTo>
                  <a:pt x="33010" y="2702"/>
                </a:lnTo>
                <a:lnTo>
                  <a:pt x="32154" y="2501"/>
                </a:lnTo>
                <a:lnTo>
                  <a:pt x="31271" y="2308"/>
                </a:lnTo>
                <a:lnTo>
                  <a:pt x="30362" y="2115"/>
                </a:lnTo>
                <a:lnTo>
                  <a:pt x="29426" y="1938"/>
                </a:lnTo>
                <a:lnTo>
                  <a:pt x="28489" y="1760"/>
                </a:lnTo>
                <a:lnTo>
                  <a:pt x="27526" y="1590"/>
                </a:lnTo>
                <a:lnTo>
                  <a:pt x="26537" y="1428"/>
                </a:lnTo>
                <a:lnTo>
                  <a:pt x="25520" y="1282"/>
                </a:lnTo>
                <a:lnTo>
                  <a:pt x="24504" y="1135"/>
                </a:lnTo>
                <a:lnTo>
                  <a:pt x="23460" y="996"/>
                </a:lnTo>
                <a:lnTo>
                  <a:pt x="22417" y="873"/>
                </a:lnTo>
                <a:lnTo>
                  <a:pt x="21347" y="749"/>
                </a:lnTo>
                <a:lnTo>
                  <a:pt x="20277" y="641"/>
                </a:lnTo>
                <a:lnTo>
                  <a:pt x="19180" y="533"/>
                </a:lnTo>
                <a:lnTo>
                  <a:pt x="18110" y="440"/>
                </a:lnTo>
                <a:lnTo>
                  <a:pt x="16987" y="355"/>
                </a:lnTo>
                <a:lnTo>
                  <a:pt x="15890" y="278"/>
                </a:lnTo>
                <a:lnTo>
                  <a:pt x="14793" y="209"/>
                </a:lnTo>
                <a:lnTo>
                  <a:pt x="13670" y="147"/>
                </a:lnTo>
                <a:lnTo>
                  <a:pt x="12546" y="101"/>
                </a:lnTo>
                <a:lnTo>
                  <a:pt x="11423" y="62"/>
                </a:lnTo>
                <a:lnTo>
                  <a:pt x="10299" y="31"/>
                </a:lnTo>
                <a:lnTo>
                  <a:pt x="9202" y="8"/>
                </a:lnTo>
                <a:lnTo>
                  <a:pt x="80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8"/>
          <p:cNvSpPr/>
          <p:nvPr/>
        </p:nvSpPr>
        <p:spPr>
          <a:xfrm rot="10800000">
            <a:off x="2208754" y="4901707"/>
            <a:ext cx="179263" cy="147492"/>
          </a:xfrm>
          <a:custGeom>
            <a:rect b="b" l="l" r="r" t="t"/>
            <a:pathLst>
              <a:path extrusionOk="0" h="15997" w="59655">
                <a:moveTo>
                  <a:pt x="36863" y="1"/>
                </a:moveTo>
                <a:lnTo>
                  <a:pt x="36354" y="9"/>
                </a:lnTo>
                <a:lnTo>
                  <a:pt x="35873" y="24"/>
                </a:lnTo>
                <a:lnTo>
                  <a:pt x="35391" y="55"/>
                </a:lnTo>
                <a:lnTo>
                  <a:pt x="34937" y="94"/>
                </a:lnTo>
                <a:lnTo>
                  <a:pt x="34482" y="140"/>
                </a:lnTo>
                <a:lnTo>
                  <a:pt x="34054" y="209"/>
                </a:lnTo>
                <a:lnTo>
                  <a:pt x="33653" y="279"/>
                </a:lnTo>
                <a:lnTo>
                  <a:pt x="33278" y="364"/>
                </a:lnTo>
                <a:lnTo>
                  <a:pt x="32930" y="464"/>
                </a:lnTo>
                <a:lnTo>
                  <a:pt x="32609" y="580"/>
                </a:lnTo>
                <a:lnTo>
                  <a:pt x="32342" y="696"/>
                </a:lnTo>
                <a:lnTo>
                  <a:pt x="32101" y="835"/>
                </a:lnTo>
                <a:lnTo>
                  <a:pt x="31940" y="981"/>
                </a:lnTo>
                <a:lnTo>
                  <a:pt x="31807" y="1143"/>
                </a:lnTo>
                <a:lnTo>
                  <a:pt x="31379" y="1846"/>
                </a:lnTo>
                <a:lnTo>
                  <a:pt x="30977" y="2556"/>
                </a:lnTo>
                <a:lnTo>
                  <a:pt x="30656" y="3266"/>
                </a:lnTo>
                <a:lnTo>
                  <a:pt x="30362" y="3977"/>
                </a:lnTo>
                <a:lnTo>
                  <a:pt x="30095" y="4695"/>
                </a:lnTo>
                <a:lnTo>
                  <a:pt x="29854" y="5405"/>
                </a:lnTo>
                <a:lnTo>
                  <a:pt x="29426" y="6833"/>
                </a:lnTo>
                <a:lnTo>
                  <a:pt x="26457" y="6794"/>
                </a:lnTo>
                <a:lnTo>
                  <a:pt x="23487" y="6756"/>
                </a:lnTo>
                <a:lnTo>
                  <a:pt x="20518" y="6702"/>
                </a:lnTo>
                <a:lnTo>
                  <a:pt x="17549" y="6648"/>
                </a:lnTo>
                <a:lnTo>
                  <a:pt x="14579" y="6586"/>
                </a:lnTo>
                <a:lnTo>
                  <a:pt x="11610" y="6516"/>
                </a:lnTo>
                <a:lnTo>
                  <a:pt x="8641" y="6432"/>
                </a:lnTo>
                <a:lnTo>
                  <a:pt x="5671" y="6347"/>
                </a:lnTo>
                <a:lnTo>
                  <a:pt x="5324" y="6339"/>
                </a:lnTo>
                <a:lnTo>
                  <a:pt x="4655" y="6339"/>
                </a:lnTo>
                <a:lnTo>
                  <a:pt x="4361" y="6347"/>
                </a:lnTo>
                <a:lnTo>
                  <a:pt x="4040" y="6362"/>
                </a:lnTo>
                <a:lnTo>
                  <a:pt x="3745" y="6378"/>
                </a:lnTo>
                <a:lnTo>
                  <a:pt x="3478" y="6401"/>
                </a:lnTo>
                <a:lnTo>
                  <a:pt x="3210" y="6424"/>
                </a:lnTo>
                <a:lnTo>
                  <a:pt x="2943" y="6455"/>
                </a:lnTo>
                <a:lnTo>
                  <a:pt x="2702" y="6486"/>
                </a:lnTo>
                <a:lnTo>
                  <a:pt x="2461" y="6524"/>
                </a:lnTo>
                <a:lnTo>
                  <a:pt x="2221" y="6571"/>
                </a:lnTo>
                <a:lnTo>
                  <a:pt x="1819" y="6663"/>
                </a:lnTo>
                <a:lnTo>
                  <a:pt x="1445" y="6764"/>
                </a:lnTo>
                <a:lnTo>
                  <a:pt x="1097" y="6887"/>
                </a:lnTo>
                <a:lnTo>
                  <a:pt x="803" y="7011"/>
                </a:lnTo>
                <a:lnTo>
                  <a:pt x="562" y="7150"/>
                </a:lnTo>
                <a:lnTo>
                  <a:pt x="348" y="7288"/>
                </a:lnTo>
                <a:lnTo>
                  <a:pt x="214" y="7443"/>
                </a:lnTo>
                <a:lnTo>
                  <a:pt x="81" y="7597"/>
                </a:lnTo>
                <a:lnTo>
                  <a:pt x="27" y="7759"/>
                </a:lnTo>
                <a:lnTo>
                  <a:pt x="0" y="7914"/>
                </a:lnTo>
                <a:lnTo>
                  <a:pt x="0" y="8076"/>
                </a:lnTo>
                <a:lnTo>
                  <a:pt x="81" y="8238"/>
                </a:lnTo>
                <a:lnTo>
                  <a:pt x="188" y="8400"/>
                </a:lnTo>
                <a:lnTo>
                  <a:pt x="321" y="8562"/>
                </a:lnTo>
                <a:lnTo>
                  <a:pt x="535" y="8717"/>
                </a:lnTo>
                <a:lnTo>
                  <a:pt x="776" y="8863"/>
                </a:lnTo>
                <a:lnTo>
                  <a:pt x="1044" y="9002"/>
                </a:lnTo>
                <a:lnTo>
                  <a:pt x="1391" y="9141"/>
                </a:lnTo>
                <a:lnTo>
                  <a:pt x="1766" y="9265"/>
                </a:lnTo>
                <a:lnTo>
                  <a:pt x="2194" y="9373"/>
                </a:lnTo>
                <a:lnTo>
                  <a:pt x="2649" y="9481"/>
                </a:lnTo>
                <a:lnTo>
                  <a:pt x="2916" y="9527"/>
                </a:lnTo>
                <a:lnTo>
                  <a:pt x="3157" y="9566"/>
                </a:lnTo>
                <a:lnTo>
                  <a:pt x="3451" y="9604"/>
                </a:lnTo>
                <a:lnTo>
                  <a:pt x="3719" y="9643"/>
                </a:lnTo>
                <a:lnTo>
                  <a:pt x="4013" y="9674"/>
                </a:lnTo>
                <a:lnTo>
                  <a:pt x="4334" y="9697"/>
                </a:lnTo>
                <a:lnTo>
                  <a:pt x="4655" y="9720"/>
                </a:lnTo>
                <a:lnTo>
                  <a:pt x="4976" y="9743"/>
                </a:lnTo>
                <a:lnTo>
                  <a:pt x="5324" y="9759"/>
                </a:lnTo>
                <a:lnTo>
                  <a:pt x="5671" y="9767"/>
                </a:lnTo>
                <a:lnTo>
                  <a:pt x="8480" y="9813"/>
                </a:lnTo>
                <a:lnTo>
                  <a:pt x="11316" y="9859"/>
                </a:lnTo>
                <a:lnTo>
                  <a:pt x="14151" y="9898"/>
                </a:lnTo>
                <a:lnTo>
                  <a:pt x="16987" y="9929"/>
                </a:lnTo>
                <a:lnTo>
                  <a:pt x="19822" y="9952"/>
                </a:lnTo>
                <a:lnTo>
                  <a:pt x="22658" y="9967"/>
                </a:lnTo>
                <a:lnTo>
                  <a:pt x="25494" y="9975"/>
                </a:lnTo>
                <a:lnTo>
                  <a:pt x="28356" y="9983"/>
                </a:lnTo>
                <a:lnTo>
                  <a:pt x="28088" y="10654"/>
                </a:lnTo>
                <a:lnTo>
                  <a:pt x="27874" y="11326"/>
                </a:lnTo>
                <a:lnTo>
                  <a:pt x="27687" y="11998"/>
                </a:lnTo>
                <a:lnTo>
                  <a:pt x="27634" y="12337"/>
                </a:lnTo>
                <a:lnTo>
                  <a:pt x="27580" y="12669"/>
                </a:lnTo>
                <a:lnTo>
                  <a:pt x="27553" y="13009"/>
                </a:lnTo>
                <a:lnTo>
                  <a:pt x="27553" y="13341"/>
                </a:lnTo>
                <a:lnTo>
                  <a:pt x="27580" y="13681"/>
                </a:lnTo>
                <a:lnTo>
                  <a:pt x="27634" y="14013"/>
                </a:lnTo>
                <a:lnTo>
                  <a:pt x="27687" y="14344"/>
                </a:lnTo>
                <a:lnTo>
                  <a:pt x="27821" y="14684"/>
                </a:lnTo>
                <a:lnTo>
                  <a:pt x="27955" y="15016"/>
                </a:lnTo>
                <a:lnTo>
                  <a:pt x="28142" y="15348"/>
                </a:lnTo>
                <a:lnTo>
                  <a:pt x="28195" y="15410"/>
                </a:lnTo>
                <a:lnTo>
                  <a:pt x="28249" y="15479"/>
                </a:lnTo>
                <a:lnTo>
                  <a:pt x="28356" y="15533"/>
                </a:lnTo>
                <a:lnTo>
                  <a:pt x="28463" y="15595"/>
                </a:lnTo>
                <a:lnTo>
                  <a:pt x="28597" y="15649"/>
                </a:lnTo>
                <a:lnTo>
                  <a:pt x="28730" y="15695"/>
                </a:lnTo>
                <a:lnTo>
                  <a:pt x="28891" y="15742"/>
                </a:lnTo>
                <a:lnTo>
                  <a:pt x="29051" y="15788"/>
                </a:lnTo>
                <a:lnTo>
                  <a:pt x="29239" y="15827"/>
                </a:lnTo>
                <a:lnTo>
                  <a:pt x="29426" y="15858"/>
                </a:lnTo>
                <a:lnTo>
                  <a:pt x="29854" y="15919"/>
                </a:lnTo>
                <a:lnTo>
                  <a:pt x="30282" y="15958"/>
                </a:lnTo>
                <a:lnTo>
                  <a:pt x="30737" y="15989"/>
                </a:lnTo>
                <a:lnTo>
                  <a:pt x="31218" y="15997"/>
                </a:lnTo>
                <a:lnTo>
                  <a:pt x="31673" y="15989"/>
                </a:lnTo>
                <a:lnTo>
                  <a:pt x="31914" y="15981"/>
                </a:lnTo>
                <a:lnTo>
                  <a:pt x="32128" y="15966"/>
                </a:lnTo>
                <a:lnTo>
                  <a:pt x="32342" y="15942"/>
                </a:lnTo>
                <a:lnTo>
                  <a:pt x="32556" y="15919"/>
                </a:lnTo>
                <a:lnTo>
                  <a:pt x="32770" y="15888"/>
                </a:lnTo>
                <a:lnTo>
                  <a:pt x="32957" y="15858"/>
                </a:lnTo>
                <a:lnTo>
                  <a:pt x="33144" y="15819"/>
                </a:lnTo>
                <a:lnTo>
                  <a:pt x="33305" y="15780"/>
                </a:lnTo>
                <a:lnTo>
                  <a:pt x="33465" y="15734"/>
                </a:lnTo>
                <a:lnTo>
                  <a:pt x="33599" y="15680"/>
                </a:lnTo>
                <a:lnTo>
                  <a:pt x="33733" y="15618"/>
                </a:lnTo>
                <a:lnTo>
                  <a:pt x="33840" y="15557"/>
                </a:lnTo>
                <a:lnTo>
                  <a:pt x="34348" y="15225"/>
                </a:lnTo>
                <a:lnTo>
                  <a:pt x="34803" y="14893"/>
                </a:lnTo>
                <a:lnTo>
                  <a:pt x="35231" y="14545"/>
                </a:lnTo>
                <a:lnTo>
                  <a:pt x="35605" y="14206"/>
                </a:lnTo>
                <a:lnTo>
                  <a:pt x="35980" y="13858"/>
                </a:lnTo>
                <a:lnTo>
                  <a:pt x="36301" y="13503"/>
                </a:lnTo>
                <a:lnTo>
                  <a:pt x="36595" y="13156"/>
                </a:lnTo>
                <a:lnTo>
                  <a:pt x="36863" y="12800"/>
                </a:lnTo>
                <a:lnTo>
                  <a:pt x="37130" y="12438"/>
                </a:lnTo>
                <a:lnTo>
                  <a:pt x="37371" y="12083"/>
                </a:lnTo>
                <a:lnTo>
                  <a:pt x="37799" y="11365"/>
                </a:lnTo>
                <a:lnTo>
                  <a:pt x="38173" y="10639"/>
                </a:lnTo>
                <a:lnTo>
                  <a:pt x="38548" y="9913"/>
                </a:lnTo>
                <a:lnTo>
                  <a:pt x="42774" y="9859"/>
                </a:lnTo>
                <a:lnTo>
                  <a:pt x="44888" y="9828"/>
                </a:lnTo>
                <a:lnTo>
                  <a:pt x="47001" y="9790"/>
                </a:lnTo>
                <a:lnTo>
                  <a:pt x="49114" y="9743"/>
                </a:lnTo>
                <a:lnTo>
                  <a:pt x="51228" y="9689"/>
                </a:lnTo>
                <a:lnTo>
                  <a:pt x="53314" y="9628"/>
                </a:lnTo>
                <a:lnTo>
                  <a:pt x="55401" y="9566"/>
                </a:lnTo>
                <a:lnTo>
                  <a:pt x="55909" y="9543"/>
                </a:lnTo>
                <a:lnTo>
                  <a:pt x="56391" y="9504"/>
                </a:lnTo>
                <a:lnTo>
                  <a:pt x="56819" y="9458"/>
                </a:lnTo>
                <a:lnTo>
                  <a:pt x="57220" y="9404"/>
                </a:lnTo>
                <a:lnTo>
                  <a:pt x="57621" y="9334"/>
                </a:lnTo>
                <a:lnTo>
                  <a:pt x="57969" y="9265"/>
                </a:lnTo>
                <a:lnTo>
                  <a:pt x="58263" y="9180"/>
                </a:lnTo>
                <a:lnTo>
                  <a:pt x="58557" y="9095"/>
                </a:lnTo>
                <a:lnTo>
                  <a:pt x="58798" y="8995"/>
                </a:lnTo>
                <a:lnTo>
                  <a:pt x="59039" y="8894"/>
                </a:lnTo>
                <a:lnTo>
                  <a:pt x="59226" y="8794"/>
                </a:lnTo>
                <a:lnTo>
                  <a:pt x="59360" y="8686"/>
                </a:lnTo>
                <a:lnTo>
                  <a:pt x="59494" y="8570"/>
                </a:lnTo>
                <a:lnTo>
                  <a:pt x="59574" y="8454"/>
                </a:lnTo>
                <a:lnTo>
                  <a:pt x="59627" y="8346"/>
                </a:lnTo>
                <a:lnTo>
                  <a:pt x="59654" y="8230"/>
                </a:lnTo>
                <a:lnTo>
                  <a:pt x="59654" y="8115"/>
                </a:lnTo>
                <a:lnTo>
                  <a:pt x="59601" y="7999"/>
                </a:lnTo>
                <a:lnTo>
                  <a:pt x="59547" y="7891"/>
                </a:lnTo>
                <a:lnTo>
                  <a:pt x="59440" y="7783"/>
                </a:lnTo>
                <a:lnTo>
                  <a:pt x="59280" y="7674"/>
                </a:lnTo>
                <a:lnTo>
                  <a:pt x="59119" y="7582"/>
                </a:lnTo>
                <a:lnTo>
                  <a:pt x="58905" y="7481"/>
                </a:lnTo>
                <a:lnTo>
                  <a:pt x="58638" y="7397"/>
                </a:lnTo>
                <a:lnTo>
                  <a:pt x="58370" y="7319"/>
                </a:lnTo>
                <a:lnTo>
                  <a:pt x="58049" y="7242"/>
                </a:lnTo>
                <a:lnTo>
                  <a:pt x="57701" y="7180"/>
                </a:lnTo>
                <a:lnTo>
                  <a:pt x="57327" y="7126"/>
                </a:lnTo>
                <a:lnTo>
                  <a:pt x="56899" y="7080"/>
                </a:lnTo>
                <a:lnTo>
                  <a:pt x="56444" y="7049"/>
                </a:lnTo>
                <a:lnTo>
                  <a:pt x="55936" y="7026"/>
                </a:lnTo>
                <a:lnTo>
                  <a:pt x="55401" y="7018"/>
                </a:lnTo>
                <a:lnTo>
                  <a:pt x="47804" y="6987"/>
                </a:lnTo>
                <a:lnTo>
                  <a:pt x="40206" y="6933"/>
                </a:lnTo>
                <a:lnTo>
                  <a:pt x="40982" y="5598"/>
                </a:lnTo>
                <a:lnTo>
                  <a:pt x="41357" y="4926"/>
                </a:lnTo>
                <a:lnTo>
                  <a:pt x="41704" y="4262"/>
                </a:lnTo>
                <a:lnTo>
                  <a:pt x="41999" y="3591"/>
                </a:lnTo>
                <a:lnTo>
                  <a:pt x="42293" y="2919"/>
                </a:lnTo>
                <a:lnTo>
                  <a:pt x="42534" y="2240"/>
                </a:lnTo>
                <a:lnTo>
                  <a:pt x="42721" y="1568"/>
                </a:lnTo>
                <a:lnTo>
                  <a:pt x="42721" y="1406"/>
                </a:lnTo>
                <a:lnTo>
                  <a:pt x="42667" y="1252"/>
                </a:lnTo>
                <a:lnTo>
                  <a:pt x="42587" y="1105"/>
                </a:lnTo>
                <a:lnTo>
                  <a:pt x="42427" y="966"/>
                </a:lnTo>
                <a:lnTo>
                  <a:pt x="42213" y="835"/>
                </a:lnTo>
                <a:lnTo>
                  <a:pt x="41972" y="711"/>
                </a:lnTo>
                <a:lnTo>
                  <a:pt x="41678" y="603"/>
                </a:lnTo>
                <a:lnTo>
                  <a:pt x="41357" y="503"/>
                </a:lnTo>
                <a:lnTo>
                  <a:pt x="41009" y="402"/>
                </a:lnTo>
                <a:lnTo>
                  <a:pt x="40608" y="317"/>
                </a:lnTo>
                <a:lnTo>
                  <a:pt x="40206" y="248"/>
                </a:lnTo>
                <a:lnTo>
                  <a:pt x="39752" y="178"/>
                </a:lnTo>
                <a:lnTo>
                  <a:pt x="39297" y="124"/>
                </a:lnTo>
                <a:lnTo>
                  <a:pt x="38842" y="78"/>
                </a:lnTo>
                <a:lnTo>
                  <a:pt x="38334" y="39"/>
                </a:lnTo>
                <a:lnTo>
                  <a:pt x="37852" y="16"/>
                </a:lnTo>
                <a:lnTo>
                  <a:pt x="3734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8"/>
          <p:cNvSpPr/>
          <p:nvPr/>
        </p:nvSpPr>
        <p:spPr>
          <a:xfrm>
            <a:off x="6389550" y="1037350"/>
            <a:ext cx="2852450" cy="3547075"/>
          </a:xfrm>
          <a:custGeom>
            <a:rect b="b" l="l" r="r" t="t"/>
            <a:pathLst>
              <a:path extrusionOk="0" h="141883" w="114098">
                <a:moveTo>
                  <a:pt x="91461" y="0"/>
                </a:moveTo>
                <a:lnTo>
                  <a:pt x="111484" y="12096"/>
                </a:lnTo>
                <a:lnTo>
                  <a:pt x="114098" y="141883"/>
                </a:lnTo>
                <a:lnTo>
                  <a:pt x="32219" y="120106"/>
                </a:lnTo>
                <a:lnTo>
                  <a:pt x="0" y="69684"/>
                </a:lnTo>
                <a:lnTo>
                  <a:pt x="65329" y="27002"/>
                </a:lnTo>
                <a:close/>
              </a:path>
            </a:pathLst>
          </a:custGeom>
          <a:solidFill>
            <a:schemeClr val="lt1"/>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41" name="Shape 541"/>
        <p:cNvGrpSpPr/>
        <p:nvPr/>
      </p:nvGrpSpPr>
      <p:grpSpPr>
        <a:xfrm>
          <a:off x="0" y="0"/>
          <a:ext cx="0" cy="0"/>
          <a:chOff x="0" y="0"/>
          <a:chExt cx="0" cy="0"/>
        </a:xfrm>
      </p:grpSpPr>
      <p:sp>
        <p:nvSpPr>
          <p:cNvPr id="542" name="Google Shape;542;p29"/>
          <p:cNvSpPr txBox="1"/>
          <p:nvPr>
            <p:ph idx="12" type="sldNum"/>
          </p:nvPr>
        </p:nvSpPr>
        <p:spPr>
          <a:xfrm>
            <a:off x="8404384" y="46736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2"/>
        </a:solidFill>
      </p:bgPr>
    </p:bg>
    <p:spTree>
      <p:nvGrpSpPr>
        <p:cNvPr id="543" name="Shape 543"/>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544" name="Shape 544"/>
        <p:cNvGrpSpPr/>
        <p:nvPr/>
      </p:nvGrpSpPr>
      <p:grpSpPr>
        <a:xfrm>
          <a:off x="0" y="0"/>
          <a:ext cx="0" cy="0"/>
          <a:chOff x="0" y="0"/>
          <a:chExt cx="0" cy="0"/>
        </a:xfrm>
      </p:grpSpPr>
      <p:sp>
        <p:nvSpPr>
          <p:cNvPr id="545" name="Google Shape;545;p31"/>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1"/>
          <p:cNvSpPr txBox="1"/>
          <p:nvPr>
            <p:ph type="title"/>
          </p:nvPr>
        </p:nvSpPr>
        <p:spPr>
          <a:xfrm>
            <a:off x="311725" y="500925"/>
            <a:ext cx="3127500" cy="1829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547" name="Google Shape;547;p31"/>
          <p:cNvSpPr txBox="1"/>
          <p:nvPr>
            <p:ph idx="1" type="body"/>
          </p:nvPr>
        </p:nvSpPr>
        <p:spPr>
          <a:xfrm>
            <a:off x="311700" y="2390650"/>
            <a:ext cx="3127500" cy="2298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chemeClr val="accent2"/>
              </a:buClr>
              <a:buSzPts val="1800"/>
              <a:buChar char="●"/>
              <a:defRPr>
                <a:solidFill>
                  <a:schemeClr val="accent2"/>
                </a:solidFill>
              </a:defRPr>
            </a:lvl1pPr>
            <a:lvl2pPr indent="-317500" lvl="1" marL="914400" rtl="0">
              <a:spcBef>
                <a:spcPts val="1600"/>
              </a:spcBef>
              <a:spcAft>
                <a:spcPts val="0"/>
              </a:spcAft>
              <a:buClr>
                <a:schemeClr val="accent2"/>
              </a:buClr>
              <a:buSzPts val="1400"/>
              <a:buChar char="○"/>
              <a:defRPr>
                <a:solidFill>
                  <a:schemeClr val="accent2"/>
                </a:solidFill>
              </a:defRPr>
            </a:lvl2pPr>
            <a:lvl3pPr indent="-317500" lvl="2" marL="1371600" rtl="0">
              <a:spcBef>
                <a:spcPts val="1600"/>
              </a:spcBef>
              <a:spcAft>
                <a:spcPts val="0"/>
              </a:spcAft>
              <a:buClr>
                <a:schemeClr val="accent2"/>
              </a:buClr>
              <a:buSzPts val="1400"/>
              <a:buChar char="■"/>
              <a:defRPr>
                <a:solidFill>
                  <a:schemeClr val="accent2"/>
                </a:solidFill>
              </a:defRPr>
            </a:lvl3pPr>
            <a:lvl4pPr indent="-317500" lvl="3" marL="1828800" rtl="0">
              <a:spcBef>
                <a:spcPts val="1600"/>
              </a:spcBef>
              <a:spcAft>
                <a:spcPts val="0"/>
              </a:spcAft>
              <a:buClr>
                <a:schemeClr val="accent2"/>
              </a:buClr>
              <a:buSzPts val="1400"/>
              <a:buChar char="●"/>
              <a:defRPr>
                <a:solidFill>
                  <a:schemeClr val="accent2"/>
                </a:solidFill>
              </a:defRPr>
            </a:lvl4pPr>
            <a:lvl5pPr indent="-317500" lvl="4" marL="2286000" rtl="0">
              <a:spcBef>
                <a:spcPts val="1600"/>
              </a:spcBef>
              <a:spcAft>
                <a:spcPts val="0"/>
              </a:spcAft>
              <a:buClr>
                <a:schemeClr val="accent2"/>
              </a:buClr>
              <a:buSzPts val="1400"/>
              <a:buChar char="○"/>
              <a:defRPr>
                <a:solidFill>
                  <a:schemeClr val="accent2"/>
                </a:solidFill>
              </a:defRPr>
            </a:lvl5pPr>
            <a:lvl6pPr indent="-317500" lvl="5" marL="2743200" rtl="0">
              <a:spcBef>
                <a:spcPts val="1600"/>
              </a:spcBef>
              <a:spcAft>
                <a:spcPts val="0"/>
              </a:spcAft>
              <a:buClr>
                <a:schemeClr val="accent2"/>
              </a:buClr>
              <a:buSzPts val="1400"/>
              <a:buChar char="■"/>
              <a:defRPr>
                <a:solidFill>
                  <a:schemeClr val="accent2"/>
                </a:solidFill>
              </a:defRPr>
            </a:lvl6pPr>
            <a:lvl7pPr indent="-317500" lvl="6" marL="3200400" rtl="0">
              <a:spcBef>
                <a:spcPts val="1600"/>
              </a:spcBef>
              <a:spcAft>
                <a:spcPts val="0"/>
              </a:spcAft>
              <a:buClr>
                <a:schemeClr val="accent2"/>
              </a:buClr>
              <a:buSzPts val="1400"/>
              <a:buChar char="●"/>
              <a:defRPr>
                <a:solidFill>
                  <a:schemeClr val="accent2"/>
                </a:solidFill>
              </a:defRPr>
            </a:lvl7pPr>
            <a:lvl8pPr indent="-317500" lvl="7" marL="3657600" rtl="0">
              <a:spcBef>
                <a:spcPts val="1600"/>
              </a:spcBef>
              <a:spcAft>
                <a:spcPts val="0"/>
              </a:spcAft>
              <a:buClr>
                <a:schemeClr val="accent2"/>
              </a:buClr>
              <a:buSzPts val="1400"/>
              <a:buChar char="○"/>
              <a:defRPr>
                <a:solidFill>
                  <a:schemeClr val="accent2"/>
                </a:solidFill>
              </a:defRPr>
            </a:lvl8pPr>
            <a:lvl9pPr indent="-317500" lvl="8" marL="4114800" rtl="0">
              <a:spcBef>
                <a:spcPts val="1600"/>
              </a:spcBef>
              <a:spcAft>
                <a:spcPts val="1600"/>
              </a:spcAft>
              <a:buClr>
                <a:schemeClr val="accent2"/>
              </a:buClr>
              <a:buSzPts val="1400"/>
              <a:buChar char="■"/>
              <a:defRPr>
                <a:solidFill>
                  <a:schemeClr val="accent2"/>
                </a:solidFill>
              </a:defRPr>
            </a:lvl9pPr>
          </a:lstStyle>
          <a:p/>
        </p:txBody>
      </p:sp>
      <p:sp>
        <p:nvSpPr>
          <p:cNvPr id="548" name="Google Shape;548;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549" name="Shape 549"/>
        <p:cNvGrpSpPr/>
        <p:nvPr/>
      </p:nvGrpSpPr>
      <p:grpSpPr>
        <a:xfrm>
          <a:off x="0" y="0"/>
          <a:ext cx="0" cy="0"/>
          <a:chOff x="0" y="0"/>
          <a:chExt cx="0" cy="0"/>
        </a:xfrm>
      </p:grpSpPr>
      <p:sp>
        <p:nvSpPr>
          <p:cNvPr id="550" name="Google Shape;550;p3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552" name="Google Shape;552;p32"/>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553" name="Google Shape;553;p32"/>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554" name="Google Shape;554;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Do Hyeon"/>
              <a:buNone/>
              <a:defRPr sz="2800">
                <a:solidFill>
                  <a:schemeClr val="dk1"/>
                </a:solidFill>
                <a:latin typeface="Do Hyeon"/>
                <a:ea typeface="Do Hyeon"/>
                <a:cs typeface="Do Hyeon"/>
                <a:sym typeface="Do Hyeon"/>
              </a:defRPr>
            </a:lvl1pPr>
            <a:lvl2pPr lvl="1"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2pPr>
            <a:lvl3pPr lvl="2"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3pPr>
            <a:lvl4pPr lvl="3"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4pPr>
            <a:lvl5pPr lvl="4"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5pPr>
            <a:lvl6pPr lvl="5"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6pPr>
            <a:lvl7pPr lvl="6"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7pPr>
            <a:lvl8pPr lvl="7"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8pPr>
            <a:lvl9pPr lvl="8" rtl="0">
              <a:spcBef>
                <a:spcPts val="0"/>
              </a:spcBef>
              <a:spcAft>
                <a:spcPts val="0"/>
              </a:spcAft>
              <a:buClr>
                <a:schemeClr val="dk1"/>
              </a:buClr>
              <a:buSzPts val="2800"/>
              <a:buFont typeface="Bebas Neue"/>
              <a:buNone/>
              <a:defRPr sz="28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Didact Gothic"/>
              <a:buChar char="●"/>
              <a:defRPr sz="1800">
                <a:solidFill>
                  <a:schemeClr val="dk1"/>
                </a:solidFill>
                <a:latin typeface="Didact Gothic"/>
                <a:ea typeface="Didact Gothic"/>
                <a:cs typeface="Didact Gothic"/>
                <a:sym typeface="Didact Gothic"/>
              </a:defRPr>
            </a:lvl1pPr>
            <a:lvl2pPr indent="-317500" lvl="1" marL="9144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a:lnSpc>
                <a:spcPct val="115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
        <p:nvSpPr>
          <p:cNvPr id="8" name="Google Shape;8;p1"/>
          <p:cNvSpPr txBox="1"/>
          <p:nvPr>
            <p:ph idx="12" type="sldNum"/>
          </p:nvPr>
        </p:nvSpPr>
        <p:spPr>
          <a:xfrm>
            <a:off x="8404384" y="46736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latin typeface="Bebas Neue"/>
                <a:ea typeface="Bebas Neue"/>
                <a:cs typeface="Bebas Neue"/>
                <a:sym typeface="Bebas Neue"/>
              </a:defRPr>
            </a:lvl1pPr>
            <a:lvl2pPr lvl="1" algn="r">
              <a:buNone/>
              <a:defRPr sz="1300">
                <a:solidFill>
                  <a:schemeClr val="dk2"/>
                </a:solidFill>
                <a:latin typeface="Bebas Neue"/>
                <a:ea typeface="Bebas Neue"/>
                <a:cs typeface="Bebas Neue"/>
                <a:sym typeface="Bebas Neue"/>
              </a:defRPr>
            </a:lvl2pPr>
            <a:lvl3pPr lvl="2" algn="r">
              <a:buNone/>
              <a:defRPr sz="1300">
                <a:solidFill>
                  <a:schemeClr val="dk2"/>
                </a:solidFill>
                <a:latin typeface="Bebas Neue"/>
                <a:ea typeface="Bebas Neue"/>
                <a:cs typeface="Bebas Neue"/>
                <a:sym typeface="Bebas Neue"/>
              </a:defRPr>
            </a:lvl3pPr>
            <a:lvl4pPr lvl="3" algn="r">
              <a:buNone/>
              <a:defRPr sz="1300">
                <a:solidFill>
                  <a:schemeClr val="dk2"/>
                </a:solidFill>
                <a:latin typeface="Bebas Neue"/>
                <a:ea typeface="Bebas Neue"/>
                <a:cs typeface="Bebas Neue"/>
                <a:sym typeface="Bebas Neue"/>
              </a:defRPr>
            </a:lvl4pPr>
            <a:lvl5pPr lvl="4" algn="r">
              <a:buNone/>
              <a:defRPr sz="1300">
                <a:solidFill>
                  <a:schemeClr val="dk2"/>
                </a:solidFill>
                <a:latin typeface="Bebas Neue"/>
                <a:ea typeface="Bebas Neue"/>
                <a:cs typeface="Bebas Neue"/>
                <a:sym typeface="Bebas Neue"/>
              </a:defRPr>
            </a:lvl5pPr>
            <a:lvl6pPr lvl="5" algn="r">
              <a:buNone/>
              <a:defRPr sz="1300">
                <a:solidFill>
                  <a:schemeClr val="dk2"/>
                </a:solidFill>
                <a:latin typeface="Bebas Neue"/>
                <a:ea typeface="Bebas Neue"/>
                <a:cs typeface="Bebas Neue"/>
                <a:sym typeface="Bebas Neue"/>
              </a:defRPr>
            </a:lvl6pPr>
            <a:lvl7pPr lvl="6" algn="r">
              <a:buNone/>
              <a:defRPr sz="1300">
                <a:solidFill>
                  <a:schemeClr val="dk2"/>
                </a:solidFill>
                <a:latin typeface="Bebas Neue"/>
                <a:ea typeface="Bebas Neue"/>
                <a:cs typeface="Bebas Neue"/>
                <a:sym typeface="Bebas Neue"/>
              </a:defRPr>
            </a:lvl7pPr>
            <a:lvl8pPr lvl="7" algn="r">
              <a:buNone/>
              <a:defRPr sz="1300">
                <a:solidFill>
                  <a:schemeClr val="dk2"/>
                </a:solidFill>
                <a:latin typeface="Bebas Neue"/>
                <a:ea typeface="Bebas Neue"/>
                <a:cs typeface="Bebas Neue"/>
                <a:sym typeface="Bebas Neue"/>
              </a:defRPr>
            </a:lvl8pPr>
            <a:lvl9pPr lvl="8" algn="r">
              <a:buNone/>
              <a:defRPr sz="1300">
                <a:solidFill>
                  <a:schemeClr val="dk2"/>
                </a:solidFill>
                <a:latin typeface="Bebas Neue"/>
                <a:ea typeface="Bebas Neue"/>
                <a:cs typeface="Bebas Neue"/>
                <a:sym typeface="Bebas Neu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3"/>
          <p:cNvSpPr txBox="1"/>
          <p:nvPr>
            <p:ph type="ctrTitle"/>
          </p:nvPr>
        </p:nvSpPr>
        <p:spPr>
          <a:xfrm>
            <a:off x="1949500" y="1545450"/>
            <a:ext cx="5244900" cy="2052600"/>
          </a:xfrm>
          <a:prstGeom prst="rect">
            <a:avLst/>
          </a:prstGeom>
          <a:noFill/>
        </p:spPr>
        <p:txBody>
          <a:bodyPr anchorCtr="0" anchor="b" bIns="91425" lIns="91425" spcFirstLastPara="1" rIns="91425" wrap="square" tIns="91425">
            <a:noAutofit/>
          </a:bodyPr>
          <a:lstStyle/>
          <a:p>
            <a:pPr indent="0" lvl="0" marL="0" rtl="0" algn="ctr">
              <a:spcBef>
                <a:spcPts val="0"/>
              </a:spcBef>
              <a:spcAft>
                <a:spcPts val="0"/>
              </a:spcAft>
              <a:buNone/>
            </a:pPr>
            <a:r>
              <a:rPr lang="en" sz="6500"/>
              <a:t>Welcome to Section!!!</a:t>
            </a:r>
            <a:endParaRPr sz="6500"/>
          </a:p>
          <a:p>
            <a:pPr indent="0" lvl="0" marL="0" rtl="0" algn="ctr">
              <a:spcBef>
                <a:spcPts val="0"/>
              </a:spcBef>
              <a:spcAft>
                <a:spcPts val="0"/>
              </a:spcAft>
              <a:buNone/>
            </a:pPr>
            <a:r>
              <a:rPr lang="en" sz="3000">
                <a:solidFill>
                  <a:schemeClr val="dk1"/>
                </a:solidFill>
              </a:rPr>
              <a:t>Week </a:t>
            </a:r>
            <a:r>
              <a:rPr lang="en" sz="3000">
                <a:solidFill>
                  <a:schemeClr val="dk1"/>
                </a:solidFill>
              </a:rPr>
              <a:t>One</a:t>
            </a:r>
            <a:endParaRPr sz="3000">
              <a:solidFill>
                <a:schemeClr val="dk1"/>
              </a:solidFill>
            </a:endParaRPr>
          </a:p>
        </p:txBody>
      </p:sp>
      <p:sp>
        <p:nvSpPr>
          <p:cNvPr id="560" name="Google Shape;560;p33"/>
          <p:cNvSpPr txBox="1"/>
          <p:nvPr>
            <p:ph idx="1" type="subTitle"/>
          </p:nvPr>
        </p:nvSpPr>
        <p:spPr>
          <a:xfrm>
            <a:off x="2165350" y="3388075"/>
            <a:ext cx="4813200" cy="75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4"/>
          <p:cNvSpPr txBox="1"/>
          <p:nvPr>
            <p:ph type="title"/>
          </p:nvPr>
        </p:nvSpPr>
        <p:spPr>
          <a:xfrm>
            <a:off x="720000" y="1619550"/>
            <a:ext cx="3866100" cy="8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5"/>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Little About Me</a:t>
            </a:r>
            <a:endParaRPr/>
          </a:p>
        </p:txBody>
      </p:sp>
      <p:sp>
        <p:nvSpPr>
          <p:cNvPr id="571" name="Google Shape;571;p35"/>
          <p:cNvSpPr txBox="1"/>
          <p:nvPr>
            <p:ph idx="4294967295" type="body"/>
          </p:nvPr>
        </p:nvSpPr>
        <p:spPr>
          <a:xfrm>
            <a:off x="4493575" y="1045825"/>
            <a:ext cx="4166400" cy="37158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My name is </a:t>
            </a:r>
            <a:r>
              <a:rPr b="1" lang="en" sz="2100"/>
              <a:t>Wahab</a:t>
            </a:r>
            <a:r>
              <a:rPr lang="en" sz="2100"/>
              <a:t>. I’ll be your Section Leader for Code in Place, and everyone here will be your section-mates!</a:t>
            </a:r>
            <a:endParaRPr sz="2100"/>
          </a:p>
          <a:p>
            <a:pPr indent="-361950" lvl="0" marL="457200" rtl="0" algn="l">
              <a:spcBef>
                <a:spcPts val="1600"/>
              </a:spcBef>
              <a:spcAft>
                <a:spcPts val="0"/>
              </a:spcAft>
              <a:buSzPts val="2100"/>
              <a:buChar char="★"/>
            </a:pPr>
            <a:r>
              <a:rPr lang="en" sz="2100"/>
              <a:t>I am Computer Science graduate.</a:t>
            </a:r>
            <a:endParaRPr sz="2100"/>
          </a:p>
          <a:p>
            <a:pPr indent="-361950" lvl="0" marL="457200" rtl="0" algn="l">
              <a:spcBef>
                <a:spcPts val="1600"/>
              </a:spcBef>
              <a:spcAft>
                <a:spcPts val="0"/>
              </a:spcAft>
              <a:buSzPts val="2100"/>
              <a:buChar char="★"/>
            </a:pPr>
            <a:r>
              <a:rPr lang="en" sz="2100"/>
              <a:t>Working as SWE/Research Assistant.</a:t>
            </a:r>
            <a:endParaRPr sz="2100"/>
          </a:p>
          <a:p>
            <a:pPr indent="0" lvl="0" marL="457200" rtl="0" algn="l">
              <a:spcBef>
                <a:spcPts val="1600"/>
              </a:spcBef>
              <a:spcAft>
                <a:spcPts val="1600"/>
              </a:spcAft>
              <a:buNone/>
            </a:pPr>
            <a:r>
              <a:t/>
            </a:r>
            <a:endParaRPr sz="2100"/>
          </a:p>
        </p:txBody>
      </p:sp>
      <p:sp>
        <p:nvSpPr>
          <p:cNvPr id="572" name="Google Shape;572;p35"/>
          <p:cNvSpPr/>
          <p:nvPr/>
        </p:nvSpPr>
        <p:spPr>
          <a:xfrm>
            <a:off x="1212100" y="1326050"/>
            <a:ext cx="2352600" cy="30063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
        <p:nvSpPr>
          <p:cNvPr id="573" name="Google Shape;573;p35"/>
          <p:cNvSpPr txBox="1"/>
          <p:nvPr/>
        </p:nvSpPr>
        <p:spPr>
          <a:xfrm>
            <a:off x="1344550" y="2321300"/>
            <a:ext cx="2087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Didact Gothic"/>
                <a:ea typeface="Didact Gothic"/>
                <a:cs typeface="Didact Gothic"/>
                <a:sym typeface="Didact Gothic"/>
              </a:rPr>
              <a:t>YOUR BEAUTIFUL PICTURE GOES HERE &lt;3</a:t>
            </a:r>
            <a:endParaRPr b="1" sz="1800">
              <a:solidFill>
                <a:schemeClr val="dk1"/>
              </a:solidFill>
              <a:latin typeface="Didact Gothic"/>
              <a:ea typeface="Didact Gothic"/>
              <a:cs typeface="Didact Gothic"/>
              <a:sym typeface="Didact Gothic"/>
            </a:endParaRPr>
          </a:p>
        </p:txBody>
      </p:sp>
      <p:pic>
        <p:nvPicPr>
          <p:cNvPr id="574" name="Google Shape;574;p35" title="Profile (new).jpg"/>
          <p:cNvPicPr preferRelativeResize="0"/>
          <p:nvPr/>
        </p:nvPicPr>
        <p:blipFill>
          <a:blip r:embed="rId3">
            <a:alphaModFix/>
          </a:blip>
          <a:stretch>
            <a:fillRect/>
          </a:stretch>
        </p:blipFill>
        <p:spPr>
          <a:xfrm>
            <a:off x="1271638" y="1712438"/>
            <a:ext cx="2233525" cy="2233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6"/>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About You All?</a:t>
            </a:r>
            <a:endParaRPr/>
          </a:p>
        </p:txBody>
      </p:sp>
      <p:sp>
        <p:nvSpPr>
          <p:cNvPr id="580" name="Google Shape;580;p36"/>
          <p:cNvSpPr txBox="1"/>
          <p:nvPr/>
        </p:nvSpPr>
        <p:spPr>
          <a:xfrm>
            <a:off x="204000" y="1324725"/>
            <a:ext cx="87360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Didact Gothic"/>
                <a:ea typeface="Didact Gothic"/>
                <a:cs typeface="Didact Gothic"/>
                <a:sym typeface="Didact Gothic"/>
              </a:rPr>
              <a:t>Go ahead and share:</a:t>
            </a:r>
            <a:endParaRPr sz="1900">
              <a:latin typeface="Didact Gothic"/>
              <a:ea typeface="Didact Gothic"/>
              <a:cs typeface="Didact Gothic"/>
              <a:sym typeface="Didact Gothic"/>
            </a:endParaRPr>
          </a:p>
          <a:p>
            <a:pPr indent="-349250" lvl="0" marL="457200" rtl="0" algn="l">
              <a:spcBef>
                <a:spcPts val="0"/>
              </a:spcBef>
              <a:spcAft>
                <a:spcPts val="0"/>
              </a:spcAft>
              <a:buSzPts val="1900"/>
              <a:buFont typeface="Didact Gothic"/>
              <a:buAutoNum type="arabicPeriod"/>
            </a:pPr>
            <a:r>
              <a:rPr b="1" lang="en" sz="1900">
                <a:latin typeface="Didact Gothic"/>
                <a:ea typeface="Didact Gothic"/>
                <a:cs typeface="Didact Gothic"/>
                <a:sym typeface="Didact Gothic"/>
              </a:rPr>
              <a:t>Your name</a:t>
            </a:r>
            <a:endParaRPr b="1" sz="1900">
              <a:latin typeface="Didact Gothic"/>
              <a:ea typeface="Didact Gothic"/>
              <a:cs typeface="Didact Gothic"/>
              <a:sym typeface="Didact Gothic"/>
            </a:endParaRPr>
          </a:p>
          <a:p>
            <a:pPr indent="-349250" lvl="0" marL="457200" rtl="0" algn="l">
              <a:spcBef>
                <a:spcPts val="0"/>
              </a:spcBef>
              <a:spcAft>
                <a:spcPts val="0"/>
              </a:spcAft>
              <a:buSzPts val="1900"/>
              <a:buFont typeface="Didact Gothic"/>
              <a:buAutoNum type="arabicPeriod"/>
            </a:pPr>
            <a:r>
              <a:rPr b="1" lang="en" sz="1900">
                <a:latin typeface="Didact Gothic"/>
                <a:ea typeface="Didact Gothic"/>
                <a:cs typeface="Didact Gothic"/>
                <a:sym typeface="Didact Gothic"/>
              </a:rPr>
              <a:t>Where you’re tuning in from</a:t>
            </a:r>
            <a:endParaRPr b="1" sz="1900">
              <a:latin typeface="Didact Gothic"/>
              <a:ea typeface="Didact Gothic"/>
              <a:cs typeface="Didact Gothic"/>
              <a:sym typeface="Didact Gothic"/>
            </a:endParaRPr>
          </a:p>
          <a:p>
            <a:pPr indent="-349250" lvl="0" marL="457200" rtl="0" algn="l">
              <a:spcBef>
                <a:spcPts val="0"/>
              </a:spcBef>
              <a:spcAft>
                <a:spcPts val="0"/>
              </a:spcAft>
              <a:buSzPts val="1900"/>
              <a:buFont typeface="Didact Gothic"/>
              <a:buAutoNum type="arabicPeriod"/>
            </a:pPr>
            <a:r>
              <a:rPr b="1" lang="en" sz="1900">
                <a:latin typeface="Didact Gothic"/>
                <a:ea typeface="Didact Gothic"/>
                <a:cs typeface="Didact Gothic"/>
                <a:sym typeface="Didact Gothic"/>
              </a:rPr>
              <a:t>One thing you’re looking forward to (it doesn’t have to be from Code in Place)!</a:t>
            </a:r>
            <a:br>
              <a:rPr b="1" lang="en" sz="1900">
                <a:latin typeface="Didact Gothic"/>
                <a:ea typeface="Didact Gothic"/>
                <a:cs typeface="Didact Gothic"/>
                <a:sym typeface="Didact Gothic"/>
              </a:rPr>
            </a:br>
            <a:endParaRPr b="1" sz="1900">
              <a:latin typeface="Didact Gothic"/>
              <a:ea typeface="Didact Gothic"/>
              <a:cs typeface="Didact Gothic"/>
              <a:sym typeface="Didact Gothic"/>
            </a:endParaRPr>
          </a:p>
          <a:p>
            <a:pPr indent="0" lvl="0" marL="0" rtl="0" algn="l">
              <a:spcBef>
                <a:spcPts val="0"/>
              </a:spcBef>
              <a:spcAft>
                <a:spcPts val="0"/>
              </a:spcAft>
              <a:buNone/>
            </a:pPr>
            <a:r>
              <a:rPr lang="en" sz="1900">
                <a:latin typeface="Didact Gothic"/>
                <a:ea typeface="Didact Gothic"/>
                <a:cs typeface="Didact Gothic"/>
                <a:sym typeface="Didact Gothic"/>
              </a:rPr>
              <a:t>If you aren’t warmed up and comfortable with speaking just yet, that’s fine! Y</a:t>
            </a:r>
            <a:r>
              <a:rPr lang="en" sz="1900">
                <a:latin typeface="Didact Gothic"/>
                <a:ea typeface="Didact Gothic"/>
                <a:cs typeface="Didact Gothic"/>
                <a:sym typeface="Didact Gothic"/>
              </a:rPr>
              <a:t>ou can share directly to everyone in the chat or y</a:t>
            </a:r>
            <a:r>
              <a:rPr lang="en" sz="1900">
                <a:latin typeface="Didact Gothic"/>
                <a:ea typeface="Didact Gothic"/>
                <a:cs typeface="Didact Gothic"/>
                <a:sym typeface="Didact Gothic"/>
              </a:rPr>
              <a:t>ou can message me and I can read out your introduction for you!</a:t>
            </a:r>
            <a:endParaRPr sz="1900">
              <a:latin typeface="Didact Gothic"/>
              <a:ea typeface="Didact Gothic"/>
              <a:cs typeface="Didact Gothic"/>
              <a:sym typeface="Didact Gothic"/>
            </a:endParaRPr>
          </a:p>
        </p:txBody>
      </p:sp>
      <p:sp>
        <p:nvSpPr>
          <p:cNvPr id="581" name="Google Shape;581;p36"/>
          <p:cNvSpPr txBox="1"/>
          <p:nvPr/>
        </p:nvSpPr>
        <p:spPr>
          <a:xfrm>
            <a:off x="204000" y="3971775"/>
            <a:ext cx="7947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Didact Gothic"/>
                <a:ea typeface="Didact Gothic"/>
                <a:cs typeface="Didact Gothic"/>
                <a:sym typeface="Didact Gothic"/>
              </a:rPr>
              <a:t>Another question: what can I do to make you feel included? Please feel free to private message me in the chat if there’s anything I can do to make you more comfortable.</a:t>
            </a:r>
            <a:endParaRPr sz="1600">
              <a:latin typeface="Didact Gothic"/>
              <a:ea typeface="Didact Gothic"/>
              <a:cs typeface="Didact Gothic"/>
              <a:sym typeface="Didact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7"/>
          <p:cNvSpPr txBox="1"/>
          <p:nvPr>
            <p:ph idx="1" type="subTitle"/>
          </p:nvPr>
        </p:nvSpPr>
        <p:spPr>
          <a:xfrm>
            <a:off x="720000" y="1088675"/>
            <a:ext cx="7884900" cy="372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91919"/>
                </a:solidFill>
              </a:rPr>
              <a:t>In breakout rooms:</a:t>
            </a:r>
            <a:endParaRPr sz="2800">
              <a:solidFill>
                <a:srgbClr val="191919"/>
              </a:solidFill>
            </a:endParaRPr>
          </a:p>
          <a:p>
            <a:pPr indent="-406400" lvl="0" marL="457200" rtl="0" algn="l">
              <a:spcBef>
                <a:spcPts val="1600"/>
              </a:spcBef>
              <a:spcAft>
                <a:spcPts val="0"/>
              </a:spcAft>
              <a:buClr>
                <a:srgbClr val="191919"/>
              </a:buClr>
              <a:buSzPts val="2800"/>
              <a:buChar char="●"/>
            </a:pPr>
            <a:r>
              <a:rPr lang="en" sz="2800">
                <a:solidFill>
                  <a:srgbClr val="191919"/>
                </a:solidFill>
              </a:rPr>
              <a:t>Share your names </a:t>
            </a:r>
            <a:r>
              <a:rPr lang="en" sz="2800">
                <a:solidFill>
                  <a:srgbClr val="191919"/>
                </a:solidFill>
              </a:rPr>
              <a:t>o</a:t>
            </a:r>
            <a:r>
              <a:rPr lang="en" sz="2800">
                <a:solidFill>
                  <a:srgbClr val="191919"/>
                </a:solidFill>
              </a:rPr>
              <a:t>ne more time!!!</a:t>
            </a:r>
            <a:endParaRPr sz="2800">
              <a:solidFill>
                <a:srgbClr val="191919"/>
              </a:solidFill>
            </a:endParaRPr>
          </a:p>
          <a:p>
            <a:pPr indent="-406400" lvl="0" marL="457200" rtl="0" algn="l">
              <a:spcBef>
                <a:spcPts val="0"/>
              </a:spcBef>
              <a:spcAft>
                <a:spcPts val="0"/>
              </a:spcAft>
              <a:buClr>
                <a:srgbClr val="191919"/>
              </a:buClr>
              <a:buSzPts val="2800"/>
              <a:buChar char="●"/>
            </a:pPr>
            <a:r>
              <a:rPr lang="en" sz="2800">
                <a:solidFill>
                  <a:srgbClr val="191919"/>
                </a:solidFill>
              </a:rPr>
              <a:t>Icebreaker Question: Why you want to learn code?</a:t>
            </a:r>
            <a:endParaRPr sz="2800">
              <a:solidFill>
                <a:srgbClr val="191919"/>
              </a:solidFill>
            </a:endParaRPr>
          </a:p>
          <a:p>
            <a:pPr indent="-406400" lvl="0" marL="457200" rtl="0" algn="l">
              <a:spcBef>
                <a:spcPts val="0"/>
              </a:spcBef>
              <a:spcAft>
                <a:spcPts val="0"/>
              </a:spcAft>
              <a:buClr>
                <a:srgbClr val="191919"/>
              </a:buClr>
              <a:buSzPts val="2800"/>
              <a:buChar char="●"/>
            </a:pPr>
            <a:r>
              <a:rPr lang="en" sz="2800">
                <a:solidFill>
                  <a:srgbClr val="191919"/>
                </a:solidFill>
              </a:rPr>
              <a:t>If no one wants to share first, the person who is geographically closest to Stanford shares first!</a:t>
            </a:r>
            <a:endParaRPr sz="2400">
              <a:solidFill>
                <a:srgbClr val="191919"/>
              </a:solidFill>
            </a:endParaRPr>
          </a:p>
        </p:txBody>
      </p:sp>
      <p:sp>
        <p:nvSpPr>
          <p:cNvPr id="587" name="Google Shape;587;p37"/>
          <p:cNvSpPr txBox="1"/>
          <p:nvPr>
            <p:ph type="title"/>
          </p:nvPr>
        </p:nvSpPr>
        <p:spPr>
          <a:xfrm>
            <a:off x="720000" y="337902"/>
            <a:ext cx="7704000" cy="53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Breaking the Ice</a:t>
            </a:r>
            <a:endParaRPr/>
          </a:p>
        </p:txBody>
      </p:sp>
      <p:grpSp>
        <p:nvGrpSpPr>
          <p:cNvPr id="588" name="Google Shape;588;p37"/>
          <p:cNvGrpSpPr/>
          <p:nvPr/>
        </p:nvGrpSpPr>
        <p:grpSpPr>
          <a:xfrm>
            <a:off x="7327500" y="-15125"/>
            <a:ext cx="2355900" cy="1331100"/>
            <a:chOff x="687475" y="1950225"/>
            <a:chExt cx="2355900" cy="1331100"/>
          </a:xfrm>
        </p:grpSpPr>
        <p:sp>
          <p:nvSpPr>
            <p:cNvPr id="589" name="Google Shape;589;p37"/>
            <p:cNvSpPr txBox="1"/>
            <p:nvPr/>
          </p:nvSpPr>
          <p:spPr>
            <a:xfrm>
              <a:off x="687475" y="2173125"/>
              <a:ext cx="2355900" cy="11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0"/>
                <a:t>🧊</a:t>
              </a:r>
              <a:endParaRPr sz="6300"/>
            </a:p>
          </p:txBody>
        </p:sp>
        <p:sp>
          <p:nvSpPr>
            <p:cNvPr id="590" name="Google Shape;590;p37"/>
            <p:cNvSpPr txBox="1"/>
            <p:nvPr/>
          </p:nvSpPr>
          <p:spPr>
            <a:xfrm>
              <a:off x="1224025" y="1950225"/>
              <a:ext cx="1282800" cy="11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0"/>
                <a:t>🔨</a:t>
              </a:r>
              <a:endParaRPr sz="1800">
                <a:solidFill>
                  <a:schemeClr val="dk1"/>
                </a:solidFill>
                <a:latin typeface="Didact Gothic"/>
                <a:ea typeface="Didact Gothic"/>
                <a:cs typeface="Didact Gothic"/>
                <a:sym typeface="Didact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8"/>
          <p:cNvSpPr txBox="1"/>
          <p:nvPr>
            <p:ph type="title"/>
          </p:nvPr>
        </p:nvSpPr>
        <p:spPr>
          <a:xfrm>
            <a:off x="720000" y="1619550"/>
            <a:ext cx="3866100" cy="8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Lecture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9"/>
          <p:cNvSpPr txBox="1"/>
          <p:nvPr>
            <p:ph idx="1" type="subTitle"/>
          </p:nvPr>
        </p:nvSpPr>
        <p:spPr>
          <a:xfrm>
            <a:off x="720000" y="1038375"/>
            <a:ext cx="7884900" cy="3724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191919"/>
                </a:solidFill>
              </a:rPr>
              <a:t>Before we get into our sample problem for today, let’s review a bit. We’ve learned:</a:t>
            </a:r>
            <a:endParaRPr sz="1800">
              <a:solidFill>
                <a:srgbClr val="191919"/>
              </a:solidFill>
            </a:endParaRPr>
          </a:p>
          <a:p>
            <a:pPr indent="-342900" lvl="0" marL="457200" rtl="0" algn="l">
              <a:lnSpc>
                <a:spcPct val="100000"/>
              </a:lnSpc>
              <a:spcBef>
                <a:spcPts val="1600"/>
              </a:spcBef>
              <a:spcAft>
                <a:spcPts val="0"/>
              </a:spcAft>
              <a:buClr>
                <a:srgbClr val="191919"/>
              </a:buClr>
              <a:buSzPts val="1800"/>
              <a:buChar char="●"/>
            </a:pPr>
            <a:r>
              <a:rPr lang="en" sz="1800">
                <a:solidFill>
                  <a:srgbClr val="191919"/>
                </a:solidFill>
              </a:rPr>
              <a:t>The basics about Karel, the magnificent and wonderful robot</a:t>
            </a:r>
            <a:endParaRPr sz="1800">
              <a:solidFill>
                <a:srgbClr val="191919"/>
              </a:solidFill>
            </a:endParaRPr>
          </a:p>
          <a:p>
            <a:pPr indent="-342900" lvl="0" marL="457200" rtl="0" algn="l">
              <a:lnSpc>
                <a:spcPct val="100000"/>
              </a:lnSpc>
              <a:spcBef>
                <a:spcPts val="1000"/>
              </a:spcBef>
              <a:spcAft>
                <a:spcPts val="0"/>
              </a:spcAft>
              <a:buClr>
                <a:srgbClr val="191919"/>
              </a:buClr>
              <a:buSzPts val="1800"/>
              <a:buChar char="●"/>
            </a:pPr>
            <a:r>
              <a:rPr lang="en" sz="1800">
                <a:solidFill>
                  <a:srgbClr val="191919"/>
                </a:solidFill>
              </a:rPr>
              <a:t>Control Flow, loops and conditional statements which guide our programs</a:t>
            </a:r>
            <a:endParaRPr sz="1800">
              <a:solidFill>
                <a:srgbClr val="191919"/>
              </a:solidFill>
            </a:endParaRPr>
          </a:p>
          <a:p>
            <a:pPr indent="0" lvl="0" marL="0" rtl="0" algn="l">
              <a:lnSpc>
                <a:spcPct val="115000"/>
              </a:lnSpc>
              <a:spcBef>
                <a:spcPts val="1000"/>
              </a:spcBef>
              <a:spcAft>
                <a:spcPts val="0"/>
              </a:spcAft>
              <a:buNone/>
            </a:pPr>
            <a:r>
              <a:rPr lang="en" sz="1800">
                <a:solidFill>
                  <a:srgbClr val="191919"/>
                </a:solidFill>
              </a:rPr>
              <a:t>This is a </a:t>
            </a:r>
            <a:r>
              <a:rPr b="1" lang="en" sz="1800">
                <a:solidFill>
                  <a:srgbClr val="191919"/>
                </a:solidFill>
              </a:rPr>
              <a:t>LOT </a:t>
            </a:r>
            <a:r>
              <a:rPr lang="en" sz="1800">
                <a:solidFill>
                  <a:srgbClr val="191919"/>
                </a:solidFill>
              </a:rPr>
              <a:t>of content, especially if you are newer to CS!</a:t>
            </a:r>
            <a:endParaRPr sz="1800">
              <a:solidFill>
                <a:srgbClr val="191919"/>
              </a:solidFill>
            </a:endParaRPr>
          </a:p>
          <a:p>
            <a:pPr indent="0" lvl="0" marL="0" rtl="0" algn="l">
              <a:lnSpc>
                <a:spcPct val="115000"/>
              </a:lnSpc>
              <a:spcBef>
                <a:spcPts val="1600"/>
              </a:spcBef>
              <a:spcAft>
                <a:spcPts val="0"/>
              </a:spcAft>
              <a:buNone/>
            </a:pPr>
            <a:r>
              <a:t/>
            </a:r>
            <a:endParaRPr sz="1800">
              <a:solidFill>
                <a:srgbClr val="191919"/>
              </a:solidFill>
            </a:endParaRPr>
          </a:p>
          <a:p>
            <a:pPr indent="0" lvl="0" marL="0" rtl="0" algn="l">
              <a:lnSpc>
                <a:spcPct val="115000"/>
              </a:lnSpc>
              <a:spcBef>
                <a:spcPts val="1600"/>
              </a:spcBef>
              <a:spcAft>
                <a:spcPts val="1600"/>
              </a:spcAft>
              <a:buNone/>
            </a:pPr>
            <a:r>
              <a:t/>
            </a:r>
            <a:endParaRPr sz="1800">
              <a:solidFill>
                <a:srgbClr val="191919"/>
              </a:solidFill>
            </a:endParaRPr>
          </a:p>
        </p:txBody>
      </p:sp>
      <p:sp>
        <p:nvSpPr>
          <p:cNvPr id="601" name="Google Shape;601;p39"/>
          <p:cNvSpPr txBox="1"/>
          <p:nvPr>
            <p:ph type="title"/>
          </p:nvPr>
        </p:nvSpPr>
        <p:spPr>
          <a:xfrm>
            <a:off x="720000" y="337902"/>
            <a:ext cx="7704000" cy="53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We’ve Learned</a:t>
            </a:r>
            <a:endParaRPr/>
          </a:p>
        </p:txBody>
      </p:sp>
      <p:pic>
        <p:nvPicPr>
          <p:cNvPr id="602" name="Google Shape;602;p39"/>
          <p:cNvPicPr preferRelativeResize="0"/>
          <p:nvPr/>
        </p:nvPicPr>
        <p:blipFill>
          <a:blip r:embed="rId3">
            <a:alphaModFix/>
          </a:blip>
          <a:stretch>
            <a:fillRect/>
          </a:stretch>
        </p:blipFill>
        <p:spPr>
          <a:xfrm>
            <a:off x="5942300" y="3421075"/>
            <a:ext cx="3034574" cy="1602625"/>
          </a:xfrm>
          <a:prstGeom prst="rect">
            <a:avLst/>
          </a:prstGeom>
          <a:noFill/>
          <a:ln>
            <a:noFill/>
          </a:ln>
        </p:spPr>
      </p:pic>
      <p:pic>
        <p:nvPicPr>
          <p:cNvPr id="603" name="Google Shape;603;p39"/>
          <p:cNvPicPr preferRelativeResize="0"/>
          <p:nvPr/>
        </p:nvPicPr>
        <p:blipFill rotWithShape="1">
          <a:blip r:embed="rId4">
            <a:alphaModFix/>
          </a:blip>
          <a:srcRect b="0" l="5349" r="11199" t="0"/>
          <a:stretch/>
        </p:blipFill>
        <p:spPr>
          <a:xfrm>
            <a:off x="348025" y="3393700"/>
            <a:ext cx="1255875" cy="1657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0"/>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Let’s review and refresh these concepts a bit!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1"/>
          <p:cNvSpPr/>
          <p:nvPr/>
        </p:nvSpPr>
        <p:spPr>
          <a:xfrm>
            <a:off x="8224200" y="2061300"/>
            <a:ext cx="919800" cy="1288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
        <p:nvSpPr>
          <p:cNvPr id="614" name="Google Shape;614;p41"/>
          <p:cNvSpPr/>
          <p:nvPr/>
        </p:nvSpPr>
        <p:spPr>
          <a:xfrm>
            <a:off x="7429625" y="2058175"/>
            <a:ext cx="841200" cy="617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
        <p:nvSpPr>
          <p:cNvPr id="615" name="Google Shape;615;p41"/>
          <p:cNvSpPr txBox="1"/>
          <p:nvPr>
            <p:ph idx="4294967295" type="body"/>
          </p:nvPr>
        </p:nvSpPr>
        <p:spPr>
          <a:xfrm>
            <a:off x="2910825" y="1433250"/>
            <a:ext cx="5863200" cy="2838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191919"/>
              </a:buClr>
              <a:buSzPts val="1800"/>
              <a:buChar char="●"/>
            </a:pPr>
            <a:r>
              <a:rPr lang="en">
                <a:solidFill>
                  <a:srgbClr val="191919"/>
                </a:solidFill>
              </a:rPr>
              <a:t>Karel is a small, but mighty robot!!!</a:t>
            </a:r>
            <a:endParaRPr>
              <a:solidFill>
                <a:srgbClr val="191919"/>
              </a:solidFill>
            </a:endParaRPr>
          </a:p>
          <a:p>
            <a:pPr indent="0" lvl="0" marL="457200" rtl="0" algn="l">
              <a:spcBef>
                <a:spcPts val="0"/>
              </a:spcBef>
              <a:spcAft>
                <a:spcPts val="0"/>
              </a:spcAft>
              <a:buNone/>
            </a:pPr>
            <a:r>
              <a:t/>
            </a:r>
            <a:endParaRPr sz="1600">
              <a:solidFill>
                <a:srgbClr val="191919"/>
              </a:solidFill>
            </a:endParaRPr>
          </a:p>
          <a:p>
            <a:pPr indent="-330200" lvl="0" marL="457200" rtl="0" algn="l">
              <a:spcBef>
                <a:spcPts val="0"/>
              </a:spcBef>
              <a:spcAft>
                <a:spcPts val="0"/>
              </a:spcAft>
              <a:buClr>
                <a:srgbClr val="191919"/>
              </a:buClr>
              <a:buSzPts val="1600"/>
              <a:buChar char="●"/>
            </a:pPr>
            <a:r>
              <a:rPr lang="en">
                <a:solidFill>
                  <a:srgbClr val="191919"/>
                </a:solidFill>
              </a:rPr>
              <a:t>It has a few basic commands including: </a:t>
            </a:r>
            <a:r>
              <a:rPr b="1" lang="en">
                <a:latin typeface="Consolas"/>
                <a:ea typeface="Consolas"/>
                <a:cs typeface="Consolas"/>
                <a:sym typeface="Consolas"/>
              </a:rPr>
              <a:t>move</a:t>
            </a:r>
            <a:r>
              <a:rPr b="1" lang="en">
                <a:solidFill>
                  <a:srgbClr val="1155CC"/>
                </a:solidFill>
                <a:latin typeface="Consolas"/>
                <a:ea typeface="Consolas"/>
                <a:cs typeface="Consolas"/>
                <a:sym typeface="Consolas"/>
              </a:rPr>
              <a:t>()</a:t>
            </a:r>
            <a:r>
              <a:rPr lang="en">
                <a:solidFill>
                  <a:srgbClr val="191919"/>
                </a:solidFill>
              </a:rPr>
              <a:t>, </a:t>
            </a:r>
            <a:r>
              <a:rPr b="1" lang="en">
                <a:latin typeface="Consolas"/>
                <a:ea typeface="Consolas"/>
                <a:cs typeface="Consolas"/>
                <a:sym typeface="Consolas"/>
              </a:rPr>
              <a:t>turn_left</a:t>
            </a:r>
            <a:r>
              <a:rPr b="1" lang="en">
                <a:solidFill>
                  <a:srgbClr val="1155CC"/>
                </a:solidFill>
                <a:latin typeface="Consolas"/>
                <a:ea typeface="Consolas"/>
                <a:cs typeface="Consolas"/>
                <a:sym typeface="Consolas"/>
              </a:rPr>
              <a:t>()</a:t>
            </a:r>
            <a:r>
              <a:rPr lang="en">
                <a:solidFill>
                  <a:srgbClr val="191919"/>
                </a:solidFill>
              </a:rPr>
              <a:t>, </a:t>
            </a:r>
            <a:r>
              <a:rPr b="1" lang="en">
                <a:latin typeface="Consolas"/>
                <a:ea typeface="Consolas"/>
                <a:cs typeface="Consolas"/>
                <a:sym typeface="Consolas"/>
              </a:rPr>
              <a:t>pick_beeper</a:t>
            </a:r>
            <a:r>
              <a:rPr b="1" lang="en">
                <a:solidFill>
                  <a:srgbClr val="1155CC"/>
                </a:solidFill>
                <a:latin typeface="Consolas"/>
                <a:ea typeface="Consolas"/>
                <a:cs typeface="Consolas"/>
                <a:sym typeface="Consolas"/>
              </a:rPr>
              <a:t>()</a:t>
            </a:r>
            <a:r>
              <a:rPr lang="en">
                <a:solidFill>
                  <a:srgbClr val="191919"/>
                </a:solidFill>
              </a:rPr>
              <a:t>, and </a:t>
            </a:r>
            <a:r>
              <a:rPr b="1" lang="en">
                <a:latin typeface="Consolas"/>
                <a:ea typeface="Consolas"/>
                <a:cs typeface="Consolas"/>
                <a:sym typeface="Consolas"/>
              </a:rPr>
              <a:t>put_beeper</a:t>
            </a:r>
            <a:r>
              <a:rPr b="1" lang="en">
                <a:solidFill>
                  <a:srgbClr val="1155CC"/>
                </a:solidFill>
                <a:latin typeface="Consolas"/>
                <a:ea typeface="Consolas"/>
                <a:cs typeface="Consolas"/>
                <a:sym typeface="Consolas"/>
              </a:rPr>
              <a:t>()</a:t>
            </a:r>
            <a:endParaRPr>
              <a:solidFill>
                <a:srgbClr val="191919"/>
              </a:solidFill>
            </a:endParaRPr>
          </a:p>
          <a:p>
            <a:pPr indent="0" lvl="0" marL="457200" rtl="0" algn="l">
              <a:spcBef>
                <a:spcPts val="0"/>
              </a:spcBef>
              <a:spcAft>
                <a:spcPts val="0"/>
              </a:spcAft>
              <a:buNone/>
            </a:pPr>
            <a:r>
              <a:t/>
            </a:r>
            <a:endParaRPr sz="1600">
              <a:solidFill>
                <a:srgbClr val="191919"/>
              </a:solidFill>
            </a:endParaRPr>
          </a:p>
          <a:p>
            <a:pPr indent="-342900" lvl="0" marL="457200" rtl="0" algn="l">
              <a:spcBef>
                <a:spcPts val="0"/>
              </a:spcBef>
              <a:spcAft>
                <a:spcPts val="0"/>
              </a:spcAft>
              <a:buClr>
                <a:srgbClr val="191919"/>
              </a:buClr>
              <a:buSzPts val="1800"/>
              <a:buChar char="●"/>
            </a:pPr>
            <a:r>
              <a:rPr lang="en">
                <a:solidFill>
                  <a:srgbClr val="191919"/>
                </a:solidFill>
              </a:rPr>
              <a:t>On its own, Karel has limited functionality, but with the help of our code, we can make great things happen!</a:t>
            </a:r>
            <a:endParaRPr>
              <a:solidFill>
                <a:srgbClr val="191919"/>
              </a:solidFill>
            </a:endParaRPr>
          </a:p>
          <a:p>
            <a:pPr indent="0" lvl="0" marL="0" rtl="0" algn="l">
              <a:spcBef>
                <a:spcPts val="0"/>
              </a:spcBef>
              <a:spcAft>
                <a:spcPts val="0"/>
              </a:spcAft>
              <a:buNone/>
            </a:pPr>
            <a:r>
              <a:t/>
            </a:r>
            <a:endParaRPr sz="1600"/>
          </a:p>
        </p:txBody>
      </p:sp>
      <p:sp>
        <p:nvSpPr>
          <p:cNvPr id="616" name="Google Shape;616;p41"/>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Karel Overview</a:t>
            </a:r>
            <a:endParaRPr>
              <a:solidFill>
                <a:schemeClr val="dk1"/>
              </a:solidFill>
            </a:endParaRPr>
          </a:p>
        </p:txBody>
      </p:sp>
      <p:pic>
        <p:nvPicPr>
          <p:cNvPr id="617" name="Google Shape;617;p41"/>
          <p:cNvPicPr preferRelativeResize="0"/>
          <p:nvPr/>
        </p:nvPicPr>
        <p:blipFill>
          <a:blip r:embed="rId3">
            <a:alphaModFix/>
          </a:blip>
          <a:stretch>
            <a:fillRect/>
          </a:stretch>
        </p:blipFill>
        <p:spPr>
          <a:xfrm>
            <a:off x="369975" y="1554675"/>
            <a:ext cx="2375826" cy="2162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42"/>
          <p:cNvSpPr/>
          <p:nvPr/>
        </p:nvSpPr>
        <p:spPr>
          <a:xfrm>
            <a:off x="5423500" y="4073975"/>
            <a:ext cx="841200" cy="617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
        <p:nvSpPr>
          <p:cNvPr id="623" name="Google Shape;623;p42"/>
          <p:cNvSpPr txBox="1"/>
          <p:nvPr>
            <p:ph idx="4294967295" type="body"/>
          </p:nvPr>
        </p:nvSpPr>
        <p:spPr>
          <a:xfrm>
            <a:off x="720000" y="1061100"/>
            <a:ext cx="7704000" cy="3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91919"/>
                </a:solidFill>
              </a:rPr>
              <a:t>Lastly, let’s take a look at control flow!</a:t>
            </a:r>
            <a:r>
              <a:rPr lang="en">
                <a:solidFill>
                  <a:srgbClr val="191919"/>
                </a:solidFill>
              </a:rPr>
              <a:t> We have:</a:t>
            </a:r>
            <a:endParaRPr>
              <a:solidFill>
                <a:srgbClr val="191919"/>
              </a:solidFill>
            </a:endParaRPr>
          </a:p>
          <a:p>
            <a:pPr indent="0" lvl="0" marL="0" rtl="0" algn="l">
              <a:spcBef>
                <a:spcPts val="0"/>
              </a:spcBef>
              <a:spcAft>
                <a:spcPts val="0"/>
              </a:spcAft>
              <a:buNone/>
            </a:pPr>
            <a:r>
              <a:t/>
            </a:r>
            <a:endParaRPr>
              <a:solidFill>
                <a:srgbClr val="191919"/>
              </a:solidFill>
            </a:endParaRPr>
          </a:p>
          <a:p>
            <a:pPr indent="0" lvl="0" marL="0" rtl="0" algn="l">
              <a:spcBef>
                <a:spcPts val="0"/>
              </a:spcBef>
              <a:spcAft>
                <a:spcPts val="0"/>
              </a:spcAft>
              <a:buNone/>
            </a:pPr>
            <a:r>
              <a:rPr lang="en">
                <a:solidFill>
                  <a:srgbClr val="191919"/>
                </a:solidFill>
              </a:rPr>
              <a:t>For-loop (definite loop):</a:t>
            </a:r>
            <a:endParaRPr>
              <a:solidFill>
                <a:srgbClr val="191919"/>
              </a:solidFill>
            </a:endParaRPr>
          </a:p>
          <a:p>
            <a:pPr indent="-323850" lvl="0" marL="457200" rtl="0" algn="l">
              <a:spcBef>
                <a:spcPts val="0"/>
              </a:spcBef>
              <a:spcAft>
                <a:spcPts val="0"/>
              </a:spcAft>
              <a:buClr>
                <a:srgbClr val="191919"/>
              </a:buClr>
              <a:buSzPts val="1500"/>
              <a:buChar char="●"/>
            </a:pPr>
            <a:r>
              <a:rPr lang="en" sz="1500">
                <a:solidFill>
                  <a:srgbClr val="191919"/>
                </a:solidFill>
              </a:rPr>
              <a:t>Performs some block of code, a specific amount of times.</a:t>
            </a:r>
            <a:endParaRPr sz="1500">
              <a:solidFill>
                <a:srgbClr val="191919"/>
              </a:solidFill>
            </a:endParaRPr>
          </a:p>
          <a:p>
            <a:pPr indent="0" lvl="0" marL="0" rtl="0" algn="l">
              <a:spcBef>
                <a:spcPts val="0"/>
              </a:spcBef>
              <a:spcAft>
                <a:spcPts val="0"/>
              </a:spcAft>
              <a:buNone/>
            </a:pPr>
            <a:r>
              <a:t/>
            </a:r>
            <a:endParaRPr sz="1500">
              <a:solidFill>
                <a:srgbClr val="191919"/>
              </a:solidFill>
            </a:endParaRPr>
          </a:p>
          <a:p>
            <a:pPr indent="0" lvl="0" marL="0" rtl="0" algn="l">
              <a:spcBef>
                <a:spcPts val="0"/>
              </a:spcBef>
              <a:spcAft>
                <a:spcPts val="0"/>
              </a:spcAft>
              <a:buNone/>
            </a:pPr>
            <a:r>
              <a:rPr lang="en">
                <a:solidFill>
                  <a:srgbClr val="191919"/>
                </a:solidFill>
              </a:rPr>
              <a:t>While-loop (indefinite loop):</a:t>
            </a:r>
            <a:endParaRPr>
              <a:solidFill>
                <a:srgbClr val="191919"/>
              </a:solidFill>
            </a:endParaRPr>
          </a:p>
          <a:p>
            <a:pPr indent="-323850" lvl="0" marL="457200" rtl="0" algn="l">
              <a:spcBef>
                <a:spcPts val="0"/>
              </a:spcBef>
              <a:spcAft>
                <a:spcPts val="0"/>
              </a:spcAft>
              <a:buClr>
                <a:srgbClr val="191919"/>
              </a:buClr>
              <a:buSzPts val="1500"/>
              <a:buChar char="●"/>
            </a:pPr>
            <a:r>
              <a:rPr lang="en" sz="1500">
                <a:solidFill>
                  <a:srgbClr val="191919"/>
                </a:solidFill>
              </a:rPr>
              <a:t>Continuously perform a block of code until what’s being tested is evaluated to false.</a:t>
            </a:r>
            <a:endParaRPr sz="1500">
              <a:solidFill>
                <a:srgbClr val="191919"/>
              </a:solidFill>
            </a:endParaRPr>
          </a:p>
          <a:p>
            <a:pPr indent="0" lvl="0" marL="457200" rtl="0" algn="l">
              <a:spcBef>
                <a:spcPts val="0"/>
              </a:spcBef>
              <a:spcAft>
                <a:spcPts val="0"/>
              </a:spcAft>
              <a:buNone/>
            </a:pPr>
            <a:r>
              <a:t/>
            </a:r>
            <a:endParaRPr sz="1500">
              <a:solidFill>
                <a:srgbClr val="191919"/>
              </a:solidFill>
            </a:endParaRPr>
          </a:p>
          <a:p>
            <a:pPr indent="0" lvl="0" marL="0" rtl="0" algn="l">
              <a:spcBef>
                <a:spcPts val="0"/>
              </a:spcBef>
              <a:spcAft>
                <a:spcPts val="0"/>
              </a:spcAft>
              <a:buNone/>
            </a:pPr>
            <a:r>
              <a:rPr lang="en">
                <a:solidFill>
                  <a:srgbClr val="191919"/>
                </a:solidFill>
              </a:rPr>
              <a:t>If-statement:</a:t>
            </a:r>
            <a:endParaRPr>
              <a:solidFill>
                <a:srgbClr val="191919"/>
              </a:solidFill>
            </a:endParaRPr>
          </a:p>
          <a:p>
            <a:pPr indent="-323850" lvl="0" marL="457200" rtl="0" algn="l">
              <a:spcBef>
                <a:spcPts val="0"/>
              </a:spcBef>
              <a:spcAft>
                <a:spcPts val="0"/>
              </a:spcAft>
              <a:buClr>
                <a:srgbClr val="191919"/>
              </a:buClr>
              <a:buSzPts val="1500"/>
              <a:buChar char="●"/>
            </a:pPr>
            <a:r>
              <a:rPr lang="en" sz="1500">
                <a:solidFill>
                  <a:srgbClr val="191919"/>
                </a:solidFill>
              </a:rPr>
              <a:t>Tests for truth. Performs a block of code only when evaluated to true.</a:t>
            </a:r>
            <a:endParaRPr sz="1500">
              <a:solidFill>
                <a:srgbClr val="191919"/>
              </a:solidFill>
            </a:endParaRPr>
          </a:p>
          <a:p>
            <a:pPr indent="0" lvl="0" marL="0" rtl="0" algn="l">
              <a:spcBef>
                <a:spcPts val="0"/>
              </a:spcBef>
              <a:spcAft>
                <a:spcPts val="0"/>
              </a:spcAft>
              <a:buNone/>
            </a:pPr>
            <a:r>
              <a:t/>
            </a:r>
            <a:endParaRPr sz="1600"/>
          </a:p>
        </p:txBody>
      </p:sp>
      <p:sp>
        <p:nvSpPr>
          <p:cNvPr id="624" name="Google Shape;624;p42"/>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Control Flow Overview</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43"/>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For-Loop</a:t>
            </a:r>
            <a:endParaRPr>
              <a:solidFill>
                <a:schemeClr val="dk1"/>
              </a:solidFill>
            </a:endParaRPr>
          </a:p>
        </p:txBody>
      </p:sp>
      <p:sp>
        <p:nvSpPr>
          <p:cNvPr id="630" name="Google Shape;630;p43"/>
          <p:cNvSpPr txBox="1"/>
          <p:nvPr>
            <p:ph idx="4294967295" type="body"/>
          </p:nvPr>
        </p:nvSpPr>
        <p:spPr>
          <a:xfrm>
            <a:off x="720000" y="1251725"/>
            <a:ext cx="7704000" cy="299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rPr>
              <a:t>An example for-loop that you may see and use with Karel:</a:t>
            </a:r>
            <a:endParaRPr sz="19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900">
                <a:solidFill>
                  <a:srgbClr val="1155CC"/>
                </a:solidFill>
                <a:latin typeface="Consolas"/>
                <a:ea typeface="Consolas"/>
                <a:cs typeface="Consolas"/>
                <a:sym typeface="Consolas"/>
              </a:rPr>
              <a:t>def</a:t>
            </a:r>
            <a:r>
              <a:rPr b="1" lang="en" sz="1900">
                <a:solidFill>
                  <a:schemeClr val="dk1"/>
                </a:solidFill>
                <a:latin typeface="Consolas"/>
                <a:ea typeface="Consolas"/>
                <a:cs typeface="Consolas"/>
                <a:sym typeface="Consolas"/>
              </a:rPr>
              <a:t> turn_right</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spcBef>
                <a:spcPts val="0"/>
              </a:spcBef>
              <a:spcAft>
                <a:spcPts val="0"/>
              </a:spcAft>
              <a:buNone/>
            </a:pPr>
            <a:r>
              <a:rPr b="1" lang="en" sz="1900">
                <a:solidFill>
                  <a:schemeClr val="dk1"/>
                </a:solidFill>
                <a:latin typeface="Consolas"/>
                <a:ea typeface="Consolas"/>
                <a:cs typeface="Consolas"/>
                <a:sym typeface="Consolas"/>
              </a:rPr>
              <a:t>	</a:t>
            </a:r>
            <a:r>
              <a:rPr b="1" lang="en" sz="1900">
                <a:solidFill>
                  <a:srgbClr val="1155CC"/>
                </a:solidFill>
                <a:latin typeface="Consolas"/>
                <a:ea typeface="Consolas"/>
                <a:cs typeface="Consolas"/>
                <a:sym typeface="Consolas"/>
              </a:rPr>
              <a:t>for</a:t>
            </a:r>
            <a:r>
              <a:rPr b="1" lang="en" sz="1900">
                <a:solidFill>
                  <a:schemeClr val="dk1"/>
                </a:solidFill>
                <a:latin typeface="Consolas"/>
                <a:ea typeface="Consolas"/>
                <a:cs typeface="Consolas"/>
                <a:sym typeface="Consolas"/>
              </a:rPr>
              <a:t> i </a:t>
            </a:r>
            <a:r>
              <a:rPr b="1" lang="en" sz="1900">
                <a:solidFill>
                  <a:srgbClr val="1155CC"/>
                </a:solidFill>
                <a:latin typeface="Consolas"/>
                <a:ea typeface="Consolas"/>
                <a:cs typeface="Consolas"/>
                <a:sym typeface="Consolas"/>
              </a:rPr>
              <a:t>in range</a:t>
            </a:r>
            <a:r>
              <a:rPr b="1" lang="en" sz="1900">
                <a:solidFill>
                  <a:srgbClr val="1155CC"/>
                </a:solidFill>
                <a:latin typeface="Consolas"/>
                <a:ea typeface="Consolas"/>
                <a:cs typeface="Consolas"/>
                <a:sym typeface="Consolas"/>
              </a:rPr>
              <a:t>(</a:t>
            </a:r>
            <a:r>
              <a:rPr b="1" lang="en" sz="1900">
                <a:solidFill>
                  <a:srgbClr val="38761D"/>
                </a:solidFill>
                <a:latin typeface="Consolas"/>
                <a:ea typeface="Consolas"/>
                <a:cs typeface="Consolas"/>
                <a:sym typeface="Consolas"/>
              </a:rPr>
              <a:t>3</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spcBef>
                <a:spcPts val="0"/>
              </a:spcBef>
              <a:spcAft>
                <a:spcPts val="0"/>
              </a:spcAft>
              <a:buNone/>
            </a:pPr>
            <a:r>
              <a:rPr b="1" lang="en" sz="1900">
                <a:solidFill>
                  <a:schemeClr val="dk1"/>
                </a:solidFill>
                <a:latin typeface="Consolas"/>
                <a:ea typeface="Consolas"/>
                <a:cs typeface="Consolas"/>
                <a:sym typeface="Consolas"/>
              </a:rPr>
              <a:t>		turn_left</a:t>
            </a:r>
            <a:r>
              <a:rPr b="1" lang="en" sz="1900">
                <a:solidFill>
                  <a:srgbClr val="1155CC"/>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2000">
                <a:solidFill>
                  <a:schemeClr val="dk1"/>
                </a:solidFill>
              </a:rPr>
              <a:t>This loop is also called a </a:t>
            </a:r>
            <a:r>
              <a:rPr i="1" lang="en" sz="2000">
                <a:solidFill>
                  <a:schemeClr val="dk1"/>
                </a:solidFill>
              </a:rPr>
              <a:t>definite loop</a:t>
            </a:r>
            <a:r>
              <a:rPr lang="en" sz="2000">
                <a:solidFill>
                  <a:schemeClr val="dk1"/>
                </a:solidFill>
              </a:rPr>
              <a:t> because we know where it ends, when i reaches 3. (Be careful to remember that i begins at 0 when we start our loop!!!)</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4"/>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While-Loop</a:t>
            </a:r>
            <a:endParaRPr>
              <a:solidFill>
                <a:schemeClr val="dk1"/>
              </a:solidFill>
            </a:endParaRPr>
          </a:p>
        </p:txBody>
      </p:sp>
      <p:sp>
        <p:nvSpPr>
          <p:cNvPr id="636" name="Google Shape;636;p44"/>
          <p:cNvSpPr txBox="1"/>
          <p:nvPr/>
        </p:nvSpPr>
        <p:spPr>
          <a:xfrm>
            <a:off x="720000" y="1135375"/>
            <a:ext cx="7704000" cy="348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latin typeface="Didact Gothic"/>
                <a:ea typeface="Didact Gothic"/>
                <a:cs typeface="Didact Gothic"/>
                <a:sym typeface="Didact Gothic"/>
              </a:rPr>
              <a:t>An example while-loop that you may see and use with Karel:</a:t>
            </a:r>
            <a:endParaRPr sz="2000">
              <a:solidFill>
                <a:schemeClr val="dk1"/>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b="1" sz="1600">
              <a:solidFill>
                <a:schemeClr val="dk1"/>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rPr b="1" lang="en" sz="1900">
                <a:solidFill>
                  <a:srgbClr val="1155CC"/>
                </a:solidFill>
                <a:latin typeface="Consolas"/>
                <a:ea typeface="Consolas"/>
                <a:cs typeface="Consolas"/>
                <a:sym typeface="Consolas"/>
              </a:rPr>
              <a:t>def</a:t>
            </a:r>
            <a:r>
              <a:rPr b="1" lang="en" sz="1900">
                <a:solidFill>
                  <a:schemeClr val="dk1"/>
                </a:solidFill>
                <a:latin typeface="Consolas"/>
                <a:ea typeface="Consolas"/>
                <a:cs typeface="Consolas"/>
                <a:sym typeface="Consolas"/>
              </a:rPr>
              <a:t> move_to_wall</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b="1" lang="en" sz="1900">
                <a:solidFill>
                  <a:schemeClr val="dk1"/>
                </a:solidFill>
                <a:latin typeface="Consolas"/>
                <a:ea typeface="Consolas"/>
                <a:cs typeface="Consolas"/>
                <a:sym typeface="Consolas"/>
              </a:rPr>
              <a:t>	</a:t>
            </a:r>
            <a:r>
              <a:rPr b="1" lang="en" sz="1900">
                <a:solidFill>
                  <a:srgbClr val="1155CC"/>
                </a:solidFill>
                <a:latin typeface="Consolas"/>
                <a:ea typeface="Consolas"/>
                <a:cs typeface="Consolas"/>
                <a:sym typeface="Consolas"/>
              </a:rPr>
              <a:t>while</a:t>
            </a:r>
            <a:r>
              <a:rPr b="1" lang="en" sz="1900">
                <a:solidFill>
                  <a:schemeClr val="dk1"/>
                </a:solidFill>
                <a:latin typeface="Consolas"/>
                <a:ea typeface="Consolas"/>
                <a:cs typeface="Consolas"/>
                <a:sym typeface="Consolas"/>
              </a:rPr>
              <a:t> front_is_clear</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b="1" lang="en" sz="1900">
                <a:solidFill>
                  <a:schemeClr val="dk1"/>
                </a:solidFill>
                <a:latin typeface="Consolas"/>
                <a:ea typeface="Consolas"/>
                <a:cs typeface="Consolas"/>
                <a:sym typeface="Consolas"/>
              </a:rPr>
              <a:t>		move</a:t>
            </a:r>
            <a:r>
              <a:rPr b="1" lang="en" sz="1900">
                <a:solidFill>
                  <a:srgbClr val="1155CC"/>
                </a:solidFill>
                <a:latin typeface="Consolas"/>
                <a:ea typeface="Consolas"/>
                <a:cs typeface="Consolas"/>
                <a:sym typeface="Consolas"/>
              </a:rPr>
              <a:t>()</a:t>
            </a:r>
            <a:endParaRPr b="1" sz="1600">
              <a:solidFill>
                <a:schemeClr val="dk1"/>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sz="1600">
              <a:solidFill>
                <a:schemeClr val="dk1"/>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sz="2000">
                <a:solidFill>
                  <a:schemeClr val="dk1"/>
                </a:solidFill>
                <a:latin typeface="Didact Gothic"/>
                <a:ea typeface="Didact Gothic"/>
                <a:cs typeface="Didact Gothic"/>
                <a:sym typeface="Didact Gothic"/>
              </a:rPr>
              <a:t>This loop is also called an </a:t>
            </a:r>
            <a:r>
              <a:rPr i="1" lang="en" sz="2000">
                <a:solidFill>
                  <a:schemeClr val="dk1"/>
                </a:solidFill>
                <a:latin typeface="Didact Gothic"/>
                <a:ea typeface="Didact Gothic"/>
                <a:cs typeface="Didact Gothic"/>
                <a:sym typeface="Didact Gothic"/>
              </a:rPr>
              <a:t>indefinite loop</a:t>
            </a:r>
            <a:r>
              <a:rPr lang="en" sz="2000">
                <a:solidFill>
                  <a:schemeClr val="dk1"/>
                </a:solidFill>
                <a:latin typeface="Didact Gothic"/>
                <a:ea typeface="Didact Gothic"/>
                <a:cs typeface="Didact Gothic"/>
                <a:sym typeface="Didact Gothic"/>
              </a:rPr>
              <a:t> because it will run until the associated condition becomes false, which may be never! Who knows? You will, hopefully. Be careful so you don’t get stuck in an infinite loop while using this!</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5"/>
          <p:cNvSpPr txBox="1"/>
          <p:nvPr>
            <p:ph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If-Statement</a:t>
            </a:r>
            <a:endParaRPr>
              <a:solidFill>
                <a:schemeClr val="dk1"/>
              </a:solidFill>
            </a:endParaRPr>
          </a:p>
        </p:txBody>
      </p:sp>
      <p:sp>
        <p:nvSpPr>
          <p:cNvPr id="642" name="Google Shape;642;p45"/>
          <p:cNvSpPr txBox="1"/>
          <p:nvPr/>
        </p:nvSpPr>
        <p:spPr>
          <a:xfrm>
            <a:off x="720000" y="1223400"/>
            <a:ext cx="7704000" cy="312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rgbClr val="191919"/>
                </a:solidFill>
                <a:latin typeface="Didact Gothic"/>
                <a:ea typeface="Didact Gothic"/>
                <a:cs typeface="Didact Gothic"/>
                <a:sym typeface="Didact Gothic"/>
              </a:rPr>
              <a:t>An example if-statement that you may see and use with Karel:</a:t>
            </a:r>
            <a:endParaRPr b="1" sz="2000">
              <a:solidFill>
                <a:srgbClr val="191919"/>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b="1" sz="1600">
              <a:solidFill>
                <a:srgbClr val="191919"/>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rPr b="1" lang="en" sz="1900">
                <a:solidFill>
                  <a:srgbClr val="1155CC"/>
                </a:solidFill>
                <a:latin typeface="Consolas"/>
                <a:ea typeface="Consolas"/>
                <a:cs typeface="Consolas"/>
                <a:sym typeface="Consolas"/>
              </a:rPr>
              <a:t>def</a:t>
            </a:r>
            <a:r>
              <a:rPr b="1" lang="en" sz="1900">
                <a:solidFill>
                  <a:schemeClr val="dk1"/>
                </a:solidFill>
                <a:latin typeface="Consolas"/>
                <a:ea typeface="Consolas"/>
                <a:cs typeface="Consolas"/>
                <a:sym typeface="Consolas"/>
              </a:rPr>
              <a:t> safe_move</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b="1" lang="en" sz="1900">
                <a:solidFill>
                  <a:schemeClr val="dk1"/>
                </a:solidFill>
                <a:latin typeface="Consolas"/>
                <a:ea typeface="Consolas"/>
                <a:cs typeface="Consolas"/>
                <a:sym typeface="Consolas"/>
              </a:rPr>
              <a:t>	</a:t>
            </a:r>
            <a:r>
              <a:rPr b="1" lang="en" sz="1900">
                <a:solidFill>
                  <a:srgbClr val="1155CC"/>
                </a:solidFill>
                <a:latin typeface="Consolas"/>
                <a:ea typeface="Consolas"/>
                <a:cs typeface="Consolas"/>
                <a:sym typeface="Consolas"/>
              </a:rPr>
              <a:t>if</a:t>
            </a:r>
            <a:r>
              <a:rPr b="1" lang="en" sz="1900">
                <a:solidFill>
                  <a:schemeClr val="dk1"/>
                </a:solidFill>
                <a:latin typeface="Consolas"/>
                <a:ea typeface="Consolas"/>
                <a:cs typeface="Consolas"/>
                <a:sym typeface="Consolas"/>
              </a:rPr>
              <a:t> front_is_clear</a:t>
            </a:r>
            <a:r>
              <a:rPr b="1" lang="en" sz="1900">
                <a:solidFill>
                  <a:srgbClr val="1155CC"/>
                </a:solidFill>
                <a:latin typeface="Consolas"/>
                <a:ea typeface="Consolas"/>
                <a:cs typeface="Consolas"/>
                <a:sym typeface="Consolas"/>
              </a:rPr>
              <a:t>()</a:t>
            </a:r>
            <a:r>
              <a:rPr b="1" lang="en" sz="1900">
                <a:solidFill>
                  <a:schemeClr val="dk1"/>
                </a:solidFill>
                <a:latin typeface="Consolas"/>
                <a:ea typeface="Consolas"/>
                <a:cs typeface="Consolas"/>
                <a:sym typeface="Consolas"/>
              </a:rPr>
              <a:t>:</a:t>
            </a:r>
            <a:endParaRPr b="1" sz="19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b="1" lang="en" sz="1900">
                <a:solidFill>
                  <a:schemeClr val="dk1"/>
                </a:solidFill>
                <a:latin typeface="Consolas"/>
                <a:ea typeface="Consolas"/>
                <a:cs typeface="Consolas"/>
                <a:sym typeface="Consolas"/>
              </a:rPr>
              <a:t>		move</a:t>
            </a:r>
            <a:r>
              <a:rPr b="1" lang="en" sz="1900">
                <a:solidFill>
                  <a:srgbClr val="1155CC"/>
                </a:solidFill>
                <a:latin typeface="Consolas"/>
                <a:ea typeface="Consolas"/>
                <a:cs typeface="Consolas"/>
                <a:sym typeface="Consolas"/>
              </a:rPr>
              <a:t>()</a:t>
            </a:r>
            <a:endParaRPr b="1" sz="2000">
              <a:solidFill>
                <a:srgbClr val="191919"/>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b="1" sz="1600">
              <a:solidFill>
                <a:srgbClr val="191919"/>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sz="2000">
                <a:solidFill>
                  <a:srgbClr val="191919"/>
                </a:solidFill>
                <a:latin typeface="Didact Gothic"/>
                <a:ea typeface="Didact Gothic"/>
                <a:cs typeface="Didact Gothic"/>
                <a:sym typeface="Didact Gothic"/>
              </a:rPr>
              <a:t>An if-statement runs code inside of it when the associated statement is evaluated to true. We will get into more complex statements later on in the course to add much more flexibility to our if-statements!</a:t>
            </a:r>
            <a:endParaRPr sz="2000">
              <a:solidFill>
                <a:srgbClr val="191919"/>
              </a:solidFill>
              <a:latin typeface="Didact Gothic"/>
              <a:ea typeface="Didact Gothic"/>
              <a:cs typeface="Didact Gothic"/>
              <a:sym typeface="Didact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6"/>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7"/>
          <p:cNvSpPr txBox="1"/>
          <p:nvPr>
            <p:ph type="title"/>
          </p:nvPr>
        </p:nvSpPr>
        <p:spPr>
          <a:xfrm>
            <a:off x="720000" y="1619550"/>
            <a:ext cx="4138500" cy="8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Section Problem: Hospital Karel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8"/>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3900"/>
              <a:t>Setting Context</a:t>
            </a:r>
            <a:endParaRPr sz="3900"/>
          </a:p>
          <a:p>
            <a:pPr indent="0" lvl="0" marL="0" rtl="0" algn="ctr">
              <a:lnSpc>
                <a:spcPct val="115000"/>
              </a:lnSpc>
              <a:spcBef>
                <a:spcPts val="1600"/>
              </a:spcBef>
              <a:spcAft>
                <a:spcPts val="1600"/>
              </a:spcAft>
              <a:buNone/>
            </a:pPr>
            <a:r>
              <a:rPr lang="en" sz="1800">
                <a:latin typeface="Didact Gothic"/>
                <a:ea typeface="Didact Gothic"/>
                <a:cs typeface="Didact Gothic"/>
                <a:sym typeface="Didact Gothic"/>
              </a:rPr>
              <a:t>Countries around the world are dispatching hospital-building robots to make sure anyone who gets sick can be treated. They have decided to enlist Karel robots. Your job is to program those robots.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49"/>
          <p:cNvPicPr preferRelativeResize="0"/>
          <p:nvPr/>
        </p:nvPicPr>
        <p:blipFill>
          <a:blip r:embed="rId3">
            <a:alphaModFix/>
          </a:blip>
          <a:stretch>
            <a:fillRect/>
          </a:stretch>
        </p:blipFill>
        <p:spPr>
          <a:xfrm>
            <a:off x="280153" y="1219525"/>
            <a:ext cx="8583700" cy="3492199"/>
          </a:xfrm>
          <a:prstGeom prst="rect">
            <a:avLst/>
          </a:prstGeom>
          <a:noFill/>
          <a:ln>
            <a:noFill/>
          </a:ln>
        </p:spPr>
      </p:pic>
      <p:sp>
        <p:nvSpPr>
          <p:cNvPr id="663" name="Google Shape;663;p49"/>
          <p:cNvSpPr txBox="1"/>
          <p:nvPr/>
        </p:nvSpPr>
        <p:spPr>
          <a:xfrm>
            <a:off x="574038" y="423375"/>
            <a:ext cx="7995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dk1"/>
                </a:solidFill>
                <a:latin typeface="Didact Gothic"/>
                <a:ea typeface="Didact Gothic"/>
                <a:cs typeface="Didact Gothic"/>
                <a:sym typeface="Didact Gothic"/>
              </a:rPr>
              <a:t>Each beeper in the figure represents a pile of supplies. </a:t>
            </a:r>
            <a:endParaRPr b="1" sz="2400">
              <a:solidFill>
                <a:schemeClr val="dk1"/>
              </a:solidFill>
              <a:latin typeface="Didact Gothic"/>
              <a:ea typeface="Didact Gothic"/>
              <a:cs typeface="Didact Gothic"/>
              <a:sym typeface="Didact Gothic"/>
            </a:endParaRPr>
          </a:p>
        </p:txBody>
      </p:sp>
      <p:cxnSp>
        <p:nvCxnSpPr>
          <p:cNvPr id="664" name="Google Shape;664;p49"/>
          <p:cNvCxnSpPr/>
          <p:nvPr/>
        </p:nvCxnSpPr>
        <p:spPr>
          <a:xfrm flipH="1">
            <a:off x="1739975" y="3456650"/>
            <a:ext cx="11400" cy="702000"/>
          </a:xfrm>
          <a:prstGeom prst="straightConnector1">
            <a:avLst/>
          </a:prstGeom>
          <a:noFill/>
          <a:ln cap="flat" cmpd="sng" w="28575">
            <a:solidFill>
              <a:srgbClr val="FF0000"/>
            </a:solidFill>
            <a:prstDash val="solid"/>
            <a:round/>
            <a:headEnd len="med" w="med" type="none"/>
            <a:tailEnd len="med" w="med" type="triangle"/>
          </a:ln>
        </p:spPr>
      </p:cxnSp>
      <p:cxnSp>
        <p:nvCxnSpPr>
          <p:cNvPr id="665" name="Google Shape;665;p49"/>
          <p:cNvCxnSpPr/>
          <p:nvPr/>
        </p:nvCxnSpPr>
        <p:spPr>
          <a:xfrm flipH="1">
            <a:off x="5172350" y="3456650"/>
            <a:ext cx="11400" cy="702000"/>
          </a:xfrm>
          <a:prstGeom prst="straightConnector1">
            <a:avLst/>
          </a:prstGeom>
          <a:noFill/>
          <a:ln cap="flat" cmpd="sng" w="28575">
            <a:solidFill>
              <a:srgbClr val="FF0000"/>
            </a:solidFill>
            <a:prstDash val="solid"/>
            <a:round/>
            <a:headEnd len="med" w="med" type="none"/>
            <a:tailEnd len="med" w="med" type="triangle"/>
          </a:ln>
        </p:spPr>
      </p:cxnSp>
      <p:cxnSp>
        <p:nvCxnSpPr>
          <p:cNvPr id="666" name="Google Shape;666;p49"/>
          <p:cNvCxnSpPr/>
          <p:nvPr/>
        </p:nvCxnSpPr>
        <p:spPr>
          <a:xfrm flipH="1">
            <a:off x="8020950" y="3456650"/>
            <a:ext cx="11400" cy="7020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pic>
        <p:nvPicPr>
          <p:cNvPr id="671" name="Google Shape;671;p50"/>
          <p:cNvPicPr preferRelativeResize="0"/>
          <p:nvPr/>
        </p:nvPicPr>
        <p:blipFill>
          <a:blip r:embed="rId3">
            <a:alphaModFix/>
          </a:blip>
          <a:stretch>
            <a:fillRect/>
          </a:stretch>
        </p:blipFill>
        <p:spPr>
          <a:xfrm>
            <a:off x="675975" y="1434675"/>
            <a:ext cx="7855575" cy="3373925"/>
          </a:xfrm>
          <a:prstGeom prst="rect">
            <a:avLst/>
          </a:prstGeom>
          <a:noFill/>
          <a:ln>
            <a:noFill/>
          </a:ln>
        </p:spPr>
      </p:pic>
      <p:sp>
        <p:nvSpPr>
          <p:cNvPr id="672" name="Google Shape;672;p50"/>
          <p:cNvSpPr txBox="1"/>
          <p:nvPr/>
        </p:nvSpPr>
        <p:spPr>
          <a:xfrm>
            <a:off x="535650" y="451550"/>
            <a:ext cx="7995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Didact Gothic"/>
                <a:ea typeface="Didact Gothic"/>
                <a:cs typeface="Didact Gothic"/>
                <a:sym typeface="Didact Gothic"/>
              </a:rPr>
              <a:t>Karel’s job is to walk along the row and build a new hospital in the places marked by each beeper.</a:t>
            </a:r>
            <a:endParaRPr b="1" sz="2400">
              <a:solidFill>
                <a:schemeClr val="dk1"/>
              </a:solidFill>
              <a:latin typeface="Didact Gothic"/>
              <a:ea typeface="Didact Gothic"/>
              <a:cs typeface="Didact Gothic"/>
              <a:sym typeface="Didact Gothic"/>
            </a:endParaRPr>
          </a:p>
        </p:txBody>
      </p:sp>
      <p:cxnSp>
        <p:nvCxnSpPr>
          <p:cNvPr id="673" name="Google Shape;673;p50"/>
          <p:cNvCxnSpPr/>
          <p:nvPr/>
        </p:nvCxnSpPr>
        <p:spPr>
          <a:xfrm>
            <a:off x="1271139" y="4522731"/>
            <a:ext cx="7035900" cy="132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id="678" name="Google Shape;678;p51"/>
          <p:cNvPicPr preferRelativeResize="0"/>
          <p:nvPr/>
        </p:nvPicPr>
        <p:blipFill>
          <a:blip r:embed="rId3">
            <a:alphaModFix/>
          </a:blip>
          <a:stretch>
            <a:fillRect/>
          </a:stretch>
        </p:blipFill>
        <p:spPr>
          <a:xfrm>
            <a:off x="574050" y="1480616"/>
            <a:ext cx="7995900" cy="3233559"/>
          </a:xfrm>
          <a:prstGeom prst="rect">
            <a:avLst/>
          </a:prstGeom>
          <a:noFill/>
          <a:ln>
            <a:noFill/>
          </a:ln>
        </p:spPr>
      </p:pic>
      <p:sp>
        <p:nvSpPr>
          <p:cNvPr id="679" name="Google Shape;679;p51"/>
          <p:cNvSpPr txBox="1"/>
          <p:nvPr/>
        </p:nvSpPr>
        <p:spPr>
          <a:xfrm>
            <a:off x="574050" y="429325"/>
            <a:ext cx="7995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Didact Gothic"/>
                <a:ea typeface="Didact Gothic"/>
                <a:cs typeface="Didact Gothic"/>
                <a:sym typeface="Didact Gothic"/>
              </a:rPr>
              <a:t>Karel’s job is to walk along the row and build a new hospital in the places marked by each beeper.</a:t>
            </a:r>
            <a:endParaRPr b="1" sz="2400">
              <a:solidFill>
                <a:schemeClr val="dk1"/>
              </a:solidFill>
              <a:latin typeface="Didact Gothic"/>
              <a:ea typeface="Didact Gothic"/>
              <a:cs typeface="Didact Gothic"/>
              <a:sym typeface="Didact Gothic"/>
            </a:endParaRPr>
          </a:p>
        </p:txBody>
      </p:sp>
      <p:pic>
        <p:nvPicPr>
          <p:cNvPr id="680" name="Google Shape;680;p51"/>
          <p:cNvPicPr preferRelativeResize="0"/>
          <p:nvPr/>
        </p:nvPicPr>
        <p:blipFill>
          <a:blip r:embed="rId4">
            <a:alphaModFix/>
          </a:blip>
          <a:stretch>
            <a:fillRect/>
          </a:stretch>
        </p:blipFill>
        <p:spPr>
          <a:xfrm>
            <a:off x="1313950" y="3319050"/>
            <a:ext cx="1391400" cy="1339776"/>
          </a:xfrm>
          <a:prstGeom prst="rect">
            <a:avLst/>
          </a:prstGeom>
          <a:noFill/>
          <a:ln>
            <a:noFill/>
          </a:ln>
        </p:spPr>
      </p:pic>
      <p:pic>
        <p:nvPicPr>
          <p:cNvPr id="681" name="Google Shape;681;p51"/>
          <p:cNvPicPr preferRelativeResize="0"/>
          <p:nvPr/>
        </p:nvPicPr>
        <p:blipFill>
          <a:blip r:embed="rId4">
            <a:alphaModFix/>
          </a:blip>
          <a:stretch>
            <a:fillRect/>
          </a:stretch>
        </p:blipFill>
        <p:spPr>
          <a:xfrm>
            <a:off x="4464575" y="3319018"/>
            <a:ext cx="1391400" cy="1339819"/>
          </a:xfrm>
          <a:prstGeom prst="rect">
            <a:avLst/>
          </a:prstGeom>
          <a:noFill/>
          <a:ln>
            <a:noFill/>
          </a:ln>
        </p:spPr>
      </p:pic>
      <p:pic>
        <p:nvPicPr>
          <p:cNvPr id="682" name="Google Shape;682;p51"/>
          <p:cNvPicPr preferRelativeResize="0"/>
          <p:nvPr/>
        </p:nvPicPr>
        <p:blipFill>
          <a:blip r:embed="rId4">
            <a:alphaModFix/>
          </a:blip>
          <a:stretch>
            <a:fillRect/>
          </a:stretch>
        </p:blipFill>
        <p:spPr>
          <a:xfrm>
            <a:off x="7097625" y="3319026"/>
            <a:ext cx="1391400" cy="133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52"/>
          <p:cNvSpPr txBox="1"/>
          <p:nvPr/>
        </p:nvSpPr>
        <p:spPr>
          <a:xfrm>
            <a:off x="574050" y="536575"/>
            <a:ext cx="7995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chemeClr val="dk1"/>
                </a:solidFill>
                <a:latin typeface="Didact Gothic"/>
                <a:ea typeface="Didact Gothic"/>
                <a:cs typeface="Didact Gothic"/>
                <a:sym typeface="Didact Gothic"/>
              </a:rPr>
              <a:t>Hospitals look like this: a 3x2 rectangle of beepers!</a:t>
            </a:r>
            <a:endParaRPr b="1" sz="2400">
              <a:solidFill>
                <a:schemeClr val="dk1"/>
              </a:solidFill>
              <a:latin typeface="Didact Gothic"/>
              <a:ea typeface="Didact Gothic"/>
              <a:cs typeface="Didact Gothic"/>
              <a:sym typeface="Didact Gothic"/>
            </a:endParaRPr>
          </a:p>
        </p:txBody>
      </p:sp>
      <p:pic>
        <p:nvPicPr>
          <p:cNvPr id="688" name="Google Shape;688;p52"/>
          <p:cNvPicPr preferRelativeResize="0"/>
          <p:nvPr/>
        </p:nvPicPr>
        <p:blipFill>
          <a:blip r:embed="rId3">
            <a:alphaModFix/>
          </a:blip>
          <a:stretch>
            <a:fillRect/>
          </a:stretch>
        </p:blipFill>
        <p:spPr>
          <a:xfrm>
            <a:off x="3476538" y="1254148"/>
            <a:ext cx="2190925" cy="3415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3"/>
          <p:cNvSpPr txBox="1"/>
          <p:nvPr/>
        </p:nvSpPr>
        <p:spPr>
          <a:xfrm>
            <a:off x="491600" y="396775"/>
            <a:ext cx="82347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rgbClr val="191919"/>
                </a:solidFill>
                <a:latin typeface="Didact Gothic"/>
                <a:ea typeface="Didact Gothic"/>
                <a:cs typeface="Didact Gothic"/>
                <a:sym typeface="Didact Gothic"/>
              </a:rPr>
              <a:t>The new hospital should have their corner at the point at which the pile of supplies was left.</a:t>
            </a:r>
            <a:r>
              <a:rPr lang="en" sz="2000">
                <a:solidFill>
                  <a:srgbClr val="191919"/>
                </a:solidFill>
                <a:latin typeface="Didact Gothic"/>
                <a:ea typeface="Didact Gothic"/>
                <a:cs typeface="Didact Gothic"/>
                <a:sym typeface="Didact Gothic"/>
              </a:rPr>
              <a:t> </a:t>
            </a:r>
            <a:endParaRPr sz="2000">
              <a:solidFill>
                <a:srgbClr val="191919"/>
              </a:solidFill>
              <a:latin typeface="Didact Gothic"/>
              <a:ea typeface="Didact Gothic"/>
              <a:cs typeface="Didact Gothic"/>
              <a:sym typeface="Didact Gothic"/>
            </a:endParaRPr>
          </a:p>
        </p:txBody>
      </p:sp>
      <p:pic>
        <p:nvPicPr>
          <p:cNvPr id="694" name="Google Shape;694;p53"/>
          <p:cNvPicPr preferRelativeResize="0"/>
          <p:nvPr/>
        </p:nvPicPr>
        <p:blipFill>
          <a:blip r:embed="rId3">
            <a:alphaModFix/>
          </a:blip>
          <a:stretch>
            <a:fillRect/>
          </a:stretch>
        </p:blipFill>
        <p:spPr>
          <a:xfrm>
            <a:off x="2567550" y="3305945"/>
            <a:ext cx="4008900" cy="1624079"/>
          </a:xfrm>
          <a:prstGeom prst="rect">
            <a:avLst/>
          </a:prstGeom>
          <a:noFill/>
          <a:ln>
            <a:noFill/>
          </a:ln>
        </p:spPr>
      </p:pic>
      <p:pic>
        <p:nvPicPr>
          <p:cNvPr id="695" name="Google Shape;695;p53"/>
          <p:cNvPicPr preferRelativeResize="0"/>
          <p:nvPr/>
        </p:nvPicPr>
        <p:blipFill rotWithShape="1">
          <a:blip r:embed="rId4">
            <a:alphaModFix/>
          </a:blip>
          <a:srcRect b="0" l="0" r="0" t="-10351"/>
          <a:stretch/>
        </p:blipFill>
        <p:spPr>
          <a:xfrm>
            <a:off x="2567550" y="1095975"/>
            <a:ext cx="4008899" cy="1991350"/>
          </a:xfrm>
          <a:prstGeom prst="rect">
            <a:avLst/>
          </a:prstGeom>
          <a:noFill/>
          <a:ln>
            <a:noFill/>
          </a:ln>
        </p:spPr>
      </p:pic>
      <p:cxnSp>
        <p:nvCxnSpPr>
          <p:cNvPr id="696" name="Google Shape;696;p53"/>
          <p:cNvCxnSpPr>
            <a:stCxn id="695" idx="2"/>
            <a:endCxn id="694" idx="0"/>
          </p:cNvCxnSpPr>
          <p:nvPr/>
        </p:nvCxnSpPr>
        <p:spPr>
          <a:xfrm>
            <a:off x="4571999" y="3087325"/>
            <a:ext cx="0" cy="218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4"/>
          <p:cNvSpPr txBox="1"/>
          <p:nvPr/>
        </p:nvSpPr>
        <p:spPr>
          <a:xfrm>
            <a:off x="276900" y="293400"/>
            <a:ext cx="8590200" cy="120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rgbClr val="191919"/>
                </a:solidFill>
                <a:latin typeface="Didact Gothic"/>
                <a:ea typeface="Didact Gothic"/>
                <a:cs typeface="Didact Gothic"/>
                <a:sym typeface="Didact Gothic"/>
              </a:rPr>
              <a:t>At the end of the run, Karel should be at the end of the row having created a set of hospitals. For the initial conditions shown, the result would look like this:</a:t>
            </a:r>
            <a:endParaRPr b="1" sz="2000">
              <a:solidFill>
                <a:srgbClr val="191919"/>
              </a:solidFill>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b="1" sz="2000">
              <a:solidFill>
                <a:srgbClr val="191919"/>
              </a:solidFill>
              <a:latin typeface="Didact Gothic"/>
              <a:ea typeface="Didact Gothic"/>
              <a:cs typeface="Didact Gothic"/>
              <a:sym typeface="Didact Gothic"/>
            </a:endParaRPr>
          </a:p>
        </p:txBody>
      </p:sp>
      <p:pic>
        <p:nvPicPr>
          <p:cNvPr id="702" name="Google Shape;702;p54"/>
          <p:cNvPicPr preferRelativeResize="0"/>
          <p:nvPr/>
        </p:nvPicPr>
        <p:blipFill>
          <a:blip r:embed="rId3">
            <a:alphaModFix/>
          </a:blip>
          <a:stretch>
            <a:fillRect/>
          </a:stretch>
        </p:blipFill>
        <p:spPr>
          <a:xfrm>
            <a:off x="2450400" y="3147812"/>
            <a:ext cx="4153751" cy="1692125"/>
          </a:xfrm>
          <a:prstGeom prst="rect">
            <a:avLst/>
          </a:prstGeom>
          <a:noFill/>
          <a:ln>
            <a:noFill/>
          </a:ln>
        </p:spPr>
      </p:pic>
      <p:pic>
        <p:nvPicPr>
          <p:cNvPr id="703" name="Google Shape;703;p54"/>
          <p:cNvPicPr preferRelativeResize="0"/>
          <p:nvPr/>
        </p:nvPicPr>
        <p:blipFill>
          <a:blip r:embed="rId4">
            <a:alphaModFix/>
          </a:blip>
          <a:stretch>
            <a:fillRect/>
          </a:stretch>
        </p:blipFill>
        <p:spPr>
          <a:xfrm>
            <a:off x="2450400" y="1236987"/>
            <a:ext cx="4153749" cy="1692120"/>
          </a:xfrm>
          <a:prstGeom prst="rect">
            <a:avLst/>
          </a:prstGeom>
          <a:noFill/>
          <a:ln>
            <a:noFill/>
          </a:ln>
        </p:spPr>
      </p:pic>
      <p:cxnSp>
        <p:nvCxnSpPr>
          <p:cNvPr id="704" name="Google Shape;704;p54"/>
          <p:cNvCxnSpPr>
            <a:stCxn id="703" idx="2"/>
            <a:endCxn id="702" idx="0"/>
          </p:cNvCxnSpPr>
          <p:nvPr/>
        </p:nvCxnSpPr>
        <p:spPr>
          <a:xfrm>
            <a:off x="4527275" y="2929106"/>
            <a:ext cx="0" cy="2187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55"/>
          <p:cNvSpPr txBox="1"/>
          <p:nvPr>
            <p:ph idx="4294967295" type="title"/>
          </p:nvPr>
        </p:nvSpPr>
        <p:spPr>
          <a:xfrm>
            <a:off x="720000" y="337902"/>
            <a:ext cx="7704000" cy="53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Notes to Keep in Mind</a:t>
            </a:r>
            <a:endParaRPr>
              <a:solidFill>
                <a:schemeClr val="dk1"/>
              </a:solidFill>
            </a:endParaRPr>
          </a:p>
        </p:txBody>
      </p:sp>
      <p:sp>
        <p:nvSpPr>
          <p:cNvPr id="710" name="Google Shape;710;p55"/>
          <p:cNvSpPr txBox="1"/>
          <p:nvPr/>
        </p:nvSpPr>
        <p:spPr>
          <a:xfrm>
            <a:off x="720000" y="1147950"/>
            <a:ext cx="7704000" cy="32493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191919"/>
              </a:buClr>
              <a:buSzPts val="2200"/>
              <a:buFont typeface="Didact Gothic"/>
              <a:buChar char="●"/>
            </a:pPr>
            <a:r>
              <a:rPr lang="en" sz="2200">
                <a:solidFill>
                  <a:srgbClr val="191919"/>
                </a:solidFill>
                <a:latin typeface="Didact Gothic"/>
                <a:ea typeface="Didact Gothic"/>
                <a:cs typeface="Didact Gothic"/>
                <a:sym typeface="Didact Gothic"/>
              </a:rPr>
              <a:t>Karel starts facing east at (1, 1) with an infinite number of beepers in its beeper bag.</a:t>
            </a:r>
            <a:endParaRPr sz="2200">
              <a:solidFill>
                <a:srgbClr val="191919"/>
              </a:solidFill>
              <a:latin typeface="Didact Gothic"/>
              <a:ea typeface="Didact Gothic"/>
              <a:cs typeface="Didact Gothic"/>
              <a:sym typeface="Didact Gothic"/>
            </a:endParaRPr>
          </a:p>
          <a:p>
            <a:pPr indent="-368300" lvl="0" marL="457200" rtl="0" algn="l">
              <a:lnSpc>
                <a:spcPct val="115000"/>
              </a:lnSpc>
              <a:spcBef>
                <a:spcPts val="0"/>
              </a:spcBef>
              <a:spcAft>
                <a:spcPts val="0"/>
              </a:spcAft>
              <a:buClr>
                <a:srgbClr val="191919"/>
              </a:buClr>
              <a:buSzPts val="2200"/>
              <a:buFont typeface="Didact Gothic"/>
              <a:buChar char="●"/>
            </a:pPr>
            <a:r>
              <a:rPr lang="en" sz="2200">
                <a:solidFill>
                  <a:srgbClr val="191919"/>
                </a:solidFill>
                <a:latin typeface="Didact Gothic"/>
                <a:ea typeface="Didact Gothic"/>
                <a:cs typeface="Didact Gothic"/>
                <a:sym typeface="Didact Gothic"/>
              </a:rPr>
              <a:t>The beepers indicating the positions at which hospitals should be built will be spaced so that there is room to build the hospitals without overlapping or hitting walls.</a:t>
            </a:r>
            <a:endParaRPr sz="2200">
              <a:solidFill>
                <a:srgbClr val="191919"/>
              </a:solidFill>
              <a:latin typeface="Didact Gothic"/>
              <a:ea typeface="Didact Gothic"/>
              <a:cs typeface="Didact Gothic"/>
              <a:sym typeface="Didact Gothic"/>
            </a:endParaRPr>
          </a:p>
          <a:p>
            <a:pPr indent="-368300" lvl="0" marL="457200" rtl="0" algn="l">
              <a:lnSpc>
                <a:spcPct val="115000"/>
              </a:lnSpc>
              <a:spcBef>
                <a:spcPts val="0"/>
              </a:spcBef>
              <a:spcAft>
                <a:spcPts val="0"/>
              </a:spcAft>
              <a:buClr>
                <a:srgbClr val="191919"/>
              </a:buClr>
              <a:buSzPts val="2200"/>
              <a:buFont typeface="Didact Gothic"/>
              <a:buChar char="●"/>
            </a:pPr>
            <a:r>
              <a:rPr lang="en" sz="2200">
                <a:solidFill>
                  <a:srgbClr val="191919"/>
                </a:solidFill>
                <a:latin typeface="Didact Gothic"/>
                <a:ea typeface="Didact Gothic"/>
                <a:cs typeface="Didact Gothic"/>
                <a:sym typeface="Didact Gothic"/>
              </a:rPr>
              <a:t>There will be no supplies left on the last column.</a:t>
            </a:r>
            <a:endParaRPr sz="2200">
              <a:solidFill>
                <a:srgbClr val="191919"/>
              </a:solidFill>
              <a:latin typeface="Didact Gothic"/>
              <a:ea typeface="Didact Gothic"/>
              <a:cs typeface="Didact Gothic"/>
              <a:sym typeface="Didact Gothic"/>
            </a:endParaRPr>
          </a:p>
          <a:p>
            <a:pPr indent="-368300" lvl="0" marL="457200" rtl="0" algn="l">
              <a:lnSpc>
                <a:spcPct val="115000"/>
              </a:lnSpc>
              <a:spcBef>
                <a:spcPts val="0"/>
              </a:spcBef>
              <a:spcAft>
                <a:spcPts val="0"/>
              </a:spcAft>
              <a:buClr>
                <a:srgbClr val="191919"/>
              </a:buClr>
              <a:buSzPts val="2200"/>
              <a:buFont typeface="Didact Gothic"/>
              <a:buChar char="●"/>
            </a:pPr>
            <a:r>
              <a:rPr lang="en" sz="2200">
                <a:solidFill>
                  <a:srgbClr val="191919"/>
                </a:solidFill>
                <a:latin typeface="Didact Gothic"/>
                <a:ea typeface="Didact Gothic"/>
                <a:cs typeface="Didact Gothic"/>
                <a:sym typeface="Didact Gothic"/>
              </a:rPr>
              <a:t>Karel should not run into a wall if it builds a hospital that extends into that final corner.</a:t>
            </a:r>
            <a:endParaRPr sz="2400">
              <a:solidFill>
                <a:srgbClr val="191919"/>
              </a:solidFill>
              <a:latin typeface="Didact Gothic"/>
              <a:ea typeface="Didact Gothic"/>
              <a:cs typeface="Didact Gothic"/>
              <a:sym typeface="Didact Gothic"/>
            </a:endParaRPr>
          </a:p>
        </p:txBody>
      </p:sp>
      <p:sp>
        <p:nvSpPr>
          <p:cNvPr id="711" name="Google Shape;711;p55"/>
          <p:cNvSpPr txBox="1"/>
          <p:nvPr/>
        </p:nvSpPr>
        <p:spPr>
          <a:xfrm>
            <a:off x="1852875" y="52300"/>
            <a:ext cx="1144500" cy="11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0"/>
              <a:t>🗒️</a:t>
            </a:r>
            <a:endParaRPr sz="6000">
              <a:solidFill>
                <a:schemeClr val="dk1"/>
              </a:solidFill>
              <a:latin typeface="Didact Gothic"/>
              <a:ea typeface="Didact Gothic"/>
              <a:cs typeface="Didact Gothic"/>
              <a:sym typeface="Didact Gothic"/>
            </a:endParaRPr>
          </a:p>
        </p:txBody>
      </p:sp>
      <p:sp>
        <p:nvSpPr>
          <p:cNvPr id="712" name="Google Shape;712;p55"/>
          <p:cNvSpPr txBox="1"/>
          <p:nvPr/>
        </p:nvSpPr>
        <p:spPr>
          <a:xfrm>
            <a:off x="6205600" y="52300"/>
            <a:ext cx="1144500" cy="110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6000"/>
              <a:t>✏️</a:t>
            </a:r>
            <a:endParaRPr sz="6000">
              <a:solidFill>
                <a:schemeClr val="dk1"/>
              </a:solidFill>
              <a:latin typeface="Didact Gothic"/>
              <a:ea typeface="Didact Gothic"/>
              <a:cs typeface="Didact Gothic"/>
              <a:sym typeface="Didact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56"/>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Questions Before We Begin?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21" name="Shape 721"/>
        <p:cNvGrpSpPr/>
        <p:nvPr/>
      </p:nvGrpSpPr>
      <p:grpSpPr>
        <a:xfrm>
          <a:off x="0" y="0"/>
          <a:ext cx="0" cy="0"/>
          <a:chOff x="0" y="0"/>
          <a:chExt cx="0" cy="0"/>
        </a:xfrm>
      </p:grpSpPr>
      <p:sp>
        <p:nvSpPr>
          <p:cNvPr id="722" name="Google Shape;722;p57"/>
          <p:cNvSpPr txBox="1"/>
          <p:nvPr>
            <p:ph type="title"/>
          </p:nvPr>
        </p:nvSpPr>
        <p:spPr>
          <a:xfrm>
            <a:off x="2168850" y="1307100"/>
            <a:ext cx="48063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Let’s get to 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Kawaii Robots Pitch Deck by Slidesgo">
  <a:themeElements>
    <a:clrScheme name="Simple Light">
      <a:dk1>
        <a:srgbClr val="1C1C1B"/>
      </a:dk1>
      <a:lt1>
        <a:srgbClr val="FFFFFF"/>
      </a:lt1>
      <a:dk2>
        <a:srgbClr val="F7B673"/>
      </a:dk2>
      <a:lt2>
        <a:srgbClr val="DF7480"/>
      </a:lt2>
      <a:accent1>
        <a:srgbClr val="2C8E96"/>
      </a:accent1>
      <a:accent2>
        <a:srgbClr val="1C1C1B"/>
      </a:accent2>
      <a:accent3>
        <a:srgbClr val="FFFFFF"/>
      </a:accent3>
      <a:accent4>
        <a:srgbClr val="F7B673"/>
      </a:accent4>
      <a:accent5>
        <a:srgbClr val="DF7480"/>
      </a:accent5>
      <a:accent6>
        <a:srgbClr val="EEFF41"/>
      </a:accent6>
      <a:hlink>
        <a:srgbClr val="1C1C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