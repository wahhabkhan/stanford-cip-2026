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4" r:id="rId4"/>
    <p:sldMasterId id="214748372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Nunito SemiBold"/>
      <p:regular r:id="rId31"/>
      <p:bold r:id="rId32"/>
      <p:italic r:id="rId33"/>
      <p:boldItalic r:id="rId34"/>
    </p:embeddedFont>
    <p:embeddedFont>
      <p:font typeface="Londrina Solid Light"/>
      <p:regular r:id="rId35"/>
      <p:bold r:id="rId36"/>
    </p:embeddedFont>
    <p:embeddedFont>
      <p:font typeface="Londrina Solid"/>
      <p:regular r:id="rId37"/>
    </p:embeddedFont>
    <p:embeddedFont>
      <p:font typeface="Lilita One"/>
      <p:regular r:id="rId38"/>
    </p:embeddedFont>
    <p:embeddedFont>
      <p:font typeface="Barlow SemiBold"/>
      <p:regular r:id="rId39"/>
      <p:bold r:id="rId40"/>
      <p:italic r:id="rId41"/>
      <p:boldItalic r:id="rId42"/>
    </p:embeddedFont>
    <p:embeddedFont>
      <p:font typeface="DM Sans"/>
      <p:regular r:id="rId43"/>
      <p:bold r:id="rId44"/>
      <p:italic r:id="rId45"/>
      <p:boldItalic r:id="rId46"/>
    </p:embeddedFont>
    <p:embeddedFont>
      <p:font typeface="Barlow"/>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SemiBold-bold.fntdata"/><Relationship Id="rId42" Type="http://schemas.openxmlformats.org/officeDocument/2006/relationships/font" Target="fonts/BarlowSemiBold-boldItalic.fntdata"/><Relationship Id="rId41" Type="http://schemas.openxmlformats.org/officeDocument/2006/relationships/font" Target="fonts/BarlowSemiBold-italic.fntdata"/><Relationship Id="rId44" Type="http://schemas.openxmlformats.org/officeDocument/2006/relationships/font" Target="fonts/DMSans-bold.fntdata"/><Relationship Id="rId43" Type="http://schemas.openxmlformats.org/officeDocument/2006/relationships/font" Target="fonts/DMSans-regular.fntdata"/><Relationship Id="rId46" Type="http://schemas.openxmlformats.org/officeDocument/2006/relationships/font" Target="fonts/DMSans-boldItalic.fntdata"/><Relationship Id="rId45" Type="http://schemas.openxmlformats.org/officeDocument/2006/relationships/font" Target="fonts/DMSans-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Barlow-bold.fntdata"/><Relationship Id="rId47" Type="http://schemas.openxmlformats.org/officeDocument/2006/relationships/font" Target="fonts/Barlow-regular.fntdata"/><Relationship Id="rId49" Type="http://schemas.openxmlformats.org/officeDocument/2006/relationships/font" Target="fonts/Barlow-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SemiBold-regular.fntdata"/><Relationship Id="rId30" Type="http://schemas.openxmlformats.org/officeDocument/2006/relationships/slide" Target="slides/slide24.xml"/><Relationship Id="rId33" Type="http://schemas.openxmlformats.org/officeDocument/2006/relationships/font" Target="fonts/NunitoSemiBold-italic.fntdata"/><Relationship Id="rId32" Type="http://schemas.openxmlformats.org/officeDocument/2006/relationships/font" Target="fonts/NunitoSemiBold-bold.fntdata"/><Relationship Id="rId35" Type="http://schemas.openxmlformats.org/officeDocument/2006/relationships/font" Target="fonts/LondrinaSolidLight-regular.fntdata"/><Relationship Id="rId34" Type="http://schemas.openxmlformats.org/officeDocument/2006/relationships/font" Target="fonts/NunitoSemiBold-boldItalic.fntdata"/><Relationship Id="rId37" Type="http://schemas.openxmlformats.org/officeDocument/2006/relationships/font" Target="fonts/LondrinaSolid-regular.fntdata"/><Relationship Id="rId36" Type="http://schemas.openxmlformats.org/officeDocument/2006/relationships/font" Target="fonts/LondrinaSolidLight-bold.fntdata"/><Relationship Id="rId39" Type="http://schemas.openxmlformats.org/officeDocument/2006/relationships/font" Target="fonts/BarlowSemiBold-regular.fntdata"/><Relationship Id="rId38" Type="http://schemas.openxmlformats.org/officeDocument/2006/relationships/font" Target="fonts/LilitaOne-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Barlow-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3e8b28cd03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23e8b28cd03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Hey all, welcome back to section! It is week 3 and today, we’ll be taking our minds and code to outer space!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23e8b28cd03_0_1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23e8b28cd03_0_1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today’s agenda, we of course have a lovely check-in to see how you all are doing; this week, we’ll be doing a recap over some of the Python that we’ve learned as well as covering a tiiiiny bit of new stuff; from there, we will be taking our first space stop at Mars for our first section problem; following Mars, we’ll be taking stops at all of the other planets in our system if we have time. You’ll see what I’m talking about shortly!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3e8b28cd03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23e8b28cd03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rgbClr val="000000"/>
              </a:buClr>
              <a:buSzPts val="1100"/>
              <a:buFont typeface="Arial"/>
              <a:buNone/>
            </a:pPr>
            <a:r>
              <a:rPr i="1" lang="en">
                <a:solidFill>
                  <a:schemeClr val="dk1"/>
                </a:solidFill>
              </a:rPr>
              <a:t>Social Time [5 minutes]</a:t>
            </a:r>
            <a:endParaRPr i="1">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d53f733250_1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d53f733250_1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i="1" lang="en">
                <a:solidFill>
                  <a:schemeClr val="dk1"/>
                </a:solidFill>
              </a:rPr>
              <a:t>Brief conceptual review [2-3 minutes]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3e8b28cd03_0_2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23e8b28cd03_0_2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3e8b28cd03_0_2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23e8b28cd03_0_2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41f593a8e7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41f593a8e7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COVERED IN LECTURE, PLEASE COVER FOR THE PROBLEMS SINCE WE USE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23e8b28cd03_0_2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23e8b28cd03_0_2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23e8b28cd03_0_2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23e8b28cd03_0_2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i="1" lang="en">
                <a:solidFill>
                  <a:schemeClr val="dk1"/>
                </a:solidFill>
              </a:rPr>
              <a:t>Teaching Mars Weight [10-20 minutes]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2cdf81aef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2cdf81aef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 while back, NASA made history with the first controlled flight on another planet. Its latest Mars Rover, Perseverance, has onboard a 50cm high helicopter called Ingenuity. Ingenuity made its third flight, during which it flew faster and further than it had on any of its test flights on Earth. Interestingly, Ingenuity uses Python for some of its flight modeling software!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23e8b28cd03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23e8b28cd03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23e8b28cd03_0_2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2" name="Google Shape;1562;g23e8b28cd03_0_2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example input and output of our program. We should be prompted for a weight, if we put in, say 100 pounds or kilograms for an Earth weight, you choose, we should get out 37.8 of that respected unit in terms of a weight on Mars.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23e8b28cd03_0_3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23e8b28cd03_0_3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(OPTIONALLY)</a:t>
            </a:r>
            <a:endParaRPr/>
          </a:p>
          <a:p>
            <a:pPr indent="-298450" lvl="0" marL="457200" rtl="0" algn="l">
              <a:lnSpc>
                <a:spcPct val="115000"/>
              </a:lnSpc>
              <a:spcBef>
                <a:spcPts val="1200"/>
              </a:spcBef>
              <a:spcAft>
                <a:spcPts val="0"/>
              </a:spcAft>
              <a:buClr>
                <a:schemeClr val="dk1"/>
              </a:buClr>
              <a:buSzPts val="1100"/>
              <a:buAutoNum type="arabicPeriod"/>
            </a:pPr>
            <a:r>
              <a:rPr lang="en"/>
              <a:t>Take a few minutes to review the input function with students. They used it on an assignment last week, so it is not new, but it is important in this problem and the next problem so good to make sure students understand the function.</a:t>
            </a:r>
            <a:endParaRPr/>
          </a:p>
          <a:p>
            <a:pPr indent="-298450" lvl="0" marL="457200" rtl="0" algn="l">
              <a:lnSpc>
                <a:spcPct val="115000"/>
              </a:lnSpc>
              <a:spcBef>
                <a:spcPts val="0"/>
              </a:spcBef>
              <a:spcAft>
                <a:spcPts val="0"/>
              </a:spcAft>
              <a:buClr>
                <a:schemeClr val="dk1"/>
              </a:buClr>
              <a:buSzPts val="1100"/>
              <a:buAutoNum type="arabicPeriod"/>
            </a:pPr>
            <a:r>
              <a:rPr lang="en"/>
              <a:t>Review constants - when to use them and how to use them. Ask students what should be used as a constant in this problem.</a:t>
            </a:r>
            <a:endParaRPr/>
          </a:p>
          <a:p>
            <a:pPr indent="-298450" lvl="0" marL="457200" rtl="0" algn="l">
              <a:lnSpc>
                <a:spcPct val="115000"/>
              </a:lnSpc>
              <a:spcBef>
                <a:spcPts val="0"/>
              </a:spcBef>
              <a:spcAft>
                <a:spcPts val="0"/>
              </a:spcAft>
              <a:buClr>
                <a:schemeClr val="dk1"/>
              </a:buClr>
              <a:buSzPts val="1100"/>
              <a:buAutoNum type="arabicPeriod"/>
            </a:pPr>
            <a:r>
              <a:rPr lang="en"/>
              <a:t>Spend a few minutes discussing types. What type would weight normally be? What type would input return? What type is the constant we have? How can we get weight and constant to be the same type so that we can do arithmetic?</a:t>
            </a:r>
            <a:endParaRPr/>
          </a:p>
          <a:p>
            <a:pPr indent="-298450" lvl="0" marL="457200" rtl="0" algn="l">
              <a:lnSpc>
                <a:spcPct val="115000"/>
              </a:lnSpc>
              <a:spcBef>
                <a:spcPts val="0"/>
              </a:spcBef>
              <a:spcAft>
                <a:spcPts val="0"/>
              </a:spcAft>
              <a:buClr>
                <a:schemeClr val="dk1"/>
              </a:buClr>
              <a:buSzPts val="1100"/>
              <a:buAutoNum type="arabicPeriod"/>
            </a:pPr>
            <a:r>
              <a:rPr lang="en"/>
              <a:t>Questions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23e8b28cd03_0_2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g23e8b28cd03_0_2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23e8b28cd03_0_2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23e8b28cd03_0_2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i="1" lang="en">
                <a:solidFill>
                  <a:schemeClr val="dk1"/>
                </a:solidFill>
              </a:rPr>
              <a:t>Teaching Planetary Weights [20 minutes]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23e8b28cd03_0_2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23e8b28cd03_0_2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23e8b28cd03_0_2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g23e8b28cd03_0_2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2cdf81aefd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2cdf81aefd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23e8b28cd03_0_2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23e8b28cd03_0_2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one example run of our new program. </a:t>
            </a:r>
            <a:r>
              <a:rPr lang="en"/>
              <a:t>Though</a:t>
            </a:r>
            <a:r>
              <a:rPr lang="en"/>
              <a:t> it is almost functionally equivalent to the previous program, that it isn’t necessarily the case.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g2cdf81aefd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9" name="Google Shape;1979;g2cdf81aefd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one example run of our new program. Though it is almost functionally equivalent to the previous program, that it isn’t necessarily the case.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g23e8b28cd03_0_2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2" name="Google Shape;2002;g23e8b28cd03_0_2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one example of how this program is different from section </a:t>
            </a:r>
            <a:r>
              <a:rPr lang="en"/>
              <a:t>problem #1. It is robust enough (or flexible enough) to take in a completely different planet!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5" name="Shape 2025"/>
        <p:cNvGrpSpPr/>
        <p:nvPr/>
      </p:nvGrpSpPr>
      <p:grpSpPr>
        <a:xfrm>
          <a:off x="0" y="0"/>
          <a:ext cx="0" cy="0"/>
          <a:chOff x="0" y="0"/>
          <a:chExt cx="0" cy="0"/>
        </a:xfrm>
      </p:grpSpPr>
      <p:sp>
        <p:nvSpPr>
          <p:cNvPr id="2026" name="Google Shape;2026;g2cdf81aefd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7" name="Google Shape;2027;g2cdf81aefd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one example run of our new program. Though it is almost functionally equivalent to the previous program, that it isn’t necessarily the case.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g23e8b28cd03_0_3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1" name="Google Shape;2051;g23e8b28cd03_0_3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228600" rtl="0" algn="l">
              <a:lnSpc>
                <a:spcPct val="115000"/>
              </a:lnSpc>
              <a:spcBef>
                <a:spcPts val="1200"/>
              </a:spcBef>
              <a:spcAft>
                <a:spcPts val="0"/>
              </a:spcAft>
              <a:buNone/>
            </a:pPr>
            <a:r>
              <a:rPr lang="en"/>
              <a:t>Ask students what is different in this problem from the previous problem. Just in english, not in code. Write down a list of these. (5 mins max)</a:t>
            </a:r>
            <a:endParaRPr/>
          </a:p>
          <a:p>
            <a:pPr indent="-298450" lvl="0" marL="457200" rtl="0" algn="l">
              <a:lnSpc>
                <a:spcPct val="115000"/>
              </a:lnSpc>
              <a:spcBef>
                <a:spcPts val="1200"/>
              </a:spcBef>
              <a:spcAft>
                <a:spcPts val="0"/>
              </a:spcAft>
              <a:buClr>
                <a:schemeClr val="dk1"/>
              </a:buClr>
              <a:buSzPts val="1100"/>
              <a:buAutoNum type="arabicPeriod"/>
            </a:pPr>
            <a:r>
              <a:rPr lang="en"/>
              <a:t>Will we need to store additional constants? If so, which ones?</a:t>
            </a:r>
            <a:endParaRPr/>
          </a:p>
          <a:p>
            <a:pPr indent="-298450" lvl="0" marL="457200" rtl="0" algn="l">
              <a:lnSpc>
                <a:spcPct val="115000"/>
              </a:lnSpc>
              <a:spcBef>
                <a:spcPts val="0"/>
              </a:spcBef>
              <a:spcAft>
                <a:spcPts val="0"/>
              </a:spcAft>
              <a:buClr>
                <a:schemeClr val="dk1"/>
              </a:buClr>
              <a:buSzPts val="1100"/>
              <a:buAutoNum type="arabicPeriod"/>
            </a:pPr>
            <a:r>
              <a:rPr lang="en"/>
              <a:t>Will we need any additional variables? If so, what variables will we need?</a:t>
            </a:r>
            <a:endParaRPr/>
          </a:p>
          <a:p>
            <a:pPr indent="0" lvl="0" marL="0" rtl="0" algn="l">
              <a:lnSpc>
                <a:spcPct val="115000"/>
              </a:lnSpc>
              <a:spcBef>
                <a:spcPts val="1200"/>
              </a:spcBef>
              <a:spcAft>
                <a:spcPts val="1200"/>
              </a:spcAft>
              <a:buNone/>
            </a:pPr>
            <a:r>
              <a:rPr lang="en"/>
              <a:t>Questions?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g23e8b28cd03_0_2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4" name="Google Shape;2094;g23e8b28cd03_0_2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 name="Google Shape;10;p2"/>
          <p:cNvSpPr txBox="1"/>
          <p:nvPr>
            <p:ph type="ctrTitle"/>
          </p:nvPr>
        </p:nvSpPr>
        <p:spPr>
          <a:xfrm flipH="1">
            <a:off x="712225" y="576800"/>
            <a:ext cx="5386500" cy="1754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5200"/>
              <a:buNone/>
              <a:defRPr sz="5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712200" y="2390625"/>
            <a:ext cx="5386500" cy="4323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2" name="Google Shape;12;p2"/>
          <p:cNvGrpSpPr/>
          <p:nvPr/>
        </p:nvGrpSpPr>
        <p:grpSpPr>
          <a:xfrm>
            <a:off x="5415880" y="342560"/>
            <a:ext cx="472093" cy="385486"/>
            <a:chOff x="3093501" y="886401"/>
            <a:chExt cx="376440" cy="307405"/>
          </a:xfrm>
        </p:grpSpPr>
        <p:sp>
          <p:nvSpPr>
            <p:cNvPr id="13" name="Google Shape;13;p2"/>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a:off x="480461" y="4506754"/>
            <a:ext cx="319710" cy="261048"/>
            <a:chOff x="3093501" y="886401"/>
            <a:chExt cx="376440" cy="307405"/>
          </a:xfrm>
        </p:grpSpPr>
        <p:sp>
          <p:nvSpPr>
            <p:cNvPr id="18" name="Google Shape;18;p2"/>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0" y="0"/>
            <a:ext cx="9144003" cy="5143501"/>
          </a:xfrm>
          <a:prstGeom prst="rect">
            <a:avLst/>
          </a:prstGeom>
          <a:noFill/>
          <a:ln>
            <a:noFill/>
          </a:ln>
        </p:spPr>
      </p:pic>
      <p:sp>
        <p:nvSpPr>
          <p:cNvPr id="24" name="Google Shape;24;p3"/>
          <p:cNvSpPr txBox="1"/>
          <p:nvPr>
            <p:ph type="title"/>
          </p:nvPr>
        </p:nvSpPr>
        <p:spPr>
          <a:xfrm>
            <a:off x="4572000" y="2255850"/>
            <a:ext cx="3861000" cy="660600"/>
          </a:xfrm>
          <a:prstGeom prst="rect">
            <a:avLst/>
          </a:prstGeom>
        </p:spPr>
        <p:txBody>
          <a:bodyPr anchorCtr="0" anchor="ctr" bIns="91425" lIns="91425" spcFirstLastPara="1" rIns="91425" wrap="square" tIns="91425">
            <a:noAutofit/>
          </a:bodyPr>
          <a:lstStyle>
            <a:lvl1pPr lvl="0" algn="ctr">
              <a:lnSpc>
                <a:spcPct val="115000"/>
              </a:lnSpc>
              <a:spcBef>
                <a:spcPts val="0"/>
              </a:spcBef>
              <a:spcAft>
                <a:spcPts val="0"/>
              </a:spcAft>
              <a:buSzPts val="3400"/>
              <a:buNone/>
              <a:defRPr sz="50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
        <p:nvSpPr>
          <p:cNvPr id="25" name="Google Shape;25;p3"/>
          <p:cNvSpPr txBox="1"/>
          <p:nvPr>
            <p:ph idx="1" type="subTitle"/>
          </p:nvPr>
        </p:nvSpPr>
        <p:spPr>
          <a:xfrm>
            <a:off x="4572000" y="3100850"/>
            <a:ext cx="3861000" cy="744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6" name="Google Shape;26;p3"/>
          <p:cNvSpPr txBox="1"/>
          <p:nvPr>
            <p:ph hasCustomPrompt="1" idx="2" type="title"/>
          </p:nvPr>
        </p:nvSpPr>
        <p:spPr>
          <a:xfrm>
            <a:off x="6067745" y="1095526"/>
            <a:ext cx="870000" cy="551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40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27" name="Google Shape;27;p3"/>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rot="5400000">
            <a:off x="-115316" y="4031073"/>
            <a:ext cx="1223111" cy="1284342"/>
            <a:chOff x="6183384" y="3220573"/>
            <a:chExt cx="1223111" cy="1284342"/>
          </a:xfrm>
        </p:grpSpPr>
        <p:sp>
          <p:nvSpPr>
            <p:cNvPr id="29" name="Google Shape;29;p3"/>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3"/>
          <p:cNvSpPr/>
          <p:nvPr/>
        </p:nvSpPr>
        <p:spPr>
          <a:xfrm rot="10800000">
            <a:off x="7845847" y="1"/>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27880">
            <a:off x="5373131" y="3246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pic>
        <p:nvPicPr>
          <p:cNvPr id="34" name="Google Shape;34;p4"/>
          <p:cNvPicPr preferRelativeResize="0"/>
          <p:nvPr/>
        </p:nvPicPr>
        <p:blipFill>
          <a:blip r:embed="rId2">
            <a:alphaModFix/>
          </a:blip>
          <a:stretch>
            <a:fillRect/>
          </a:stretch>
        </p:blipFill>
        <p:spPr>
          <a:xfrm>
            <a:off x="0" y="0"/>
            <a:ext cx="9144003" cy="5143501"/>
          </a:xfrm>
          <a:prstGeom prst="rect">
            <a:avLst/>
          </a:prstGeom>
          <a:noFill/>
          <a:ln>
            <a:noFill/>
          </a:ln>
        </p:spPr>
      </p:pic>
      <p:sp>
        <p:nvSpPr>
          <p:cNvPr id="35" name="Google Shape;35;p4"/>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3400"/>
              <a:buNone/>
              <a:defRPr/>
            </a:lvl1pPr>
            <a:lvl2pPr lvl="1">
              <a:lnSpc>
                <a:spcPct val="115000"/>
              </a:lnSpc>
              <a:spcBef>
                <a:spcPts val="0"/>
              </a:spcBef>
              <a:spcAft>
                <a:spcPts val="0"/>
              </a:spcAft>
              <a:buSzPts val="2800"/>
              <a:buNone/>
              <a:defRPr/>
            </a:lvl2pPr>
            <a:lvl3pPr lvl="2">
              <a:lnSpc>
                <a:spcPct val="115000"/>
              </a:lnSpc>
              <a:spcBef>
                <a:spcPts val="0"/>
              </a:spcBef>
              <a:spcAft>
                <a:spcPts val="0"/>
              </a:spcAft>
              <a:buSzPts val="2800"/>
              <a:buNone/>
              <a:defRPr/>
            </a:lvl3pPr>
            <a:lvl4pPr lvl="3">
              <a:lnSpc>
                <a:spcPct val="115000"/>
              </a:lnSpc>
              <a:spcBef>
                <a:spcPts val="0"/>
              </a:spcBef>
              <a:spcAft>
                <a:spcPts val="0"/>
              </a:spcAft>
              <a:buSzPts val="2800"/>
              <a:buNone/>
              <a:defRPr/>
            </a:lvl4pPr>
            <a:lvl5pPr lvl="4">
              <a:lnSpc>
                <a:spcPct val="115000"/>
              </a:lnSpc>
              <a:spcBef>
                <a:spcPts val="0"/>
              </a:spcBef>
              <a:spcAft>
                <a:spcPts val="0"/>
              </a:spcAft>
              <a:buSzPts val="2800"/>
              <a:buNone/>
              <a:defRPr/>
            </a:lvl5pPr>
            <a:lvl6pPr lvl="5">
              <a:lnSpc>
                <a:spcPct val="115000"/>
              </a:lnSpc>
              <a:spcBef>
                <a:spcPts val="0"/>
              </a:spcBef>
              <a:spcAft>
                <a:spcPts val="0"/>
              </a:spcAft>
              <a:buSzPts val="2800"/>
              <a:buNone/>
              <a:defRPr/>
            </a:lvl6pPr>
            <a:lvl7pPr lvl="6">
              <a:lnSpc>
                <a:spcPct val="115000"/>
              </a:lnSpc>
              <a:spcBef>
                <a:spcPts val="0"/>
              </a:spcBef>
              <a:spcAft>
                <a:spcPts val="0"/>
              </a:spcAft>
              <a:buSzPts val="2800"/>
              <a:buNone/>
              <a:defRPr/>
            </a:lvl7pPr>
            <a:lvl8pPr lvl="7">
              <a:lnSpc>
                <a:spcPct val="115000"/>
              </a:lnSpc>
              <a:spcBef>
                <a:spcPts val="0"/>
              </a:spcBef>
              <a:spcAft>
                <a:spcPts val="0"/>
              </a:spcAft>
              <a:buSzPts val="2800"/>
              <a:buNone/>
              <a:defRPr/>
            </a:lvl8pPr>
            <a:lvl9pPr lvl="8">
              <a:lnSpc>
                <a:spcPct val="115000"/>
              </a:lnSpc>
              <a:spcBef>
                <a:spcPts val="0"/>
              </a:spcBef>
              <a:spcAft>
                <a:spcPts val="0"/>
              </a:spcAft>
              <a:buSzPts val="2800"/>
              <a:buNone/>
              <a:defRPr/>
            </a:lvl9pPr>
          </a:lstStyle>
          <a:p/>
        </p:txBody>
      </p:sp>
      <p:sp>
        <p:nvSpPr>
          <p:cNvPr id="36" name="Google Shape;36;p4"/>
          <p:cNvSpPr txBox="1"/>
          <p:nvPr>
            <p:ph idx="1" type="subTitle"/>
          </p:nvPr>
        </p:nvSpPr>
        <p:spPr>
          <a:xfrm>
            <a:off x="713500" y="1267324"/>
            <a:ext cx="7719600" cy="314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7" name="Google Shape;37;p4"/>
          <p:cNvSpPr/>
          <p:nvPr/>
        </p:nvSpPr>
        <p:spPr>
          <a:xfrm rot="528001">
            <a:off x="8634724" y="40874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rot="-1342692">
            <a:off x="3175548" y="463394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27880">
            <a:off x="6331956" y="38822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grpSp>
        <p:nvGrpSpPr>
          <p:cNvPr id="41" name="Google Shape;41;p5"/>
          <p:cNvGrpSpPr/>
          <p:nvPr/>
        </p:nvGrpSpPr>
        <p:grpSpPr>
          <a:xfrm>
            <a:off x="2323266" y="3961380"/>
            <a:ext cx="7515633" cy="2145333"/>
            <a:chOff x="4711483" y="4096818"/>
            <a:chExt cx="5214482" cy="1488471"/>
          </a:xfrm>
        </p:grpSpPr>
        <p:sp>
          <p:nvSpPr>
            <p:cNvPr id="42" name="Google Shape;42;p5"/>
            <p:cNvSpPr/>
            <p:nvPr/>
          </p:nvSpPr>
          <p:spPr>
            <a:xfrm>
              <a:off x="7094273" y="4309295"/>
              <a:ext cx="2831692" cy="1063049"/>
            </a:xfrm>
            <a:custGeom>
              <a:rect b="b" l="l" r="r" t="t"/>
              <a:pathLst>
                <a:path extrusionOk="0" h="11527" w="30705">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5545247" y="4096818"/>
              <a:ext cx="2175252" cy="1488471"/>
            </a:xfrm>
            <a:custGeom>
              <a:rect b="b" l="l" r="r" t="t"/>
              <a:pathLst>
                <a:path extrusionOk="0" h="16140" w="23587">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4711483" y="4366564"/>
              <a:ext cx="1368674" cy="955056"/>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 name="Google Shape;45;p5"/>
          <p:cNvGrpSpPr/>
          <p:nvPr/>
        </p:nvGrpSpPr>
        <p:grpSpPr>
          <a:xfrm flipH="1">
            <a:off x="8304887" y="1234003"/>
            <a:ext cx="472093" cy="385486"/>
            <a:chOff x="3093501" y="886401"/>
            <a:chExt cx="376440" cy="307405"/>
          </a:xfrm>
        </p:grpSpPr>
        <p:sp>
          <p:nvSpPr>
            <p:cNvPr id="46" name="Google Shape;46;p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 name="Google Shape;50;p5"/>
          <p:cNvGrpSpPr/>
          <p:nvPr/>
        </p:nvGrpSpPr>
        <p:grpSpPr>
          <a:xfrm flipH="1">
            <a:off x="480461" y="404779"/>
            <a:ext cx="319710" cy="261048"/>
            <a:chOff x="3093501" y="886401"/>
            <a:chExt cx="376440" cy="307405"/>
          </a:xfrm>
        </p:grpSpPr>
        <p:sp>
          <p:nvSpPr>
            <p:cNvPr id="51" name="Google Shape;51;p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5"/>
          <p:cNvSpPr/>
          <p:nvPr/>
        </p:nvSpPr>
        <p:spPr>
          <a:xfrm rot="527880">
            <a:off x="7741631" y="4112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5"/>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5"/>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algn="ctr">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5"/>
          <p:cNvSpPr txBox="1"/>
          <p:nvPr>
            <p:ph idx="1" type="subTitle"/>
          </p:nvPr>
        </p:nvSpPr>
        <p:spPr>
          <a:xfrm>
            <a:off x="713500" y="1593900"/>
            <a:ext cx="3701400" cy="180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9" name="Google Shape;59;p5"/>
          <p:cNvSpPr txBox="1"/>
          <p:nvPr>
            <p:ph idx="2" type="subTitle"/>
          </p:nvPr>
        </p:nvSpPr>
        <p:spPr>
          <a:xfrm>
            <a:off x="4747400" y="1593900"/>
            <a:ext cx="3701400" cy="180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pic>
        <p:nvPicPr>
          <p:cNvPr id="61" name="Google Shape;61;p6"/>
          <p:cNvPicPr preferRelativeResize="0"/>
          <p:nvPr/>
        </p:nvPicPr>
        <p:blipFill>
          <a:blip r:embed="rId2">
            <a:alphaModFix/>
          </a:blip>
          <a:stretch>
            <a:fillRect/>
          </a:stretch>
        </p:blipFill>
        <p:spPr>
          <a:xfrm>
            <a:off x="0" y="0"/>
            <a:ext cx="9144003" cy="5143501"/>
          </a:xfrm>
          <a:prstGeom prst="rect">
            <a:avLst/>
          </a:prstGeom>
          <a:noFill/>
          <a:ln>
            <a:noFill/>
          </a:ln>
        </p:spPr>
      </p:pic>
      <p:sp>
        <p:nvSpPr>
          <p:cNvPr id="62" name="Google Shape;62;p6"/>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6"/>
          <p:cNvSpPr/>
          <p:nvPr/>
        </p:nvSpPr>
        <p:spPr>
          <a:xfrm rot="2003581">
            <a:off x="6588499" y="406066"/>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rot="527880">
            <a:off x="4526418" y="4418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rot="6816217">
            <a:off x="6444847" y="4677380"/>
            <a:ext cx="166104"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6"/>
          <p:cNvGrpSpPr/>
          <p:nvPr/>
        </p:nvGrpSpPr>
        <p:grpSpPr>
          <a:xfrm rot="5400000">
            <a:off x="-115316" y="4031073"/>
            <a:ext cx="1223111" cy="1284342"/>
            <a:chOff x="6183384" y="3220573"/>
            <a:chExt cx="1223111" cy="1284342"/>
          </a:xfrm>
        </p:grpSpPr>
        <p:sp>
          <p:nvSpPr>
            <p:cNvPr id="68" name="Google Shape;68;p6"/>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pic>
        <p:nvPicPr>
          <p:cNvPr id="71" name="Google Shape;71;p7"/>
          <p:cNvPicPr preferRelativeResize="0"/>
          <p:nvPr/>
        </p:nvPicPr>
        <p:blipFill>
          <a:blip r:embed="rId2">
            <a:alphaModFix/>
          </a:blip>
          <a:stretch>
            <a:fillRect/>
          </a:stretch>
        </p:blipFill>
        <p:spPr>
          <a:xfrm>
            <a:off x="0" y="0"/>
            <a:ext cx="9144003" cy="5143501"/>
          </a:xfrm>
          <a:prstGeom prst="rect">
            <a:avLst/>
          </a:prstGeom>
          <a:noFill/>
          <a:ln>
            <a:noFill/>
          </a:ln>
        </p:spPr>
      </p:pic>
      <p:sp>
        <p:nvSpPr>
          <p:cNvPr id="72" name="Google Shape;72;p7"/>
          <p:cNvSpPr txBox="1"/>
          <p:nvPr>
            <p:ph type="title"/>
          </p:nvPr>
        </p:nvSpPr>
        <p:spPr>
          <a:xfrm>
            <a:off x="713500" y="565050"/>
            <a:ext cx="5276700" cy="6621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3" name="Google Shape;73;p7"/>
          <p:cNvSpPr txBox="1"/>
          <p:nvPr>
            <p:ph idx="1" type="body"/>
          </p:nvPr>
        </p:nvSpPr>
        <p:spPr>
          <a:xfrm>
            <a:off x="713500" y="1399050"/>
            <a:ext cx="4910400" cy="226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7"/>
          <p:cNvSpPr/>
          <p:nvPr/>
        </p:nvSpPr>
        <p:spPr>
          <a:xfrm rot="527880">
            <a:off x="540943" y="3986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rot="-1342692">
            <a:off x="8426148" y="127920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 name="Google Shape;76;p7"/>
          <p:cNvGrpSpPr/>
          <p:nvPr/>
        </p:nvGrpSpPr>
        <p:grpSpPr>
          <a:xfrm flipH="1">
            <a:off x="1347337" y="4491753"/>
            <a:ext cx="472093" cy="385486"/>
            <a:chOff x="3093501" y="886401"/>
            <a:chExt cx="376440" cy="307405"/>
          </a:xfrm>
        </p:grpSpPr>
        <p:sp>
          <p:nvSpPr>
            <p:cNvPr id="77" name="Google Shape;77;p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7"/>
          <p:cNvGrpSpPr/>
          <p:nvPr/>
        </p:nvGrpSpPr>
        <p:grpSpPr>
          <a:xfrm flipH="1">
            <a:off x="6634361" y="365279"/>
            <a:ext cx="319710" cy="261048"/>
            <a:chOff x="3093501" y="886401"/>
            <a:chExt cx="376440" cy="307405"/>
          </a:xfrm>
        </p:grpSpPr>
        <p:sp>
          <p:nvSpPr>
            <p:cNvPr id="82" name="Google Shape;82;p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pic>
        <p:nvPicPr>
          <p:cNvPr id="87" name="Google Shape;87;p8"/>
          <p:cNvPicPr preferRelativeResize="0"/>
          <p:nvPr/>
        </p:nvPicPr>
        <p:blipFill>
          <a:blip r:embed="rId2">
            <a:alphaModFix/>
          </a:blip>
          <a:stretch>
            <a:fillRect/>
          </a:stretch>
        </p:blipFill>
        <p:spPr>
          <a:xfrm>
            <a:off x="0" y="0"/>
            <a:ext cx="9144003" cy="5143501"/>
          </a:xfrm>
          <a:prstGeom prst="rect">
            <a:avLst/>
          </a:prstGeom>
          <a:noFill/>
          <a:ln>
            <a:noFill/>
          </a:ln>
        </p:spPr>
      </p:pic>
      <p:sp>
        <p:nvSpPr>
          <p:cNvPr id="88" name="Google Shape;88;p8"/>
          <p:cNvSpPr txBox="1"/>
          <p:nvPr>
            <p:ph type="title"/>
          </p:nvPr>
        </p:nvSpPr>
        <p:spPr>
          <a:xfrm>
            <a:off x="2037100" y="1058150"/>
            <a:ext cx="5072400" cy="3214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9" name="Google Shape;89;p8"/>
          <p:cNvSpPr/>
          <p:nvPr/>
        </p:nvSpPr>
        <p:spPr>
          <a:xfrm rot="527880">
            <a:off x="6331956" y="38822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8"/>
          <p:cNvGrpSpPr/>
          <p:nvPr/>
        </p:nvGrpSpPr>
        <p:grpSpPr>
          <a:xfrm flipH="1">
            <a:off x="1001487" y="342553"/>
            <a:ext cx="472093" cy="385486"/>
            <a:chOff x="3093501" y="886401"/>
            <a:chExt cx="376440" cy="307405"/>
          </a:xfrm>
        </p:grpSpPr>
        <p:sp>
          <p:nvSpPr>
            <p:cNvPr id="91" name="Google Shape;91;p8"/>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8"/>
          <p:cNvGrpSpPr/>
          <p:nvPr/>
        </p:nvGrpSpPr>
        <p:grpSpPr>
          <a:xfrm flipH="1">
            <a:off x="5920836" y="4553967"/>
            <a:ext cx="319710" cy="261048"/>
            <a:chOff x="3093501" y="886401"/>
            <a:chExt cx="376440" cy="307405"/>
          </a:xfrm>
        </p:grpSpPr>
        <p:sp>
          <p:nvSpPr>
            <p:cNvPr id="96" name="Google Shape;96;p8"/>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pic>
        <p:nvPicPr>
          <p:cNvPr id="101" name="Google Shape;101;p9"/>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2" name="Google Shape;102;p9"/>
          <p:cNvSpPr txBox="1"/>
          <p:nvPr>
            <p:ph type="title"/>
          </p:nvPr>
        </p:nvSpPr>
        <p:spPr>
          <a:xfrm>
            <a:off x="4872475" y="1193225"/>
            <a:ext cx="3570600" cy="12918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4200"/>
              <a:buNone/>
              <a:defRPr sz="9000"/>
            </a:lvl1pPr>
            <a:lvl2pPr lvl="1" algn="ctr">
              <a:lnSpc>
                <a:spcPct val="115000"/>
              </a:lnSpc>
              <a:spcBef>
                <a:spcPts val="0"/>
              </a:spcBef>
              <a:spcAft>
                <a:spcPts val="0"/>
              </a:spcAft>
              <a:buSzPts val="4200"/>
              <a:buNone/>
              <a:defRPr sz="4200"/>
            </a:lvl2pPr>
            <a:lvl3pPr lvl="2" algn="ctr">
              <a:lnSpc>
                <a:spcPct val="115000"/>
              </a:lnSpc>
              <a:spcBef>
                <a:spcPts val="0"/>
              </a:spcBef>
              <a:spcAft>
                <a:spcPts val="0"/>
              </a:spcAft>
              <a:buSzPts val="4200"/>
              <a:buNone/>
              <a:defRPr sz="4200"/>
            </a:lvl3pPr>
            <a:lvl4pPr lvl="3" algn="ctr">
              <a:lnSpc>
                <a:spcPct val="115000"/>
              </a:lnSpc>
              <a:spcBef>
                <a:spcPts val="0"/>
              </a:spcBef>
              <a:spcAft>
                <a:spcPts val="0"/>
              </a:spcAft>
              <a:buSzPts val="4200"/>
              <a:buNone/>
              <a:defRPr sz="4200"/>
            </a:lvl4pPr>
            <a:lvl5pPr lvl="4" algn="ctr">
              <a:lnSpc>
                <a:spcPct val="115000"/>
              </a:lnSpc>
              <a:spcBef>
                <a:spcPts val="0"/>
              </a:spcBef>
              <a:spcAft>
                <a:spcPts val="0"/>
              </a:spcAft>
              <a:buSzPts val="4200"/>
              <a:buNone/>
              <a:defRPr sz="4200"/>
            </a:lvl5pPr>
            <a:lvl6pPr lvl="5" algn="ctr">
              <a:lnSpc>
                <a:spcPct val="115000"/>
              </a:lnSpc>
              <a:spcBef>
                <a:spcPts val="0"/>
              </a:spcBef>
              <a:spcAft>
                <a:spcPts val="0"/>
              </a:spcAft>
              <a:buSzPts val="4200"/>
              <a:buNone/>
              <a:defRPr sz="4200"/>
            </a:lvl6pPr>
            <a:lvl7pPr lvl="6" algn="ctr">
              <a:lnSpc>
                <a:spcPct val="115000"/>
              </a:lnSpc>
              <a:spcBef>
                <a:spcPts val="0"/>
              </a:spcBef>
              <a:spcAft>
                <a:spcPts val="0"/>
              </a:spcAft>
              <a:buSzPts val="4200"/>
              <a:buNone/>
              <a:defRPr sz="4200"/>
            </a:lvl7pPr>
            <a:lvl8pPr lvl="7" algn="ctr">
              <a:lnSpc>
                <a:spcPct val="115000"/>
              </a:lnSpc>
              <a:spcBef>
                <a:spcPts val="0"/>
              </a:spcBef>
              <a:spcAft>
                <a:spcPts val="0"/>
              </a:spcAft>
              <a:buSzPts val="4200"/>
              <a:buNone/>
              <a:defRPr sz="4200"/>
            </a:lvl8pPr>
            <a:lvl9pPr lvl="8" algn="ctr">
              <a:lnSpc>
                <a:spcPct val="115000"/>
              </a:lnSpc>
              <a:spcBef>
                <a:spcPts val="0"/>
              </a:spcBef>
              <a:spcAft>
                <a:spcPts val="0"/>
              </a:spcAft>
              <a:buSzPts val="4200"/>
              <a:buNone/>
              <a:defRPr sz="4200"/>
            </a:lvl9pPr>
          </a:lstStyle>
          <a:p/>
        </p:txBody>
      </p:sp>
      <p:sp>
        <p:nvSpPr>
          <p:cNvPr id="103" name="Google Shape;103;p9"/>
          <p:cNvSpPr txBox="1"/>
          <p:nvPr>
            <p:ph idx="1" type="subTitle"/>
          </p:nvPr>
        </p:nvSpPr>
        <p:spPr>
          <a:xfrm>
            <a:off x="4872475" y="2458325"/>
            <a:ext cx="3570600" cy="958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600"/>
              <a:buNone/>
              <a:defRPr sz="16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grpSp>
        <p:nvGrpSpPr>
          <p:cNvPr id="104" name="Google Shape;104;p9"/>
          <p:cNvGrpSpPr/>
          <p:nvPr/>
        </p:nvGrpSpPr>
        <p:grpSpPr>
          <a:xfrm flipH="1" rot="-1383529">
            <a:off x="4053218" y="342155"/>
            <a:ext cx="472092" cy="385487"/>
            <a:chOff x="3093501" y="886401"/>
            <a:chExt cx="376440" cy="307405"/>
          </a:xfrm>
        </p:grpSpPr>
        <p:sp>
          <p:nvSpPr>
            <p:cNvPr id="105" name="Google Shape;105;p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9"/>
          <p:cNvSpPr/>
          <p:nvPr/>
        </p:nvSpPr>
        <p:spPr>
          <a:xfrm rot="528001">
            <a:off x="8607074" y="1112779"/>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rot="527880">
            <a:off x="6506618" y="3855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1"/>
        </a:solidFill>
      </p:bgPr>
    </p:bg>
    <p:spTree>
      <p:nvGrpSpPr>
        <p:cNvPr id="111" name="Shape 111"/>
        <p:cNvGrpSpPr/>
        <p:nvPr/>
      </p:nvGrpSpPr>
      <p:grpSpPr>
        <a:xfrm>
          <a:off x="0" y="0"/>
          <a:ext cx="0" cy="0"/>
          <a:chOff x="0" y="0"/>
          <a:chExt cx="0" cy="0"/>
        </a:xfrm>
      </p:grpSpPr>
      <p:sp>
        <p:nvSpPr>
          <p:cNvPr id="112" name="Google Shape;112;p10"/>
          <p:cNvSpPr txBox="1"/>
          <p:nvPr>
            <p:ph idx="1" type="body"/>
          </p:nvPr>
        </p:nvSpPr>
        <p:spPr>
          <a:xfrm>
            <a:off x="713500" y="3909200"/>
            <a:ext cx="5669700" cy="699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indent="-228600" lvl="0" marL="457200" algn="ctr">
              <a:lnSpc>
                <a:spcPct val="115000"/>
              </a:lnSpc>
              <a:spcBef>
                <a:spcPts val="0"/>
              </a:spcBef>
              <a:spcAft>
                <a:spcPts val="0"/>
              </a:spcAft>
              <a:buSzPts val="1400"/>
              <a:buNone/>
              <a:defRPr sz="2500">
                <a:latin typeface="Londrina Solid"/>
                <a:ea typeface="Londrina Solid"/>
                <a:cs typeface="Londrina Solid"/>
                <a:sym typeface="Londrina Solid"/>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3" name="Shape 113"/>
        <p:cNvGrpSpPr/>
        <p:nvPr/>
      </p:nvGrpSpPr>
      <p:grpSpPr>
        <a:xfrm>
          <a:off x="0" y="0"/>
          <a:ext cx="0" cy="0"/>
          <a:chOff x="0" y="0"/>
          <a:chExt cx="0" cy="0"/>
        </a:xfrm>
      </p:grpSpPr>
      <p:pic>
        <p:nvPicPr>
          <p:cNvPr id="114" name="Google Shape;114;p11"/>
          <p:cNvPicPr preferRelativeResize="0"/>
          <p:nvPr/>
        </p:nvPicPr>
        <p:blipFill>
          <a:blip r:embed="rId2">
            <a:alphaModFix/>
          </a:blip>
          <a:stretch>
            <a:fillRect/>
          </a:stretch>
        </p:blipFill>
        <p:spPr>
          <a:xfrm>
            <a:off x="0" y="0"/>
            <a:ext cx="9144003" cy="5143501"/>
          </a:xfrm>
          <a:prstGeom prst="rect">
            <a:avLst/>
          </a:prstGeom>
          <a:noFill/>
          <a:ln>
            <a:noFill/>
          </a:ln>
        </p:spPr>
      </p:pic>
      <p:sp>
        <p:nvSpPr>
          <p:cNvPr id="115" name="Google Shape;115;p11"/>
          <p:cNvSpPr txBox="1"/>
          <p:nvPr>
            <p:ph hasCustomPrompt="1" type="title"/>
          </p:nvPr>
        </p:nvSpPr>
        <p:spPr>
          <a:xfrm>
            <a:off x="1317600" y="535300"/>
            <a:ext cx="6508800" cy="17364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6" name="Google Shape;116;p11"/>
          <p:cNvSpPr txBox="1"/>
          <p:nvPr>
            <p:ph idx="1" type="subTitle"/>
          </p:nvPr>
        </p:nvSpPr>
        <p:spPr>
          <a:xfrm>
            <a:off x="1317600" y="2186125"/>
            <a:ext cx="6508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sz="1600"/>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117" name="Google Shape;117;p11"/>
          <p:cNvSpPr/>
          <p:nvPr/>
        </p:nvSpPr>
        <p:spPr>
          <a:xfrm rot="527880">
            <a:off x="519218" y="15715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1342692">
            <a:off x="4686573" y="3079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1"/>
          <p:cNvGrpSpPr/>
          <p:nvPr/>
        </p:nvGrpSpPr>
        <p:grpSpPr>
          <a:xfrm flipH="1">
            <a:off x="8387848" y="608004"/>
            <a:ext cx="319710" cy="261048"/>
            <a:chOff x="3093501" y="886401"/>
            <a:chExt cx="376440" cy="307405"/>
          </a:xfrm>
        </p:grpSpPr>
        <p:sp>
          <p:nvSpPr>
            <p:cNvPr id="120" name="Google Shape;120;p11"/>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24" name="Shape 12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p:cSld name="CUSTOM_4">
    <p:spTree>
      <p:nvGrpSpPr>
        <p:cNvPr id="125" name="Shape 125"/>
        <p:cNvGrpSpPr/>
        <p:nvPr/>
      </p:nvGrpSpPr>
      <p:grpSpPr>
        <a:xfrm>
          <a:off x="0" y="0"/>
          <a:ext cx="0" cy="0"/>
          <a:chOff x="0" y="0"/>
          <a:chExt cx="0" cy="0"/>
        </a:xfrm>
      </p:grpSpPr>
      <p:pic>
        <p:nvPicPr>
          <p:cNvPr id="126" name="Google Shape;126;p13"/>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7" name="Google Shape;127;p13"/>
          <p:cNvSpPr txBox="1"/>
          <p:nvPr>
            <p:ph hasCustomPrompt="1" type="title"/>
          </p:nvPr>
        </p:nvSpPr>
        <p:spPr>
          <a:xfrm>
            <a:off x="709375" y="55212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28" name="Google Shape;128;p13"/>
          <p:cNvSpPr txBox="1"/>
          <p:nvPr>
            <p:ph idx="1" type="subTitle"/>
          </p:nvPr>
        </p:nvSpPr>
        <p:spPr>
          <a:xfrm>
            <a:off x="709375" y="123152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129" name="Google Shape;129;p13"/>
          <p:cNvSpPr txBox="1"/>
          <p:nvPr>
            <p:ph hasCustomPrompt="1" idx="2" type="title"/>
          </p:nvPr>
        </p:nvSpPr>
        <p:spPr>
          <a:xfrm>
            <a:off x="709375" y="344402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0" name="Google Shape;130;p13"/>
          <p:cNvSpPr txBox="1"/>
          <p:nvPr>
            <p:ph idx="3" type="subTitle"/>
          </p:nvPr>
        </p:nvSpPr>
        <p:spPr>
          <a:xfrm>
            <a:off x="709375" y="412342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131" name="Google Shape;131;p13"/>
          <p:cNvSpPr txBox="1"/>
          <p:nvPr>
            <p:ph hasCustomPrompt="1" idx="4" type="title"/>
          </p:nvPr>
        </p:nvSpPr>
        <p:spPr>
          <a:xfrm>
            <a:off x="709375" y="199807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2" name="Google Shape;132;p13"/>
          <p:cNvSpPr txBox="1"/>
          <p:nvPr>
            <p:ph idx="5" type="subTitle"/>
          </p:nvPr>
        </p:nvSpPr>
        <p:spPr>
          <a:xfrm>
            <a:off x="709375" y="267747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grpSp>
        <p:nvGrpSpPr>
          <p:cNvPr id="133" name="Google Shape;133;p13"/>
          <p:cNvGrpSpPr/>
          <p:nvPr/>
        </p:nvGrpSpPr>
        <p:grpSpPr>
          <a:xfrm flipH="1">
            <a:off x="8321986" y="555229"/>
            <a:ext cx="319710" cy="261048"/>
            <a:chOff x="3093501" y="886401"/>
            <a:chExt cx="376440" cy="307405"/>
          </a:xfrm>
        </p:grpSpPr>
        <p:sp>
          <p:nvSpPr>
            <p:cNvPr id="134" name="Google Shape;134;p1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13"/>
          <p:cNvGrpSpPr/>
          <p:nvPr/>
        </p:nvGrpSpPr>
        <p:grpSpPr>
          <a:xfrm flipH="1">
            <a:off x="447911" y="402829"/>
            <a:ext cx="319710" cy="261048"/>
            <a:chOff x="3093501" y="886401"/>
            <a:chExt cx="376440" cy="307405"/>
          </a:xfrm>
        </p:grpSpPr>
        <p:sp>
          <p:nvSpPr>
            <p:cNvPr id="139" name="Google Shape;139;p1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1">
  <p:cSld name="CUSTOM_4_1">
    <p:spTree>
      <p:nvGrpSpPr>
        <p:cNvPr id="143" name="Shape 143"/>
        <p:cNvGrpSpPr/>
        <p:nvPr/>
      </p:nvGrpSpPr>
      <p:grpSpPr>
        <a:xfrm>
          <a:off x="0" y="0"/>
          <a:ext cx="0" cy="0"/>
          <a:chOff x="0" y="0"/>
          <a:chExt cx="0" cy="0"/>
        </a:xfrm>
      </p:grpSpPr>
      <p:pic>
        <p:nvPicPr>
          <p:cNvPr id="144" name="Google Shape;144;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145" name="Google Shape;145;p14"/>
          <p:cNvSpPr txBox="1"/>
          <p:nvPr>
            <p:ph idx="1" type="subTitle"/>
          </p:nvPr>
        </p:nvSpPr>
        <p:spPr>
          <a:xfrm>
            <a:off x="709875"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6" name="Google Shape;146;p14"/>
          <p:cNvSpPr txBox="1"/>
          <p:nvPr>
            <p:ph type="title"/>
          </p:nvPr>
        </p:nvSpPr>
        <p:spPr>
          <a:xfrm>
            <a:off x="709875"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47" name="Google Shape;147;p14"/>
          <p:cNvSpPr txBox="1"/>
          <p:nvPr>
            <p:ph idx="2"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4"/>
          <p:cNvSpPr txBox="1"/>
          <p:nvPr>
            <p:ph idx="3" type="subTitle"/>
          </p:nvPr>
        </p:nvSpPr>
        <p:spPr>
          <a:xfrm>
            <a:off x="6140400"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9" name="Google Shape;149;p14"/>
          <p:cNvSpPr txBox="1"/>
          <p:nvPr>
            <p:ph idx="4" type="title"/>
          </p:nvPr>
        </p:nvSpPr>
        <p:spPr>
          <a:xfrm>
            <a:off x="6140400"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50" name="Google Shape;150;p14"/>
          <p:cNvSpPr txBox="1"/>
          <p:nvPr>
            <p:ph idx="5" type="subTitle"/>
          </p:nvPr>
        </p:nvSpPr>
        <p:spPr>
          <a:xfrm>
            <a:off x="3431500"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1" name="Google Shape;151;p14"/>
          <p:cNvSpPr txBox="1"/>
          <p:nvPr>
            <p:ph idx="6" type="title"/>
          </p:nvPr>
        </p:nvSpPr>
        <p:spPr>
          <a:xfrm>
            <a:off x="3431500"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52" name="Google Shape;152;p14"/>
          <p:cNvSpPr txBox="1"/>
          <p:nvPr>
            <p:ph hasCustomPrompt="1" idx="7" type="title"/>
          </p:nvPr>
        </p:nvSpPr>
        <p:spPr>
          <a:xfrm>
            <a:off x="1404975"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53" name="Google Shape;153;p14"/>
          <p:cNvSpPr txBox="1"/>
          <p:nvPr>
            <p:ph hasCustomPrompt="1" idx="8" type="title"/>
          </p:nvPr>
        </p:nvSpPr>
        <p:spPr>
          <a:xfrm>
            <a:off x="4124350"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54" name="Google Shape;154;p14"/>
          <p:cNvSpPr txBox="1"/>
          <p:nvPr>
            <p:ph hasCustomPrompt="1" idx="9" type="title"/>
          </p:nvPr>
        </p:nvSpPr>
        <p:spPr>
          <a:xfrm>
            <a:off x="6843725"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55" name="Google Shape;155;p14"/>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14"/>
          <p:cNvGrpSpPr/>
          <p:nvPr/>
        </p:nvGrpSpPr>
        <p:grpSpPr>
          <a:xfrm rot="5400000">
            <a:off x="-115316" y="4031073"/>
            <a:ext cx="1223111" cy="1284342"/>
            <a:chOff x="6183384" y="3220573"/>
            <a:chExt cx="1223111" cy="1284342"/>
          </a:xfrm>
        </p:grpSpPr>
        <p:sp>
          <p:nvSpPr>
            <p:cNvPr id="157" name="Google Shape;157;p14"/>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4"/>
          <p:cNvGrpSpPr/>
          <p:nvPr/>
        </p:nvGrpSpPr>
        <p:grpSpPr>
          <a:xfrm>
            <a:off x="243881" y="157609"/>
            <a:ext cx="821637" cy="748565"/>
            <a:chOff x="5516129" y="1632730"/>
            <a:chExt cx="652196" cy="594193"/>
          </a:xfrm>
        </p:grpSpPr>
        <p:sp>
          <p:nvSpPr>
            <p:cNvPr id="160" name="Google Shape;160;p14"/>
            <p:cNvSpPr/>
            <p:nvPr/>
          </p:nvSpPr>
          <p:spPr>
            <a:xfrm>
              <a:off x="5516129" y="1632730"/>
              <a:ext cx="652196" cy="594193"/>
            </a:xfrm>
            <a:custGeom>
              <a:rect b="b" l="l" r="r" t="t"/>
              <a:pathLst>
                <a:path extrusionOk="0" h="11955" w="13122">
                  <a:moveTo>
                    <a:pt x="6559" y="1"/>
                  </a:moveTo>
                  <a:cubicBezTo>
                    <a:pt x="5029" y="1"/>
                    <a:pt x="3499" y="585"/>
                    <a:pt x="2333" y="1754"/>
                  </a:cubicBezTo>
                  <a:cubicBezTo>
                    <a:pt x="0" y="4087"/>
                    <a:pt x="0" y="7872"/>
                    <a:pt x="2333" y="10205"/>
                  </a:cubicBezTo>
                  <a:cubicBezTo>
                    <a:pt x="3499" y="11371"/>
                    <a:pt x="5029" y="11954"/>
                    <a:pt x="6559" y="11954"/>
                  </a:cubicBezTo>
                  <a:cubicBezTo>
                    <a:pt x="8089" y="11954"/>
                    <a:pt x="9620" y="11371"/>
                    <a:pt x="10789" y="10205"/>
                  </a:cubicBezTo>
                  <a:cubicBezTo>
                    <a:pt x="13122" y="7872"/>
                    <a:pt x="13122" y="4087"/>
                    <a:pt x="10789" y="1754"/>
                  </a:cubicBezTo>
                  <a:cubicBezTo>
                    <a:pt x="9620" y="585"/>
                    <a:pt x="8089" y="1"/>
                    <a:pt x="655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5634372" y="1720506"/>
              <a:ext cx="418594" cy="418594"/>
            </a:xfrm>
            <a:custGeom>
              <a:rect b="b" l="l" r="r" t="t"/>
              <a:pathLst>
                <a:path extrusionOk="0" h="8422" w="8422">
                  <a:moveTo>
                    <a:pt x="4208" y="0"/>
                  </a:moveTo>
                  <a:cubicBezTo>
                    <a:pt x="1881" y="0"/>
                    <a:pt x="0" y="1887"/>
                    <a:pt x="0" y="4214"/>
                  </a:cubicBezTo>
                  <a:cubicBezTo>
                    <a:pt x="0" y="6540"/>
                    <a:pt x="1881" y="8421"/>
                    <a:pt x="4208" y="8421"/>
                  </a:cubicBezTo>
                  <a:cubicBezTo>
                    <a:pt x="6535" y="8421"/>
                    <a:pt x="8422" y="6540"/>
                    <a:pt x="8422" y="4214"/>
                  </a:cubicBezTo>
                  <a:cubicBezTo>
                    <a:pt x="8422" y="1887"/>
                    <a:pt x="6535" y="0"/>
                    <a:pt x="42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755199" y="1720357"/>
              <a:ext cx="208005" cy="37774"/>
            </a:xfrm>
            <a:custGeom>
              <a:rect b="b" l="l" r="r" t="t"/>
              <a:pathLst>
                <a:path extrusionOk="0" h="760" w="4185">
                  <a:moveTo>
                    <a:pt x="1779" y="1"/>
                  </a:moveTo>
                  <a:cubicBezTo>
                    <a:pt x="1175" y="1"/>
                    <a:pt x="567" y="131"/>
                    <a:pt x="0" y="397"/>
                  </a:cubicBezTo>
                  <a:cubicBezTo>
                    <a:pt x="185" y="582"/>
                    <a:pt x="463" y="651"/>
                    <a:pt x="712" y="669"/>
                  </a:cubicBezTo>
                  <a:cubicBezTo>
                    <a:pt x="764" y="672"/>
                    <a:pt x="817" y="674"/>
                    <a:pt x="869" y="674"/>
                  </a:cubicBezTo>
                  <a:cubicBezTo>
                    <a:pt x="1088" y="674"/>
                    <a:pt x="1306" y="645"/>
                    <a:pt x="1517" y="593"/>
                  </a:cubicBezTo>
                  <a:cubicBezTo>
                    <a:pt x="1667" y="564"/>
                    <a:pt x="1818" y="518"/>
                    <a:pt x="1968" y="483"/>
                  </a:cubicBezTo>
                  <a:cubicBezTo>
                    <a:pt x="2126" y="450"/>
                    <a:pt x="2291" y="428"/>
                    <a:pt x="2455" y="428"/>
                  </a:cubicBezTo>
                  <a:cubicBezTo>
                    <a:pt x="2490" y="428"/>
                    <a:pt x="2524" y="429"/>
                    <a:pt x="2558" y="431"/>
                  </a:cubicBezTo>
                  <a:cubicBezTo>
                    <a:pt x="2958" y="449"/>
                    <a:pt x="3317" y="634"/>
                    <a:pt x="3699" y="721"/>
                  </a:cubicBezTo>
                  <a:cubicBezTo>
                    <a:pt x="3820" y="747"/>
                    <a:pt x="3942" y="760"/>
                    <a:pt x="4063" y="760"/>
                  </a:cubicBezTo>
                  <a:cubicBezTo>
                    <a:pt x="4104" y="760"/>
                    <a:pt x="4144" y="758"/>
                    <a:pt x="4185" y="755"/>
                  </a:cubicBezTo>
                  <a:cubicBezTo>
                    <a:pt x="3466" y="256"/>
                    <a:pt x="2625" y="1"/>
                    <a:pt x="17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682981" y="1767674"/>
              <a:ext cx="341208" cy="70677"/>
            </a:xfrm>
            <a:custGeom>
              <a:rect b="b" l="l" r="r" t="t"/>
              <a:pathLst>
                <a:path extrusionOk="0" h="1422" w="6865">
                  <a:moveTo>
                    <a:pt x="5893" y="0"/>
                  </a:moveTo>
                  <a:cubicBezTo>
                    <a:pt x="5719" y="110"/>
                    <a:pt x="5528" y="185"/>
                    <a:pt x="5320" y="220"/>
                  </a:cubicBezTo>
                  <a:cubicBezTo>
                    <a:pt x="5275" y="225"/>
                    <a:pt x="5231" y="228"/>
                    <a:pt x="5187" y="228"/>
                  </a:cubicBezTo>
                  <a:cubicBezTo>
                    <a:pt x="4988" y="228"/>
                    <a:pt x="4791" y="180"/>
                    <a:pt x="4602" y="128"/>
                  </a:cubicBezTo>
                  <a:cubicBezTo>
                    <a:pt x="4388" y="64"/>
                    <a:pt x="4162" y="23"/>
                    <a:pt x="3936" y="18"/>
                  </a:cubicBezTo>
                  <a:cubicBezTo>
                    <a:pt x="3728" y="23"/>
                    <a:pt x="3519" y="75"/>
                    <a:pt x="3328" y="162"/>
                  </a:cubicBezTo>
                  <a:cubicBezTo>
                    <a:pt x="2952" y="324"/>
                    <a:pt x="2628" y="585"/>
                    <a:pt x="2246" y="730"/>
                  </a:cubicBezTo>
                  <a:cubicBezTo>
                    <a:pt x="2000" y="820"/>
                    <a:pt x="1743" y="865"/>
                    <a:pt x="1484" y="865"/>
                  </a:cubicBezTo>
                  <a:cubicBezTo>
                    <a:pt x="1329" y="865"/>
                    <a:pt x="1173" y="849"/>
                    <a:pt x="1019" y="816"/>
                  </a:cubicBezTo>
                  <a:cubicBezTo>
                    <a:pt x="828" y="782"/>
                    <a:pt x="649" y="706"/>
                    <a:pt x="492" y="602"/>
                  </a:cubicBezTo>
                  <a:cubicBezTo>
                    <a:pt x="382" y="527"/>
                    <a:pt x="284" y="440"/>
                    <a:pt x="180" y="371"/>
                  </a:cubicBezTo>
                  <a:cubicBezTo>
                    <a:pt x="116" y="440"/>
                    <a:pt x="58" y="504"/>
                    <a:pt x="0" y="573"/>
                  </a:cubicBezTo>
                  <a:cubicBezTo>
                    <a:pt x="35" y="643"/>
                    <a:pt x="87" y="706"/>
                    <a:pt x="145" y="758"/>
                  </a:cubicBezTo>
                  <a:cubicBezTo>
                    <a:pt x="244" y="851"/>
                    <a:pt x="348" y="926"/>
                    <a:pt x="463" y="996"/>
                  </a:cubicBezTo>
                  <a:cubicBezTo>
                    <a:pt x="695" y="1146"/>
                    <a:pt x="944" y="1268"/>
                    <a:pt x="1210" y="1343"/>
                  </a:cubicBezTo>
                  <a:cubicBezTo>
                    <a:pt x="1392" y="1396"/>
                    <a:pt x="1582" y="1422"/>
                    <a:pt x="1773" y="1422"/>
                  </a:cubicBezTo>
                  <a:cubicBezTo>
                    <a:pt x="1873" y="1422"/>
                    <a:pt x="1973" y="1415"/>
                    <a:pt x="2072" y="1401"/>
                  </a:cubicBezTo>
                  <a:cubicBezTo>
                    <a:pt x="2345" y="1349"/>
                    <a:pt x="2605" y="1256"/>
                    <a:pt x="2842" y="1123"/>
                  </a:cubicBezTo>
                  <a:cubicBezTo>
                    <a:pt x="3074" y="1007"/>
                    <a:pt x="3311" y="892"/>
                    <a:pt x="3572" y="857"/>
                  </a:cubicBezTo>
                  <a:cubicBezTo>
                    <a:pt x="3626" y="852"/>
                    <a:pt x="3680" y="850"/>
                    <a:pt x="3734" y="850"/>
                  </a:cubicBezTo>
                  <a:cubicBezTo>
                    <a:pt x="3950" y="850"/>
                    <a:pt x="4161" y="887"/>
                    <a:pt x="4365" y="961"/>
                  </a:cubicBezTo>
                  <a:cubicBezTo>
                    <a:pt x="4631" y="1048"/>
                    <a:pt x="4885" y="1169"/>
                    <a:pt x="5152" y="1250"/>
                  </a:cubicBezTo>
                  <a:cubicBezTo>
                    <a:pt x="5369" y="1316"/>
                    <a:pt x="5591" y="1351"/>
                    <a:pt x="5818" y="1351"/>
                  </a:cubicBezTo>
                  <a:cubicBezTo>
                    <a:pt x="5850" y="1351"/>
                    <a:pt x="5883" y="1350"/>
                    <a:pt x="5916" y="1349"/>
                  </a:cubicBezTo>
                  <a:cubicBezTo>
                    <a:pt x="6234" y="1337"/>
                    <a:pt x="6581" y="1291"/>
                    <a:pt x="6865" y="1135"/>
                  </a:cubicBezTo>
                  <a:cubicBezTo>
                    <a:pt x="6610" y="701"/>
                    <a:pt x="6280" y="319"/>
                    <a:pt x="58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a:off x="5641827" y="1840737"/>
              <a:ext cx="410592" cy="89713"/>
            </a:xfrm>
            <a:custGeom>
              <a:rect b="b" l="l" r="r" t="t"/>
              <a:pathLst>
                <a:path extrusionOk="0" h="1805" w="8261">
                  <a:moveTo>
                    <a:pt x="7872" y="0"/>
                  </a:moveTo>
                  <a:cubicBezTo>
                    <a:pt x="7533" y="203"/>
                    <a:pt x="7128" y="277"/>
                    <a:pt x="6730" y="277"/>
                  </a:cubicBezTo>
                  <a:cubicBezTo>
                    <a:pt x="6673" y="277"/>
                    <a:pt x="6615" y="275"/>
                    <a:pt x="6558" y="272"/>
                  </a:cubicBezTo>
                  <a:cubicBezTo>
                    <a:pt x="6286" y="255"/>
                    <a:pt x="6020" y="209"/>
                    <a:pt x="5760" y="145"/>
                  </a:cubicBezTo>
                  <a:cubicBezTo>
                    <a:pt x="5472" y="77"/>
                    <a:pt x="5181" y="17"/>
                    <a:pt x="4885" y="17"/>
                  </a:cubicBezTo>
                  <a:cubicBezTo>
                    <a:pt x="4829" y="17"/>
                    <a:pt x="4774" y="19"/>
                    <a:pt x="4718" y="24"/>
                  </a:cubicBezTo>
                  <a:cubicBezTo>
                    <a:pt x="4365" y="52"/>
                    <a:pt x="4070" y="209"/>
                    <a:pt x="3780" y="382"/>
                  </a:cubicBezTo>
                  <a:cubicBezTo>
                    <a:pt x="3497" y="550"/>
                    <a:pt x="3225" y="724"/>
                    <a:pt x="2912" y="834"/>
                  </a:cubicBezTo>
                  <a:cubicBezTo>
                    <a:pt x="2584" y="954"/>
                    <a:pt x="2234" y="1009"/>
                    <a:pt x="1885" y="1009"/>
                  </a:cubicBezTo>
                  <a:cubicBezTo>
                    <a:pt x="1630" y="1009"/>
                    <a:pt x="1376" y="980"/>
                    <a:pt x="1129" y="926"/>
                  </a:cubicBezTo>
                  <a:cubicBezTo>
                    <a:pt x="846" y="874"/>
                    <a:pt x="580" y="759"/>
                    <a:pt x="348" y="591"/>
                  </a:cubicBezTo>
                  <a:cubicBezTo>
                    <a:pt x="255" y="521"/>
                    <a:pt x="174" y="446"/>
                    <a:pt x="99" y="353"/>
                  </a:cubicBezTo>
                  <a:cubicBezTo>
                    <a:pt x="64" y="458"/>
                    <a:pt x="30" y="562"/>
                    <a:pt x="1" y="666"/>
                  </a:cubicBezTo>
                  <a:cubicBezTo>
                    <a:pt x="406" y="1106"/>
                    <a:pt x="996" y="1303"/>
                    <a:pt x="1587" y="1332"/>
                  </a:cubicBezTo>
                  <a:cubicBezTo>
                    <a:pt x="1656" y="1336"/>
                    <a:pt x="1726" y="1338"/>
                    <a:pt x="1795" y="1338"/>
                  </a:cubicBezTo>
                  <a:cubicBezTo>
                    <a:pt x="2003" y="1338"/>
                    <a:pt x="2210" y="1319"/>
                    <a:pt x="2414" y="1279"/>
                  </a:cubicBezTo>
                  <a:cubicBezTo>
                    <a:pt x="2733" y="1222"/>
                    <a:pt x="3034" y="1112"/>
                    <a:pt x="3346" y="1031"/>
                  </a:cubicBezTo>
                  <a:cubicBezTo>
                    <a:pt x="3553" y="971"/>
                    <a:pt x="3769" y="941"/>
                    <a:pt x="3985" y="941"/>
                  </a:cubicBezTo>
                  <a:cubicBezTo>
                    <a:pt x="4124" y="941"/>
                    <a:pt x="4263" y="954"/>
                    <a:pt x="4400" y="979"/>
                  </a:cubicBezTo>
                  <a:cubicBezTo>
                    <a:pt x="4712" y="1054"/>
                    <a:pt x="5019" y="1170"/>
                    <a:pt x="5302" y="1320"/>
                  </a:cubicBezTo>
                  <a:cubicBezTo>
                    <a:pt x="5615" y="1476"/>
                    <a:pt x="5939" y="1598"/>
                    <a:pt x="6275" y="1690"/>
                  </a:cubicBezTo>
                  <a:cubicBezTo>
                    <a:pt x="6552" y="1766"/>
                    <a:pt x="6840" y="1804"/>
                    <a:pt x="7127" y="1804"/>
                  </a:cubicBezTo>
                  <a:cubicBezTo>
                    <a:pt x="7212" y="1804"/>
                    <a:pt x="7296" y="1801"/>
                    <a:pt x="7380" y="1795"/>
                  </a:cubicBezTo>
                  <a:cubicBezTo>
                    <a:pt x="7693" y="1760"/>
                    <a:pt x="7994" y="1644"/>
                    <a:pt x="8260" y="1465"/>
                  </a:cubicBezTo>
                  <a:cubicBezTo>
                    <a:pt x="8220" y="955"/>
                    <a:pt x="8086" y="458"/>
                    <a:pt x="78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5674929" y="2038803"/>
              <a:ext cx="342102" cy="75846"/>
            </a:xfrm>
            <a:custGeom>
              <a:rect b="b" l="l" r="r" t="t"/>
              <a:pathLst>
                <a:path extrusionOk="0" h="1526" w="6883">
                  <a:moveTo>
                    <a:pt x="6194" y="1"/>
                  </a:moveTo>
                  <a:cubicBezTo>
                    <a:pt x="6018" y="1"/>
                    <a:pt x="5842" y="26"/>
                    <a:pt x="5684" y="67"/>
                  </a:cubicBezTo>
                  <a:cubicBezTo>
                    <a:pt x="5181" y="200"/>
                    <a:pt x="4758" y="530"/>
                    <a:pt x="4272" y="727"/>
                  </a:cubicBezTo>
                  <a:cubicBezTo>
                    <a:pt x="4008" y="837"/>
                    <a:pt x="3735" y="886"/>
                    <a:pt x="3460" y="886"/>
                  </a:cubicBezTo>
                  <a:cubicBezTo>
                    <a:pt x="3185" y="886"/>
                    <a:pt x="2909" y="837"/>
                    <a:pt x="2640" y="750"/>
                  </a:cubicBezTo>
                  <a:cubicBezTo>
                    <a:pt x="2148" y="588"/>
                    <a:pt x="1708" y="304"/>
                    <a:pt x="1210" y="154"/>
                  </a:cubicBezTo>
                  <a:cubicBezTo>
                    <a:pt x="1040" y="95"/>
                    <a:pt x="862" y="65"/>
                    <a:pt x="683" y="65"/>
                  </a:cubicBezTo>
                  <a:cubicBezTo>
                    <a:pt x="631" y="65"/>
                    <a:pt x="579" y="67"/>
                    <a:pt x="527" y="73"/>
                  </a:cubicBezTo>
                  <a:cubicBezTo>
                    <a:pt x="330" y="90"/>
                    <a:pt x="151" y="177"/>
                    <a:pt x="0" y="304"/>
                  </a:cubicBezTo>
                  <a:cubicBezTo>
                    <a:pt x="377" y="814"/>
                    <a:pt x="857" y="1230"/>
                    <a:pt x="1418" y="1525"/>
                  </a:cubicBezTo>
                  <a:cubicBezTo>
                    <a:pt x="1563" y="1392"/>
                    <a:pt x="1731" y="1294"/>
                    <a:pt x="1922" y="1236"/>
                  </a:cubicBezTo>
                  <a:cubicBezTo>
                    <a:pt x="2095" y="1182"/>
                    <a:pt x="2281" y="1153"/>
                    <a:pt x="2466" y="1153"/>
                  </a:cubicBezTo>
                  <a:cubicBezTo>
                    <a:pt x="2497" y="1153"/>
                    <a:pt x="2528" y="1153"/>
                    <a:pt x="2559" y="1155"/>
                  </a:cubicBezTo>
                  <a:cubicBezTo>
                    <a:pt x="2919" y="1160"/>
                    <a:pt x="3270" y="1216"/>
                    <a:pt x="3628" y="1216"/>
                  </a:cubicBezTo>
                  <a:cubicBezTo>
                    <a:pt x="3673" y="1216"/>
                    <a:pt x="3718" y="1215"/>
                    <a:pt x="3763" y="1213"/>
                  </a:cubicBezTo>
                  <a:cubicBezTo>
                    <a:pt x="3977" y="1201"/>
                    <a:pt x="4185" y="1155"/>
                    <a:pt x="4388" y="1080"/>
                  </a:cubicBezTo>
                  <a:cubicBezTo>
                    <a:pt x="4602" y="987"/>
                    <a:pt x="4804" y="877"/>
                    <a:pt x="5007" y="756"/>
                  </a:cubicBezTo>
                  <a:cubicBezTo>
                    <a:pt x="5331" y="565"/>
                    <a:pt x="5684" y="432"/>
                    <a:pt x="6055" y="368"/>
                  </a:cubicBezTo>
                  <a:cubicBezTo>
                    <a:pt x="6148" y="352"/>
                    <a:pt x="6248" y="341"/>
                    <a:pt x="6350" y="341"/>
                  </a:cubicBezTo>
                  <a:cubicBezTo>
                    <a:pt x="6474" y="341"/>
                    <a:pt x="6599" y="358"/>
                    <a:pt x="6714" y="403"/>
                  </a:cubicBezTo>
                  <a:cubicBezTo>
                    <a:pt x="6772" y="322"/>
                    <a:pt x="6830" y="246"/>
                    <a:pt x="6882" y="165"/>
                  </a:cubicBezTo>
                  <a:cubicBezTo>
                    <a:pt x="6681" y="48"/>
                    <a:pt x="6437" y="1"/>
                    <a:pt x="61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636062" y="1936017"/>
              <a:ext cx="412034" cy="96622"/>
            </a:xfrm>
            <a:custGeom>
              <a:rect b="b" l="l" r="r" t="t"/>
              <a:pathLst>
                <a:path extrusionOk="0" h="1944" w="8290">
                  <a:moveTo>
                    <a:pt x="1223" y="1"/>
                  </a:moveTo>
                  <a:cubicBezTo>
                    <a:pt x="1005" y="1"/>
                    <a:pt x="787" y="36"/>
                    <a:pt x="580" y="103"/>
                  </a:cubicBezTo>
                  <a:cubicBezTo>
                    <a:pt x="383" y="167"/>
                    <a:pt x="140" y="254"/>
                    <a:pt x="1" y="422"/>
                  </a:cubicBezTo>
                  <a:cubicBezTo>
                    <a:pt x="70" y="960"/>
                    <a:pt x="238" y="1475"/>
                    <a:pt x="505" y="1944"/>
                  </a:cubicBezTo>
                  <a:cubicBezTo>
                    <a:pt x="574" y="1869"/>
                    <a:pt x="643" y="1799"/>
                    <a:pt x="724" y="1736"/>
                  </a:cubicBezTo>
                  <a:cubicBezTo>
                    <a:pt x="997" y="1527"/>
                    <a:pt x="1321" y="1400"/>
                    <a:pt x="1662" y="1359"/>
                  </a:cubicBezTo>
                  <a:cubicBezTo>
                    <a:pt x="1778" y="1342"/>
                    <a:pt x="1894" y="1334"/>
                    <a:pt x="2011" y="1334"/>
                  </a:cubicBezTo>
                  <a:cubicBezTo>
                    <a:pt x="2209" y="1334"/>
                    <a:pt x="2409" y="1358"/>
                    <a:pt x="2606" y="1406"/>
                  </a:cubicBezTo>
                  <a:cubicBezTo>
                    <a:pt x="2895" y="1475"/>
                    <a:pt x="3173" y="1602"/>
                    <a:pt x="3468" y="1672"/>
                  </a:cubicBezTo>
                  <a:cubicBezTo>
                    <a:pt x="3643" y="1711"/>
                    <a:pt x="3821" y="1730"/>
                    <a:pt x="4001" y="1730"/>
                  </a:cubicBezTo>
                  <a:cubicBezTo>
                    <a:pt x="4142" y="1730"/>
                    <a:pt x="4283" y="1718"/>
                    <a:pt x="4423" y="1695"/>
                  </a:cubicBezTo>
                  <a:cubicBezTo>
                    <a:pt x="4736" y="1649"/>
                    <a:pt x="5048" y="1556"/>
                    <a:pt x="5332" y="1411"/>
                  </a:cubicBezTo>
                  <a:cubicBezTo>
                    <a:pt x="5615" y="1267"/>
                    <a:pt x="5864" y="1076"/>
                    <a:pt x="6148" y="931"/>
                  </a:cubicBezTo>
                  <a:cubicBezTo>
                    <a:pt x="6420" y="792"/>
                    <a:pt x="6709" y="700"/>
                    <a:pt x="7016" y="659"/>
                  </a:cubicBezTo>
                  <a:cubicBezTo>
                    <a:pt x="7083" y="652"/>
                    <a:pt x="7151" y="648"/>
                    <a:pt x="7219" y="648"/>
                  </a:cubicBezTo>
                  <a:cubicBezTo>
                    <a:pt x="7419" y="648"/>
                    <a:pt x="7619" y="680"/>
                    <a:pt x="7809" y="740"/>
                  </a:cubicBezTo>
                  <a:cubicBezTo>
                    <a:pt x="7965" y="781"/>
                    <a:pt x="8116" y="850"/>
                    <a:pt x="8243" y="943"/>
                  </a:cubicBezTo>
                  <a:cubicBezTo>
                    <a:pt x="8260" y="879"/>
                    <a:pt x="8278" y="815"/>
                    <a:pt x="8289" y="752"/>
                  </a:cubicBezTo>
                  <a:lnTo>
                    <a:pt x="8220" y="700"/>
                  </a:lnTo>
                  <a:cubicBezTo>
                    <a:pt x="7901" y="480"/>
                    <a:pt x="7537" y="329"/>
                    <a:pt x="7155" y="277"/>
                  </a:cubicBezTo>
                  <a:cubicBezTo>
                    <a:pt x="7071" y="260"/>
                    <a:pt x="6987" y="251"/>
                    <a:pt x="6903" y="251"/>
                  </a:cubicBezTo>
                  <a:cubicBezTo>
                    <a:pt x="6819" y="251"/>
                    <a:pt x="6735" y="260"/>
                    <a:pt x="6651" y="277"/>
                  </a:cubicBezTo>
                  <a:cubicBezTo>
                    <a:pt x="6495" y="312"/>
                    <a:pt x="6345" y="370"/>
                    <a:pt x="6206" y="445"/>
                  </a:cubicBezTo>
                  <a:cubicBezTo>
                    <a:pt x="5922" y="607"/>
                    <a:pt x="5621" y="728"/>
                    <a:pt x="5303" y="815"/>
                  </a:cubicBezTo>
                  <a:cubicBezTo>
                    <a:pt x="5055" y="878"/>
                    <a:pt x="4797" y="910"/>
                    <a:pt x="4539" y="910"/>
                  </a:cubicBezTo>
                  <a:cubicBezTo>
                    <a:pt x="4466" y="910"/>
                    <a:pt x="4392" y="907"/>
                    <a:pt x="4319" y="902"/>
                  </a:cubicBezTo>
                  <a:cubicBezTo>
                    <a:pt x="4000" y="867"/>
                    <a:pt x="3688" y="792"/>
                    <a:pt x="3387" y="682"/>
                  </a:cubicBezTo>
                  <a:cubicBezTo>
                    <a:pt x="3080" y="572"/>
                    <a:pt x="2779" y="445"/>
                    <a:pt x="2472" y="323"/>
                  </a:cubicBezTo>
                  <a:cubicBezTo>
                    <a:pt x="2166" y="184"/>
                    <a:pt x="1847" y="86"/>
                    <a:pt x="1517" y="22"/>
                  </a:cubicBezTo>
                  <a:cubicBezTo>
                    <a:pt x="1420" y="8"/>
                    <a:pt x="1322" y="1"/>
                    <a:pt x="12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14"/>
          <p:cNvSpPr/>
          <p:nvPr/>
        </p:nvSpPr>
        <p:spPr>
          <a:xfrm rot="2003581">
            <a:off x="8537299" y="171415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rot="527880">
            <a:off x="1357143" y="35140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rot="-5400000">
            <a:off x="5851649" y="4593979"/>
            <a:ext cx="166101"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71" name="Shape 171"/>
        <p:cNvGrpSpPr/>
        <p:nvPr/>
      </p:nvGrpSpPr>
      <p:grpSpPr>
        <a:xfrm>
          <a:off x="0" y="0"/>
          <a:ext cx="0" cy="0"/>
          <a:chOff x="0" y="0"/>
          <a:chExt cx="0" cy="0"/>
        </a:xfrm>
      </p:grpSpPr>
      <p:pic>
        <p:nvPicPr>
          <p:cNvPr id="172" name="Google Shape;172;p15"/>
          <p:cNvPicPr preferRelativeResize="0"/>
          <p:nvPr/>
        </p:nvPicPr>
        <p:blipFill>
          <a:blip r:embed="rId2">
            <a:alphaModFix/>
          </a:blip>
          <a:stretch>
            <a:fillRect/>
          </a:stretch>
        </p:blipFill>
        <p:spPr>
          <a:xfrm>
            <a:off x="0" y="0"/>
            <a:ext cx="9144003" cy="5143501"/>
          </a:xfrm>
          <a:prstGeom prst="rect">
            <a:avLst/>
          </a:prstGeom>
          <a:noFill/>
          <a:ln>
            <a:noFill/>
          </a:ln>
        </p:spPr>
      </p:pic>
      <p:sp>
        <p:nvSpPr>
          <p:cNvPr id="173" name="Google Shape;173;p15"/>
          <p:cNvSpPr txBox="1"/>
          <p:nvPr>
            <p:ph type="title"/>
          </p:nvPr>
        </p:nvSpPr>
        <p:spPr>
          <a:xfrm>
            <a:off x="3420025" y="3286300"/>
            <a:ext cx="5013000" cy="548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None/>
              <a:defRPr sz="3000"/>
            </a:lvl1pPr>
            <a:lvl2pPr lvl="1" rtl="0" algn="r">
              <a:lnSpc>
                <a:spcPct val="115000"/>
              </a:lnSpc>
              <a:spcBef>
                <a:spcPts val="0"/>
              </a:spcBef>
              <a:spcAft>
                <a:spcPts val="0"/>
              </a:spcAft>
              <a:buSzPts val="2400"/>
              <a:buNone/>
              <a:defRPr sz="2400"/>
            </a:lvl2pPr>
            <a:lvl3pPr lvl="2" rtl="0" algn="r">
              <a:lnSpc>
                <a:spcPct val="115000"/>
              </a:lnSpc>
              <a:spcBef>
                <a:spcPts val="0"/>
              </a:spcBef>
              <a:spcAft>
                <a:spcPts val="0"/>
              </a:spcAft>
              <a:buSzPts val="2400"/>
              <a:buNone/>
              <a:defRPr sz="2400"/>
            </a:lvl3pPr>
            <a:lvl4pPr lvl="3" rtl="0" algn="r">
              <a:lnSpc>
                <a:spcPct val="115000"/>
              </a:lnSpc>
              <a:spcBef>
                <a:spcPts val="0"/>
              </a:spcBef>
              <a:spcAft>
                <a:spcPts val="0"/>
              </a:spcAft>
              <a:buSzPts val="2400"/>
              <a:buNone/>
              <a:defRPr sz="2400"/>
            </a:lvl4pPr>
            <a:lvl5pPr lvl="4" rtl="0" algn="r">
              <a:lnSpc>
                <a:spcPct val="115000"/>
              </a:lnSpc>
              <a:spcBef>
                <a:spcPts val="0"/>
              </a:spcBef>
              <a:spcAft>
                <a:spcPts val="0"/>
              </a:spcAft>
              <a:buSzPts val="2400"/>
              <a:buNone/>
              <a:defRPr sz="2400"/>
            </a:lvl5pPr>
            <a:lvl6pPr lvl="5" rtl="0" algn="r">
              <a:lnSpc>
                <a:spcPct val="115000"/>
              </a:lnSpc>
              <a:spcBef>
                <a:spcPts val="0"/>
              </a:spcBef>
              <a:spcAft>
                <a:spcPts val="0"/>
              </a:spcAft>
              <a:buSzPts val="2400"/>
              <a:buNone/>
              <a:defRPr sz="2400"/>
            </a:lvl6pPr>
            <a:lvl7pPr lvl="6" rtl="0" algn="r">
              <a:lnSpc>
                <a:spcPct val="115000"/>
              </a:lnSpc>
              <a:spcBef>
                <a:spcPts val="0"/>
              </a:spcBef>
              <a:spcAft>
                <a:spcPts val="0"/>
              </a:spcAft>
              <a:buSzPts val="2400"/>
              <a:buNone/>
              <a:defRPr sz="2400"/>
            </a:lvl7pPr>
            <a:lvl8pPr lvl="7" rtl="0" algn="r">
              <a:lnSpc>
                <a:spcPct val="115000"/>
              </a:lnSpc>
              <a:spcBef>
                <a:spcPts val="0"/>
              </a:spcBef>
              <a:spcAft>
                <a:spcPts val="0"/>
              </a:spcAft>
              <a:buSzPts val="2400"/>
              <a:buNone/>
              <a:defRPr sz="2400"/>
            </a:lvl8pPr>
            <a:lvl9pPr lvl="8" rtl="0" algn="r">
              <a:lnSpc>
                <a:spcPct val="115000"/>
              </a:lnSpc>
              <a:spcBef>
                <a:spcPts val="0"/>
              </a:spcBef>
              <a:spcAft>
                <a:spcPts val="0"/>
              </a:spcAft>
              <a:buSzPts val="2400"/>
              <a:buNone/>
              <a:defRPr sz="2400"/>
            </a:lvl9pPr>
          </a:lstStyle>
          <a:p/>
        </p:txBody>
      </p:sp>
      <p:sp>
        <p:nvSpPr>
          <p:cNvPr id="174" name="Google Shape;174;p15"/>
          <p:cNvSpPr txBox="1"/>
          <p:nvPr>
            <p:ph idx="1" type="subTitle"/>
          </p:nvPr>
        </p:nvSpPr>
        <p:spPr>
          <a:xfrm>
            <a:off x="3420025" y="1308800"/>
            <a:ext cx="5013000" cy="19020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2000"/>
              <a:buNone/>
              <a:defRPr sz="2400"/>
            </a:lvl1pPr>
            <a:lvl2pPr lvl="1" rtl="0" algn="r">
              <a:lnSpc>
                <a:spcPct val="115000"/>
              </a:lnSpc>
              <a:spcBef>
                <a:spcPts val="0"/>
              </a:spcBef>
              <a:spcAft>
                <a:spcPts val="0"/>
              </a:spcAft>
              <a:buSzPts val="1400"/>
              <a:buNone/>
              <a:defRPr/>
            </a:lvl2pPr>
            <a:lvl3pPr lvl="2" rtl="0" algn="r">
              <a:lnSpc>
                <a:spcPct val="115000"/>
              </a:lnSpc>
              <a:spcBef>
                <a:spcPts val="0"/>
              </a:spcBef>
              <a:spcAft>
                <a:spcPts val="0"/>
              </a:spcAft>
              <a:buSzPts val="1400"/>
              <a:buNone/>
              <a:defRPr/>
            </a:lvl3pPr>
            <a:lvl4pPr lvl="3" rtl="0" algn="r">
              <a:lnSpc>
                <a:spcPct val="115000"/>
              </a:lnSpc>
              <a:spcBef>
                <a:spcPts val="0"/>
              </a:spcBef>
              <a:spcAft>
                <a:spcPts val="0"/>
              </a:spcAft>
              <a:buSzPts val="1400"/>
              <a:buNone/>
              <a:defRPr/>
            </a:lvl4pPr>
            <a:lvl5pPr lvl="4" rtl="0" algn="r">
              <a:lnSpc>
                <a:spcPct val="115000"/>
              </a:lnSpc>
              <a:spcBef>
                <a:spcPts val="0"/>
              </a:spcBef>
              <a:spcAft>
                <a:spcPts val="0"/>
              </a:spcAft>
              <a:buSzPts val="1400"/>
              <a:buNone/>
              <a:defRPr/>
            </a:lvl5pPr>
            <a:lvl6pPr lvl="5" rtl="0" algn="r">
              <a:lnSpc>
                <a:spcPct val="115000"/>
              </a:lnSpc>
              <a:spcBef>
                <a:spcPts val="0"/>
              </a:spcBef>
              <a:spcAft>
                <a:spcPts val="0"/>
              </a:spcAft>
              <a:buSzPts val="1400"/>
              <a:buNone/>
              <a:defRPr/>
            </a:lvl6pPr>
            <a:lvl7pPr lvl="6" rtl="0" algn="r">
              <a:lnSpc>
                <a:spcPct val="115000"/>
              </a:lnSpc>
              <a:spcBef>
                <a:spcPts val="0"/>
              </a:spcBef>
              <a:spcAft>
                <a:spcPts val="0"/>
              </a:spcAft>
              <a:buSzPts val="1400"/>
              <a:buNone/>
              <a:defRPr/>
            </a:lvl7pPr>
            <a:lvl8pPr lvl="7" rtl="0" algn="r">
              <a:lnSpc>
                <a:spcPct val="115000"/>
              </a:lnSpc>
              <a:spcBef>
                <a:spcPts val="0"/>
              </a:spcBef>
              <a:spcAft>
                <a:spcPts val="0"/>
              </a:spcAft>
              <a:buSzPts val="1400"/>
              <a:buNone/>
              <a:defRPr/>
            </a:lvl8pPr>
            <a:lvl9pPr lvl="8" rtl="0" algn="r">
              <a:lnSpc>
                <a:spcPct val="115000"/>
              </a:lnSpc>
              <a:spcBef>
                <a:spcPts val="0"/>
              </a:spcBef>
              <a:spcAft>
                <a:spcPts val="0"/>
              </a:spcAft>
              <a:buSzPts val="1400"/>
              <a:buNone/>
              <a:defRPr/>
            </a:lvl9pPr>
          </a:lstStyle>
          <a:p/>
        </p:txBody>
      </p:sp>
      <p:grpSp>
        <p:nvGrpSpPr>
          <p:cNvPr id="175" name="Google Shape;175;p15"/>
          <p:cNvGrpSpPr/>
          <p:nvPr/>
        </p:nvGrpSpPr>
        <p:grpSpPr>
          <a:xfrm>
            <a:off x="-1073259" y="-47900"/>
            <a:ext cx="4087807" cy="2111185"/>
            <a:chOff x="-1073259" y="-47900"/>
            <a:chExt cx="4087807" cy="2111185"/>
          </a:xfrm>
        </p:grpSpPr>
        <p:sp>
          <p:nvSpPr>
            <p:cNvPr id="176" name="Google Shape;176;p15"/>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15"/>
          <p:cNvSpPr/>
          <p:nvPr/>
        </p:nvSpPr>
        <p:spPr>
          <a:xfrm rot="2003581">
            <a:off x="3129649" y="4640928"/>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79" name="Shape 179"/>
        <p:cNvGrpSpPr/>
        <p:nvPr/>
      </p:nvGrpSpPr>
      <p:grpSpPr>
        <a:xfrm>
          <a:off x="0" y="0"/>
          <a:ext cx="0" cy="0"/>
          <a:chOff x="0" y="0"/>
          <a:chExt cx="0" cy="0"/>
        </a:xfrm>
      </p:grpSpPr>
      <p:pic>
        <p:nvPicPr>
          <p:cNvPr id="180" name="Google Shape;180;p16"/>
          <p:cNvPicPr preferRelativeResize="0"/>
          <p:nvPr/>
        </p:nvPicPr>
        <p:blipFill>
          <a:blip r:embed="rId2">
            <a:alphaModFix/>
          </a:blip>
          <a:stretch>
            <a:fillRect/>
          </a:stretch>
        </p:blipFill>
        <p:spPr>
          <a:xfrm>
            <a:off x="0" y="0"/>
            <a:ext cx="9144003" cy="5143501"/>
          </a:xfrm>
          <a:prstGeom prst="rect">
            <a:avLst/>
          </a:prstGeom>
          <a:noFill/>
          <a:ln>
            <a:noFill/>
          </a:ln>
        </p:spPr>
      </p:pic>
      <p:sp>
        <p:nvSpPr>
          <p:cNvPr id="181" name="Google Shape;181;p16"/>
          <p:cNvSpPr txBox="1"/>
          <p:nvPr>
            <p:ph type="title"/>
          </p:nvPr>
        </p:nvSpPr>
        <p:spPr>
          <a:xfrm>
            <a:off x="713500" y="540425"/>
            <a:ext cx="2945400" cy="113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182" name="Google Shape;182;p16"/>
          <p:cNvSpPr txBox="1"/>
          <p:nvPr>
            <p:ph idx="1" type="subTitle"/>
          </p:nvPr>
        </p:nvSpPr>
        <p:spPr>
          <a:xfrm>
            <a:off x="3409950" y="1896484"/>
            <a:ext cx="2324100" cy="525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3" name="Google Shape;183;p16"/>
          <p:cNvSpPr txBox="1"/>
          <p:nvPr>
            <p:ph idx="2" type="title"/>
          </p:nvPr>
        </p:nvSpPr>
        <p:spPr>
          <a:xfrm>
            <a:off x="3409950" y="1481113"/>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84" name="Google Shape;184;p16"/>
          <p:cNvSpPr txBox="1"/>
          <p:nvPr>
            <p:ph hasCustomPrompt="1" idx="3" type="title"/>
          </p:nvPr>
        </p:nvSpPr>
        <p:spPr>
          <a:xfrm>
            <a:off x="4263750" y="799272"/>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185" name="Google Shape;185;p16"/>
          <p:cNvSpPr txBox="1"/>
          <p:nvPr>
            <p:ph idx="4" type="subTitle"/>
          </p:nvPr>
        </p:nvSpPr>
        <p:spPr>
          <a:xfrm>
            <a:off x="6099950" y="1892125"/>
            <a:ext cx="2324100" cy="525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6" name="Google Shape;186;p16"/>
          <p:cNvSpPr txBox="1"/>
          <p:nvPr>
            <p:ph idx="5" type="title"/>
          </p:nvPr>
        </p:nvSpPr>
        <p:spPr>
          <a:xfrm>
            <a:off x="6099950" y="1476000"/>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87" name="Google Shape;187;p16"/>
          <p:cNvSpPr txBox="1"/>
          <p:nvPr>
            <p:ph hasCustomPrompt="1" idx="6" type="title"/>
          </p:nvPr>
        </p:nvSpPr>
        <p:spPr>
          <a:xfrm>
            <a:off x="6953750" y="794160"/>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188" name="Google Shape;188;p16"/>
          <p:cNvSpPr txBox="1"/>
          <p:nvPr>
            <p:ph idx="7" type="subTitle"/>
          </p:nvPr>
        </p:nvSpPr>
        <p:spPr>
          <a:xfrm>
            <a:off x="3409950" y="4061698"/>
            <a:ext cx="2324100" cy="521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9" name="Google Shape;189;p16"/>
          <p:cNvSpPr txBox="1"/>
          <p:nvPr>
            <p:ph idx="8" type="title"/>
          </p:nvPr>
        </p:nvSpPr>
        <p:spPr>
          <a:xfrm>
            <a:off x="3409950" y="3646363"/>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90" name="Google Shape;190;p16"/>
          <p:cNvSpPr txBox="1"/>
          <p:nvPr>
            <p:ph hasCustomPrompt="1" idx="9" type="title"/>
          </p:nvPr>
        </p:nvSpPr>
        <p:spPr>
          <a:xfrm>
            <a:off x="4263750" y="2964522"/>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191" name="Google Shape;191;p16"/>
          <p:cNvSpPr txBox="1"/>
          <p:nvPr>
            <p:ph idx="13" type="subTitle"/>
          </p:nvPr>
        </p:nvSpPr>
        <p:spPr>
          <a:xfrm>
            <a:off x="6099950" y="4057375"/>
            <a:ext cx="2324100" cy="521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2" name="Google Shape;192;p16"/>
          <p:cNvSpPr txBox="1"/>
          <p:nvPr>
            <p:ph idx="14" type="title"/>
          </p:nvPr>
        </p:nvSpPr>
        <p:spPr>
          <a:xfrm>
            <a:off x="6099950" y="3641250"/>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193" name="Google Shape;193;p16"/>
          <p:cNvSpPr txBox="1"/>
          <p:nvPr>
            <p:ph hasCustomPrompt="1" idx="15" type="title"/>
          </p:nvPr>
        </p:nvSpPr>
        <p:spPr>
          <a:xfrm>
            <a:off x="6953750" y="2959410"/>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194" name="Google Shape;194;p16"/>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16"/>
          <p:cNvGrpSpPr/>
          <p:nvPr/>
        </p:nvGrpSpPr>
        <p:grpSpPr>
          <a:xfrm rot="5400000">
            <a:off x="-115316" y="4031073"/>
            <a:ext cx="1223111" cy="1284342"/>
            <a:chOff x="6183384" y="3220573"/>
            <a:chExt cx="1223111" cy="1284342"/>
          </a:xfrm>
        </p:grpSpPr>
        <p:sp>
          <p:nvSpPr>
            <p:cNvPr id="196" name="Google Shape;196;p16"/>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 name="Google Shape;198;p16"/>
          <p:cNvSpPr/>
          <p:nvPr/>
        </p:nvSpPr>
        <p:spPr>
          <a:xfrm rot="10800000">
            <a:off x="7780722" y="-182174"/>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
          <p:cNvSpPr/>
          <p:nvPr/>
        </p:nvSpPr>
        <p:spPr>
          <a:xfrm rot="528001">
            <a:off x="8497174" y="29711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
          <p:cNvSpPr/>
          <p:nvPr/>
        </p:nvSpPr>
        <p:spPr>
          <a:xfrm rot="528001">
            <a:off x="3387099" y="420092"/>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
    <p:spTree>
      <p:nvGrpSpPr>
        <p:cNvPr id="201" name="Shape 201"/>
        <p:cNvGrpSpPr/>
        <p:nvPr/>
      </p:nvGrpSpPr>
      <p:grpSpPr>
        <a:xfrm>
          <a:off x="0" y="0"/>
          <a:ext cx="0" cy="0"/>
          <a:chOff x="0" y="0"/>
          <a:chExt cx="0" cy="0"/>
        </a:xfrm>
      </p:grpSpPr>
      <p:pic>
        <p:nvPicPr>
          <p:cNvPr id="202" name="Google Shape;202;p17"/>
          <p:cNvPicPr preferRelativeResize="0"/>
          <p:nvPr/>
        </p:nvPicPr>
        <p:blipFill>
          <a:blip r:embed="rId2">
            <a:alphaModFix/>
          </a:blip>
          <a:stretch>
            <a:fillRect/>
          </a:stretch>
        </p:blipFill>
        <p:spPr>
          <a:xfrm>
            <a:off x="0" y="0"/>
            <a:ext cx="9144003" cy="5143501"/>
          </a:xfrm>
          <a:prstGeom prst="rect">
            <a:avLst/>
          </a:prstGeom>
          <a:noFill/>
          <a:ln>
            <a:noFill/>
          </a:ln>
        </p:spPr>
      </p:pic>
      <p:sp>
        <p:nvSpPr>
          <p:cNvPr id="203" name="Google Shape;203;p17"/>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4" name="Google Shape;204;p17"/>
          <p:cNvSpPr txBox="1"/>
          <p:nvPr>
            <p:ph idx="1" type="subTitle"/>
          </p:nvPr>
        </p:nvSpPr>
        <p:spPr>
          <a:xfrm>
            <a:off x="709875" y="2927375"/>
            <a:ext cx="2451000" cy="1321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5" name="Google Shape;205;p17"/>
          <p:cNvSpPr txBox="1"/>
          <p:nvPr>
            <p:ph idx="2" type="title"/>
          </p:nvPr>
        </p:nvSpPr>
        <p:spPr>
          <a:xfrm>
            <a:off x="709875" y="2359625"/>
            <a:ext cx="2451000" cy="53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06" name="Google Shape;206;p17"/>
          <p:cNvSpPr txBox="1"/>
          <p:nvPr>
            <p:ph idx="3" type="subTitle"/>
          </p:nvPr>
        </p:nvSpPr>
        <p:spPr>
          <a:xfrm>
            <a:off x="3430550" y="2927375"/>
            <a:ext cx="2451000" cy="1321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7" name="Google Shape;207;p17"/>
          <p:cNvSpPr txBox="1"/>
          <p:nvPr>
            <p:ph idx="4" type="title"/>
          </p:nvPr>
        </p:nvSpPr>
        <p:spPr>
          <a:xfrm>
            <a:off x="3430551" y="2359625"/>
            <a:ext cx="2451000" cy="53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08" name="Google Shape;208;p17"/>
          <p:cNvSpPr/>
          <p:nvPr/>
        </p:nvSpPr>
        <p:spPr>
          <a:xfrm rot="2003581">
            <a:off x="340474" y="461130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17"/>
          <p:cNvGrpSpPr/>
          <p:nvPr/>
        </p:nvGrpSpPr>
        <p:grpSpPr>
          <a:xfrm flipH="1">
            <a:off x="7573662" y="4466228"/>
            <a:ext cx="472093" cy="385486"/>
            <a:chOff x="3093501" y="886401"/>
            <a:chExt cx="376440" cy="307405"/>
          </a:xfrm>
        </p:grpSpPr>
        <p:sp>
          <p:nvSpPr>
            <p:cNvPr id="210" name="Google Shape;210;p1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7"/>
          <p:cNvGrpSpPr/>
          <p:nvPr/>
        </p:nvGrpSpPr>
        <p:grpSpPr>
          <a:xfrm flipH="1">
            <a:off x="5157411" y="306454"/>
            <a:ext cx="319710" cy="261048"/>
            <a:chOff x="3093501" y="886401"/>
            <a:chExt cx="376440" cy="307405"/>
          </a:xfrm>
        </p:grpSpPr>
        <p:sp>
          <p:nvSpPr>
            <p:cNvPr id="215" name="Google Shape;215;p1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 name="Google Shape;219;p17"/>
          <p:cNvSpPr/>
          <p:nvPr/>
        </p:nvSpPr>
        <p:spPr>
          <a:xfrm rot="-1342692">
            <a:off x="8627698" y="33740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_2">
    <p:spTree>
      <p:nvGrpSpPr>
        <p:cNvPr id="220" name="Shape 220"/>
        <p:cNvGrpSpPr/>
        <p:nvPr/>
      </p:nvGrpSpPr>
      <p:grpSpPr>
        <a:xfrm>
          <a:off x="0" y="0"/>
          <a:ext cx="0" cy="0"/>
          <a:chOff x="0" y="0"/>
          <a:chExt cx="0" cy="0"/>
        </a:xfrm>
      </p:grpSpPr>
      <p:pic>
        <p:nvPicPr>
          <p:cNvPr id="221" name="Google Shape;221;p18"/>
          <p:cNvPicPr preferRelativeResize="0"/>
          <p:nvPr/>
        </p:nvPicPr>
        <p:blipFill>
          <a:blip r:embed="rId2">
            <a:alphaModFix/>
          </a:blip>
          <a:stretch>
            <a:fillRect/>
          </a:stretch>
        </p:blipFill>
        <p:spPr>
          <a:xfrm>
            <a:off x="0" y="0"/>
            <a:ext cx="9144003" cy="5143501"/>
          </a:xfrm>
          <a:prstGeom prst="rect">
            <a:avLst/>
          </a:prstGeom>
          <a:noFill/>
          <a:ln>
            <a:noFill/>
          </a:ln>
        </p:spPr>
      </p:pic>
      <p:sp>
        <p:nvSpPr>
          <p:cNvPr id="222" name="Google Shape;222;p18"/>
          <p:cNvSpPr txBox="1"/>
          <p:nvPr>
            <p:ph type="title"/>
          </p:nvPr>
        </p:nvSpPr>
        <p:spPr>
          <a:xfrm>
            <a:off x="1887138" y="535300"/>
            <a:ext cx="53340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3" name="Google Shape;223;p18"/>
          <p:cNvSpPr txBox="1"/>
          <p:nvPr>
            <p:ph idx="1" type="subTitle"/>
          </p:nvPr>
        </p:nvSpPr>
        <p:spPr>
          <a:xfrm>
            <a:off x="1887138" y="3749100"/>
            <a:ext cx="2631600" cy="766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4" name="Google Shape;224;p18"/>
          <p:cNvSpPr txBox="1"/>
          <p:nvPr>
            <p:ph idx="2" type="title"/>
          </p:nvPr>
        </p:nvSpPr>
        <p:spPr>
          <a:xfrm>
            <a:off x="1887138" y="3181350"/>
            <a:ext cx="2631600" cy="537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25" name="Google Shape;225;p18"/>
          <p:cNvSpPr txBox="1"/>
          <p:nvPr>
            <p:ph idx="3" type="subTitle"/>
          </p:nvPr>
        </p:nvSpPr>
        <p:spPr>
          <a:xfrm>
            <a:off x="4589576" y="3749100"/>
            <a:ext cx="2631600" cy="766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6" name="Google Shape;226;p18"/>
          <p:cNvSpPr txBox="1"/>
          <p:nvPr>
            <p:ph idx="4" type="title"/>
          </p:nvPr>
        </p:nvSpPr>
        <p:spPr>
          <a:xfrm>
            <a:off x="4589576" y="3181350"/>
            <a:ext cx="2631600" cy="537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27" name="Google Shape;227;p18"/>
          <p:cNvSpPr/>
          <p:nvPr>
            <p:ph idx="5" type="pic"/>
          </p:nvPr>
        </p:nvSpPr>
        <p:spPr>
          <a:xfrm>
            <a:off x="2429225" y="1451838"/>
            <a:ext cx="1547400" cy="1547400"/>
          </a:xfrm>
          <a:prstGeom prst="ellipse">
            <a:avLst/>
          </a:prstGeom>
          <a:noFill/>
          <a:ln cap="flat" cmpd="sng" w="114300">
            <a:solidFill>
              <a:schemeClr val="dk2"/>
            </a:solidFill>
            <a:prstDash val="solid"/>
            <a:round/>
            <a:headEnd len="sm" w="sm" type="none"/>
            <a:tailEnd len="sm" w="sm" type="none"/>
          </a:ln>
        </p:spPr>
      </p:sp>
      <p:sp>
        <p:nvSpPr>
          <p:cNvPr id="228" name="Google Shape;228;p18"/>
          <p:cNvSpPr/>
          <p:nvPr>
            <p:ph idx="6" type="pic"/>
          </p:nvPr>
        </p:nvSpPr>
        <p:spPr>
          <a:xfrm>
            <a:off x="5131675" y="1451838"/>
            <a:ext cx="1547400" cy="1547400"/>
          </a:xfrm>
          <a:prstGeom prst="ellipse">
            <a:avLst/>
          </a:prstGeom>
          <a:noFill/>
          <a:ln cap="flat" cmpd="sng" w="114300">
            <a:solidFill>
              <a:schemeClr val="dk2"/>
            </a:solidFill>
            <a:prstDash val="solid"/>
            <a:round/>
            <a:headEnd len="sm" w="sm" type="none"/>
            <a:tailEnd len="sm" w="sm" type="none"/>
          </a:ln>
        </p:spPr>
      </p:sp>
      <p:sp>
        <p:nvSpPr>
          <p:cNvPr id="229" name="Google Shape;229;p18"/>
          <p:cNvSpPr/>
          <p:nvPr/>
        </p:nvSpPr>
        <p:spPr>
          <a:xfrm rot="528001">
            <a:off x="4237349" y="294529"/>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8"/>
          <p:cNvSpPr/>
          <p:nvPr/>
        </p:nvSpPr>
        <p:spPr>
          <a:xfrm rot="-1342692">
            <a:off x="1466648" y="452902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8"/>
          <p:cNvSpPr/>
          <p:nvPr/>
        </p:nvSpPr>
        <p:spPr>
          <a:xfrm rot="527880">
            <a:off x="939393" y="37138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
          <p:cNvSpPr/>
          <p:nvPr/>
        </p:nvSpPr>
        <p:spPr>
          <a:xfrm rot="-262689">
            <a:off x="504708" y="3002595"/>
            <a:ext cx="91164"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33" name="Shape 233"/>
        <p:cNvGrpSpPr/>
        <p:nvPr/>
      </p:nvGrpSpPr>
      <p:grpSpPr>
        <a:xfrm>
          <a:off x="0" y="0"/>
          <a:ext cx="0" cy="0"/>
          <a:chOff x="0" y="0"/>
          <a:chExt cx="0" cy="0"/>
        </a:xfrm>
      </p:grpSpPr>
      <p:pic>
        <p:nvPicPr>
          <p:cNvPr id="234" name="Google Shape;234;p19"/>
          <p:cNvPicPr preferRelativeResize="0"/>
          <p:nvPr/>
        </p:nvPicPr>
        <p:blipFill>
          <a:blip r:embed="rId2">
            <a:alphaModFix/>
          </a:blip>
          <a:stretch>
            <a:fillRect/>
          </a:stretch>
        </p:blipFill>
        <p:spPr>
          <a:xfrm>
            <a:off x="0" y="0"/>
            <a:ext cx="9144003" cy="5143501"/>
          </a:xfrm>
          <a:prstGeom prst="rect">
            <a:avLst/>
          </a:prstGeom>
          <a:noFill/>
          <a:ln>
            <a:noFill/>
          </a:ln>
        </p:spPr>
      </p:pic>
      <p:sp>
        <p:nvSpPr>
          <p:cNvPr id="235" name="Google Shape;235;p1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6" name="Google Shape;236;p19"/>
          <p:cNvSpPr txBox="1"/>
          <p:nvPr>
            <p:ph idx="1" type="subTitle"/>
          </p:nvPr>
        </p:nvSpPr>
        <p:spPr>
          <a:xfrm>
            <a:off x="709875"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7" name="Google Shape;237;p19"/>
          <p:cNvSpPr txBox="1"/>
          <p:nvPr>
            <p:ph idx="2" type="title"/>
          </p:nvPr>
        </p:nvSpPr>
        <p:spPr>
          <a:xfrm>
            <a:off x="709875"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38" name="Google Shape;238;p19"/>
          <p:cNvSpPr txBox="1"/>
          <p:nvPr>
            <p:ph idx="3" type="subTitle"/>
          </p:nvPr>
        </p:nvSpPr>
        <p:spPr>
          <a:xfrm>
            <a:off x="3427936"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9" name="Google Shape;239;p19"/>
          <p:cNvSpPr txBox="1"/>
          <p:nvPr>
            <p:ph idx="4" type="title"/>
          </p:nvPr>
        </p:nvSpPr>
        <p:spPr>
          <a:xfrm>
            <a:off x="3427935"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40" name="Google Shape;240;p19"/>
          <p:cNvSpPr txBox="1"/>
          <p:nvPr>
            <p:ph idx="5" type="subTitle"/>
          </p:nvPr>
        </p:nvSpPr>
        <p:spPr>
          <a:xfrm>
            <a:off x="6145999"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1" name="Google Shape;241;p19"/>
          <p:cNvSpPr txBox="1"/>
          <p:nvPr>
            <p:ph idx="6" type="title"/>
          </p:nvPr>
        </p:nvSpPr>
        <p:spPr>
          <a:xfrm>
            <a:off x="6145997"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42" name="Google Shape;242;p19"/>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 name="Google Shape;243;p19"/>
          <p:cNvGrpSpPr/>
          <p:nvPr/>
        </p:nvGrpSpPr>
        <p:grpSpPr>
          <a:xfrm rot="5400000">
            <a:off x="-115316" y="4031073"/>
            <a:ext cx="1223111" cy="1284342"/>
            <a:chOff x="6183384" y="3220573"/>
            <a:chExt cx="1223111" cy="1284342"/>
          </a:xfrm>
        </p:grpSpPr>
        <p:sp>
          <p:nvSpPr>
            <p:cNvPr id="244" name="Google Shape;244;p19"/>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 name="Google Shape;246;p19"/>
          <p:cNvSpPr/>
          <p:nvPr/>
        </p:nvSpPr>
        <p:spPr>
          <a:xfrm flipH="1" rot="-5400000">
            <a:off x="-190630" y="4103830"/>
            <a:ext cx="1230348" cy="1067789"/>
          </a:xfrm>
          <a:custGeom>
            <a:rect b="b" l="l" r="r" t="t"/>
            <a:pathLst>
              <a:path extrusionOk="0" h="13157" w="15160">
                <a:moveTo>
                  <a:pt x="214" y="1"/>
                </a:moveTo>
                <a:cubicBezTo>
                  <a:pt x="170" y="1"/>
                  <a:pt x="127" y="28"/>
                  <a:pt x="122" y="87"/>
                </a:cubicBezTo>
                <a:cubicBezTo>
                  <a:pt x="87" y="307"/>
                  <a:pt x="58" y="533"/>
                  <a:pt x="41" y="747"/>
                </a:cubicBezTo>
                <a:cubicBezTo>
                  <a:pt x="35" y="799"/>
                  <a:pt x="76" y="845"/>
                  <a:pt x="128" y="851"/>
                </a:cubicBezTo>
                <a:lnTo>
                  <a:pt x="134" y="851"/>
                </a:lnTo>
                <a:cubicBezTo>
                  <a:pt x="180" y="851"/>
                  <a:pt x="220" y="811"/>
                  <a:pt x="226" y="764"/>
                </a:cubicBezTo>
                <a:cubicBezTo>
                  <a:pt x="249" y="550"/>
                  <a:pt x="273" y="336"/>
                  <a:pt x="307" y="116"/>
                </a:cubicBezTo>
                <a:cubicBezTo>
                  <a:pt x="323" y="42"/>
                  <a:pt x="268" y="1"/>
                  <a:pt x="214" y="1"/>
                </a:cubicBezTo>
                <a:close/>
                <a:moveTo>
                  <a:pt x="89" y="1320"/>
                </a:moveTo>
                <a:cubicBezTo>
                  <a:pt x="41" y="1320"/>
                  <a:pt x="1" y="1358"/>
                  <a:pt x="1" y="1407"/>
                </a:cubicBezTo>
                <a:lnTo>
                  <a:pt x="1" y="1656"/>
                </a:lnTo>
                <a:cubicBezTo>
                  <a:pt x="1" y="1795"/>
                  <a:pt x="6" y="1934"/>
                  <a:pt x="12" y="2072"/>
                </a:cubicBezTo>
                <a:cubicBezTo>
                  <a:pt x="12" y="2125"/>
                  <a:pt x="53" y="2165"/>
                  <a:pt x="105" y="2165"/>
                </a:cubicBezTo>
                <a:lnTo>
                  <a:pt x="110" y="2165"/>
                </a:lnTo>
                <a:cubicBezTo>
                  <a:pt x="163" y="2159"/>
                  <a:pt x="203" y="2119"/>
                  <a:pt x="197" y="2067"/>
                </a:cubicBezTo>
                <a:cubicBezTo>
                  <a:pt x="192" y="1928"/>
                  <a:pt x="192" y="1795"/>
                  <a:pt x="192" y="1656"/>
                </a:cubicBezTo>
                <a:lnTo>
                  <a:pt x="192" y="1413"/>
                </a:lnTo>
                <a:cubicBezTo>
                  <a:pt x="192" y="1361"/>
                  <a:pt x="151" y="1320"/>
                  <a:pt x="99" y="1320"/>
                </a:cubicBezTo>
                <a:cubicBezTo>
                  <a:pt x="96" y="1320"/>
                  <a:pt x="92" y="1320"/>
                  <a:pt x="89" y="1320"/>
                </a:cubicBezTo>
                <a:close/>
                <a:moveTo>
                  <a:pt x="159" y="2630"/>
                </a:moveTo>
                <a:cubicBezTo>
                  <a:pt x="107" y="2630"/>
                  <a:pt x="55" y="2669"/>
                  <a:pt x="64" y="2738"/>
                </a:cubicBezTo>
                <a:cubicBezTo>
                  <a:pt x="93" y="2958"/>
                  <a:pt x="128" y="3178"/>
                  <a:pt x="168" y="3392"/>
                </a:cubicBezTo>
                <a:cubicBezTo>
                  <a:pt x="180" y="3438"/>
                  <a:pt x="215" y="3467"/>
                  <a:pt x="261" y="3467"/>
                </a:cubicBezTo>
                <a:lnTo>
                  <a:pt x="278" y="3467"/>
                </a:lnTo>
                <a:cubicBezTo>
                  <a:pt x="330" y="3456"/>
                  <a:pt x="359" y="3410"/>
                  <a:pt x="354" y="3357"/>
                </a:cubicBezTo>
                <a:cubicBezTo>
                  <a:pt x="313" y="3149"/>
                  <a:pt x="278" y="2929"/>
                  <a:pt x="249" y="2715"/>
                </a:cubicBezTo>
                <a:cubicBezTo>
                  <a:pt x="244" y="2657"/>
                  <a:pt x="202" y="2630"/>
                  <a:pt x="159" y="2630"/>
                </a:cubicBezTo>
                <a:close/>
                <a:moveTo>
                  <a:pt x="411" y="3916"/>
                </a:moveTo>
                <a:cubicBezTo>
                  <a:pt x="404" y="3916"/>
                  <a:pt x="396" y="3917"/>
                  <a:pt x="388" y="3919"/>
                </a:cubicBezTo>
                <a:cubicBezTo>
                  <a:pt x="342" y="3936"/>
                  <a:pt x="313" y="3988"/>
                  <a:pt x="325" y="4035"/>
                </a:cubicBezTo>
                <a:cubicBezTo>
                  <a:pt x="388" y="4249"/>
                  <a:pt x="458" y="4463"/>
                  <a:pt x="533" y="4665"/>
                </a:cubicBezTo>
                <a:cubicBezTo>
                  <a:pt x="544" y="4706"/>
                  <a:pt x="578" y="4729"/>
                  <a:pt x="618" y="4729"/>
                </a:cubicBezTo>
                <a:lnTo>
                  <a:pt x="618" y="4729"/>
                </a:lnTo>
                <a:cubicBezTo>
                  <a:pt x="630" y="4729"/>
                  <a:pt x="644" y="4728"/>
                  <a:pt x="655" y="4723"/>
                </a:cubicBezTo>
                <a:cubicBezTo>
                  <a:pt x="701" y="4706"/>
                  <a:pt x="730" y="4648"/>
                  <a:pt x="707" y="4602"/>
                </a:cubicBezTo>
                <a:cubicBezTo>
                  <a:pt x="631" y="4399"/>
                  <a:pt x="562" y="4191"/>
                  <a:pt x="504" y="3983"/>
                </a:cubicBezTo>
                <a:cubicBezTo>
                  <a:pt x="494" y="3943"/>
                  <a:pt x="455" y="3916"/>
                  <a:pt x="411" y="3916"/>
                </a:cubicBezTo>
                <a:close/>
                <a:moveTo>
                  <a:pt x="618" y="4729"/>
                </a:moveTo>
                <a:cubicBezTo>
                  <a:pt x="617" y="4729"/>
                  <a:pt x="615" y="4729"/>
                  <a:pt x="614" y="4729"/>
                </a:cubicBezTo>
                <a:lnTo>
                  <a:pt x="620" y="4729"/>
                </a:lnTo>
                <a:cubicBezTo>
                  <a:pt x="619" y="4729"/>
                  <a:pt x="619" y="4729"/>
                  <a:pt x="618" y="4729"/>
                </a:cubicBezTo>
                <a:close/>
                <a:moveTo>
                  <a:pt x="879" y="5143"/>
                </a:moveTo>
                <a:cubicBezTo>
                  <a:pt x="865" y="5143"/>
                  <a:pt x="852" y="5145"/>
                  <a:pt x="840" y="5152"/>
                </a:cubicBezTo>
                <a:cubicBezTo>
                  <a:pt x="793" y="5175"/>
                  <a:pt x="776" y="5233"/>
                  <a:pt x="799" y="5279"/>
                </a:cubicBezTo>
                <a:cubicBezTo>
                  <a:pt x="898" y="5476"/>
                  <a:pt x="1002" y="5673"/>
                  <a:pt x="1118" y="5864"/>
                </a:cubicBezTo>
                <a:cubicBezTo>
                  <a:pt x="1133" y="5889"/>
                  <a:pt x="1161" y="5905"/>
                  <a:pt x="1187" y="5905"/>
                </a:cubicBezTo>
                <a:cubicBezTo>
                  <a:pt x="1191" y="5905"/>
                  <a:pt x="1195" y="5905"/>
                  <a:pt x="1199" y="5904"/>
                </a:cubicBezTo>
                <a:lnTo>
                  <a:pt x="1199" y="5904"/>
                </a:lnTo>
                <a:lnTo>
                  <a:pt x="1193" y="5910"/>
                </a:lnTo>
                <a:cubicBezTo>
                  <a:pt x="1216" y="5910"/>
                  <a:pt x="1233" y="5904"/>
                  <a:pt x="1251" y="5893"/>
                </a:cubicBezTo>
                <a:cubicBezTo>
                  <a:pt x="1291" y="5864"/>
                  <a:pt x="1309" y="5806"/>
                  <a:pt x="1280" y="5765"/>
                </a:cubicBezTo>
                <a:cubicBezTo>
                  <a:pt x="1164" y="5580"/>
                  <a:pt x="1060" y="5389"/>
                  <a:pt x="967" y="5198"/>
                </a:cubicBezTo>
                <a:cubicBezTo>
                  <a:pt x="950" y="5164"/>
                  <a:pt x="915" y="5143"/>
                  <a:pt x="879" y="5143"/>
                </a:cubicBezTo>
                <a:close/>
                <a:moveTo>
                  <a:pt x="7345" y="6205"/>
                </a:moveTo>
                <a:cubicBezTo>
                  <a:pt x="7224" y="6205"/>
                  <a:pt x="7102" y="6222"/>
                  <a:pt x="6987" y="6257"/>
                </a:cubicBezTo>
                <a:cubicBezTo>
                  <a:pt x="6877" y="6292"/>
                  <a:pt x="6772" y="6338"/>
                  <a:pt x="6680" y="6390"/>
                </a:cubicBezTo>
                <a:cubicBezTo>
                  <a:pt x="6593" y="6442"/>
                  <a:pt x="6627" y="6563"/>
                  <a:pt x="6724" y="6570"/>
                </a:cubicBezTo>
                <a:lnTo>
                  <a:pt x="6724" y="6570"/>
                </a:lnTo>
                <a:cubicBezTo>
                  <a:pt x="6740" y="6569"/>
                  <a:pt x="6751" y="6563"/>
                  <a:pt x="6767" y="6552"/>
                </a:cubicBezTo>
                <a:cubicBezTo>
                  <a:pt x="6853" y="6506"/>
                  <a:pt x="6940" y="6466"/>
                  <a:pt x="7039" y="6437"/>
                </a:cubicBezTo>
                <a:cubicBezTo>
                  <a:pt x="7137" y="6408"/>
                  <a:pt x="7241" y="6390"/>
                  <a:pt x="7345" y="6390"/>
                </a:cubicBezTo>
                <a:cubicBezTo>
                  <a:pt x="7461" y="6379"/>
                  <a:pt x="7461" y="6211"/>
                  <a:pt x="7345" y="6205"/>
                </a:cubicBezTo>
                <a:close/>
                <a:moveTo>
                  <a:pt x="6724" y="6570"/>
                </a:moveTo>
                <a:cubicBezTo>
                  <a:pt x="6723" y="6570"/>
                  <a:pt x="6722" y="6570"/>
                  <a:pt x="6720" y="6570"/>
                </a:cubicBezTo>
                <a:lnTo>
                  <a:pt x="6726" y="6570"/>
                </a:lnTo>
                <a:cubicBezTo>
                  <a:pt x="6726" y="6570"/>
                  <a:pt x="6725" y="6570"/>
                  <a:pt x="6724" y="6570"/>
                </a:cubicBezTo>
                <a:close/>
                <a:moveTo>
                  <a:pt x="1567" y="6252"/>
                </a:moveTo>
                <a:cubicBezTo>
                  <a:pt x="1495" y="6252"/>
                  <a:pt x="1427" y="6339"/>
                  <a:pt x="1494" y="6413"/>
                </a:cubicBezTo>
                <a:cubicBezTo>
                  <a:pt x="1627" y="6587"/>
                  <a:pt x="1766" y="6761"/>
                  <a:pt x="1916" y="6923"/>
                </a:cubicBezTo>
                <a:cubicBezTo>
                  <a:pt x="1934" y="6946"/>
                  <a:pt x="1963" y="6957"/>
                  <a:pt x="1992" y="6957"/>
                </a:cubicBezTo>
                <a:lnTo>
                  <a:pt x="1980" y="6963"/>
                </a:lnTo>
                <a:cubicBezTo>
                  <a:pt x="2009" y="6957"/>
                  <a:pt x="2032" y="6952"/>
                  <a:pt x="2049" y="6929"/>
                </a:cubicBezTo>
                <a:cubicBezTo>
                  <a:pt x="2090" y="6894"/>
                  <a:pt x="2090" y="6836"/>
                  <a:pt x="2055" y="6795"/>
                </a:cubicBezTo>
                <a:cubicBezTo>
                  <a:pt x="1911" y="6639"/>
                  <a:pt x="1772" y="6471"/>
                  <a:pt x="1644" y="6298"/>
                </a:cubicBezTo>
                <a:cubicBezTo>
                  <a:pt x="1623" y="6265"/>
                  <a:pt x="1595" y="6252"/>
                  <a:pt x="1567" y="6252"/>
                </a:cubicBezTo>
                <a:close/>
                <a:moveTo>
                  <a:pt x="7988" y="6353"/>
                </a:moveTo>
                <a:cubicBezTo>
                  <a:pt x="7902" y="6353"/>
                  <a:pt x="7856" y="6474"/>
                  <a:pt x="7942" y="6529"/>
                </a:cubicBezTo>
                <a:cubicBezTo>
                  <a:pt x="8121" y="6622"/>
                  <a:pt x="8271" y="6761"/>
                  <a:pt x="8376" y="6934"/>
                </a:cubicBezTo>
                <a:cubicBezTo>
                  <a:pt x="8393" y="6963"/>
                  <a:pt x="8422" y="6981"/>
                  <a:pt x="8457" y="6981"/>
                </a:cubicBezTo>
                <a:lnTo>
                  <a:pt x="8451" y="6986"/>
                </a:lnTo>
                <a:cubicBezTo>
                  <a:pt x="8468" y="6986"/>
                  <a:pt x="8486" y="6981"/>
                  <a:pt x="8503" y="6969"/>
                </a:cubicBezTo>
                <a:cubicBezTo>
                  <a:pt x="8549" y="6946"/>
                  <a:pt x="8567" y="6888"/>
                  <a:pt x="8538" y="6842"/>
                </a:cubicBezTo>
                <a:cubicBezTo>
                  <a:pt x="8416" y="6633"/>
                  <a:pt x="8243" y="6471"/>
                  <a:pt x="8028" y="6361"/>
                </a:cubicBezTo>
                <a:cubicBezTo>
                  <a:pt x="8014" y="6355"/>
                  <a:pt x="8000" y="6353"/>
                  <a:pt x="7988" y="6353"/>
                </a:cubicBezTo>
                <a:close/>
                <a:moveTo>
                  <a:pt x="6235" y="6823"/>
                </a:moveTo>
                <a:cubicBezTo>
                  <a:pt x="6211" y="6823"/>
                  <a:pt x="6185" y="6834"/>
                  <a:pt x="6165" y="6859"/>
                </a:cubicBezTo>
                <a:cubicBezTo>
                  <a:pt x="6026" y="7044"/>
                  <a:pt x="5927" y="7253"/>
                  <a:pt x="5858" y="7473"/>
                </a:cubicBezTo>
                <a:cubicBezTo>
                  <a:pt x="5846" y="7519"/>
                  <a:pt x="5875" y="7571"/>
                  <a:pt x="5922" y="7588"/>
                </a:cubicBezTo>
                <a:cubicBezTo>
                  <a:pt x="5932" y="7588"/>
                  <a:pt x="5938" y="7593"/>
                  <a:pt x="5948" y="7594"/>
                </a:cubicBezTo>
                <a:lnTo>
                  <a:pt x="5948" y="7594"/>
                </a:lnTo>
                <a:cubicBezTo>
                  <a:pt x="5988" y="7592"/>
                  <a:pt x="6026" y="7564"/>
                  <a:pt x="6037" y="7525"/>
                </a:cubicBezTo>
                <a:cubicBezTo>
                  <a:pt x="6101" y="7322"/>
                  <a:pt x="6194" y="7137"/>
                  <a:pt x="6315" y="6969"/>
                </a:cubicBezTo>
                <a:cubicBezTo>
                  <a:pt x="6361" y="6898"/>
                  <a:pt x="6301" y="6823"/>
                  <a:pt x="6235" y="6823"/>
                </a:cubicBezTo>
                <a:close/>
                <a:moveTo>
                  <a:pt x="5948" y="7594"/>
                </a:moveTo>
                <a:lnTo>
                  <a:pt x="5948" y="7594"/>
                </a:lnTo>
                <a:cubicBezTo>
                  <a:pt x="5947" y="7594"/>
                  <a:pt x="5946" y="7594"/>
                  <a:pt x="5945" y="7594"/>
                </a:cubicBezTo>
                <a:lnTo>
                  <a:pt x="5951" y="7594"/>
                </a:lnTo>
                <a:cubicBezTo>
                  <a:pt x="5950" y="7594"/>
                  <a:pt x="5949" y="7594"/>
                  <a:pt x="5948" y="7594"/>
                </a:cubicBezTo>
                <a:close/>
                <a:moveTo>
                  <a:pt x="2449" y="7226"/>
                </a:moveTo>
                <a:cubicBezTo>
                  <a:pt x="2372" y="7226"/>
                  <a:pt x="2306" y="7331"/>
                  <a:pt x="2391" y="7397"/>
                </a:cubicBezTo>
                <a:cubicBezTo>
                  <a:pt x="2559" y="7548"/>
                  <a:pt x="2727" y="7687"/>
                  <a:pt x="2906" y="7820"/>
                </a:cubicBezTo>
                <a:cubicBezTo>
                  <a:pt x="2923" y="7831"/>
                  <a:pt x="2941" y="7837"/>
                  <a:pt x="2964" y="7837"/>
                </a:cubicBezTo>
                <a:lnTo>
                  <a:pt x="2952" y="7843"/>
                </a:lnTo>
                <a:cubicBezTo>
                  <a:pt x="2987" y="7843"/>
                  <a:pt x="3016" y="7826"/>
                  <a:pt x="3039" y="7803"/>
                </a:cubicBezTo>
                <a:cubicBezTo>
                  <a:pt x="3068" y="7762"/>
                  <a:pt x="3057" y="7698"/>
                  <a:pt x="3016" y="7669"/>
                </a:cubicBezTo>
                <a:cubicBezTo>
                  <a:pt x="2848" y="7542"/>
                  <a:pt x="2680" y="7403"/>
                  <a:pt x="2518" y="7258"/>
                </a:cubicBezTo>
                <a:cubicBezTo>
                  <a:pt x="2497" y="7236"/>
                  <a:pt x="2473" y="7226"/>
                  <a:pt x="2449" y="7226"/>
                </a:cubicBezTo>
                <a:close/>
                <a:moveTo>
                  <a:pt x="8578" y="7424"/>
                </a:moveTo>
                <a:cubicBezTo>
                  <a:pt x="8533" y="7424"/>
                  <a:pt x="8488" y="7452"/>
                  <a:pt x="8486" y="7513"/>
                </a:cubicBezTo>
                <a:cubicBezTo>
                  <a:pt x="8462" y="7716"/>
                  <a:pt x="8387" y="7913"/>
                  <a:pt x="8277" y="8080"/>
                </a:cubicBezTo>
                <a:cubicBezTo>
                  <a:pt x="8248" y="8127"/>
                  <a:pt x="8260" y="8185"/>
                  <a:pt x="8300" y="8213"/>
                </a:cubicBezTo>
                <a:cubicBezTo>
                  <a:pt x="8318" y="8219"/>
                  <a:pt x="8335" y="8225"/>
                  <a:pt x="8352" y="8225"/>
                </a:cubicBezTo>
                <a:lnTo>
                  <a:pt x="8347" y="8231"/>
                </a:lnTo>
                <a:cubicBezTo>
                  <a:pt x="8381" y="8231"/>
                  <a:pt x="8410" y="8213"/>
                  <a:pt x="8434" y="8185"/>
                </a:cubicBezTo>
                <a:cubicBezTo>
                  <a:pt x="8561" y="7988"/>
                  <a:pt x="8648" y="7768"/>
                  <a:pt x="8677" y="7530"/>
                </a:cubicBezTo>
                <a:cubicBezTo>
                  <a:pt x="8686" y="7462"/>
                  <a:pt x="8632" y="7424"/>
                  <a:pt x="8578" y="7424"/>
                </a:cubicBezTo>
                <a:close/>
                <a:moveTo>
                  <a:pt x="3510" y="8023"/>
                </a:moveTo>
                <a:cubicBezTo>
                  <a:pt x="3427" y="8023"/>
                  <a:pt x="3372" y="8137"/>
                  <a:pt x="3456" y="8196"/>
                </a:cubicBezTo>
                <a:cubicBezTo>
                  <a:pt x="3647" y="8312"/>
                  <a:pt x="3844" y="8416"/>
                  <a:pt x="4046" y="8509"/>
                </a:cubicBezTo>
                <a:cubicBezTo>
                  <a:pt x="4058" y="8514"/>
                  <a:pt x="4069" y="8514"/>
                  <a:pt x="4087" y="8514"/>
                </a:cubicBezTo>
                <a:cubicBezTo>
                  <a:pt x="4185" y="8514"/>
                  <a:pt x="4214" y="8381"/>
                  <a:pt x="4122" y="8335"/>
                </a:cubicBezTo>
                <a:cubicBezTo>
                  <a:pt x="3931" y="8248"/>
                  <a:pt x="3740" y="8144"/>
                  <a:pt x="3554" y="8034"/>
                </a:cubicBezTo>
                <a:cubicBezTo>
                  <a:pt x="3539" y="8026"/>
                  <a:pt x="3524" y="8023"/>
                  <a:pt x="3510" y="8023"/>
                </a:cubicBezTo>
                <a:close/>
                <a:moveTo>
                  <a:pt x="4697" y="8575"/>
                </a:moveTo>
                <a:cubicBezTo>
                  <a:pt x="4601" y="8575"/>
                  <a:pt x="4564" y="8720"/>
                  <a:pt x="4666" y="8758"/>
                </a:cubicBezTo>
                <a:cubicBezTo>
                  <a:pt x="4874" y="8827"/>
                  <a:pt x="5088" y="8891"/>
                  <a:pt x="5308" y="8931"/>
                </a:cubicBezTo>
                <a:lnTo>
                  <a:pt x="5325" y="8931"/>
                </a:lnTo>
                <a:lnTo>
                  <a:pt x="5325" y="8937"/>
                </a:lnTo>
                <a:cubicBezTo>
                  <a:pt x="5441" y="8937"/>
                  <a:pt x="5459" y="8775"/>
                  <a:pt x="5349" y="8752"/>
                </a:cubicBezTo>
                <a:cubicBezTo>
                  <a:pt x="5134" y="8705"/>
                  <a:pt x="4926" y="8648"/>
                  <a:pt x="4723" y="8578"/>
                </a:cubicBezTo>
                <a:cubicBezTo>
                  <a:pt x="4714" y="8576"/>
                  <a:pt x="4706" y="8575"/>
                  <a:pt x="4697" y="8575"/>
                </a:cubicBezTo>
                <a:close/>
                <a:moveTo>
                  <a:pt x="7892" y="8491"/>
                </a:moveTo>
                <a:cubicBezTo>
                  <a:pt x="7873" y="8491"/>
                  <a:pt x="7852" y="8498"/>
                  <a:pt x="7832" y="8514"/>
                </a:cubicBezTo>
                <a:cubicBezTo>
                  <a:pt x="7652" y="8624"/>
                  <a:pt x="7461" y="8705"/>
                  <a:pt x="7259" y="8758"/>
                </a:cubicBezTo>
                <a:cubicBezTo>
                  <a:pt x="7154" y="8786"/>
                  <a:pt x="7172" y="8943"/>
                  <a:pt x="7282" y="8943"/>
                </a:cubicBezTo>
                <a:lnTo>
                  <a:pt x="7305" y="8943"/>
                </a:lnTo>
                <a:cubicBezTo>
                  <a:pt x="7525" y="8885"/>
                  <a:pt x="7739" y="8792"/>
                  <a:pt x="7936" y="8671"/>
                </a:cubicBezTo>
                <a:cubicBezTo>
                  <a:pt x="8030" y="8619"/>
                  <a:pt x="7975" y="8491"/>
                  <a:pt x="7892" y="8491"/>
                </a:cubicBezTo>
                <a:close/>
                <a:moveTo>
                  <a:pt x="5868" y="8047"/>
                </a:moveTo>
                <a:cubicBezTo>
                  <a:pt x="5817" y="8047"/>
                  <a:pt x="5765" y="8082"/>
                  <a:pt x="5771" y="8150"/>
                </a:cubicBezTo>
                <a:cubicBezTo>
                  <a:pt x="5783" y="8381"/>
                  <a:pt x="5817" y="8607"/>
                  <a:pt x="5887" y="8821"/>
                </a:cubicBezTo>
                <a:cubicBezTo>
                  <a:pt x="5922" y="8850"/>
                  <a:pt x="5922" y="8908"/>
                  <a:pt x="5881" y="8925"/>
                </a:cubicBezTo>
                <a:cubicBezTo>
                  <a:pt x="5875" y="8977"/>
                  <a:pt x="5916" y="9024"/>
                  <a:pt x="5968" y="9030"/>
                </a:cubicBezTo>
                <a:cubicBezTo>
                  <a:pt x="6095" y="9041"/>
                  <a:pt x="6223" y="9047"/>
                  <a:pt x="6350" y="9047"/>
                </a:cubicBezTo>
                <a:lnTo>
                  <a:pt x="6402" y="9047"/>
                </a:lnTo>
                <a:cubicBezTo>
                  <a:pt x="6477" y="9047"/>
                  <a:pt x="6558" y="9047"/>
                  <a:pt x="6633" y="9041"/>
                </a:cubicBezTo>
                <a:cubicBezTo>
                  <a:pt x="6759" y="9035"/>
                  <a:pt x="6750" y="8850"/>
                  <a:pt x="6628" y="8850"/>
                </a:cubicBezTo>
                <a:cubicBezTo>
                  <a:pt x="6626" y="8850"/>
                  <a:pt x="6624" y="8850"/>
                  <a:pt x="6622" y="8850"/>
                </a:cubicBezTo>
                <a:cubicBezTo>
                  <a:pt x="6552" y="8856"/>
                  <a:pt x="6471" y="8856"/>
                  <a:pt x="6402" y="8856"/>
                </a:cubicBezTo>
                <a:lnTo>
                  <a:pt x="6350" y="8856"/>
                </a:lnTo>
                <a:cubicBezTo>
                  <a:pt x="6251" y="8856"/>
                  <a:pt x="6153" y="8856"/>
                  <a:pt x="6055" y="8844"/>
                </a:cubicBezTo>
                <a:cubicBezTo>
                  <a:pt x="6066" y="8821"/>
                  <a:pt x="6072" y="8798"/>
                  <a:pt x="6066" y="8769"/>
                </a:cubicBezTo>
                <a:cubicBezTo>
                  <a:pt x="6003" y="8567"/>
                  <a:pt x="5968" y="8358"/>
                  <a:pt x="5962" y="8144"/>
                </a:cubicBezTo>
                <a:cubicBezTo>
                  <a:pt x="5965" y="8079"/>
                  <a:pt x="5917" y="8047"/>
                  <a:pt x="5868" y="8047"/>
                </a:cubicBezTo>
                <a:close/>
                <a:moveTo>
                  <a:pt x="6229" y="9302"/>
                </a:moveTo>
                <a:cubicBezTo>
                  <a:pt x="6165" y="9302"/>
                  <a:pt x="6101" y="9369"/>
                  <a:pt x="6147" y="9446"/>
                </a:cubicBezTo>
                <a:cubicBezTo>
                  <a:pt x="6159" y="9469"/>
                  <a:pt x="6176" y="9498"/>
                  <a:pt x="6188" y="9522"/>
                </a:cubicBezTo>
                <a:cubicBezTo>
                  <a:pt x="6280" y="9695"/>
                  <a:pt x="6390" y="9857"/>
                  <a:pt x="6512" y="10014"/>
                </a:cubicBezTo>
                <a:cubicBezTo>
                  <a:pt x="6524" y="10037"/>
                  <a:pt x="6552" y="10048"/>
                  <a:pt x="6581" y="10048"/>
                </a:cubicBezTo>
                <a:lnTo>
                  <a:pt x="6587" y="10048"/>
                </a:lnTo>
                <a:cubicBezTo>
                  <a:pt x="6662" y="10048"/>
                  <a:pt x="6703" y="9956"/>
                  <a:pt x="6657" y="9898"/>
                </a:cubicBezTo>
                <a:cubicBezTo>
                  <a:pt x="6547" y="9747"/>
                  <a:pt x="6442" y="9591"/>
                  <a:pt x="6350" y="9429"/>
                </a:cubicBezTo>
                <a:cubicBezTo>
                  <a:pt x="6338" y="9406"/>
                  <a:pt x="6327" y="9383"/>
                  <a:pt x="6309" y="9359"/>
                </a:cubicBezTo>
                <a:cubicBezTo>
                  <a:pt x="6292" y="9319"/>
                  <a:pt x="6260" y="9302"/>
                  <a:pt x="6229" y="9302"/>
                </a:cubicBezTo>
                <a:close/>
                <a:moveTo>
                  <a:pt x="7027" y="10352"/>
                </a:moveTo>
                <a:cubicBezTo>
                  <a:pt x="6954" y="10352"/>
                  <a:pt x="6895" y="10444"/>
                  <a:pt x="6958" y="10511"/>
                </a:cubicBezTo>
                <a:cubicBezTo>
                  <a:pt x="7120" y="10668"/>
                  <a:pt x="7288" y="10812"/>
                  <a:pt x="7467" y="10945"/>
                </a:cubicBezTo>
                <a:cubicBezTo>
                  <a:pt x="7484" y="10957"/>
                  <a:pt x="7502" y="10963"/>
                  <a:pt x="7525" y="10963"/>
                </a:cubicBezTo>
                <a:cubicBezTo>
                  <a:pt x="7617" y="10963"/>
                  <a:pt x="7652" y="10847"/>
                  <a:pt x="7583" y="10795"/>
                </a:cubicBezTo>
                <a:cubicBezTo>
                  <a:pt x="7409" y="10662"/>
                  <a:pt x="7241" y="10523"/>
                  <a:pt x="7091" y="10378"/>
                </a:cubicBezTo>
                <a:cubicBezTo>
                  <a:pt x="7070" y="10360"/>
                  <a:pt x="7048" y="10352"/>
                  <a:pt x="7027" y="10352"/>
                </a:cubicBezTo>
                <a:close/>
                <a:moveTo>
                  <a:pt x="8072" y="11136"/>
                </a:moveTo>
                <a:cubicBezTo>
                  <a:pt x="8039" y="11136"/>
                  <a:pt x="8007" y="11152"/>
                  <a:pt x="7988" y="11183"/>
                </a:cubicBezTo>
                <a:cubicBezTo>
                  <a:pt x="7965" y="11229"/>
                  <a:pt x="7976" y="11287"/>
                  <a:pt x="8023" y="11310"/>
                </a:cubicBezTo>
                <a:cubicBezTo>
                  <a:pt x="8208" y="11420"/>
                  <a:pt x="8410" y="11524"/>
                  <a:pt x="8613" y="11617"/>
                </a:cubicBezTo>
                <a:cubicBezTo>
                  <a:pt x="8625" y="11623"/>
                  <a:pt x="8642" y="11628"/>
                  <a:pt x="8653" y="11628"/>
                </a:cubicBezTo>
                <a:lnTo>
                  <a:pt x="8659" y="11628"/>
                </a:lnTo>
                <a:cubicBezTo>
                  <a:pt x="8758" y="11628"/>
                  <a:pt x="8787" y="11489"/>
                  <a:pt x="8700" y="11449"/>
                </a:cubicBezTo>
                <a:cubicBezTo>
                  <a:pt x="8491" y="11356"/>
                  <a:pt x="8300" y="11258"/>
                  <a:pt x="8121" y="11148"/>
                </a:cubicBezTo>
                <a:cubicBezTo>
                  <a:pt x="8106" y="11140"/>
                  <a:pt x="8089" y="11136"/>
                  <a:pt x="8072" y="11136"/>
                </a:cubicBezTo>
                <a:close/>
                <a:moveTo>
                  <a:pt x="9253" y="11696"/>
                </a:moveTo>
                <a:cubicBezTo>
                  <a:pt x="9162" y="11696"/>
                  <a:pt x="9124" y="11841"/>
                  <a:pt x="9226" y="11877"/>
                </a:cubicBezTo>
                <a:cubicBezTo>
                  <a:pt x="9429" y="11952"/>
                  <a:pt x="9637" y="12022"/>
                  <a:pt x="9857" y="12086"/>
                </a:cubicBezTo>
                <a:lnTo>
                  <a:pt x="9881" y="12086"/>
                </a:lnTo>
                <a:cubicBezTo>
                  <a:pt x="9921" y="12086"/>
                  <a:pt x="9962" y="12062"/>
                  <a:pt x="9973" y="12022"/>
                </a:cubicBezTo>
                <a:cubicBezTo>
                  <a:pt x="9990" y="11970"/>
                  <a:pt x="9962" y="11918"/>
                  <a:pt x="9909" y="11906"/>
                </a:cubicBezTo>
                <a:cubicBezTo>
                  <a:pt x="9695" y="11848"/>
                  <a:pt x="9487" y="11773"/>
                  <a:pt x="9290" y="11704"/>
                </a:cubicBezTo>
                <a:cubicBezTo>
                  <a:pt x="9277" y="11698"/>
                  <a:pt x="9265" y="11696"/>
                  <a:pt x="9253" y="11696"/>
                </a:cubicBezTo>
                <a:close/>
                <a:moveTo>
                  <a:pt x="10520" y="12066"/>
                </a:moveTo>
                <a:cubicBezTo>
                  <a:pt x="10420" y="12066"/>
                  <a:pt x="10391" y="12221"/>
                  <a:pt x="10500" y="12248"/>
                </a:cubicBezTo>
                <a:cubicBezTo>
                  <a:pt x="10702" y="12294"/>
                  <a:pt x="10911" y="12340"/>
                  <a:pt x="11148" y="12387"/>
                </a:cubicBezTo>
                <a:lnTo>
                  <a:pt x="11165" y="12387"/>
                </a:lnTo>
                <a:cubicBezTo>
                  <a:pt x="11167" y="12387"/>
                  <a:pt x="11169" y="12387"/>
                  <a:pt x="11171" y="12387"/>
                </a:cubicBezTo>
                <a:cubicBezTo>
                  <a:pt x="11282" y="12387"/>
                  <a:pt x="11291" y="12218"/>
                  <a:pt x="11183" y="12201"/>
                </a:cubicBezTo>
                <a:cubicBezTo>
                  <a:pt x="10951" y="12155"/>
                  <a:pt x="10737" y="12115"/>
                  <a:pt x="10540" y="12068"/>
                </a:cubicBezTo>
                <a:cubicBezTo>
                  <a:pt x="10533" y="12067"/>
                  <a:pt x="10526" y="12066"/>
                  <a:pt x="10520" y="12066"/>
                </a:cubicBezTo>
                <a:close/>
                <a:moveTo>
                  <a:pt x="11813" y="12317"/>
                </a:moveTo>
                <a:cubicBezTo>
                  <a:pt x="11702" y="12317"/>
                  <a:pt x="11679" y="12474"/>
                  <a:pt x="11791" y="12502"/>
                </a:cubicBezTo>
                <a:cubicBezTo>
                  <a:pt x="11987" y="12537"/>
                  <a:pt x="12178" y="12566"/>
                  <a:pt x="12369" y="12595"/>
                </a:cubicBezTo>
                <a:lnTo>
                  <a:pt x="12445" y="12612"/>
                </a:lnTo>
                <a:lnTo>
                  <a:pt x="12462" y="12612"/>
                </a:lnTo>
                <a:cubicBezTo>
                  <a:pt x="12572" y="12612"/>
                  <a:pt x="12589" y="12444"/>
                  <a:pt x="12473" y="12427"/>
                </a:cubicBezTo>
                <a:lnTo>
                  <a:pt x="12404" y="12415"/>
                </a:lnTo>
                <a:cubicBezTo>
                  <a:pt x="12207" y="12381"/>
                  <a:pt x="12016" y="12352"/>
                  <a:pt x="11825" y="12317"/>
                </a:cubicBezTo>
                <a:cubicBezTo>
                  <a:pt x="11821" y="12317"/>
                  <a:pt x="11817" y="12317"/>
                  <a:pt x="11813" y="12317"/>
                </a:cubicBezTo>
                <a:close/>
                <a:moveTo>
                  <a:pt x="13101" y="12535"/>
                </a:moveTo>
                <a:cubicBezTo>
                  <a:pt x="12997" y="12535"/>
                  <a:pt x="12973" y="12700"/>
                  <a:pt x="13093" y="12722"/>
                </a:cubicBezTo>
                <a:cubicBezTo>
                  <a:pt x="13330" y="12763"/>
                  <a:pt x="13538" y="12803"/>
                  <a:pt x="13735" y="12838"/>
                </a:cubicBezTo>
                <a:lnTo>
                  <a:pt x="13753" y="12838"/>
                </a:lnTo>
                <a:lnTo>
                  <a:pt x="13753" y="12844"/>
                </a:lnTo>
                <a:cubicBezTo>
                  <a:pt x="13874" y="12844"/>
                  <a:pt x="13886" y="12676"/>
                  <a:pt x="13776" y="12653"/>
                </a:cubicBezTo>
                <a:cubicBezTo>
                  <a:pt x="13579" y="12618"/>
                  <a:pt x="13365" y="12578"/>
                  <a:pt x="13122" y="12537"/>
                </a:cubicBezTo>
                <a:cubicBezTo>
                  <a:pt x="13115" y="12536"/>
                  <a:pt x="13108" y="12535"/>
                  <a:pt x="13101" y="12535"/>
                </a:cubicBezTo>
                <a:close/>
                <a:moveTo>
                  <a:pt x="14392" y="12794"/>
                </a:moveTo>
                <a:cubicBezTo>
                  <a:pt x="14291" y="12794"/>
                  <a:pt x="14259" y="12950"/>
                  <a:pt x="14372" y="12977"/>
                </a:cubicBezTo>
                <a:cubicBezTo>
                  <a:pt x="14598" y="13035"/>
                  <a:pt x="14800" y="13087"/>
                  <a:pt x="15003" y="13151"/>
                </a:cubicBezTo>
                <a:cubicBezTo>
                  <a:pt x="15009" y="13151"/>
                  <a:pt x="15020" y="13151"/>
                  <a:pt x="15032" y="13156"/>
                </a:cubicBezTo>
                <a:cubicBezTo>
                  <a:pt x="15136" y="13151"/>
                  <a:pt x="15159" y="13000"/>
                  <a:pt x="15055" y="12971"/>
                </a:cubicBezTo>
                <a:cubicBezTo>
                  <a:pt x="14852" y="12907"/>
                  <a:pt x="14644" y="12850"/>
                  <a:pt x="14418" y="12798"/>
                </a:cubicBezTo>
                <a:cubicBezTo>
                  <a:pt x="14409" y="12795"/>
                  <a:pt x="14401" y="12794"/>
                  <a:pt x="14392" y="1279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 name="Google Shape;247;p19"/>
          <p:cNvGrpSpPr/>
          <p:nvPr/>
        </p:nvGrpSpPr>
        <p:grpSpPr>
          <a:xfrm flipH="1">
            <a:off x="8324636" y="1119679"/>
            <a:ext cx="319710" cy="261048"/>
            <a:chOff x="3093501" y="886401"/>
            <a:chExt cx="376440" cy="307405"/>
          </a:xfrm>
        </p:grpSpPr>
        <p:sp>
          <p:nvSpPr>
            <p:cNvPr id="248" name="Google Shape;248;p1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 name="Google Shape;252;p19"/>
          <p:cNvSpPr/>
          <p:nvPr/>
        </p:nvSpPr>
        <p:spPr>
          <a:xfrm rot="-1342692">
            <a:off x="3132348" y="45584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rot="527880">
            <a:off x="7386881" y="3098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_1">
    <p:spTree>
      <p:nvGrpSpPr>
        <p:cNvPr id="254" name="Shape 254"/>
        <p:cNvGrpSpPr/>
        <p:nvPr/>
      </p:nvGrpSpPr>
      <p:grpSpPr>
        <a:xfrm>
          <a:off x="0" y="0"/>
          <a:ext cx="0" cy="0"/>
          <a:chOff x="0" y="0"/>
          <a:chExt cx="0" cy="0"/>
        </a:xfrm>
      </p:grpSpPr>
      <p:pic>
        <p:nvPicPr>
          <p:cNvPr id="255" name="Google Shape;255;p20"/>
          <p:cNvPicPr preferRelativeResize="0"/>
          <p:nvPr/>
        </p:nvPicPr>
        <p:blipFill>
          <a:blip r:embed="rId2">
            <a:alphaModFix/>
          </a:blip>
          <a:stretch>
            <a:fillRect/>
          </a:stretch>
        </p:blipFill>
        <p:spPr>
          <a:xfrm>
            <a:off x="0" y="0"/>
            <a:ext cx="9144003" cy="5143501"/>
          </a:xfrm>
          <a:prstGeom prst="rect">
            <a:avLst/>
          </a:prstGeom>
          <a:noFill/>
          <a:ln>
            <a:noFill/>
          </a:ln>
        </p:spPr>
      </p:pic>
      <p:sp>
        <p:nvSpPr>
          <p:cNvPr id="256" name="Google Shape;256;p20"/>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7" name="Google Shape;257;p20"/>
          <p:cNvSpPr txBox="1"/>
          <p:nvPr>
            <p:ph idx="1" type="subTitle"/>
          </p:nvPr>
        </p:nvSpPr>
        <p:spPr>
          <a:xfrm>
            <a:off x="1443275" y="39771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8" name="Google Shape;258;p20"/>
          <p:cNvSpPr txBox="1"/>
          <p:nvPr>
            <p:ph idx="2" type="title"/>
          </p:nvPr>
        </p:nvSpPr>
        <p:spPr>
          <a:xfrm>
            <a:off x="1443250" y="3662975"/>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59" name="Google Shape;259;p20"/>
          <p:cNvSpPr txBox="1"/>
          <p:nvPr>
            <p:ph idx="3" type="subTitle"/>
          </p:nvPr>
        </p:nvSpPr>
        <p:spPr>
          <a:xfrm>
            <a:off x="4845252" y="39771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60" name="Google Shape;260;p20"/>
          <p:cNvSpPr txBox="1"/>
          <p:nvPr>
            <p:ph idx="4" type="title"/>
          </p:nvPr>
        </p:nvSpPr>
        <p:spPr>
          <a:xfrm>
            <a:off x="4845227" y="3662975"/>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61" name="Google Shape;261;p20"/>
          <p:cNvSpPr txBox="1"/>
          <p:nvPr>
            <p:ph idx="5" type="subTitle"/>
          </p:nvPr>
        </p:nvSpPr>
        <p:spPr>
          <a:xfrm>
            <a:off x="1443275" y="21943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62" name="Google Shape;262;p20"/>
          <p:cNvSpPr txBox="1"/>
          <p:nvPr>
            <p:ph idx="6" type="title"/>
          </p:nvPr>
        </p:nvSpPr>
        <p:spPr>
          <a:xfrm>
            <a:off x="1443275" y="1880050"/>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63" name="Google Shape;263;p20"/>
          <p:cNvSpPr txBox="1"/>
          <p:nvPr>
            <p:ph idx="7" type="subTitle"/>
          </p:nvPr>
        </p:nvSpPr>
        <p:spPr>
          <a:xfrm>
            <a:off x="4845252" y="21943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64" name="Google Shape;264;p20"/>
          <p:cNvSpPr txBox="1"/>
          <p:nvPr>
            <p:ph idx="8" type="title"/>
          </p:nvPr>
        </p:nvSpPr>
        <p:spPr>
          <a:xfrm>
            <a:off x="4845254" y="1880050"/>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grpSp>
        <p:nvGrpSpPr>
          <p:cNvPr id="265" name="Google Shape;265;p20"/>
          <p:cNvGrpSpPr/>
          <p:nvPr/>
        </p:nvGrpSpPr>
        <p:grpSpPr>
          <a:xfrm>
            <a:off x="-1073259" y="-47900"/>
            <a:ext cx="4087807" cy="2111185"/>
            <a:chOff x="-1073259" y="-47900"/>
            <a:chExt cx="4087807" cy="2111185"/>
          </a:xfrm>
        </p:grpSpPr>
        <p:sp>
          <p:nvSpPr>
            <p:cNvPr id="266" name="Google Shape;266;p20"/>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20"/>
          <p:cNvGrpSpPr/>
          <p:nvPr/>
        </p:nvGrpSpPr>
        <p:grpSpPr>
          <a:xfrm flipH="1">
            <a:off x="8299312" y="3494640"/>
            <a:ext cx="472093" cy="385486"/>
            <a:chOff x="3093501" y="886401"/>
            <a:chExt cx="376440" cy="307405"/>
          </a:xfrm>
        </p:grpSpPr>
        <p:sp>
          <p:nvSpPr>
            <p:cNvPr id="269" name="Google Shape;269;p20"/>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 name="Google Shape;273;p20"/>
          <p:cNvSpPr/>
          <p:nvPr/>
        </p:nvSpPr>
        <p:spPr>
          <a:xfrm rot="-1342692">
            <a:off x="342473" y="409359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rot="527880">
            <a:off x="7844456" y="4418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_1">
    <p:spTree>
      <p:nvGrpSpPr>
        <p:cNvPr id="275" name="Shape 275"/>
        <p:cNvGrpSpPr/>
        <p:nvPr/>
      </p:nvGrpSpPr>
      <p:grpSpPr>
        <a:xfrm>
          <a:off x="0" y="0"/>
          <a:ext cx="0" cy="0"/>
          <a:chOff x="0" y="0"/>
          <a:chExt cx="0" cy="0"/>
        </a:xfrm>
      </p:grpSpPr>
      <p:pic>
        <p:nvPicPr>
          <p:cNvPr id="276" name="Google Shape;276;p21"/>
          <p:cNvPicPr preferRelativeResize="0"/>
          <p:nvPr/>
        </p:nvPicPr>
        <p:blipFill>
          <a:blip r:embed="rId2">
            <a:alphaModFix/>
          </a:blip>
          <a:stretch>
            <a:fillRect/>
          </a:stretch>
        </p:blipFill>
        <p:spPr>
          <a:xfrm>
            <a:off x="0" y="0"/>
            <a:ext cx="9144003" cy="5143501"/>
          </a:xfrm>
          <a:prstGeom prst="rect">
            <a:avLst/>
          </a:prstGeom>
          <a:noFill/>
          <a:ln>
            <a:noFill/>
          </a:ln>
        </p:spPr>
      </p:pic>
      <p:sp>
        <p:nvSpPr>
          <p:cNvPr id="277" name="Google Shape;277;p21"/>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8" name="Google Shape;278;p21"/>
          <p:cNvSpPr txBox="1"/>
          <p:nvPr>
            <p:ph idx="1" type="subTitle"/>
          </p:nvPr>
        </p:nvSpPr>
        <p:spPr>
          <a:xfrm>
            <a:off x="713520"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79" name="Google Shape;279;p21"/>
          <p:cNvSpPr txBox="1"/>
          <p:nvPr>
            <p:ph idx="2" type="title"/>
          </p:nvPr>
        </p:nvSpPr>
        <p:spPr>
          <a:xfrm>
            <a:off x="713500"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80" name="Google Shape;280;p21"/>
          <p:cNvSpPr txBox="1"/>
          <p:nvPr>
            <p:ph idx="3" type="subTitle"/>
          </p:nvPr>
        </p:nvSpPr>
        <p:spPr>
          <a:xfrm>
            <a:off x="3431534"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1" name="Google Shape;281;p21"/>
          <p:cNvSpPr txBox="1"/>
          <p:nvPr>
            <p:ph idx="4" type="title"/>
          </p:nvPr>
        </p:nvSpPr>
        <p:spPr>
          <a:xfrm>
            <a:off x="3431513"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82" name="Google Shape;282;p21"/>
          <p:cNvSpPr txBox="1"/>
          <p:nvPr>
            <p:ph idx="5" type="subTitle"/>
          </p:nvPr>
        </p:nvSpPr>
        <p:spPr>
          <a:xfrm>
            <a:off x="713520"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3" name="Google Shape;283;p21"/>
          <p:cNvSpPr txBox="1"/>
          <p:nvPr>
            <p:ph idx="6" type="title"/>
          </p:nvPr>
        </p:nvSpPr>
        <p:spPr>
          <a:xfrm>
            <a:off x="713520"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84" name="Google Shape;284;p21"/>
          <p:cNvSpPr txBox="1"/>
          <p:nvPr>
            <p:ph idx="7" type="subTitle"/>
          </p:nvPr>
        </p:nvSpPr>
        <p:spPr>
          <a:xfrm>
            <a:off x="3431534"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5" name="Google Shape;285;p21"/>
          <p:cNvSpPr txBox="1"/>
          <p:nvPr>
            <p:ph idx="8" type="title"/>
          </p:nvPr>
        </p:nvSpPr>
        <p:spPr>
          <a:xfrm>
            <a:off x="3431535"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86" name="Google Shape;286;p21"/>
          <p:cNvSpPr txBox="1"/>
          <p:nvPr>
            <p:ph idx="9" type="subTitle"/>
          </p:nvPr>
        </p:nvSpPr>
        <p:spPr>
          <a:xfrm>
            <a:off x="6149571"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7" name="Google Shape;287;p21"/>
          <p:cNvSpPr txBox="1"/>
          <p:nvPr>
            <p:ph idx="13" type="title"/>
          </p:nvPr>
        </p:nvSpPr>
        <p:spPr>
          <a:xfrm>
            <a:off x="6149551"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88" name="Google Shape;288;p21"/>
          <p:cNvSpPr txBox="1"/>
          <p:nvPr>
            <p:ph idx="14" type="subTitle"/>
          </p:nvPr>
        </p:nvSpPr>
        <p:spPr>
          <a:xfrm>
            <a:off x="6149571"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9" name="Google Shape;289;p21"/>
          <p:cNvSpPr txBox="1"/>
          <p:nvPr>
            <p:ph idx="15" type="title"/>
          </p:nvPr>
        </p:nvSpPr>
        <p:spPr>
          <a:xfrm>
            <a:off x="6149573"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290" name="Google Shape;290;p21"/>
          <p:cNvSpPr/>
          <p:nvPr/>
        </p:nvSpPr>
        <p:spPr>
          <a:xfrm flipH="1" rot="5400000">
            <a:off x="8055736" y="4080523"/>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 name="Google Shape;291;p21"/>
          <p:cNvGrpSpPr/>
          <p:nvPr/>
        </p:nvGrpSpPr>
        <p:grpSpPr>
          <a:xfrm flipH="1" rot="5400000">
            <a:off x="-86366" y="-195577"/>
            <a:ext cx="1223111" cy="1284342"/>
            <a:chOff x="6183384" y="3220573"/>
            <a:chExt cx="1223111" cy="1284342"/>
          </a:xfrm>
        </p:grpSpPr>
        <p:sp>
          <p:nvSpPr>
            <p:cNvPr id="292" name="Google Shape;292;p21"/>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 name="Google Shape;294;p21"/>
          <p:cNvSpPr/>
          <p:nvPr/>
        </p:nvSpPr>
        <p:spPr>
          <a:xfrm rot="2003581">
            <a:off x="246324" y="4417128"/>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rot="527880">
            <a:off x="1173468" y="4527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rot="527880">
            <a:off x="8681293" y="39964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spTree>
      <p:nvGrpSpPr>
        <p:cNvPr id="297" name="Shape 297"/>
        <p:cNvGrpSpPr/>
        <p:nvPr/>
      </p:nvGrpSpPr>
      <p:grpSpPr>
        <a:xfrm>
          <a:off x="0" y="0"/>
          <a:ext cx="0" cy="0"/>
          <a:chOff x="0" y="0"/>
          <a:chExt cx="0" cy="0"/>
        </a:xfrm>
      </p:grpSpPr>
      <p:pic>
        <p:nvPicPr>
          <p:cNvPr id="298" name="Google Shape;298;p22"/>
          <p:cNvPicPr preferRelativeResize="0"/>
          <p:nvPr/>
        </p:nvPicPr>
        <p:blipFill>
          <a:blip r:embed="rId2">
            <a:alphaModFix/>
          </a:blip>
          <a:stretch>
            <a:fillRect/>
          </a:stretch>
        </p:blipFill>
        <p:spPr>
          <a:xfrm>
            <a:off x="0" y="0"/>
            <a:ext cx="9144003" cy="5143501"/>
          </a:xfrm>
          <a:prstGeom prst="rect">
            <a:avLst/>
          </a:prstGeom>
          <a:noFill/>
          <a:ln>
            <a:noFill/>
          </a:ln>
        </p:spPr>
      </p:pic>
      <p:sp>
        <p:nvSpPr>
          <p:cNvPr id="299" name="Google Shape;299;p22"/>
          <p:cNvSpPr txBox="1"/>
          <p:nvPr>
            <p:ph type="title"/>
          </p:nvPr>
        </p:nvSpPr>
        <p:spPr>
          <a:xfrm>
            <a:off x="4573300" y="1695738"/>
            <a:ext cx="3859800" cy="698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0" name="Google Shape;300;p22"/>
          <p:cNvSpPr txBox="1"/>
          <p:nvPr>
            <p:ph idx="1" type="subTitle"/>
          </p:nvPr>
        </p:nvSpPr>
        <p:spPr>
          <a:xfrm>
            <a:off x="4573300" y="2485963"/>
            <a:ext cx="3859800" cy="961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01" name="Google Shape;301;p22"/>
          <p:cNvSpPr/>
          <p:nvPr>
            <p:ph idx="2" type="pic"/>
          </p:nvPr>
        </p:nvSpPr>
        <p:spPr>
          <a:xfrm>
            <a:off x="799175" y="1103500"/>
            <a:ext cx="3150000" cy="3150000"/>
          </a:xfrm>
          <a:prstGeom prst="ellipse">
            <a:avLst/>
          </a:prstGeom>
          <a:noFill/>
          <a:ln cap="flat" cmpd="sng" w="114300">
            <a:solidFill>
              <a:schemeClr val="dk2"/>
            </a:solidFill>
            <a:prstDash val="solid"/>
            <a:round/>
            <a:headEnd len="sm" w="sm" type="none"/>
            <a:tailEnd len="sm" w="sm" type="none"/>
          </a:ln>
        </p:spPr>
      </p:sp>
      <p:grpSp>
        <p:nvGrpSpPr>
          <p:cNvPr id="302" name="Google Shape;302;p22"/>
          <p:cNvGrpSpPr/>
          <p:nvPr/>
        </p:nvGrpSpPr>
        <p:grpSpPr>
          <a:xfrm flipH="1">
            <a:off x="8263487" y="4195053"/>
            <a:ext cx="472093" cy="385486"/>
            <a:chOff x="3093501" y="886401"/>
            <a:chExt cx="376440" cy="307405"/>
          </a:xfrm>
        </p:grpSpPr>
        <p:sp>
          <p:nvSpPr>
            <p:cNvPr id="303" name="Google Shape;303;p22"/>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22"/>
          <p:cNvGrpSpPr/>
          <p:nvPr/>
        </p:nvGrpSpPr>
        <p:grpSpPr>
          <a:xfrm flipH="1">
            <a:off x="713511" y="404767"/>
            <a:ext cx="319710" cy="261048"/>
            <a:chOff x="3093501" y="886401"/>
            <a:chExt cx="376440" cy="307405"/>
          </a:xfrm>
        </p:grpSpPr>
        <p:sp>
          <p:nvSpPr>
            <p:cNvPr id="308" name="Google Shape;308;p22"/>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312" name="Shape 312"/>
        <p:cNvGrpSpPr/>
        <p:nvPr/>
      </p:nvGrpSpPr>
      <p:grpSpPr>
        <a:xfrm>
          <a:off x="0" y="0"/>
          <a:ext cx="0" cy="0"/>
          <a:chOff x="0" y="0"/>
          <a:chExt cx="0" cy="0"/>
        </a:xfrm>
      </p:grpSpPr>
      <p:pic>
        <p:nvPicPr>
          <p:cNvPr id="313" name="Google Shape;313;p23"/>
          <p:cNvPicPr preferRelativeResize="0"/>
          <p:nvPr/>
        </p:nvPicPr>
        <p:blipFill>
          <a:blip r:embed="rId2">
            <a:alphaModFix/>
          </a:blip>
          <a:stretch>
            <a:fillRect/>
          </a:stretch>
        </p:blipFill>
        <p:spPr>
          <a:xfrm>
            <a:off x="0" y="0"/>
            <a:ext cx="9144003" cy="5143501"/>
          </a:xfrm>
          <a:prstGeom prst="rect">
            <a:avLst/>
          </a:prstGeom>
          <a:noFill/>
          <a:ln>
            <a:noFill/>
          </a:ln>
        </p:spPr>
      </p:pic>
      <p:sp>
        <p:nvSpPr>
          <p:cNvPr id="314" name="Google Shape;314;p23"/>
          <p:cNvSpPr txBox="1"/>
          <p:nvPr>
            <p:ph type="title"/>
          </p:nvPr>
        </p:nvSpPr>
        <p:spPr>
          <a:xfrm>
            <a:off x="1169450" y="1242963"/>
            <a:ext cx="2561700" cy="124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5" name="Google Shape;315;p23"/>
          <p:cNvSpPr txBox="1"/>
          <p:nvPr>
            <p:ph idx="1" type="subTitle"/>
          </p:nvPr>
        </p:nvSpPr>
        <p:spPr>
          <a:xfrm>
            <a:off x="1169450" y="2566588"/>
            <a:ext cx="25617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316" name="Google Shape;316;p23"/>
          <p:cNvGrpSpPr/>
          <p:nvPr/>
        </p:nvGrpSpPr>
        <p:grpSpPr>
          <a:xfrm>
            <a:off x="326575" y="1242966"/>
            <a:ext cx="308156" cy="307957"/>
            <a:chOff x="1731463" y="2852141"/>
            <a:chExt cx="308156" cy="307957"/>
          </a:xfrm>
        </p:grpSpPr>
        <p:sp>
          <p:nvSpPr>
            <p:cNvPr id="317" name="Google Shape;317;p23"/>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23"/>
          <p:cNvGrpSpPr/>
          <p:nvPr/>
        </p:nvGrpSpPr>
        <p:grpSpPr>
          <a:xfrm>
            <a:off x="3115041" y="351251"/>
            <a:ext cx="256256" cy="237806"/>
            <a:chOff x="1105208" y="2882758"/>
            <a:chExt cx="298911" cy="277390"/>
          </a:xfrm>
        </p:grpSpPr>
        <p:sp>
          <p:nvSpPr>
            <p:cNvPr id="321" name="Google Shape;321;p23"/>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3"/>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3"/>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3"/>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23"/>
          <p:cNvGrpSpPr/>
          <p:nvPr/>
        </p:nvGrpSpPr>
        <p:grpSpPr>
          <a:xfrm flipH="1">
            <a:off x="8321486" y="469929"/>
            <a:ext cx="319710" cy="261048"/>
            <a:chOff x="3093501" y="886401"/>
            <a:chExt cx="376440" cy="307405"/>
          </a:xfrm>
        </p:grpSpPr>
        <p:sp>
          <p:nvSpPr>
            <p:cNvPr id="332" name="Google Shape;332;p2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
    <p:spTree>
      <p:nvGrpSpPr>
        <p:cNvPr id="336" name="Shape 336"/>
        <p:cNvGrpSpPr/>
        <p:nvPr/>
      </p:nvGrpSpPr>
      <p:grpSpPr>
        <a:xfrm>
          <a:off x="0" y="0"/>
          <a:ext cx="0" cy="0"/>
          <a:chOff x="0" y="0"/>
          <a:chExt cx="0" cy="0"/>
        </a:xfrm>
      </p:grpSpPr>
      <p:pic>
        <p:nvPicPr>
          <p:cNvPr id="337" name="Google Shape;337;p24"/>
          <p:cNvPicPr preferRelativeResize="0"/>
          <p:nvPr/>
        </p:nvPicPr>
        <p:blipFill>
          <a:blip r:embed="rId2">
            <a:alphaModFix/>
          </a:blip>
          <a:stretch>
            <a:fillRect/>
          </a:stretch>
        </p:blipFill>
        <p:spPr>
          <a:xfrm>
            <a:off x="0" y="0"/>
            <a:ext cx="9144003" cy="5143501"/>
          </a:xfrm>
          <a:prstGeom prst="rect">
            <a:avLst/>
          </a:prstGeom>
          <a:noFill/>
          <a:ln>
            <a:noFill/>
          </a:ln>
        </p:spPr>
      </p:pic>
      <p:sp>
        <p:nvSpPr>
          <p:cNvPr id="338" name="Google Shape;338;p24"/>
          <p:cNvSpPr txBox="1"/>
          <p:nvPr>
            <p:ph type="title"/>
          </p:nvPr>
        </p:nvSpPr>
        <p:spPr>
          <a:xfrm>
            <a:off x="4573300" y="1346688"/>
            <a:ext cx="2561700" cy="124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9" name="Google Shape;339;p24"/>
          <p:cNvSpPr txBox="1"/>
          <p:nvPr>
            <p:ph idx="1" type="subTitle"/>
          </p:nvPr>
        </p:nvSpPr>
        <p:spPr>
          <a:xfrm>
            <a:off x="4573300" y="2670313"/>
            <a:ext cx="25617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40" name="Google Shape;340;p24"/>
          <p:cNvSpPr/>
          <p:nvPr/>
        </p:nvSpPr>
        <p:spPr>
          <a:xfrm rot="527880">
            <a:off x="616218" y="491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5_1_1">
    <p:spTree>
      <p:nvGrpSpPr>
        <p:cNvPr id="342" name="Shape 342"/>
        <p:cNvGrpSpPr/>
        <p:nvPr/>
      </p:nvGrpSpPr>
      <p:grpSpPr>
        <a:xfrm>
          <a:off x="0" y="0"/>
          <a:ext cx="0" cy="0"/>
          <a:chOff x="0" y="0"/>
          <a:chExt cx="0" cy="0"/>
        </a:xfrm>
      </p:grpSpPr>
      <p:pic>
        <p:nvPicPr>
          <p:cNvPr id="343" name="Google Shape;343;p25"/>
          <p:cNvPicPr preferRelativeResize="0"/>
          <p:nvPr/>
        </p:nvPicPr>
        <p:blipFill>
          <a:blip r:embed="rId2">
            <a:alphaModFix/>
          </a:blip>
          <a:stretch>
            <a:fillRect/>
          </a:stretch>
        </p:blipFill>
        <p:spPr>
          <a:xfrm>
            <a:off x="0" y="0"/>
            <a:ext cx="9144003" cy="5143501"/>
          </a:xfrm>
          <a:prstGeom prst="rect">
            <a:avLst/>
          </a:prstGeom>
          <a:noFill/>
          <a:ln>
            <a:noFill/>
          </a:ln>
        </p:spPr>
      </p:pic>
      <p:sp>
        <p:nvSpPr>
          <p:cNvPr id="344" name="Google Shape;344;p25"/>
          <p:cNvSpPr txBox="1"/>
          <p:nvPr>
            <p:ph type="title"/>
          </p:nvPr>
        </p:nvSpPr>
        <p:spPr>
          <a:xfrm>
            <a:off x="2250775" y="1275725"/>
            <a:ext cx="2561700" cy="1249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25"/>
          <p:cNvSpPr txBox="1"/>
          <p:nvPr>
            <p:ph idx="1" type="subTitle"/>
          </p:nvPr>
        </p:nvSpPr>
        <p:spPr>
          <a:xfrm>
            <a:off x="2250775" y="2599350"/>
            <a:ext cx="2561700" cy="11265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346" name="Google Shape;346;p25"/>
          <p:cNvGrpSpPr/>
          <p:nvPr/>
        </p:nvGrpSpPr>
        <p:grpSpPr>
          <a:xfrm>
            <a:off x="438191" y="3298076"/>
            <a:ext cx="256256" cy="237806"/>
            <a:chOff x="1105208" y="2882758"/>
            <a:chExt cx="298911" cy="277390"/>
          </a:xfrm>
        </p:grpSpPr>
        <p:sp>
          <p:nvSpPr>
            <p:cNvPr id="347" name="Google Shape;347;p25"/>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5"/>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5"/>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5"/>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25"/>
          <p:cNvGrpSpPr/>
          <p:nvPr/>
        </p:nvGrpSpPr>
        <p:grpSpPr>
          <a:xfrm flipH="1">
            <a:off x="2791486" y="404779"/>
            <a:ext cx="319710" cy="261048"/>
            <a:chOff x="3093501" y="886401"/>
            <a:chExt cx="376440" cy="307405"/>
          </a:xfrm>
        </p:grpSpPr>
        <p:sp>
          <p:nvSpPr>
            <p:cNvPr id="358" name="Google Shape;358;p2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5_1_1_1">
    <p:spTree>
      <p:nvGrpSpPr>
        <p:cNvPr id="362" name="Shape 362"/>
        <p:cNvGrpSpPr/>
        <p:nvPr/>
      </p:nvGrpSpPr>
      <p:grpSpPr>
        <a:xfrm>
          <a:off x="0" y="0"/>
          <a:ext cx="0" cy="0"/>
          <a:chOff x="0" y="0"/>
          <a:chExt cx="0" cy="0"/>
        </a:xfrm>
      </p:grpSpPr>
      <p:pic>
        <p:nvPicPr>
          <p:cNvPr id="363" name="Google Shape;363;p26"/>
          <p:cNvPicPr preferRelativeResize="0"/>
          <p:nvPr/>
        </p:nvPicPr>
        <p:blipFill>
          <a:blip r:embed="rId2">
            <a:alphaModFix/>
          </a:blip>
          <a:stretch>
            <a:fillRect/>
          </a:stretch>
        </p:blipFill>
        <p:spPr>
          <a:xfrm>
            <a:off x="0" y="0"/>
            <a:ext cx="9144003" cy="5143501"/>
          </a:xfrm>
          <a:prstGeom prst="rect">
            <a:avLst/>
          </a:prstGeom>
          <a:noFill/>
          <a:ln>
            <a:noFill/>
          </a:ln>
        </p:spPr>
      </p:pic>
      <p:sp>
        <p:nvSpPr>
          <p:cNvPr id="364" name="Google Shape;364;p26"/>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365" name="Google Shape;365;p26"/>
          <p:cNvSpPr txBox="1"/>
          <p:nvPr>
            <p:ph idx="1" type="subTitle"/>
          </p:nvPr>
        </p:nvSpPr>
        <p:spPr>
          <a:xfrm>
            <a:off x="713500" y="1114925"/>
            <a:ext cx="7719600" cy="164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5_1_1_1_1">
    <p:spTree>
      <p:nvGrpSpPr>
        <p:cNvPr id="366" name="Shape 366"/>
        <p:cNvGrpSpPr/>
        <p:nvPr/>
      </p:nvGrpSpPr>
      <p:grpSpPr>
        <a:xfrm>
          <a:off x="0" y="0"/>
          <a:ext cx="0" cy="0"/>
          <a:chOff x="0" y="0"/>
          <a:chExt cx="0" cy="0"/>
        </a:xfrm>
      </p:grpSpPr>
      <p:pic>
        <p:nvPicPr>
          <p:cNvPr id="367" name="Google Shape;367;p27"/>
          <p:cNvPicPr preferRelativeResize="0"/>
          <p:nvPr/>
        </p:nvPicPr>
        <p:blipFill>
          <a:blip r:embed="rId2">
            <a:alphaModFix/>
          </a:blip>
          <a:stretch>
            <a:fillRect/>
          </a:stretch>
        </p:blipFill>
        <p:spPr>
          <a:xfrm>
            <a:off x="0" y="0"/>
            <a:ext cx="9144003" cy="5143501"/>
          </a:xfrm>
          <a:prstGeom prst="rect">
            <a:avLst/>
          </a:prstGeom>
          <a:noFill/>
          <a:ln>
            <a:noFill/>
          </a:ln>
        </p:spPr>
      </p:pic>
      <p:sp>
        <p:nvSpPr>
          <p:cNvPr id="368" name="Google Shape;368;p27"/>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369" name="Google Shape;369;p27"/>
          <p:cNvSpPr txBox="1"/>
          <p:nvPr>
            <p:ph idx="1" type="subTitle"/>
          </p:nvPr>
        </p:nvSpPr>
        <p:spPr>
          <a:xfrm>
            <a:off x="713500" y="1123368"/>
            <a:ext cx="3859800" cy="321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
        <p:nvSpPr>
          <p:cNvPr id="370" name="Google Shape;370;p27"/>
          <p:cNvSpPr txBox="1"/>
          <p:nvPr>
            <p:ph idx="2" type="subTitle"/>
          </p:nvPr>
        </p:nvSpPr>
        <p:spPr>
          <a:xfrm>
            <a:off x="4991075" y="1537711"/>
            <a:ext cx="3433200" cy="182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6">
    <p:spTree>
      <p:nvGrpSpPr>
        <p:cNvPr id="371" name="Shape 371"/>
        <p:cNvGrpSpPr/>
        <p:nvPr/>
      </p:nvGrpSpPr>
      <p:grpSpPr>
        <a:xfrm>
          <a:off x="0" y="0"/>
          <a:ext cx="0" cy="0"/>
          <a:chOff x="0" y="0"/>
          <a:chExt cx="0" cy="0"/>
        </a:xfrm>
      </p:grpSpPr>
      <p:pic>
        <p:nvPicPr>
          <p:cNvPr id="372" name="Google Shape;372;p28"/>
          <p:cNvPicPr preferRelativeResize="0"/>
          <p:nvPr/>
        </p:nvPicPr>
        <p:blipFill>
          <a:blip r:embed="rId2">
            <a:alphaModFix/>
          </a:blip>
          <a:stretch>
            <a:fillRect/>
          </a:stretch>
        </p:blipFill>
        <p:spPr>
          <a:xfrm>
            <a:off x="0" y="0"/>
            <a:ext cx="9144003" cy="5143501"/>
          </a:xfrm>
          <a:prstGeom prst="rect">
            <a:avLst/>
          </a:prstGeom>
          <a:noFill/>
          <a:ln>
            <a:noFill/>
          </a:ln>
        </p:spPr>
      </p:pic>
      <p:sp>
        <p:nvSpPr>
          <p:cNvPr id="373" name="Google Shape;373;p28"/>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4" name="Google Shape;374;p28"/>
          <p:cNvGrpSpPr/>
          <p:nvPr/>
        </p:nvGrpSpPr>
        <p:grpSpPr>
          <a:xfrm flipH="1">
            <a:off x="6014591" y="-170938"/>
            <a:ext cx="4087807" cy="2111185"/>
            <a:chOff x="-1073259" y="-47900"/>
            <a:chExt cx="4087807" cy="2111185"/>
          </a:xfrm>
        </p:grpSpPr>
        <p:sp>
          <p:nvSpPr>
            <p:cNvPr id="375" name="Google Shape;375;p28"/>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8"/>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28"/>
          <p:cNvSpPr/>
          <p:nvPr/>
        </p:nvSpPr>
        <p:spPr>
          <a:xfrm rot="-262689">
            <a:off x="323733" y="2888870"/>
            <a:ext cx="91164"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6_1">
    <p:spTree>
      <p:nvGrpSpPr>
        <p:cNvPr id="378" name="Shape 378"/>
        <p:cNvGrpSpPr/>
        <p:nvPr/>
      </p:nvGrpSpPr>
      <p:grpSpPr>
        <a:xfrm>
          <a:off x="0" y="0"/>
          <a:ext cx="0" cy="0"/>
          <a:chOff x="0" y="0"/>
          <a:chExt cx="0" cy="0"/>
        </a:xfrm>
      </p:grpSpPr>
      <p:pic>
        <p:nvPicPr>
          <p:cNvPr id="379" name="Google Shape;379;p29"/>
          <p:cNvPicPr preferRelativeResize="0"/>
          <p:nvPr/>
        </p:nvPicPr>
        <p:blipFill>
          <a:blip r:embed="rId2">
            <a:alphaModFix/>
          </a:blip>
          <a:stretch>
            <a:fillRect/>
          </a:stretch>
        </p:blipFill>
        <p:spPr>
          <a:xfrm>
            <a:off x="0" y="0"/>
            <a:ext cx="9144003" cy="5143501"/>
          </a:xfrm>
          <a:prstGeom prst="rect">
            <a:avLst/>
          </a:prstGeom>
          <a:noFill/>
          <a:ln>
            <a:noFill/>
          </a:ln>
        </p:spPr>
      </p:pic>
      <p:sp>
        <p:nvSpPr>
          <p:cNvPr id="380" name="Google Shape;380;p2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1" name="Google Shape;381;p29"/>
          <p:cNvSpPr/>
          <p:nvPr/>
        </p:nvSpPr>
        <p:spPr>
          <a:xfrm flipH="1" rot="5400000">
            <a:off x="8055736" y="4080523"/>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29"/>
          <p:cNvGrpSpPr/>
          <p:nvPr/>
        </p:nvGrpSpPr>
        <p:grpSpPr>
          <a:xfrm flipH="1" rot="5400000">
            <a:off x="-86366" y="-195577"/>
            <a:ext cx="1223111" cy="1284342"/>
            <a:chOff x="6183384" y="3220573"/>
            <a:chExt cx="1223111" cy="1284342"/>
          </a:xfrm>
        </p:grpSpPr>
        <p:sp>
          <p:nvSpPr>
            <p:cNvPr id="383" name="Google Shape;383;p29"/>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9"/>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 name="Google Shape;385;p29"/>
          <p:cNvGrpSpPr/>
          <p:nvPr/>
        </p:nvGrpSpPr>
        <p:grpSpPr>
          <a:xfrm flipH="1">
            <a:off x="8245786" y="479029"/>
            <a:ext cx="319710" cy="261048"/>
            <a:chOff x="3093501" y="886401"/>
            <a:chExt cx="376440" cy="307405"/>
          </a:xfrm>
        </p:grpSpPr>
        <p:sp>
          <p:nvSpPr>
            <p:cNvPr id="386" name="Google Shape;386;p2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 name="Google Shape;390;p29"/>
          <p:cNvGrpSpPr/>
          <p:nvPr/>
        </p:nvGrpSpPr>
        <p:grpSpPr>
          <a:xfrm flipH="1">
            <a:off x="2412136" y="4637704"/>
            <a:ext cx="319710" cy="261048"/>
            <a:chOff x="3093501" y="886401"/>
            <a:chExt cx="376440" cy="307405"/>
          </a:xfrm>
        </p:grpSpPr>
        <p:sp>
          <p:nvSpPr>
            <p:cNvPr id="391" name="Google Shape;391;p2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 name="Google Shape;395;p29"/>
          <p:cNvSpPr/>
          <p:nvPr/>
        </p:nvSpPr>
        <p:spPr>
          <a:xfrm rot="433506">
            <a:off x="341324" y="4469329"/>
            <a:ext cx="166103" cy="158548"/>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9"/>
          <p:cNvSpPr/>
          <p:nvPr/>
        </p:nvSpPr>
        <p:spPr>
          <a:xfrm rot="527880">
            <a:off x="3990856" y="2604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_1_1">
    <p:spTree>
      <p:nvGrpSpPr>
        <p:cNvPr id="397" name="Shape 397"/>
        <p:cNvGrpSpPr/>
        <p:nvPr/>
      </p:nvGrpSpPr>
      <p:grpSpPr>
        <a:xfrm>
          <a:off x="0" y="0"/>
          <a:ext cx="0" cy="0"/>
          <a:chOff x="0" y="0"/>
          <a:chExt cx="0" cy="0"/>
        </a:xfrm>
      </p:grpSpPr>
      <p:pic>
        <p:nvPicPr>
          <p:cNvPr id="398" name="Google Shape;398;p30"/>
          <p:cNvPicPr preferRelativeResize="0"/>
          <p:nvPr/>
        </p:nvPicPr>
        <p:blipFill>
          <a:blip r:embed="rId2">
            <a:alphaModFix/>
          </a:blip>
          <a:stretch>
            <a:fillRect/>
          </a:stretch>
        </p:blipFill>
        <p:spPr>
          <a:xfrm>
            <a:off x="0" y="0"/>
            <a:ext cx="9144003" cy="5143501"/>
          </a:xfrm>
          <a:prstGeom prst="rect">
            <a:avLst/>
          </a:prstGeom>
          <a:noFill/>
          <a:ln>
            <a:noFill/>
          </a:ln>
        </p:spPr>
      </p:pic>
      <p:sp>
        <p:nvSpPr>
          <p:cNvPr id="399" name="Google Shape;399;p30"/>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00" name="Google Shape;400;p30"/>
          <p:cNvGrpSpPr/>
          <p:nvPr/>
        </p:nvGrpSpPr>
        <p:grpSpPr>
          <a:xfrm>
            <a:off x="-1073259" y="-47900"/>
            <a:ext cx="4087807" cy="2111185"/>
            <a:chOff x="-1073259" y="-47900"/>
            <a:chExt cx="4087807" cy="2111185"/>
          </a:xfrm>
        </p:grpSpPr>
        <p:sp>
          <p:nvSpPr>
            <p:cNvPr id="401" name="Google Shape;401;p30"/>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0"/>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3" name="Google Shape;403;p30"/>
          <p:cNvSpPr/>
          <p:nvPr/>
        </p:nvSpPr>
        <p:spPr>
          <a:xfrm rot="527880">
            <a:off x="616218" y="12404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0"/>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30"/>
          <p:cNvGrpSpPr/>
          <p:nvPr/>
        </p:nvGrpSpPr>
        <p:grpSpPr>
          <a:xfrm rot="5400000">
            <a:off x="-115316" y="4031073"/>
            <a:ext cx="1223111" cy="1284342"/>
            <a:chOff x="6183384" y="3220573"/>
            <a:chExt cx="1223111" cy="1284342"/>
          </a:xfrm>
        </p:grpSpPr>
        <p:sp>
          <p:nvSpPr>
            <p:cNvPr id="406" name="Google Shape;406;p30"/>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0"/>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8" name="Google Shape;408;p30"/>
          <p:cNvSpPr/>
          <p:nvPr/>
        </p:nvSpPr>
        <p:spPr>
          <a:xfrm rot="2003581">
            <a:off x="2668387" y="24420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0"/>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0"/>
          <p:cNvSpPr/>
          <p:nvPr/>
        </p:nvSpPr>
        <p:spPr>
          <a:xfrm rot="527880">
            <a:off x="7843893" y="4418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6_1_1_1">
    <p:spTree>
      <p:nvGrpSpPr>
        <p:cNvPr id="411" name="Shape 411"/>
        <p:cNvGrpSpPr/>
        <p:nvPr/>
      </p:nvGrpSpPr>
      <p:grpSpPr>
        <a:xfrm>
          <a:off x="0" y="0"/>
          <a:ext cx="0" cy="0"/>
          <a:chOff x="0" y="0"/>
          <a:chExt cx="0" cy="0"/>
        </a:xfrm>
      </p:grpSpPr>
      <p:pic>
        <p:nvPicPr>
          <p:cNvPr id="412" name="Google Shape;412;p31"/>
          <p:cNvPicPr preferRelativeResize="0"/>
          <p:nvPr/>
        </p:nvPicPr>
        <p:blipFill>
          <a:blip r:embed="rId2">
            <a:alphaModFix/>
          </a:blip>
          <a:stretch>
            <a:fillRect/>
          </a:stretch>
        </p:blipFill>
        <p:spPr>
          <a:xfrm>
            <a:off x="0" y="0"/>
            <a:ext cx="9144003" cy="5143501"/>
          </a:xfrm>
          <a:prstGeom prst="rect">
            <a:avLst/>
          </a:prstGeom>
          <a:noFill/>
          <a:ln>
            <a:noFill/>
          </a:ln>
        </p:spPr>
      </p:pic>
      <p:sp>
        <p:nvSpPr>
          <p:cNvPr id="413" name="Google Shape;413;p31"/>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4" name="Google Shape;414;p31"/>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 name="Google Shape;415;p31"/>
          <p:cNvGrpSpPr/>
          <p:nvPr/>
        </p:nvGrpSpPr>
        <p:grpSpPr>
          <a:xfrm rot="5400000">
            <a:off x="-115316" y="4031073"/>
            <a:ext cx="1223111" cy="1284342"/>
            <a:chOff x="6183384" y="3220573"/>
            <a:chExt cx="1223111" cy="1284342"/>
          </a:xfrm>
        </p:grpSpPr>
        <p:sp>
          <p:nvSpPr>
            <p:cNvPr id="416" name="Google Shape;416;p31"/>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1"/>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31"/>
          <p:cNvSpPr/>
          <p:nvPr/>
        </p:nvSpPr>
        <p:spPr>
          <a:xfrm rot="10800000">
            <a:off x="7780722" y="-182174"/>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1"/>
          <p:cNvSpPr/>
          <p:nvPr/>
        </p:nvSpPr>
        <p:spPr>
          <a:xfrm rot="-1342692">
            <a:off x="523461" y="297974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1"/>
          <p:cNvSpPr/>
          <p:nvPr/>
        </p:nvSpPr>
        <p:spPr>
          <a:xfrm rot="527880">
            <a:off x="3074893" y="4564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1"/>
          <p:cNvSpPr/>
          <p:nvPr/>
        </p:nvSpPr>
        <p:spPr>
          <a:xfrm rot="527880">
            <a:off x="8523968" y="7237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6_1_1_1_1">
    <p:spTree>
      <p:nvGrpSpPr>
        <p:cNvPr id="422" name="Shape 422"/>
        <p:cNvGrpSpPr/>
        <p:nvPr/>
      </p:nvGrpSpPr>
      <p:grpSpPr>
        <a:xfrm>
          <a:off x="0" y="0"/>
          <a:ext cx="0" cy="0"/>
          <a:chOff x="0" y="0"/>
          <a:chExt cx="0" cy="0"/>
        </a:xfrm>
      </p:grpSpPr>
      <p:pic>
        <p:nvPicPr>
          <p:cNvPr id="423" name="Google Shape;423;p32"/>
          <p:cNvPicPr preferRelativeResize="0"/>
          <p:nvPr/>
        </p:nvPicPr>
        <p:blipFill>
          <a:blip r:embed="rId2">
            <a:alphaModFix/>
          </a:blip>
          <a:stretch>
            <a:fillRect/>
          </a:stretch>
        </p:blipFill>
        <p:spPr>
          <a:xfrm>
            <a:off x="0" y="0"/>
            <a:ext cx="9144003" cy="5143501"/>
          </a:xfrm>
          <a:prstGeom prst="rect">
            <a:avLst/>
          </a:prstGeom>
          <a:noFill/>
          <a:ln>
            <a:noFill/>
          </a:ln>
        </p:spPr>
      </p:pic>
      <p:sp>
        <p:nvSpPr>
          <p:cNvPr id="424" name="Google Shape;424;p32"/>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6_1_1_1_1_1_1_1_1_1_1">
    <p:spTree>
      <p:nvGrpSpPr>
        <p:cNvPr id="425" name="Shape 425"/>
        <p:cNvGrpSpPr/>
        <p:nvPr/>
      </p:nvGrpSpPr>
      <p:grpSpPr>
        <a:xfrm>
          <a:off x="0" y="0"/>
          <a:ext cx="0" cy="0"/>
          <a:chOff x="0" y="0"/>
          <a:chExt cx="0" cy="0"/>
        </a:xfrm>
      </p:grpSpPr>
      <p:pic>
        <p:nvPicPr>
          <p:cNvPr id="426" name="Google Shape;426;p33"/>
          <p:cNvPicPr preferRelativeResize="0"/>
          <p:nvPr/>
        </p:nvPicPr>
        <p:blipFill>
          <a:blip r:embed="rId2">
            <a:alphaModFix/>
          </a:blip>
          <a:stretch>
            <a:fillRect/>
          </a:stretch>
        </p:blipFill>
        <p:spPr>
          <a:xfrm>
            <a:off x="0" y="0"/>
            <a:ext cx="9144003" cy="5143501"/>
          </a:xfrm>
          <a:prstGeom prst="rect">
            <a:avLst/>
          </a:prstGeom>
          <a:noFill/>
          <a:ln>
            <a:noFill/>
          </a:ln>
        </p:spPr>
      </p:pic>
      <p:sp>
        <p:nvSpPr>
          <p:cNvPr id="427" name="Google Shape;427;p33"/>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28" name="Google Shape;428;p33"/>
          <p:cNvGrpSpPr/>
          <p:nvPr/>
        </p:nvGrpSpPr>
        <p:grpSpPr>
          <a:xfrm>
            <a:off x="2207416" y="4185830"/>
            <a:ext cx="7515633" cy="2145333"/>
            <a:chOff x="4711483" y="4096818"/>
            <a:chExt cx="5214482" cy="1488471"/>
          </a:xfrm>
        </p:grpSpPr>
        <p:sp>
          <p:nvSpPr>
            <p:cNvPr id="429" name="Google Shape;429;p33"/>
            <p:cNvSpPr/>
            <p:nvPr/>
          </p:nvSpPr>
          <p:spPr>
            <a:xfrm>
              <a:off x="7094273" y="4309295"/>
              <a:ext cx="2831692" cy="1063049"/>
            </a:xfrm>
            <a:custGeom>
              <a:rect b="b" l="l" r="r" t="t"/>
              <a:pathLst>
                <a:path extrusionOk="0" h="11527" w="30705">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a:off x="5545247" y="4096818"/>
              <a:ext cx="2175252" cy="1488471"/>
            </a:xfrm>
            <a:custGeom>
              <a:rect b="b" l="l" r="r" t="t"/>
              <a:pathLst>
                <a:path extrusionOk="0" h="16140" w="23587">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3"/>
            <p:cNvSpPr/>
            <p:nvPr/>
          </p:nvSpPr>
          <p:spPr>
            <a:xfrm>
              <a:off x="4711483" y="4366564"/>
              <a:ext cx="1368674" cy="955056"/>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33"/>
          <p:cNvGrpSpPr/>
          <p:nvPr/>
        </p:nvGrpSpPr>
        <p:grpSpPr>
          <a:xfrm flipH="1">
            <a:off x="386300" y="4403440"/>
            <a:ext cx="472093" cy="385486"/>
            <a:chOff x="3093501" y="886401"/>
            <a:chExt cx="376440" cy="307405"/>
          </a:xfrm>
        </p:grpSpPr>
        <p:sp>
          <p:nvSpPr>
            <p:cNvPr id="433" name="Google Shape;433;p3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 name="Google Shape;437;p33"/>
          <p:cNvGrpSpPr/>
          <p:nvPr/>
        </p:nvGrpSpPr>
        <p:grpSpPr>
          <a:xfrm flipH="1">
            <a:off x="5932336" y="404779"/>
            <a:ext cx="319710" cy="261048"/>
            <a:chOff x="3093501" y="886401"/>
            <a:chExt cx="376440" cy="307405"/>
          </a:xfrm>
        </p:grpSpPr>
        <p:sp>
          <p:nvSpPr>
            <p:cNvPr id="438" name="Google Shape;438;p3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442" name="Shape 442"/>
        <p:cNvGrpSpPr/>
        <p:nvPr/>
      </p:nvGrpSpPr>
      <p:grpSpPr>
        <a:xfrm>
          <a:off x="0" y="0"/>
          <a:ext cx="0" cy="0"/>
          <a:chOff x="0" y="0"/>
          <a:chExt cx="0" cy="0"/>
        </a:xfrm>
      </p:grpSpPr>
      <p:pic>
        <p:nvPicPr>
          <p:cNvPr id="443" name="Google Shape;443;p34"/>
          <p:cNvPicPr preferRelativeResize="0"/>
          <p:nvPr/>
        </p:nvPicPr>
        <p:blipFill>
          <a:blip r:embed="rId2">
            <a:alphaModFix/>
          </a:blip>
          <a:stretch>
            <a:fillRect/>
          </a:stretch>
        </p:blipFill>
        <p:spPr>
          <a:xfrm>
            <a:off x="0" y="0"/>
            <a:ext cx="9144003" cy="5143501"/>
          </a:xfrm>
          <a:prstGeom prst="rect">
            <a:avLst/>
          </a:prstGeom>
          <a:noFill/>
          <a:ln>
            <a:noFill/>
          </a:ln>
        </p:spPr>
      </p:pic>
      <p:sp>
        <p:nvSpPr>
          <p:cNvPr id="444" name="Google Shape;444;p34"/>
          <p:cNvSpPr txBox="1"/>
          <p:nvPr>
            <p:ph type="title"/>
          </p:nvPr>
        </p:nvSpPr>
        <p:spPr>
          <a:xfrm>
            <a:off x="713500" y="535300"/>
            <a:ext cx="3898500" cy="13845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9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5" name="Google Shape;445;p34"/>
          <p:cNvSpPr txBox="1"/>
          <p:nvPr>
            <p:ph idx="1" type="subTitle"/>
          </p:nvPr>
        </p:nvSpPr>
        <p:spPr>
          <a:xfrm>
            <a:off x="713500" y="1843625"/>
            <a:ext cx="38598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46" name="Google Shape;446;p34"/>
          <p:cNvSpPr txBox="1"/>
          <p:nvPr/>
        </p:nvSpPr>
        <p:spPr>
          <a:xfrm>
            <a:off x="713500" y="3732150"/>
            <a:ext cx="4835100" cy="552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chemeClr val="dk1"/>
                </a:solidFill>
                <a:latin typeface="DM Sans"/>
                <a:ea typeface="DM Sans"/>
                <a:cs typeface="DM Sans"/>
                <a:sym typeface="DM Sans"/>
              </a:rPr>
              <a:t>CREDITS: This presentation template was created by </a:t>
            </a:r>
            <a:r>
              <a:rPr b="1" lang="en" sz="1100">
                <a:solidFill>
                  <a:schemeClr val="dk1"/>
                </a:solidFill>
                <a:uFill>
                  <a:noFill/>
                </a:uFill>
                <a:latin typeface="DM Sans"/>
                <a:ea typeface="DM Sans"/>
                <a:cs typeface="DM Sans"/>
                <a:sym typeface="DM Sans"/>
                <a:hlinkClick r:id="rId3">
                  <a:extLst>
                    <a:ext uri="{A12FA001-AC4F-418D-AE19-62706E023703}">
                      <ahyp:hlinkClr val="tx"/>
                    </a:ext>
                  </a:extLst>
                </a:hlinkClick>
              </a:rPr>
              <a:t>Slidesgo</a:t>
            </a:r>
            <a:r>
              <a:rPr lang="en" sz="1100">
                <a:solidFill>
                  <a:schemeClr val="dk1"/>
                </a:solidFill>
                <a:latin typeface="DM Sans"/>
                <a:ea typeface="DM Sans"/>
                <a:cs typeface="DM Sans"/>
                <a:sym typeface="DM Sans"/>
              </a:rPr>
              <a:t>, and includes icons by </a:t>
            </a:r>
            <a:r>
              <a:rPr b="1" lang="en" sz="1100">
                <a:solidFill>
                  <a:schemeClr val="dk1"/>
                </a:solidFill>
                <a:uFill>
                  <a:noFill/>
                </a:uFill>
                <a:latin typeface="DM Sans"/>
                <a:ea typeface="DM Sans"/>
                <a:cs typeface="DM Sans"/>
                <a:sym typeface="DM Sans"/>
                <a:hlinkClick r:id="rId4">
                  <a:extLst>
                    <a:ext uri="{A12FA001-AC4F-418D-AE19-62706E023703}">
                      <ahyp:hlinkClr val="tx"/>
                    </a:ext>
                  </a:extLst>
                </a:hlinkClick>
              </a:rPr>
              <a:t>Flaticon</a:t>
            </a:r>
            <a:r>
              <a:rPr lang="en" sz="1100">
                <a:solidFill>
                  <a:schemeClr val="dk1"/>
                </a:solidFill>
                <a:latin typeface="DM Sans"/>
                <a:ea typeface="DM Sans"/>
                <a:cs typeface="DM Sans"/>
                <a:sym typeface="DM Sans"/>
              </a:rPr>
              <a:t>, and infographics &amp; images by </a:t>
            </a:r>
            <a:r>
              <a:rPr b="1" lang="en" sz="1100">
                <a:solidFill>
                  <a:schemeClr val="dk1"/>
                </a:solidFill>
                <a:uFill>
                  <a:noFill/>
                </a:uFill>
                <a:latin typeface="DM Sans"/>
                <a:ea typeface="DM Sans"/>
                <a:cs typeface="DM Sans"/>
                <a:sym typeface="DM Sans"/>
                <a:hlinkClick r:id="rId5">
                  <a:extLst>
                    <a:ext uri="{A12FA001-AC4F-418D-AE19-62706E023703}">
                      <ahyp:hlinkClr val="tx"/>
                    </a:ext>
                  </a:extLst>
                </a:hlinkClick>
              </a:rPr>
              <a:t>Freepik</a:t>
            </a:r>
            <a:r>
              <a:rPr b="1" lang="en" sz="1100">
                <a:solidFill>
                  <a:schemeClr val="dk1"/>
                </a:solidFill>
                <a:latin typeface="DM Sans"/>
                <a:ea typeface="DM Sans"/>
                <a:cs typeface="DM Sans"/>
                <a:sym typeface="DM Sans"/>
              </a:rPr>
              <a:t> </a:t>
            </a:r>
            <a:endParaRPr b="1" sz="1100">
              <a:solidFill>
                <a:schemeClr val="dk1"/>
              </a:solidFill>
              <a:latin typeface="DM Sans"/>
              <a:ea typeface="DM Sans"/>
              <a:cs typeface="DM Sans"/>
              <a:sym typeface="DM Sans"/>
            </a:endParaRPr>
          </a:p>
        </p:txBody>
      </p:sp>
      <p:sp>
        <p:nvSpPr>
          <p:cNvPr id="447" name="Google Shape;447;p34"/>
          <p:cNvSpPr/>
          <p:nvPr/>
        </p:nvSpPr>
        <p:spPr>
          <a:xfrm rot="2003581">
            <a:off x="8537299" y="171415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4"/>
          <p:cNvSpPr/>
          <p:nvPr/>
        </p:nvSpPr>
        <p:spPr>
          <a:xfrm rot="527880">
            <a:off x="1357143" y="35140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9" name="Google Shape;449;p34"/>
          <p:cNvGrpSpPr/>
          <p:nvPr/>
        </p:nvGrpSpPr>
        <p:grpSpPr>
          <a:xfrm>
            <a:off x="5047650" y="381316"/>
            <a:ext cx="308156" cy="307957"/>
            <a:chOff x="1731463" y="2852141"/>
            <a:chExt cx="308156" cy="307957"/>
          </a:xfrm>
        </p:grpSpPr>
        <p:sp>
          <p:nvSpPr>
            <p:cNvPr id="450" name="Google Shape;450;p34"/>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4"/>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4"/>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34"/>
          <p:cNvSpPr/>
          <p:nvPr/>
        </p:nvSpPr>
        <p:spPr>
          <a:xfrm rot="-1571180">
            <a:off x="247974" y="4050706"/>
            <a:ext cx="166100" cy="158544"/>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454" name="Shape 454"/>
        <p:cNvGrpSpPr/>
        <p:nvPr/>
      </p:nvGrpSpPr>
      <p:grpSpPr>
        <a:xfrm>
          <a:off x="0" y="0"/>
          <a:ext cx="0" cy="0"/>
          <a:chOff x="0" y="0"/>
          <a:chExt cx="0" cy="0"/>
        </a:xfrm>
      </p:grpSpPr>
      <p:pic>
        <p:nvPicPr>
          <p:cNvPr id="455" name="Google Shape;455;p35"/>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456" name="Google Shape;456;p35"/>
          <p:cNvGrpSpPr/>
          <p:nvPr/>
        </p:nvGrpSpPr>
        <p:grpSpPr>
          <a:xfrm>
            <a:off x="8165400" y="3333793"/>
            <a:ext cx="1323929" cy="1274516"/>
            <a:chOff x="6520050" y="3099918"/>
            <a:chExt cx="1323929" cy="1274516"/>
          </a:xfrm>
        </p:grpSpPr>
        <p:sp>
          <p:nvSpPr>
            <p:cNvPr id="457" name="Google Shape;457;p35"/>
            <p:cNvSpPr/>
            <p:nvPr/>
          </p:nvSpPr>
          <p:spPr>
            <a:xfrm>
              <a:off x="6574949" y="3179945"/>
              <a:ext cx="1269031" cy="1194489"/>
            </a:xfrm>
            <a:custGeom>
              <a:rect b="b" l="l" r="r" t="t"/>
              <a:pathLst>
                <a:path extrusionOk="0" h="22982" w="24415">
                  <a:moveTo>
                    <a:pt x="12854" y="0"/>
                  </a:moveTo>
                  <a:cubicBezTo>
                    <a:pt x="9619" y="0"/>
                    <a:pt x="6403" y="1366"/>
                    <a:pt x="4139" y="4028"/>
                  </a:cubicBezTo>
                  <a:cubicBezTo>
                    <a:pt x="1" y="8902"/>
                    <a:pt x="661" y="16212"/>
                    <a:pt x="5598" y="20269"/>
                  </a:cubicBezTo>
                  <a:cubicBezTo>
                    <a:pt x="5760" y="20408"/>
                    <a:pt x="5922" y="20541"/>
                    <a:pt x="6095" y="20669"/>
                  </a:cubicBezTo>
                  <a:cubicBezTo>
                    <a:pt x="6315" y="20836"/>
                    <a:pt x="6547" y="20999"/>
                    <a:pt x="6778" y="21149"/>
                  </a:cubicBezTo>
                  <a:cubicBezTo>
                    <a:pt x="6865" y="21201"/>
                    <a:pt x="6958" y="21259"/>
                    <a:pt x="7045" y="21317"/>
                  </a:cubicBezTo>
                  <a:cubicBezTo>
                    <a:pt x="7317" y="21479"/>
                    <a:pt x="7595" y="21635"/>
                    <a:pt x="7884" y="21780"/>
                  </a:cubicBezTo>
                  <a:cubicBezTo>
                    <a:pt x="9530" y="22598"/>
                    <a:pt x="11265" y="22982"/>
                    <a:pt x="12968" y="22982"/>
                  </a:cubicBezTo>
                  <a:cubicBezTo>
                    <a:pt x="17769" y="22982"/>
                    <a:pt x="22314" y="19935"/>
                    <a:pt x="23882" y="14996"/>
                  </a:cubicBezTo>
                  <a:cubicBezTo>
                    <a:pt x="24235" y="13879"/>
                    <a:pt x="24414" y="12716"/>
                    <a:pt x="24414" y="11547"/>
                  </a:cubicBezTo>
                  <a:cubicBezTo>
                    <a:pt x="24414" y="11194"/>
                    <a:pt x="24397" y="10841"/>
                    <a:pt x="24368" y="10493"/>
                  </a:cubicBezTo>
                  <a:cubicBezTo>
                    <a:pt x="24136" y="7976"/>
                    <a:pt x="23071" y="5603"/>
                    <a:pt x="21347" y="3756"/>
                  </a:cubicBezTo>
                  <a:cubicBezTo>
                    <a:pt x="21046" y="3438"/>
                    <a:pt x="20733" y="3131"/>
                    <a:pt x="20397" y="2848"/>
                  </a:cubicBezTo>
                  <a:cubicBezTo>
                    <a:pt x="18224" y="936"/>
                    <a:pt x="15533" y="0"/>
                    <a:pt x="128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5"/>
            <p:cNvSpPr/>
            <p:nvPr/>
          </p:nvSpPr>
          <p:spPr>
            <a:xfrm>
              <a:off x="6669704" y="3327920"/>
              <a:ext cx="1014809" cy="761434"/>
            </a:xfrm>
            <a:custGeom>
              <a:rect b="b" l="l" r="r" t="t"/>
              <a:pathLst>
                <a:path extrusionOk="0" h="14650" w="19524">
                  <a:moveTo>
                    <a:pt x="18574" y="1"/>
                  </a:moveTo>
                  <a:cubicBezTo>
                    <a:pt x="17735" y="620"/>
                    <a:pt x="16896" y="1274"/>
                    <a:pt x="16091" y="1940"/>
                  </a:cubicBezTo>
                  <a:cubicBezTo>
                    <a:pt x="12572" y="4845"/>
                    <a:pt x="8972" y="8179"/>
                    <a:pt x="4539" y="9580"/>
                  </a:cubicBezTo>
                  <a:cubicBezTo>
                    <a:pt x="2993" y="10066"/>
                    <a:pt x="1378" y="10465"/>
                    <a:pt x="1" y="11189"/>
                  </a:cubicBezTo>
                  <a:cubicBezTo>
                    <a:pt x="273" y="12410"/>
                    <a:pt x="748" y="13579"/>
                    <a:pt x="1402" y="14650"/>
                  </a:cubicBezTo>
                  <a:cubicBezTo>
                    <a:pt x="2108" y="14094"/>
                    <a:pt x="2860" y="13608"/>
                    <a:pt x="3659" y="13186"/>
                  </a:cubicBezTo>
                  <a:cubicBezTo>
                    <a:pt x="6987" y="11414"/>
                    <a:pt x="10662" y="10535"/>
                    <a:pt x="13776" y="8306"/>
                  </a:cubicBezTo>
                  <a:cubicBezTo>
                    <a:pt x="15183" y="7293"/>
                    <a:pt x="16404" y="6049"/>
                    <a:pt x="17388" y="4619"/>
                  </a:cubicBezTo>
                  <a:cubicBezTo>
                    <a:pt x="18111" y="3572"/>
                    <a:pt x="19055" y="2200"/>
                    <a:pt x="19524" y="909"/>
                  </a:cubicBezTo>
                  <a:cubicBezTo>
                    <a:pt x="19223" y="585"/>
                    <a:pt x="18910" y="284"/>
                    <a:pt x="185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5"/>
            <p:cNvSpPr/>
            <p:nvPr/>
          </p:nvSpPr>
          <p:spPr>
            <a:xfrm>
              <a:off x="6984688" y="4103446"/>
              <a:ext cx="763601" cy="270790"/>
            </a:xfrm>
            <a:custGeom>
              <a:rect b="b" l="l" r="r" t="t"/>
              <a:pathLst>
                <a:path extrusionOk="0" h="5210" w="14691">
                  <a:moveTo>
                    <a:pt x="14691" y="1"/>
                  </a:moveTo>
                  <a:lnTo>
                    <a:pt x="14529" y="24"/>
                  </a:lnTo>
                  <a:cubicBezTo>
                    <a:pt x="11519" y="377"/>
                    <a:pt x="8694" y="1558"/>
                    <a:pt x="5731" y="2085"/>
                  </a:cubicBezTo>
                  <a:cubicBezTo>
                    <a:pt x="3717" y="2443"/>
                    <a:pt x="1865" y="2756"/>
                    <a:pt x="122" y="3931"/>
                  </a:cubicBezTo>
                  <a:cubicBezTo>
                    <a:pt x="82" y="3954"/>
                    <a:pt x="41" y="3983"/>
                    <a:pt x="1" y="4012"/>
                  </a:cubicBezTo>
                  <a:cubicBezTo>
                    <a:pt x="1631" y="4822"/>
                    <a:pt x="3370" y="5210"/>
                    <a:pt x="5088" y="5210"/>
                  </a:cubicBezTo>
                  <a:cubicBezTo>
                    <a:pt x="8854" y="5210"/>
                    <a:pt x="12516" y="3348"/>
                    <a:pt x="1469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5"/>
            <p:cNvSpPr/>
            <p:nvPr/>
          </p:nvSpPr>
          <p:spPr>
            <a:xfrm>
              <a:off x="6891752" y="3894712"/>
              <a:ext cx="941105" cy="393191"/>
            </a:xfrm>
            <a:custGeom>
              <a:rect b="b" l="l" r="r" t="t"/>
              <a:pathLst>
                <a:path extrusionOk="0" h="7565" w="18106">
                  <a:moveTo>
                    <a:pt x="18105" y="0"/>
                  </a:moveTo>
                  <a:lnTo>
                    <a:pt x="18105" y="0"/>
                  </a:lnTo>
                  <a:cubicBezTo>
                    <a:pt x="18001" y="46"/>
                    <a:pt x="17897" y="98"/>
                    <a:pt x="17793" y="139"/>
                  </a:cubicBezTo>
                  <a:cubicBezTo>
                    <a:pt x="15911" y="949"/>
                    <a:pt x="13874" y="1302"/>
                    <a:pt x="11831" y="1372"/>
                  </a:cubicBezTo>
                  <a:cubicBezTo>
                    <a:pt x="9591" y="1447"/>
                    <a:pt x="7565" y="1626"/>
                    <a:pt x="5528" y="2639"/>
                  </a:cubicBezTo>
                  <a:cubicBezTo>
                    <a:pt x="3381" y="3699"/>
                    <a:pt x="1806" y="5250"/>
                    <a:pt x="70" y="6841"/>
                  </a:cubicBezTo>
                  <a:lnTo>
                    <a:pt x="0" y="6917"/>
                  </a:lnTo>
                  <a:cubicBezTo>
                    <a:pt x="307" y="7148"/>
                    <a:pt x="620" y="7362"/>
                    <a:pt x="950" y="7565"/>
                  </a:cubicBezTo>
                  <a:cubicBezTo>
                    <a:pt x="1187" y="7258"/>
                    <a:pt x="1436" y="6969"/>
                    <a:pt x="1702" y="6679"/>
                  </a:cubicBezTo>
                  <a:cubicBezTo>
                    <a:pt x="3479" y="4752"/>
                    <a:pt x="5823" y="3832"/>
                    <a:pt x="8347" y="3305"/>
                  </a:cubicBezTo>
                  <a:cubicBezTo>
                    <a:pt x="11542" y="2639"/>
                    <a:pt x="14748" y="2529"/>
                    <a:pt x="17787" y="1244"/>
                  </a:cubicBezTo>
                  <a:cubicBezTo>
                    <a:pt x="17920" y="839"/>
                    <a:pt x="18024" y="417"/>
                    <a:pt x="181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5"/>
            <p:cNvSpPr/>
            <p:nvPr/>
          </p:nvSpPr>
          <p:spPr>
            <a:xfrm>
              <a:off x="7120714" y="3521944"/>
              <a:ext cx="720564" cy="462889"/>
            </a:xfrm>
            <a:custGeom>
              <a:rect b="b" l="l" r="r" t="t"/>
              <a:pathLst>
                <a:path extrusionOk="0" h="8906" w="13863">
                  <a:moveTo>
                    <a:pt x="12780" y="1"/>
                  </a:moveTo>
                  <a:cubicBezTo>
                    <a:pt x="11692" y="1483"/>
                    <a:pt x="10430" y="2438"/>
                    <a:pt x="8966" y="3497"/>
                  </a:cubicBezTo>
                  <a:cubicBezTo>
                    <a:pt x="7432" y="4602"/>
                    <a:pt x="5910" y="5569"/>
                    <a:pt x="4167" y="6304"/>
                  </a:cubicBezTo>
                  <a:cubicBezTo>
                    <a:pt x="3033" y="6779"/>
                    <a:pt x="382" y="7409"/>
                    <a:pt x="0" y="8880"/>
                  </a:cubicBezTo>
                  <a:cubicBezTo>
                    <a:pt x="55" y="8898"/>
                    <a:pt x="120" y="8906"/>
                    <a:pt x="193" y="8906"/>
                  </a:cubicBezTo>
                  <a:cubicBezTo>
                    <a:pt x="769" y="8906"/>
                    <a:pt x="1832" y="8390"/>
                    <a:pt x="2315" y="8225"/>
                  </a:cubicBezTo>
                  <a:cubicBezTo>
                    <a:pt x="3756" y="7734"/>
                    <a:pt x="5227" y="7328"/>
                    <a:pt x="6714" y="7004"/>
                  </a:cubicBezTo>
                  <a:cubicBezTo>
                    <a:pt x="9139" y="6460"/>
                    <a:pt x="11807" y="5505"/>
                    <a:pt x="13862" y="3913"/>
                  </a:cubicBezTo>
                  <a:cubicBezTo>
                    <a:pt x="13741" y="2553"/>
                    <a:pt x="13370" y="1228"/>
                    <a:pt x="127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5"/>
            <p:cNvSpPr/>
            <p:nvPr/>
          </p:nvSpPr>
          <p:spPr>
            <a:xfrm>
              <a:off x="6777713" y="4029017"/>
              <a:ext cx="272050" cy="204470"/>
            </a:xfrm>
            <a:custGeom>
              <a:rect b="b" l="l" r="r" t="t"/>
              <a:pathLst>
                <a:path extrusionOk="0" h="3934" w="5234">
                  <a:moveTo>
                    <a:pt x="4645" y="0"/>
                  </a:moveTo>
                  <a:cubicBezTo>
                    <a:pt x="3850" y="0"/>
                    <a:pt x="2826" y="419"/>
                    <a:pt x="2258" y="628"/>
                  </a:cubicBezTo>
                  <a:cubicBezTo>
                    <a:pt x="1309" y="976"/>
                    <a:pt x="626" y="1502"/>
                    <a:pt x="1" y="2151"/>
                  </a:cubicBezTo>
                  <a:cubicBezTo>
                    <a:pt x="499" y="2805"/>
                    <a:pt x="1066" y="3401"/>
                    <a:pt x="1697" y="3933"/>
                  </a:cubicBezTo>
                  <a:cubicBezTo>
                    <a:pt x="2131" y="3470"/>
                    <a:pt x="2530" y="2955"/>
                    <a:pt x="2941" y="2428"/>
                  </a:cubicBezTo>
                  <a:cubicBezTo>
                    <a:pt x="3416" y="1821"/>
                    <a:pt x="3942" y="1265"/>
                    <a:pt x="4521" y="756"/>
                  </a:cubicBezTo>
                  <a:cubicBezTo>
                    <a:pt x="4753" y="542"/>
                    <a:pt x="5048" y="362"/>
                    <a:pt x="5233" y="107"/>
                  </a:cubicBezTo>
                  <a:cubicBezTo>
                    <a:pt x="5064" y="32"/>
                    <a:pt x="4863" y="0"/>
                    <a:pt x="464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5"/>
            <p:cNvSpPr/>
            <p:nvPr/>
          </p:nvSpPr>
          <p:spPr>
            <a:xfrm>
              <a:off x="7117387" y="4248042"/>
              <a:ext cx="340609" cy="77183"/>
            </a:xfrm>
            <a:custGeom>
              <a:rect b="b" l="l" r="r" t="t"/>
              <a:pathLst>
                <a:path extrusionOk="0" h="1485" w="6553">
                  <a:moveTo>
                    <a:pt x="3453" y="1"/>
                  </a:moveTo>
                  <a:cubicBezTo>
                    <a:pt x="3334" y="1"/>
                    <a:pt x="3215" y="5"/>
                    <a:pt x="3097" y="14"/>
                  </a:cubicBezTo>
                  <a:cubicBezTo>
                    <a:pt x="2136" y="165"/>
                    <a:pt x="730" y="90"/>
                    <a:pt x="0" y="836"/>
                  </a:cubicBezTo>
                  <a:cubicBezTo>
                    <a:pt x="296" y="1137"/>
                    <a:pt x="950" y="1207"/>
                    <a:pt x="1349" y="1317"/>
                  </a:cubicBezTo>
                  <a:cubicBezTo>
                    <a:pt x="1772" y="1437"/>
                    <a:pt x="2134" y="1485"/>
                    <a:pt x="2500" y="1485"/>
                  </a:cubicBezTo>
                  <a:cubicBezTo>
                    <a:pt x="2855" y="1485"/>
                    <a:pt x="3214" y="1440"/>
                    <a:pt x="3635" y="1375"/>
                  </a:cubicBezTo>
                  <a:cubicBezTo>
                    <a:pt x="4393" y="1253"/>
                    <a:pt x="5123" y="1091"/>
                    <a:pt x="5829" y="767"/>
                  </a:cubicBezTo>
                  <a:cubicBezTo>
                    <a:pt x="6084" y="645"/>
                    <a:pt x="6431" y="524"/>
                    <a:pt x="6552" y="258"/>
                  </a:cubicBezTo>
                  <a:cubicBezTo>
                    <a:pt x="6199" y="101"/>
                    <a:pt x="5632" y="142"/>
                    <a:pt x="5250" y="124"/>
                  </a:cubicBezTo>
                  <a:cubicBezTo>
                    <a:pt x="4670" y="105"/>
                    <a:pt x="4057" y="1"/>
                    <a:pt x="34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5"/>
            <p:cNvSpPr/>
            <p:nvPr/>
          </p:nvSpPr>
          <p:spPr>
            <a:xfrm>
              <a:off x="6700994" y="3820855"/>
              <a:ext cx="421226" cy="159095"/>
            </a:xfrm>
            <a:custGeom>
              <a:rect b="b" l="l" r="r" t="t"/>
              <a:pathLst>
                <a:path extrusionOk="0" h="3061" w="8104">
                  <a:moveTo>
                    <a:pt x="7768" y="0"/>
                  </a:moveTo>
                  <a:cubicBezTo>
                    <a:pt x="7383" y="0"/>
                    <a:pt x="6682" y="259"/>
                    <a:pt x="6541" y="298"/>
                  </a:cubicBezTo>
                  <a:cubicBezTo>
                    <a:pt x="5476" y="593"/>
                    <a:pt x="4446" y="686"/>
                    <a:pt x="3260" y="964"/>
                  </a:cubicBezTo>
                  <a:cubicBezTo>
                    <a:pt x="2536" y="1010"/>
                    <a:pt x="1749" y="1710"/>
                    <a:pt x="1182" y="2116"/>
                  </a:cubicBezTo>
                  <a:cubicBezTo>
                    <a:pt x="707" y="2446"/>
                    <a:pt x="1" y="2984"/>
                    <a:pt x="950" y="3053"/>
                  </a:cubicBezTo>
                  <a:cubicBezTo>
                    <a:pt x="1010" y="3058"/>
                    <a:pt x="1071" y="3060"/>
                    <a:pt x="1132" y="3060"/>
                  </a:cubicBezTo>
                  <a:cubicBezTo>
                    <a:pt x="1966" y="3060"/>
                    <a:pt x="2887" y="2640"/>
                    <a:pt x="3647" y="2370"/>
                  </a:cubicBezTo>
                  <a:cubicBezTo>
                    <a:pt x="4562" y="2052"/>
                    <a:pt x="5453" y="1705"/>
                    <a:pt x="6304" y="1253"/>
                  </a:cubicBezTo>
                  <a:cubicBezTo>
                    <a:pt x="6483" y="1161"/>
                    <a:pt x="8104" y="321"/>
                    <a:pt x="8011" y="96"/>
                  </a:cubicBezTo>
                  <a:cubicBezTo>
                    <a:pt x="7982" y="27"/>
                    <a:pt x="7891" y="0"/>
                    <a:pt x="77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5"/>
            <p:cNvSpPr/>
            <p:nvPr/>
          </p:nvSpPr>
          <p:spPr>
            <a:xfrm rot="-1343836">
              <a:off x="6558684" y="3244584"/>
              <a:ext cx="832104" cy="367549"/>
            </a:xfrm>
            <a:custGeom>
              <a:rect b="b" l="l" r="r" t="t"/>
              <a:pathLst>
                <a:path extrusionOk="0" h="3145" w="712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 name="Google Shape;466;p35"/>
          <p:cNvSpPr/>
          <p:nvPr/>
        </p:nvSpPr>
        <p:spPr>
          <a:xfrm rot="527880">
            <a:off x="585943" y="3986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5"/>
          <p:cNvSpPr/>
          <p:nvPr/>
        </p:nvSpPr>
        <p:spPr>
          <a:xfrm rot="-1342692">
            <a:off x="6428273" y="3079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 name="Google Shape;468;p35"/>
          <p:cNvGrpSpPr/>
          <p:nvPr/>
        </p:nvGrpSpPr>
        <p:grpSpPr>
          <a:xfrm flipH="1">
            <a:off x="8244012" y="342553"/>
            <a:ext cx="472093" cy="385486"/>
            <a:chOff x="3093501" y="886401"/>
            <a:chExt cx="376440" cy="307405"/>
          </a:xfrm>
        </p:grpSpPr>
        <p:sp>
          <p:nvSpPr>
            <p:cNvPr id="469" name="Google Shape;469;p3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35"/>
          <p:cNvGrpSpPr/>
          <p:nvPr/>
        </p:nvGrpSpPr>
        <p:grpSpPr>
          <a:xfrm flipH="1">
            <a:off x="471673" y="4608304"/>
            <a:ext cx="319710" cy="261048"/>
            <a:chOff x="3093501" y="886401"/>
            <a:chExt cx="376440" cy="307405"/>
          </a:xfrm>
        </p:grpSpPr>
        <p:sp>
          <p:nvSpPr>
            <p:cNvPr id="474" name="Google Shape;474;p3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 name="Google Shape;478;p35"/>
          <p:cNvSpPr/>
          <p:nvPr/>
        </p:nvSpPr>
        <p:spPr>
          <a:xfrm rot="527880">
            <a:off x="8583293" y="31698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5"/>
          <p:cNvSpPr/>
          <p:nvPr/>
        </p:nvSpPr>
        <p:spPr>
          <a:xfrm rot="2332809">
            <a:off x="8108774" y="45681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5"/>
          <p:cNvSpPr/>
          <p:nvPr/>
        </p:nvSpPr>
        <p:spPr>
          <a:xfrm rot="-1342692">
            <a:off x="386073" y="428060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481" name="Shape 481"/>
        <p:cNvGrpSpPr/>
        <p:nvPr/>
      </p:nvGrpSpPr>
      <p:grpSpPr>
        <a:xfrm>
          <a:off x="0" y="0"/>
          <a:ext cx="0" cy="0"/>
          <a:chOff x="0" y="0"/>
          <a:chExt cx="0" cy="0"/>
        </a:xfrm>
      </p:grpSpPr>
      <p:pic>
        <p:nvPicPr>
          <p:cNvPr id="482" name="Google Shape;482;p36"/>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483" name="Google Shape;483;p36"/>
          <p:cNvGrpSpPr/>
          <p:nvPr/>
        </p:nvGrpSpPr>
        <p:grpSpPr>
          <a:xfrm flipH="1">
            <a:off x="7224804" y="-60204"/>
            <a:ext cx="2416377" cy="2449642"/>
            <a:chOff x="3325316" y="962998"/>
            <a:chExt cx="3595799" cy="3645301"/>
          </a:xfrm>
        </p:grpSpPr>
        <p:sp>
          <p:nvSpPr>
            <p:cNvPr id="484" name="Google Shape;484;p36"/>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6"/>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6"/>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6"/>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6"/>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6"/>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6"/>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6"/>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6"/>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6"/>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6"/>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6"/>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6" name="Google Shape;496;p36"/>
          <p:cNvGrpSpPr/>
          <p:nvPr/>
        </p:nvGrpSpPr>
        <p:grpSpPr>
          <a:xfrm>
            <a:off x="252432" y="4261781"/>
            <a:ext cx="720254" cy="693044"/>
            <a:chOff x="3771662" y="1694611"/>
            <a:chExt cx="603885" cy="581072"/>
          </a:xfrm>
        </p:grpSpPr>
        <p:sp>
          <p:nvSpPr>
            <p:cNvPr id="497" name="Google Shape;497;p36"/>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6"/>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6"/>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6"/>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6"/>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6"/>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6"/>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6"/>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36"/>
          <p:cNvGrpSpPr/>
          <p:nvPr/>
        </p:nvGrpSpPr>
        <p:grpSpPr>
          <a:xfrm>
            <a:off x="713500" y="227341"/>
            <a:ext cx="308156" cy="307957"/>
            <a:chOff x="1731463" y="2852141"/>
            <a:chExt cx="308156" cy="307957"/>
          </a:xfrm>
        </p:grpSpPr>
        <p:sp>
          <p:nvSpPr>
            <p:cNvPr id="506" name="Google Shape;506;p36"/>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6"/>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 name="Google Shape;509;p36"/>
          <p:cNvSpPr/>
          <p:nvPr/>
        </p:nvSpPr>
        <p:spPr>
          <a:xfrm rot="-1363267">
            <a:off x="8464398" y="3643021"/>
            <a:ext cx="215722" cy="20593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6"/>
          <p:cNvSpPr/>
          <p:nvPr/>
        </p:nvSpPr>
        <p:spPr>
          <a:xfrm rot="528001">
            <a:off x="4584449" y="46200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6"/>
          <p:cNvSpPr/>
          <p:nvPr/>
        </p:nvSpPr>
        <p:spPr>
          <a:xfrm rot="-1342692">
            <a:off x="392173" y="2279866"/>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6"/>
          <p:cNvSpPr/>
          <p:nvPr/>
        </p:nvSpPr>
        <p:spPr>
          <a:xfrm rot="527880">
            <a:off x="7743756" y="491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13" name="Shape 513"/>
        <p:cNvGrpSpPr/>
        <p:nvPr/>
      </p:nvGrpSpPr>
      <p:grpSpPr>
        <a:xfrm>
          <a:off x="0" y="0"/>
          <a:ext cx="0" cy="0"/>
          <a:chOff x="0" y="0"/>
          <a:chExt cx="0" cy="0"/>
        </a:xfrm>
      </p:grpSpPr>
      <p:sp>
        <p:nvSpPr>
          <p:cNvPr id="514" name="Google Shape;514;p37"/>
          <p:cNvSpPr/>
          <p:nvPr/>
        </p:nvSpPr>
        <p:spPr>
          <a:xfrm>
            <a:off x="210300" y="197700"/>
            <a:ext cx="8723400" cy="4748100"/>
          </a:xfrm>
          <a:prstGeom prst="roundRect">
            <a:avLst>
              <a:gd fmla="val 4881" name="adj"/>
            </a:avLst>
          </a:prstGeom>
          <a:noFill/>
          <a:ln cap="flat" cmpd="sng" w="38100">
            <a:solidFill>
              <a:srgbClr val="EEF5B2"/>
            </a:solidFill>
            <a:prstDash val="solid"/>
            <a:round/>
            <a:headEnd len="sm" w="sm" type="none"/>
            <a:tailEnd len="sm" w="sm" type="none"/>
          </a:ln>
          <a:effectLst>
            <a:outerShdw blurRad="200025" rotWithShape="0" algn="bl">
              <a:srgbClr val="FBFFD5">
                <a:alpha val="7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345275" y="334300"/>
            <a:ext cx="8458500" cy="4474200"/>
          </a:xfrm>
          <a:prstGeom prst="roundRect">
            <a:avLst>
              <a:gd fmla="val 4881" name="adj"/>
            </a:avLst>
          </a:prstGeom>
          <a:noFill/>
          <a:ln cap="flat" cmpd="sng" w="28575">
            <a:solidFill>
              <a:srgbClr val="1EE3CF"/>
            </a:solidFill>
            <a:prstDash val="solid"/>
            <a:round/>
            <a:headEnd len="sm" w="sm" type="none"/>
            <a:tailEnd len="sm" w="sm" type="none"/>
          </a:ln>
          <a:effectLst>
            <a:outerShdw blurRad="342900" rotWithShape="0" algn="bl">
              <a:srgbClr val="6BFFF0">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EE3CF"/>
              </a:solidFill>
            </a:endParaRPr>
          </a:p>
        </p:txBody>
      </p:sp>
      <p:cxnSp>
        <p:nvCxnSpPr>
          <p:cNvPr id="516" name="Google Shape;516;p37"/>
          <p:cNvCxnSpPr/>
          <p:nvPr/>
        </p:nvCxnSpPr>
        <p:spPr>
          <a:xfrm>
            <a:off x="1466750" y="1402875"/>
            <a:ext cx="4874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17" name="Google Shape;517;p37"/>
          <p:cNvCxnSpPr/>
          <p:nvPr/>
        </p:nvCxnSpPr>
        <p:spPr>
          <a:xfrm>
            <a:off x="6285325" y="1274100"/>
            <a:ext cx="1322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18" name="Google Shape;518;p37"/>
          <p:cNvCxnSpPr/>
          <p:nvPr/>
        </p:nvCxnSpPr>
        <p:spPr>
          <a:xfrm>
            <a:off x="6480475" y="1402875"/>
            <a:ext cx="1240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19" name="Google Shape;519;p37"/>
          <p:cNvCxnSpPr/>
          <p:nvPr/>
        </p:nvCxnSpPr>
        <p:spPr>
          <a:xfrm>
            <a:off x="1417950" y="1274100"/>
            <a:ext cx="1322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0" name="Google Shape;520;p37"/>
          <p:cNvCxnSpPr/>
          <p:nvPr/>
        </p:nvCxnSpPr>
        <p:spPr>
          <a:xfrm>
            <a:off x="2944275" y="1274100"/>
            <a:ext cx="406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1" name="Google Shape;521;p37"/>
          <p:cNvCxnSpPr/>
          <p:nvPr/>
        </p:nvCxnSpPr>
        <p:spPr>
          <a:xfrm rot="10800000">
            <a:off x="2798075" y="3469025"/>
            <a:ext cx="4874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2" name="Google Shape;522;p37"/>
          <p:cNvCxnSpPr/>
          <p:nvPr/>
        </p:nvCxnSpPr>
        <p:spPr>
          <a:xfrm rot="10800000">
            <a:off x="1531500" y="3597800"/>
            <a:ext cx="1322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3" name="Google Shape;523;p37"/>
          <p:cNvCxnSpPr/>
          <p:nvPr/>
        </p:nvCxnSpPr>
        <p:spPr>
          <a:xfrm rot="10800000">
            <a:off x="1417950" y="3469025"/>
            <a:ext cx="1240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4" name="Google Shape;524;p37"/>
          <p:cNvCxnSpPr/>
          <p:nvPr/>
        </p:nvCxnSpPr>
        <p:spPr>
          <a:xfrm rot="10800000">
            <a:off x="6398875" y="3597800"/>
            <a:ext cx="13224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25" name="Google Shape;525;p37"/>
          <p:cNvCxnSpPr/>
          <p:nvPr/>
        </p:nvCxnSpPr>
        <p:spPr>
          <a:xfrm rot="10800000">
            <a:off x="5788150" y="3597800"/>
            <a:ext cx="406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sp>
        <p:nvSpPr>
          <p:cNvPr id="526" name="Google Shape;526;p37"/>
          <p:cNvSpPr txBox="1"/>
          <p:nvPr>
            <p:ph type="ctrTitle"/>
          </p:nvPr>
        </p:nvSpPr>
        <p:spPr>
          <a:xfrm>
            <a:off x="720000" y="1424975"/>
            <a:ext cx="7704000" cy="1004700"/>
          </a:xfrm>
          <a:prstGeom prst="rect">
            <a:avLst/>
          </a:prstGeom>
          <a:effectLst>
            <a:outerShdw blurRad="71438" rotWithShape="0" algn="bl">
              <a:srgbClr val="3FC5F0">
                <a:alpha val="75000"/>
              </a:srgbClr>
            </a:outerShdw>
          </a:effectLst>
        </p:spPr>
        <p:txBody>
          <a:bodyPr anchorCtr="0" anchor="b" bIns="91425" lIns="91425" spcFirstLastPara="1" rIns="91425" wrap="square" tIns="91425">
            <a:noAutofit/>
          </a:bodyPr>
          <a:lstStyle>
            <a:lvl1pPr lvl="0" rtl="0" algn="ctr">
              <a:spcBef>
                <a:spcPts val="0"/>
              </a:spcBef>
              <a:spcAft>
                <a:spcPts val="0"/>
              </a:spcAft>
              <a:buSzPts val="5200"/>
              <a:buNone/>
              <a:defRPr sz="5200">
                <a:solidFill>
                  <a:srgbClr val="1EE3CF"/>
                </a:solidFill>
                <a:latin typeface="Nunito SemiBold"/>
                <a:ea typeface="Nunito SemiBold"/>
                <a:cs typeface="Nunito SemiBold"/>
                <a:sym typeface="Nunito SemiBold"/>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7" name="Google Shape;527;p37"/>
          <p:cNvSpPr txBox="1"/>
          <p:nvPr>
            <p:ph idx="1" type="subTitle"/>
          </p:nvPr>
        </p:nvSpPr>
        <p:spPr>
          <a:xfrm>
            <a:off x="720000" y="3820450"/>
            <a:ext cx="7704000" cy="49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rgbClr val="EEF5B2"/>
                </a:solidFill>
                <a:latin typeface="Barlow"/>
                <a:ea typeface="Barlow"/>
                <a:cs typeface="Barlow"/>
                <a:sym typeface="Barlow"/>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28" name="Google Shape;528;p37"/>
          <p:cNvSpPr txBox="1"/>
          <p:nvPr>
            <p:ph idx="2" type="ctrTitle"/>
          </p:nvPr>
        </p:nvSpPr>
        <p:spPr>
          <a:xfrm>
            <a:off x="2997850" y="2395200"/>
            <a:ext cx="3148200" cy="1004700"/>
          </a:xfrm>
          <a:prstGeom prst="rect">
            <a:avLst/>
          </a:prstGeom>
          <a:effectLst>
            <a:outerShdw blurRad="71438" rotWithShape="0" algn="bl">
              <a:srgbClr val="8AE3FF">
                <a:alpha val="75000"/>
              </a:srgbClr>
            </a:outerShdw>
          </a:effectLst>
        </p:spPr>
        <p:txBody>
          <a:bodyPr anchorCtr="0" anchor="ctr" bIns="91425" lIns="91425" spcFirstLastPara="1" rIns="91425" wrap="square" tIns="91425">
            <a:noAutofit/>
          </a:bodyPr>
          <a:lstStyle>
            <a:lvl1pPr lvl="0" rtl="0" algn="ctr">
              <a:spcBef>
                <a:spcPts val="0"/>
              </a:spcBef>
              <a:spcAft>
                <a:spcPts val="0"/>
              </a:spcAft>
              <a:buSzPts val="8000"/>
              <a:buNone/>
              <a:defRPr sz="8000">
                <a:solidFill>
                  <a:srgbClr val="3FC5F0"/>
                </a:solidFill>
                <a:latin typeface="Nunito SemiBold"/>
                <a:ea typeface="Nunito SemiBold"/>
                <a:cs typeface="Nunito SemiBold"/>
                <a:sym typeface="Nunito SemiBold"/>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29" name="Shape 529"/>
        <p:cNvGrpSpPr/>
        <p:nvPr/>
      </p:nvGrpSpPr>
      <p:grpSpPr>
        <a:xfrm>
          <a:off x="0" y="0"/>
          <a:ext cx="0" cy="0"/>
          <a:chOff x="0" y="0"/>
          <a:chExt cx="0" cy="0"/>
        </a:xfrm>
      </p:grpSpPr>
      <p:sp>
        <p:nvSpPr>
          <p:cNvPr id="530" name="Google Shape;530;p38"/>
          <p:cNvSpPr/>
          <p:nvPr/>
        </p:nvSpPr>
        <p:spPr>
          <a:xfrm>
            <a:off x="210300" y="197700"/>
            <a:ext cx="8723400" cy="4748100"/>
          </a:xfrm>
          <a:prstGeom prst="roundRect">
            <a:avLst>
              <a:gd fmla="val 4881" name="adj"/>
            </a:avLst>
          </a:prstGeom>
          <a:noFill/>
          <a:ln cap="flat" cmpd="sng" w="38100">
            <a:solidFill>
              <a:srgbClr val="EEF5B2"/>
            </a:solidFill>
            <a:prstDash val="solid"/>
            <a:round/>
            <a:headEnd len="sm" w="sm" type="none"/>
            <a:tailEnd len="sm" w="sm" type="none"/>
          </a:ln>
          <a:effectLst>
            <a:outerShdw blurRad="200025" rotWithShape="0" algn="bl">
              <a:srgbClr val="FBFFD5">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solidFill>
                  <a:srgbClr val="1EE3C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38"/>
          <p:cNvSpPr/>
          <p:nvPr/>
        </p:nvSpPr>
        <p:spPr>
          <a:xfrm>
            <a:off x="1077311" y="772947"/>
            <a:ext cx="106800" cy="106800"/>
          </a:xfrm>
          <a:prstGeom prst="ellipse">
            <a:avLst/>
          </a:prstGeom>
          <a:noFill/>
          <a:ln cap="flat" cmpd="sng" w="19050">
            <a:solidFill>
              <a:srgbClr val="EEF5B2"/>
            </a:solidFill>
            <a:prstDash val="solid"/>
            <a:round/>
            <a:headEnd len="sm" w="sm" type="none"/>
            <a:tailEnd len="sm" w="sm" type="none"/>
          </a:ln>
          <a:effectLst>
            <a:outerShdw blurRad="142875" rotWithShape="0" algn="bl">
              <a:srgbClr val="FBFFD5">
                <a:alpha val="8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7935607" y="772947"/>
            <a:ext cx="106800" cy="106800"/>
          </a:xfrm>
          <a:prstGeom prst="ellipse">
            <a:avLst/>
          </a:prstGeom>
          <a:noFill/>
          <a:ln cap="flat" cmpd="sng" w="19050">
            <a:solidFill>
              <a:srgbClr val="EEF5B2"/>
            </a:solidFill>
            <a:prstDash val="solid"/>
            <a:round/>
            <a:headEnd len="sm" w="sm" type="none"/>
            <a:tailEnd len="sm" w="sm" type="none"/>
          </a:ln>
          <a:effectLst>
            <a:outerShdw blurRad="142875" rotWithShape="0" algn="bl">
              <a:srgbClr val="FBFFD5">
                <a:alpha val="8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txBox="1"/>
          <p:nvPr>
            <p:ph idx="1" type="body"/>
          </p:nvPr>
        </p:nvSpPr>
        <p:spPr>
          <a:xfrm>
            <a:off x="720000" y="1391325"/>
            <a:ext cx="7704000" cy="3212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EEF5B2"/>
              </a:buClr>
              <a:buSzPts val="1200"/>
              <a:buAutoNum type="arabicPeriod"/>
              <a:defRPr sz="1200">
                <a:solidFill>
                  <a:srgbClr val="EEF5B2"/>
                </a:solidFill>
              </a:defRPr>
            </a:lvl1pPr>
            <a:lvl2pPr indent="-304800" lvl="1" marL="914400" rtl="0">
              <a:spcBef>
                <a:spcPts val="0"/>
              </a:spcBef>
              <a:spcAft>
                <a:spcPts val="0"/>
              </a:spcAft>
              <a:buClr>
                <a:srgbClr val="EEF5B2"/>
              </a:buClr>
              <a:buSzPts val="1200"/>
              <a:buFont typeface="Roboto Condensed Light"/>
              <a:buAutoNum type="alphaLcPeriod"/>
              <a:defRPr sz="1200">
                <a:solidFill>
                  <a:srgbClr val="EEF5B2"/>
                </a:solidFill>
              </a:defRPr>
            </a:lvl2pPr>
            <a:lvl3pPr indent="-304800" lvl="2" marL="1371600" rtl="0">
              <a:spcBef>
                <a:spcPts val="0"/>
              </a:spcBef>
              <a:spcAft>
                <a:spcPts val="0"/>
              </a:spcAft>
              <a:buClr>
                <a:srgbClr val="EEF5B2"/>
              </a:buClr>
              <a:buSzPts val="1200"/>
              <a:buFont typeface="Roboto Condensed Light"/>
              <a:buAutoNum type="romanLcPeriod"/>
              <a:defRPr sz="1200">
                <a:solidFill>
                  <a:srgbClr val="EEF5B2"/>
                </a:solidFill>
              </a:defRPr>
            </a:lvl3pPr>
            <a:lvl4pPr indent="-304800" lvl="3" marL="1828800" rtl="0">
              <a:spcBef>
                <a:spcPts val="0"/>
              </a:spcBef>
              <a:spcAft>
                <a:spcPts val="0"/>
              </a:spcAft>
              <a:buClr>
                <a:srgbClr val="EEF5B2"/>
              </a:buClr>
              <a:buSzPts val="1200"/>
              <a:buFont typeface="Roboto Condensed Light"/>
              <a:buAutoNum type="arabicPeriod"/>
              <a:defRPr sz="1200">
                <a:solidFill>
                  <a:srgbClr val="EEF5B2"/>
                </a:solidFill>
              </a:defRPr>
            </a:lvl4pPr>
            <a:lvl5pPr indent="-304800" lvl="4" marL="2286000" rtl="0">
              <a:spcBef>
                <a:spcPts val="0"/>
              </a:spcBef>
              <a:spcAft>
                <a:spcPts val="0"/>
              </a:spcAft>
              <a:buClr>
                <a:srgbClr val="EEF5B2"/>
              </a:buClr>
              <a:buSzPts val="1200"/>
              <a:buFont typeface="Roboto Condensed Light"/>
              <a:buAutoNum type="alphaLcPeriod"/>
              <a:defRPr sz="1200">
                <a:solidFill>
                  <a:srgbClr val="EEF5B2"/>
                </a:solidFill>
              </a:defRPr>
            </a:lvl5pPr>
            <a:lvl6pPr indent="-304800" lvl="5" marL="2743200" rtl="0">
              <a:spcBef>
                <a:spcPts val="0"/>
              </a:spcBef>
              <a:spcAft>
                <a:spcPts val="0"/>
              </a:spcAft>
              <a:buClr>
                <a:srgbClr val="EEF5B2"/>
              </a:buClr>
              <a:buSzPts val="1200"/>
              <a:buFont typeface="Roboto Condensed Light"/>
              <a:buAutoNum type="romanLcPeriod"/>
              <a:defRPr sz="1200">
                <a:solidFill>
                  <a:srgbClr val="EEF5B2"/>
                </a:solidFill>
              </a:defRPr>
            </a:lvl6pPr>
            <a:lvl7pPr indent="-304800" lvl="6" marL="3200400" rtl="0">
              <a:spcBef>
                <a:spcPts val="0"/>
              </a:spcBef>
              <a:spcAft>
                <a:spcPts val="0"/>
              </a:spcAft>
              <a:buClr>
                <a:srgbClr val="EEF5B2"/>
              </a:buClr>
              <a:buSzPts val="1200"/>
              <a:buFont typeface="Roboto Condensed Light"/>
              <a:buAutoNum type="arabicPeriod"/>
              <a:defRPr sz="1200">
                <a:solidFill>
                  <a:srgbClr val="EEF5B2"/>
                </a:solidFill>
              </a:defRPr>
            </a:lvl7pPr>
            <a:lvl8pPr indent="-304800" lvl="7" marL="3657600" rtl="0">
              <a:spcBef>
                <a:spcPts val="0"/>
              </a:spcBef>
              <a:spcAft>
                <a:spcPts val="0"/>
              </a:spcAft>
              <a:buClr>
                <a:srgbClr val="EEF5B2"/>
              </a:buClr>
              <a:buSzPts val="1200"/>
              <a:buFont typeface="Roboto Condensed Light"/>
              <a:buAutoNum type="alphaLcPeriod"/>
              <a:defRPr sz="1200">
                <a:solidFill>
                  <a:srgbClr val="EEF5B2"/>
                </a:solidFill>
              </a:defRPr>
            </a:lvl8pPr>
            <a:lvl9pPr indent="-304800" lvl="8" marL="4114800" rtl="0">
              <a:spcBef>
                <a:spcPts val="0"/>
              </a:spcBef>
              <a:spcAft>
                <a:spcPts val="0"/>
              </a:spcAft>
              <a:buClr>
                <a:srgbClr val="EEF5B2"/>
              </a:buClr>
              <a:buSzPts val="1200"/>
              <a:buFont typeface="Roboto Condensed Light"/>
              <a:buAutoNum type="romanLcPeriod"/>
              <a:defRPr sz="1200">
                <a:solidFill>
                  <a:srgbClr val="EEF5B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535" name="Shape 535"/>
        <p:cNvGrpSpPr/>
        <p:nvPr/>
      </p:nvGrpSpPr>
      <p:grpSpPr>
        <a:xfrm>
          <a:off x="0" y="0"/>
          <a:ext cx="0" cy="0"/>
          <a:chOff x="0" y="0"/>
          <a:chExt cx="0" cy="0"/>
        </a:xfrm>
      </p:grpSpPr>
      <p:sp>
        <p:nvSpPr>
          <p:cNvPr id="536" name="Google Shape;536;p39"/>
          <p:cNvSpPr txBox="1"/>
          <p:nvPr>
            <p:ph idx="1" type="subTitle"/>
          </p:nvPr>
        </p:nvSpPr>
        <p:spPr>
          <a:xfrm>
            <a:off x="1111500" y="3595500"/>
            <a:ext cx="2891100" cy="8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37" name="Google Shape;537;p39"/>
          <p:cNvSpPr txBox="1"/>
          <p:nvPr>
            <p:ph idx="2" type="subTitle"/>
          </p:nvPr>
        </p:nvSpPr>
        <p:spPr>
          <a:xfrm>
            <a:off x="5155050" y="3595500"/>
            <a:ext cx="2891100" cy="8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38" name="Google Shape;538;p39"/>
          <p:cNvSpPr txBox="1"/>
          <p:nvPr>
            <p:ph idx="3" type="subTitle"/>
          </p:nvPr>
        </p:nvSpPr>
        <p:spPr>
          <a:xfrm>
            <a:off x="1111500" y="3044575"/>
            <a:ext cx="2891100" cy="4509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p:txBody>
      </p:sp>
      <p:sp>
        <p:nvSpPr>
          <p:cNvPr id="539" name="Google Shape;539;p39"/>
          <p:cNvSpPr txBox="1"/>
          <p:nvPr>
            <p:ph idx="4" type="subTitle"/>
          </p:nvPr>
        </p:nvSpPr>
        <p:spPr>
          <a:xfrm>
            <a:off x="5155050" y="3044575"/>
            <a:ext cx="2891100" cy="4509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p:txBody>
      </p:sp>
      <p:sp>
        <p:nvSpPr>
          <p:cNvPr id="540" name="Google Shape;540;p39"/>
          <p:cNvSpPr/>
          <p:nvPr/>
        </p:nvSpPr>
        <p:spPr>
          <a:xfrm>
            <a:off x="210300" y="197700"/>
            <a:ext cx="8723400" cy="4748100"/>
          </a:xfrm>
          <a:prstGeom prst="roundRect">
            <a:avLst>
              <a:gd fmla="val 4881" name="adj"/>
            </a:avLst>
          </a:prstGeom>
          <a:noFill/>
          <a:ln cap="flat" cmpd="sng" w="38100">
            <a:solidFill>
              <a:srgbClr val="EEF5B2"/>
            </a:solidFill>
            <a:prstDash val="solid"/>
            <a:round/>
            <a:headEnd len="sm" w="sm" type="none"/>
            <a:tailEnd len="sm" w="sm" type="none"/>
          </a:ln>
          <a:effectLst>
            <a:outerShdw blurRad="200025" rotWithShape="0" algn="bl">
              <a:srgbClr val="FBFFD5">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9"/>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42" name="Google Shape;542;p39"/>
          <p:cNvGrpSpPr/>
          <p:nvPr/>
        </p:nvGrpSpPr>
        <p:grpSpPr>
          <a:xfrm>
            <a:off x="7918804" y="756148"/>
            <a:ext cx="140402" cy="140402"/>
            <a:chOff x="1608425" y="817975"/>
            <a:chExt cx="146100" cy="146100"/>
          </a:xfrm>
        </p:grpSpPr>
        <p:cxnSp>
          <p:nvCxnSpPr>
            <p:cNvPr id="543" name="Google Shape;543;p39"/>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cxnSp>
          <p:nvCxnSpPr>
            <p:cNvPr id="544" name="Google Shape;544;p39"/>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grpSp>
      <p:grpSp>
        <p:nvGrpSpPr>
          <p:cNvPr id="545" name="Google Shape;545;p39"/>
          <p:cNvGrpSpPr/>
          <p:nvPr/>
        </p:nvGrpSpPr>
        <p:grpSpPr>
          <a:xfrm>
            <a:off x="1060499" y="756158"/>
            <a:ext cx="140402" cy="140402"/>
            <a:chOff x="1608425" y="817975"/>
            <a:chExt cx="146100" cy="146100"/>
          </a:xfrm>
        </p:grpSpPr>
        <p:cxnSp>
          <p:nvCxnSpPr>
            <p:cNvPr id="546" name="Google Shape;546;p39"/>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cxnSp>
          <p:nvCxnSpPr>
            <p:cNvPr id="547" name="Google Shape;547;p39"/>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grpSp>
      <p:sp>
        <p:nvSpPr>
          <p:cNvPr id="548" name="Google Shape;548;p39"/>
          <p:cNvSpPr/>
          <p:nvPr/>
        </p:nvSpPr>
        <p:spPr>
          <a:xfrm>
            <a:off x="733650" y="1771000"/>
            <a:ext cx="3646800" cy="2832600"/>
          </a:xfrm>
          <a:prstGeom prst="roundRect">
            <a:avLst>
              <a:gd fmla="val 9362" name="adj"/>
            </a:avLst>
          </a:prstGeom>
          <a:noFill/>
          <a:ln cap="flat" cmpd="sng" w="38100">
            <a:solidFill>
              <a:srgbClr val="3FC5F0"/>
            </a:solidFill>
            <a:prstDash val="solid"/>
            <a:round/>
            <a:headEnd len="sm" w="sm" type="none"/>
            <a:tailEnd len="sm" w="sm" type="none"/>
          </a:ln>
          <a:effectLst>
            <a:outerShdw blurRad="128588" rotWithShape="0" algn="bl">
              <a:srgbClr val="8AE3FF">
                <a:alpha val="7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9"/>
          <p:cNvSpPr/>
          <p:nvPr/>
        </p:nvSpPr>
        <p:spPr>
          <a:xfrm>
            <a:off x="4777200" y="1771000"/>
            <a:ext cx="3646800" cy="2832600"/>
          </a:xfrm>
          <a:prstGeom prst="roundRect">
            <a:avLst>
              <a:gd fmla="val 9362" name="adj"/>
            </a:avLst>
          </a:prstGeom>
          <a:noFill/>
          <a:ln cap="flat" cmpd="sng" w="38100">
            <a:solidFill>
              <a:srgbClr val="3FC5F0"/>
            </a:solidFill>
            <a:prstDash val="solid"/>
            <a:round/>
            <a:headEnd len="sm" w="sm" type="none"/>
            <a:tailEnd len="sm" w="sm" type="none"/>
          </a:ln>
          <a:effectLst>
            <a:outerShdw blurRad="128588" rotWithShape="0" algn="bl">
              <a:srgbClr val="8AE3FF">
                <a:alpha val="7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9">
    <p:spTree>
      <p:nvGrpSpPr>
        <p:cNvPr id="550" name="Shape 550"/>
        <p:cNvGrpSpPr/>
        <p:nvPr/>
      </p:nvGrpSpPr>
      <p:grpSpPr>
        <a:xfrm>
          <a:off x="0" y="0"/>
          <a:ext cx="0" cy="0"/>
          <a:chOff x="0" y="0"/>
          <a:chExt cx="0" cy="0"/>
        </a:xfrm>
      </p:grpSpPr>
      <p:sp>
        <p:nvSpPr>
          <p:cNvPr id="551" name="Google Shape;551;p40"/>
          <p:cNvSpPr/>
          <p:nvPr/>
        </p:nvSpPr>
        <p:spPr>
          <a:xfrm>
            <a:off x="210300" y="197700"/>
            <a:ext cx="8723400" cy="4748100"/>
          </a:xfrm>
          <a:prstGeom prst="roundRect">
            <a:avLst>
              <a:gd fmla="val 4881" name="adj"/>
            </a:avLst>
          </a:prstGeom>
          <a:noFill/>
          <a:ln cap="flat" cmpd="sng" w="38100">
            <a:solidFill>
              <a:srgbClr val="EEF5B2"/>
            </a:solidFill>
            <a:prstDash val="solid"/>
            <a:round/>
            <a:headEnd len="sm" w="sm" type="none"/>
            <a:tailEnd len="sm" w="sm" type="none"/>
          </a:ln>
          <a:effectLst>
            <a:outerShdw blurRad="200025" rotWithShape="0" algn="bl">
              <a:srgbClr val="FBFFD5">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0"/>
          <p:cNvSpPr/>
          <p:nvPr/>
        </p:nvSpPr>
        <p:spPr>
          <a:xfrm>
            <a:off x="733650" y="1771000"/>
            <a:ext cx="2292600" cy="2832600"/>
          </a:xfrm>
          <a:prstGeom prst="roundRect">
            <a:avLst>
              <a:gd fmla="val 9362" name="adj"/>
            </a:avLst>
          </a:prstGeom>
          <a:noFill/>
          <a:ln cap="flat" cmpd="sng" w="38100">
            <a:solidFill>
              <a:srgbClr val="3FC5F0"/>
            </a:solidFill>
            <a:prstDash val="solid"/>
            <a:round/>
            <a:headEnd len="sm" w="sm" type="none"/>
            <a:tailEnd len="sm" w="sm" type="none"/>
          </a:ln>
          <a:effectLst>
            <a:outerShdw blurRad="128588" rotWithShape="0" algn="bl">
              <a:srgbClr val="8AE3FF">
                <a:alpha val="7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0"/>
          <p:cNvSpPr/>
          <p:nvPr/>
        </p:nvSpPr>
        <p:spPr>
          <a:xfrm>
            <a:off x="3425700" y="1771000"/>
            <a:ext cx="2292600" cy="2832600"/>
          </a:xfrm>
          <a:prstGeom prst="roundRect">
            <a:avLst>
              <a:gd fmla="val 9362" name="adj"/>
            </a:avLst>
          </a:prstGeom>
          <a:noFill/>
          <a:ln cap="flat" cmpd="sng" w="38100">
            <a:solidFill>
              <a:srgbClr val="3FC5F0"/>
            </a:solidFill>
            <a:prstDash val="solid"/>
            <a:round/>
            <a:headEnd len="sm" w="sm" type="none"/>
            <a:tailEnd len="sm" w="sm" type="none"/>
          </a:ln>
          <a:effectLst>
            <a:outerShdw blurRad="128588" rotWithShape="0" algn="bl">
              <a:srgbClr val="8AE3FF">
                <a:alpha val="7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0"/>
          <p:cNvSpPr/>
          <p:nvPr/>
        </p:nvSpPr>
        <p:spPr>
          <a:xfrm>
            <a:off x="6117750" y="1771000"/>
            <a:ext cx="2292600" cy="2832600"/>
          </a:xfrm>
          <a:prstGeom prst="roundRect">
            <a:avLst>
              <a:gd fmla="val 9362" name="adj"/>
            </a:avLst>
          </a:prstGeom>
          <a:noFill/>
          <a:ln cap="flat" cmpd="sng" w="38100">
            <a:solidFill>
              <a:srgbClr val="3FC5F0"/>
            </a:solidFill>
            <a:prstDash val="solid"/>
            <a:round/>
            <a:headEnd len="sm" w="sm" type="none"/>
            <a:tailEnd len="sm" w="sm" type="none"/>
          </a:ln>
          <a:effectLst>
            <a:outerShdw blurRad="128588" rotWithShape="0" algn="bl">
              <a:srgbClr val="8AE3FF">
                <a:alpha val="7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0"/>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6" name="Google Shape;556;p40"/>
          <p:cNvSpPr txBox="1"/>
          <p:nvPr>
            <p:ph idx="1" type="subTitle"/>
          </p:nvPr>
        </p:nvSpPr>
        <p:spPr>
          <a:xfrm>
            <a:off x="720000" y="3256375"/>
            <a:ext cx="2319900" cy="444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p:txBody>
      </p:sp>
      <p:sp>
        <p:nvSpPr>
          <p:cNvPr id="557" name="Google Shape;557;p40"/>
          <p:cNvSpPr txBox="1"/>
          <p:nvPr>
            <p:ph idx="2" type="subTitle"/>
          </p:nvPr>
        </p:nvSpPr>
        <p:spPr>
          <a:xfrm>
            <a:off x="3412050" y="3256375"/>
            <a:ext cx="2319900" cy="444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p:txBody>
      </p:sp>
      <p:sp>
        <p:nvSpPr>
          <p:cNvPr id="558" name="Google Shape;558;p40"/>
          <p:cNvSpPr txBox="1"/>
          <p:nvPr>
            <p:ph idx="3" type="subTitle"/>
          </p:nvPr>
        </p:nvSpPr>
        <p:spPr>
          <a:xfrm>
            <a:off x="6104100" y="3256375"/>
            <a:ext cx="2319900" cy="444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p:txBody>
      </p:sp>
      <p:sp>
        <p:nvSpPr>
          <p:cNvPr id="559" name="Google Shape;559;p40"/>
          <p:cNvSpPr txBox="1"/>
          <p:nvPr>
            <p:ph idx="4" type="subTitle"/>
          </p:nvPr>
        </p:nvSpPr>
        <p:spPr>
          <a:xfrm>
            <a:off x="793800" y="3730025"/>
            <a:ext cx="2172300" cy="667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p:txBody>
      </p:sp>
      <p:sp>
        <p:nvSpPr>
          <p:cNvPr id="560" name="Google Shape;560;p40"/>
          <p:cNvSpPr txBox="1"/>
          <p:nvPr>
            <p:ph idx="5" type="subTitle"/>
          </p:nvPr>
        </p:nvSpPr>
        <p:spPr>
          <a:xfrm>
            <a:off x="3485850" y="3730025"/>
            <a:ext cx="2172300" cy="667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p:txBody>
      </p:sp>
      <p:sp>
        <p:nvSpPr>
          <p:cNvPr id="561" name="Google Shape;561;p40"/>
          <p:cNvSpPr txBox="1"/>
          <p:nvPr>
            <p:ph idx="6" type="subTitle"/>
          </p:nvPr>
        </p:nvSpPr>
        <p:spPr>
          <a:xfrm>
            <a:off x="6177900" y="3730025"/>
            <a:ext cx="2172300" cy="667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p:txBody>
      </p:sp>
      <p:grpSp>
        <p:nvGrpSpPr>
          <p:cNvPr id="562" name="Google Shape;562;p40"/>
          <p:cNvGrpSpPr/>
          <p:nvPr/>
        </p:nvGrpSpPr>
        <p:grpSpPr>
          <a:xfrm>
            <a:off x="7918804" y="756148"/>
            <a:ext cx="140402" cy="140402"/>
            <a:chOff x="1608425" y="817975"/>
            <a:chExt cx="146100" cy="146100"/>
          </a:xfrm>
        </p:grpSpPr>
        <p:cxnSp>
          <p:nvCxnSpPr>
            <p:cNvPr id="563" name="Google Shape;563;p40"/>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cxnSp>
          <p:nvCxnSpPr>
            <p:cNvPr id="564" name="Google Shape;564;p40"/>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grpSp>
      <p:grpSp>
        <p:nvGrpSpPr>
          <p:cNvPr id="565" name="Google Shape;565;p40"/>
          <p:cNvGrpSpPr/>
          <p:nvPr/>
        </p:nvGrpSpPr>
        <p:grpSpPr>
          <a:xfrm>
            <a:off x="1060499" y="756158"/>
            <a:ext cx="140402" cy="140402"/>
            <a:chOff x="1608425" y="817975"/>
            <a:chExt cx="146100" cy="146100"/>
          </a:xfrm>
        </p:grpSpPr>
        <p:cxnSp>
          <p:nvCxnSpPr>
            <p:cNvPr id="566" name="Google Shape;566;p40"/>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cxnSp>
          <p:nvCxnSpPr>
            <p:cNvPr id="567" name="Google Shape;567;p40"/>
            <p:cNvCxnSpPr/>
            <p:nvPr/>
          </p:nvCxnSpPr>
          <p:spPr>
            <a:xfrm>
              <a:off x="1681475" y="817975"/>
              <a:ext cx="0" cy="146100"/>
            </a:xfrm>
            <a:prstGeom prst="straightConnector1">
              <a:avLst/>
            </a:prstGeom>
            <a:noFill/>
            <a:ln cap="flat" cmpd="sng" w="19050">
              <a:solidFill>
                <a:srgbClr val="EEF5B2"/>
              </a:solidFill>
              <a:prstDash val="solid"/>
              <a:round/>
              <a:headEnd len="med" w="med" type="none"/>
              <a:tailEnd len="med" w="med" type="none"/>
            </a:ln>
            <a:effectLst>
              <a:outerShdw blurRad="200025" rotWithShape="0" algn="bl">
                <a:srgbClr val="FBFFD5">
                  <a:alpha val="81000"/>
                </a:srgbClr>
              </a:outerShdw>
            </a:effectLst>
          </p:spPr>
        </p:cxn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68" name="Shape 568"/>
        <p:cNvGrpSpPr/>
        <p:nvPr/>
      </p:nvGrpSpPr>
      <p:grpSpPr>
        <a:xfrm>
          <a:off x="0" y="0"/>
          <a:ext cx="0" cy="0"/>
          <a:chOff x="0" y="0"/>
          <a:chExt cx="0" cy="0"/>
        </a:xfrm>
      </p:grpSpPr>
      <p:sp>
        <p:nvSpPr>
          <p:cNvPr id="569" name="Google Shape;569;p41"/>
          <p:cNvSpPr/>
          <p:nvPr/>
        </p:nvSpPr>
        <p:spPr>
          <a:xfrm>
            <a:off x="210300" y="197700"/>
            <a:ext cx="8723400" cy="4748100"/>
          </a:xfrm>
          <a:prstGeom prst="roundRect">
            <a:avLst>
              <a:gd fmla="val 4881" name="adj"/>
            </a:avLst>
          </a:prstGeom>
          <a:noFill/>
          <a:ln cap="flat" cmpd="sng" w="38100">
            <a:solidFill>
              <a:srgbClr val="1EE3CF"/>
            </a:solidFill>
            <a:prstDash val="solid"/>
            <a:round/>
            <a:headEnd len="sm" w="sm" type="none"/>
            <a:tailEnd len="sm" w="sm" type="none"/>
          </a:ln>
          <a:effectLst>
            <a:outerShdw blurRad="200025" rotWithShape="0" algn="bl">
              <a:srgbClr val="6BFFF0">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1"/>
          <p:cNvSpPr/>
          <p:nvPr/>
        </p:nvSpPr>
        <p:spPr>
          <a:xfrm>
            <a:off x="345275" y="334300"/>
            <a:ext cx="8458500" cy="4474200"/>
          </a:xfrm>
          <a:prstGeom prst="roundRect">
            <a:avLst>
              <a:gd fmla="val 4881" name="adj"/>
            </a:avLst>
          </a:prstGeom>
          <a:noFill/>
          <a:ln cap="flat" cmpd="sng" w="28575">
            <a:solidFill>
              <a:srgbClr val="3FC5F0"/>
            </a:solidFill>
            <a:prstDash val="solid"/>
            <a:round/>
            <a:headEnd len="sm" w="sm" type="none"/>
            <a:tailEnd len="sm" w="sm" type="none"/>
          </a:ln>
          <a:effectLst>
            <a:outerShdw blurRad="342900" rotWithShape="0" algn="bl">
              <a:srgbClr val="8AE3FF">
                <a:alpha val="8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EE3CF"/>
              </a:solidFill>
            </a:endParaRPr>
          </a:p>
        </p:txBody>
      </p:sp>
      <p:cxnSp>
        <p:nvCxnSpPr>
          <p:cNvPr id="571" name="Google Shape;571;p41"/>
          <p:cNvCxnSpPr/>
          <p:nvPr/>
        </p:nvCxnSpPr>
        <p:spPr>
          <a:xfrm rot="5400000">
            <a:off x="-1081900" y="2142711"/>
            <a:ext cx="31425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2" name="Google Shape;572;p41"/>
          <p:cNvCxnSpPr/>
          <p:nvPr/>
        </p:nvCxnSpPr>
        <p:spPr>
          <a:xfrm rot="5400000">
            <a:off x="191975" y="4104034"/>
            <a:ext cx="8523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3" name="Google Shape;573;p41"/>
          <p:cNvCxnSpPr/>
          <p:nvPr/>
        </p:nvCxnSpPr>
        <p:spPr>
          <a:xfrm rot="5400000">
            <a:off x="89450" y="4203593"/>
            <a:ext cx="799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4" name="Google Shape;574;p41"/>
          <p:cNvCxnSpPr/>
          <p:nvPr/>
        </p:nvCxnSpPr>
        <p:spPr>
          <a:xfrm rot="5400000">
            <a:off x="191975" y="966151"/>
            <a:ext cx="8523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5" name="Google Shape;575;p41"/>
          <p:cNvCxnSpPr/>
          <p:nvPr/>
        </p:nvCxnSpPr>
        <p:spPr>
          <a:xfrm rot="5400000">
            <a:off x="487025" y="1655087"/>
            <a:ext cx="2622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6" name="Google Shape;576;p41"/>
          <p:cNvCxnSpPr/>
          <p:nvPr/>
        </p:nvCxnSpPr>
        <p:spPr>
          <a:xfrm rot="5400000">
            <a:off x="7083675" y="2142711"/>
            <a:ext cx="31425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7" name="Google Shape;577;p41"/>
          <p:cNvCxnSpPr/>
          <p:nvPr/>
        </p:nvCxnSpPr>
        <p:spPr>
          <a:xfrm rot="5400000">
            <a:off x="8100000" y="4104034"/>
            <a:ext cx="8523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8" name="Google Shape;578;p41"/>
          <p:cNvCxnSpPr/>
          <p:nvPr/>
        </p:nvCxnSpPr>
        <p:spPr>
          <a:xfrm rot="5400000">
            <a:off x="8255025" y="4203593"/>
            <a:ext cx="7998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79" name="Google Shape;579;p41"/>
          <p:cNvCxnSpPr/>
          <p:nvPr/>
        </p:nvCxnSpPr>
        <p:spPr>
          <a:xfrm rot="5400000">
            <a:off x="8100000" y="966151"/>
            <a:ext cx="8523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cxnSp>
        <p:nvCxnSpPr>
          <p:cNvPr id="580" name="Google Shape;580;p41"/>
          <p:cNvCxnSpPr/>
          <p:nvPr/>
        </p:nvCxnSpPr>
        <p:spPr>
          <a:xfrm rot="5400000">
            <a:off x="8395050" y="1655087"/>
            <a:ext cx="262200" cy="0"/>
          </a:xfrm>
          <a:prstGeom prst="straightConnector1">
            <a:avLst/>
          </a:prstGeom>
          <a:noFill/>
          <a:ln cap="flat" cmpd="sng" w="28575">
            <a:solidFill>
              <a:srgbClr val="EEF5B2"/>
            </a:solidFill>
            <a:prstDash val="solid"/>
            <a:round/>
            <a:headEnd len="med" w="med" type="none"/>
            <a:tailEnd len="med" w="med" type="none"/>
          </a:ln>
          <a:effectLst>
            <a:outerShdw blurRad="228600" rotWithShape="0" algn="bl">
              <a:srgbClr val="FBFFD5">
                <a:alpha val="79000"/>
              </a:srgbClr>
            </a:outerShdw>
          </a:effectLst>
        </p:spPr>
      </p:cxnSp>
      <p:sp>
        <p:nvSpPr>
          <p:cNvPr id="581" name="Google Shape;581;p41"/>
          <p:cNvSpPr txBox="1"/>
          <p:nvPr>
            <p:ph hasCustomPrompt="1" type="title"/>
          </p:nvPr>
        </p:nvSpPr>
        <p:spPr>
          <a:xfrm>
            <a:off x="2946150" y="1430225"/>
            <a:ext cx="3251700" cy="118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82" name="Google Shape;582;p41"/>
          <p:cNvSpPr txBox="1"/>
          <p:nvPr>
            <p:ph idx="1" type="subTitle"/>
          </p:nvPr>
        </p:nvSpPr>
        <p:spPr>
          <a:xfrm>
            <a:off x="2436000" y="2867188"/>
            <a:ext cx="4272000" cy="49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3FC5F0"/>
              </a:buClr>
              <a:buSzPts val="1800"/>
              <a:buNone/>
              <a:defRPr sz="3200">
                <a:solidFill>
                  <a:srgbClr val="3FC5F0"/>
                </a:solidFill>
                <a:latin typeface="Nunito SemiBold"/>
                <a:ea typeface="Nunito SemiBold"/>
                <a:cs typeface="Nunito SemiBold"/>
                <a:sym typeface="Nunito SemiBold"/>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83" name="Google Shape;583;p41"/>
          <p:cNvSpPr txBox="1"/>
          <p:nvPr>
            <p:ph idx="2" type="subTitle"/>
          </p:nvPr>
        </p:nvSpPr>
        <p:spPr>
          <a:xfrm>
            <a:off x="1906100" y="3519725"/>
            <a:ext cx="5331900" cy="426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6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84" name="Google Shape;584;p41"/>
          <p:cNvSpPr/>
          <p:nvPr/>
        </p:nvSpPr>
        <p:spPr>
          <a:xfrm>
            <a:off x="2689186" y="2089297"/>
            <a:ext cx="106800" cy="106800"/>
          </a:xfrm>
          <a:prstGeom prst="ellipse">
            <a:avLst/>
          </a:prstGeom>
          <a:noFill/>
          <a:ln cap="flat" cmpd="sng" w="19050">
            <a:solidFill>
              <a:srgbClr val="EEF5B2"/>
            </a:solidFill>
            <a:prstDash val="solid"/>
            <a:round/>
            <a:headEnd len="sm" w="sm" type="none"/>
            <a:tailEnd len="sm" w="sm" type="none"/>
          </a:ln>
          <a:effectLst>
            <a:outerShdw blurRad="142875" rotWithShape="0" algn="bl">
              <a:srgbClr val="FBFFD5">
                <a:alpha val="8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1"/>
          <p:cNvSpPr/>
          <p:nvPr/>
        </p:nvSpPr>
        <p:spPr>
          <a:xfrm>
            <a:off x="6348032" y="2089297"/>
            <a:ext cx="106800" cy="106800"/>
          </a:xfrm>
          <a:prstGeom prst="ellipse">
            <a:avLst/>
          </a:prstGeom>
          <a:noFill/>
          <a:ln cap="flat" cmpd="sng" w="19050">
            <a:solidFill>
              <a:srgbClr val="EEF5B2"/>
            </a:solidFill>
            <a:prstDash val="solid"/>
            <a:round/>
            <a:headEnd len="sm" w="sm" type="none"/>
            <a:tailEnd len="sm" w="sm" type="none"/>
          </a:ln>
          <a:effectLst>
            <a:outerShdw blurRad="142875" rotWithShape="0" algn="bl">
              <a:srgbClr val="FBFFD5">
                <a:alpha val="8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1_1">
    <p:spTree>
      <p:nvGrpSpPr>
        <p:cNvPr id="586" name="Shape 586"/>
        <p:cNvGrpSpPr/>
        <p:nvPr/>
      </p:nvGrpSpPr>
      <p:grpSpPr>
        <a:xfrm>
          <a:off x="0" y="0"/>
          <a:ext cx="0" cy="0"/>
          <a:chOff x="0" y="0"/>
          <a:chExt cx="0" cy="0"/>
        </a:xfrm>
      </p:grpSpPr>
      <p:sp>
        <p:nvSpPr>
          <p:cNvPr id="587" name="Google Shape;587;p4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88" name="Google Shape;588;p4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89" name="Google Shape;58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3" name="Shape 593"/>
        <p:cNvGrpSpPr/>
        <p:nvPr/>
      </p:nvGrpSpPr>
      <p:grpSpPr>
        <a:xfrm>
          <a:off x="0" y="0"/>
          <a:ext cx="0" cy="0"/>
          <a:chOff x="0" y="0"/>
          <a:chExt cx="0" cy="0"/>
        </a:xfrm>
      </p:grpSpPr>
      <p:pic>
        <p:nvPicPr>
          <p:cNvPr id="594" name="Google Shape;594;p4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95" name="Google Shape;595;p44"/>
          <p:cNvSpPr txBox="1"/>
          <p:nvPr>
            <p:ph type="ctrTitle"/>
          </p:nvPr>
        </p:nvSpPr>
        <p:spPr>
          <a:xfrm flipH="1">
            <a:off x="712225" y="576800"/>
            <a:ext cx="5386500" cy="1754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5200"/>
              <a:buNone/>
              <a:defRPr sz="5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96" name="Google Shape;596;p44"/>
          <p:cNvSpPr txBox="1"/>
          <p:nvPr>
            <p:ph idx="1" type="subTitle"/>
          </p:nvPr>
        </p:nvSpPr>
        <p:spPr>
          <a:xfrm>
            <a:off x="712200" y="2390625"/>
            <a:ext cx="5386500" cy="43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97" name="Google Shape;597;p44"/>
          <p:cNvGrpSpPr/>
          <p:nvPr/>
        </p:nvGrpSpPr>
        <p:grpSpPr>
          <a:xfrm>
            <a:off x="5415880" y="342560"/>
            <a:ext cx="472093" cy="385486"/>
            <a:chOff x="3093501" y="886401"/>
            <a:chExt cx="376440" cy="307405"/>
          </a:xfrm>
        </p:grpSpPr>
        <p:sp>
          <p:nvSpPr>
            <p:cNvPr id="598" name="Google Shape;598;p44"/>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4"/>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4"/>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4"/>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 name="Google Shape;602;p44"/>
          <p:cNvGrpSpPr/>
          <p:nvPr/>
        </p:nvGrpSpPr>
        <p:grpSpPr>
          <a:xfrm>
            <a:off x="480461" y="4506754"/>
            <a:ext cx="319710" cy="261048"/>
            <a:chOff x="3093501" y="886401"/>
            <a:chExt cx="376440" cy="307405"/>
          </a:xfrm>
        </p:grpSpPr>
        <p:sp>
          <p:nvSpPr>
            <p:cNvPr id="603" name="Google Shape;603;p44"/>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4"/>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4"/>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4"/>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7" name="Shape 607"/>
        <p:cNvGrpSpPr/>
        <p:nvPr/>
      </p:nvGrpSpPr>
      <p:grpSpPr>
        <a:xfrm>
          <a:off x="0" y="0"/>
          <a:ext cx="0" cy="0"/>
          <a:chOff x="0" y="0"/>
          <a:chExt cx="0" cy="0"/>
        </a:xfrm>
      </p:grpSpPr>
      <p:pic>
        <p:nvPicPr>
          <p:cNvPr id="608" name="Google Shape;608;p45"/>
          <p:cNvPicPr preferRelativeResize="0"/>
          <p:nvPr/>
        </p:nvPicPr>
        <p:blipFill>
          <a:blip r:embed="rId2">
            <a:alphaModFix/>
          </a:blip>
          <a:stretch>
            <a:fillRect/>
          </a:stretch>
        </p:blipFill>
        <p:spPr>
          <a:xfrm>
            <a:off x="0" y="0"/>
            <a:ext cx="9144003" cy="5143501"/>
          </a:xfrm>
          <a:prstGeom prst="rect">
            <a:avLst/>
          </a:prstGeom>
          <a:noFill/>
          <a:ln>
            <a:noFill/>
          </a:ln>
        </p:spPr>
      </p:pic>
      <p:sp>
        <p:nvSpPr>
          <p:cNvPr id="609" name="Google Shape;609;p45"/>
          <p:cNvSpPr txBox="1"/>
          <p:nvPr>
            <p:ph type="title"/>
          </p:nvPr>
        </p:nvSpPr>
        <p:spPr>
          <a:xfrm>
            <a:off x="4572000" y="2255850"/>
            <a:ext cx="3861000" cy="6606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3400"/>
              <a:buNone/>
              <a:defRPr sz="5000"/>
            </a:lvl1pPr>
            <a:lvl2pPr lvl="1" rtl="0" algn="ctr">
              <a:lnSpc>
                <a:spcPct val="115000"/>
              </a:lnSpc>
              <a:spcBef>
                <a:spcPts val="0"/>
              </a:spcBef>
              <a:spcAft>
                <a:spcPts val="0"/>
              </a:spcAft>
              <a:buSzPts val="3600"/>
              <a:buNone/>
              <a:defRPr sz="3600"/>
            </a:lvl2pPr>
            <a:lvl3pPr lvl="2" rtl="0" algn="ctr">
              <a:lnSpc>
                <a:spcPct val="115000"/>
              </a:lnSpc>
              <a:spcBef>
                <a:spcPts val="0"/>
              </a:spcBef>
              <a:spcAft>
                <a:spcPts val="0"/>
              </a:spcAft>
              <a:buSzPts val="3600"/>
              <a:buNone/>
              <a:defRPr sz="3600"/>
            </a:lvl3pPr>
            <a:lvl4pPr lvl="3" rtl="0" algn="ctr">
              <a:lnSpc>
                <a:spcPct val="115000"/>
              </a:lnSpc>
              <a:spcBef>
                <a:spcPts val="0"/>
              </a:spcBef>
              <a:spcAft>
                <a:spcPts val="0"/>
              </a:spcAft>
              <a:buSzPts val="3600"/>
              <a:buNone/>
              <a:defRPr sz="3600"/>
            </a:lvl4pPr>
            <a:lvl5pPr lvl="4" rtl="0" algn="ctr">
              <a:lnSpc>
                <a:spcPct val="115000"/>
              </a:lnSpc>
              <a:spcBef>
                <a:spcPts val="0"/>
              </a:spcBef>
              <a:spcAft>
                <a:spcPts val="0"/>
              </a:spcAft>
              <a:buSzPts val="3600"/>
              <a:buNone/>
              <a:defRPr sz="3600"/>
            </a:lvl5pPr>
            <a:lvl6pPr lvl="5" rtl="0" algn="ctr">
              <a:lnSpc>
                <a:spcPct val="115000"/>
              </a:lnSpc>
              <a:spcBef>
                <a:spcPts val="0"/>
              </a:spcBef>
              <a:spcAft>
                <a:spcPts val="0"/>
              </a:spcAft>
              <a:buSzPts val="3600"/>
              <a:buNone/>
              <a:defRPr sz="3600"/>
            </a:lvl6pPr>
            <a:lvl7pPr lvl="6" rtl="0" algn="ctr">
              <a:lnSpc>
                <a:spcPct val="115000"/>
              </a:lnSpc>
              <a:spcBef>
                <a:spcPts val="0"/>
              </a:spcBef>
              <a:spcAft>
                <a:spcPts val="0"/>
              </a:spcAft>
              <a:buSzPts val="3600"/>
              <a:buNone/>
              <a:defRPr sz="3600"/>
            </a:lvl7pPr>
            <a:lvl8pPr lvl="7" rtl="0" algn="ctr">
              <a:lnSpc>
                <a:spcPct val="115000"/>
              </a:lnSpc>
              <a:spcBef>
                <a:spcPts val="0"/>
              </a:spcBef>
              <a:spcAft>
                <a:spcPts val="0"/>
              </a:spcAft>
              <a:buSzPts val="3600"/>
              <a:buNone/>
              <a:defRPr sz="3600"/>
            </a:lvl8pPr>
            <a:lvl9pPr lvl="8" rtl="0" algn="ctr">
              <a:lnSpc>
                <a:spcPct val="115000"/>
              </a:lnSpc>
              <a:spcBef>
                <a:spcPts val="0"/>
              </a:spcBef>
              <a:spcAft>
                <a:spcPts val="0"/>
              </a:spcAft>
              <a:buSzPts val="3600"/>
              <a:buNone/>
              <a:defRPr sz="3600"/>
            </a:lvl9pPr>
          </a:lstStyle>
          <a:p/>
        </p:txBody>
      </p:sp>
      <p:sp>
        <p:nvSpPr>
          <p:cNvPr id="610" name="Google Shape;610;p45"/>
          <p:cNvSpPr txBox="1"/>
          <p:nvPr>
            <p:ph idx="1" type="subTitle"/>
          </p:nvPr>
        </p:nvSpPr>
        <p:spPr>
          <a:xfrm>
            <a:off x="4572000" y="3100850"/>
            <a:ext cx="3861000" cy="744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11" name="Google Shape;611;p45"/>
          <p:cNvSpPr txBox="1"/>
          <p:nvPr>
            <p:ph hasCustomPrompt="1" idx="2" type="title"/>
          </p:nvPr>
        </p:nvSpPr>
        <p:spPr>
          <a:xfrm>
            <a:off x="6067745" y="1095526"/>
            <a:ext cx="870000" cy="551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40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612" name="Google Shape;612;p45"/>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3" name="Google Shape;613;p45"/>
          <p:cNvGrpSpPr/>
          <p:nvPr/>
        </p:nvGrpSpPr>
        <p:grpSpPr>
          <a:xfrm rot="5400000">
            <a:off x="-115316" y="4031073"/>
            <a:ext cx="1223111" cy="1284342"/>
            <a:chOff x="6183384" y="3220573"/>
            <a:chExt cx="1223111" cy="1284342"/>
          </a:xfrm>
        </p:grpSpPr>
        <p:sp>
          <p:nvSpPr>
            <p:cNvPr id="614" name="Google Shape;614;p45"/>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6" name="Google Shape;616;p45"/>
          <p:cNvSpPr/>
          <p:nvPr/>
        </p:nvSpPr>
        <p:spPr>
          <a:xfrm rot="10800000">
            <a:off x="7845847" y="1"/>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5"/>
          <p:cNvSpPr/>
          <p:nvPr/>
        </p:nvSpPr>
        <p:spPr>
          <a:xfrm rot="527880">
            <a:off x="5373131" y="3246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8" name="Shape 618"/>
        <p:cNvGrpSpPr/>
        <p:nvPr/>
      </p:nvGrpSpPr>
      <p:grpSpPr>
        <a:xfrm>
          <a:off x="0" y="0"/>
          <a:ext cx="0" cy="0"/>
          <a:chOff x="0" y="0"/>
          <a:chExt cx="0" cy="0"/>
        </a:xfrm>
      </p:grpSpPr>
      <p:pic>
        <p:nvPicPr>
          <p:cNvPr id="619" name="Google Shape;619;p46"/>
          <p:cNvPicPr preferRelativeResize="0"/>
          <p:nvPr/>
        </p:nvPicPr>
        <p:blipFill>
          <a:blip r:embed="rId2">
            <a:alphaModFix/>
          </a:blip>
          <a:stretch>
            <a:fillRect/>
          </a:stretch>
        </p:blipFill>
        <p:spPr>
          <a:xfrm>
            <a:off x="0" y="0"/>
            <a:ext cx="9144003" cy="5143501"/>
          </a:xfrm>
          <a:prstGeom prst="rect">
            <a:avLst/>
          </a:prstGeom>
          <a:noFill/>
          <a:ln>
            <a:noFill/>
          </a:ln>
        </p:spPr>
      </p:pic>
      <p:sp>
        <p:nvSpPr>
          <p:cNvPr id="620" name="Google Shape;620;p46"/>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621" name="Google Shape;621;p46"/>
          <p:cNvSpPr txBox="1"/>
          <p:nvPr>
            <p:ph idx="1" type="subTitle"/>
          </p:nvPr>
        </p:nvSpPr>
        <p:spPr>
          <a:xfrm>
            <a:off x="713500" y="1267324"/>
            <a:ext cx="7719600" cy="314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22" name="Google Shape;622;p46"/>
          <p:cNvSpPr/>
          <p:nvPr/>
        </p:nvSpPr>
        <p:spPr>
          <a:xfrm rot="528001">
            <a:off x="8634724" y="40874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6"/>
          <p:cNvSpPr/>
          <p:nvPr/>
        </p:nvSpPr>
        <p:spPr>
          <a:xfrm rot="-1342692">
            <a:off x="3175548" y="463394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6"/>
          <p:cNvSpPr/>
          <p:nvPr/>
        </p:nvSpPr>
        <p:spPr>
          <a:xfrm rot="527880">
            <a:off x="6331956" y="38822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5" name="Shape 625"/>
        <p:cNvGrpSpPr/>
        <p:nvPr/>
      </p:nvGrpSpPr>
      <p:grpSpPr>
        <a:xfrm>
          <a:off x="0" y="0"/>
          <a:ext cx="0" cy="0"/>
          <a:chOff x="0" y="0"/>
          <a:chExt cx="0" cy="0"/>
        </a:xfrm>
      </p:grpSpPr>
      <p:grpSp>
        <p:nvGrpSpPr>
          <p:cNvPr id="626" name="Google Shape;626;p47"/>
          <p:cNvGrpSpPr/>
          <p:nvPr/>
        </p:nvGrpSpPr>
        <p:grpSpPr>
          <a:xfrm>
            <a:off x="2323266" y="3961380"/>
            <a:ext cx="7515633" cy="2145333"/>
            <a:chOff x="4711483" y="4096818"/>
            <a:chExt cx="5214482" cy="1488471"/>
          </a:xfrm>
        </p:grpSpPr>
        <p:sp>
          <p:nvSpPr>
            <p:cNvPr id="627" name="Google Shape;627;p47"/>
            <p:cNvSpPr/>
            <p:nvPr/>
          </p:nvSpPr>
          <p:spPr>
            <a:xfrm>
              <a:off x="7094273" y="4309295"/>
              <a:ext cx="2831692" cy="1063049"/>
            </a:xfrm>
            <a:custGeom>
              <a:rect b="b" l="l" r="r" t="t"/>
              <a:pathLst>
                <a:path extrusionOk="0" h="11527" w="30705">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7"/>
            <p:cNvSpPr/>
            <p:nvPr/>
          </p:nvSpPr>
          <p:spPr>
            <a:xfrm>
              <a:off x="5545247" y="4096818"/>
              <a:ext cx="2175252" cy="1488471"/>
            </a:xfrm>
            <a:custGeom>
              <a:rect b="b" l="l" r="r" t="t"/>
              <a:pathLst>
                <a:path extrusionOk="0" h="16140" w="23587">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7"/>
            <p:cNvSpPr/>
            <p:nvPr/>
          </p:nvSpPr>
          <p:spPr>
            <a:xfrm>
              <a:off x="4711483" y="4366564"/>
              <a:ext cx="1368674" cy="955056"/>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47"/>
          <p:cNvGrpSpPr/>
          <p:nvPr/>
        </p:nvGrpSpPr>
        <p:grpSpPr>
          <a:xfrm flipH="1">
            <a:off x="8304887" y="1234003"/>
            <a:ext cx="472093" cy="385486"/>
            <a:chOff x="3093501" y="886401"/>
            <a:chExt cx="376440" cy="307405"/>
          </a:xfrm>
        </p:grpSpPr>
        <p:sp>
          <p:nvSpPr>
            <p:cNvPr id="631" name="Google Shape;631;p4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47"/>
          <p:cNvGrpSpPr/>
          <p:nvPr/>
        </p:nvGrpSpPr>
        <p:grpSpPr>
          <a:xfrm flipH="1">
            <a:off x="480461" y="404779"/>
            <a:ext cx="319710" cy="261048"/>
            <a:chOff x="3093501" y="886401"/>
            <a:chExt cx="376440" cy="307405"/>
          </a:xfrm>
        </p:grpSpPr>
        <p:sp>
          <p:nvSpPr>
            <p:cNvPr id="636" name="Google Shape;636;p4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47"/>
          <p:cNvSpPr/>
          <p:nvPr/>
        </p:nvSpPr>
        <p:spPr>
          <a:xfrm rot="527880">
            <a:off x="7741631" y="4112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1" name="Google Shape;641;p47"/>
          <p:cNvPicPr preferRelativeResize="0"/>
          <p:nvPr/>
        </p:nvPicPr>
        <p:blipFill>
          <a:blip r:embed="rId2">
            <a:alphaModFix/>
          </a:blip>
          <a:stretch>
            <a:fillRect/>
          </a:stretch>
        </p:blipFill>
        <p:spPr>
          <a:xfrm>
            <a:off x="0" y="0"/>
            <a:ext cx="9144003" cy="5143501"/>
          </a:xfrm>
          <a:prstGeom prst="rect">
            <a:avLst/>
          </a:prstGeom>
          <a:noFill/>
          <a:ln>
            <a:noFill/>
          </a:ln>
        </p:spPr>
      </p:pic>
      <p:sp>
        <p:nvSpPr>
          <p:cNvPr id="642" name="Google Shape;642;p47"/>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3" name="Google Shape;643;p47"/>
          <p:cNvSpPr txBox="1"/>
          <p:nvPr>
            <p:ph idx="1" type="subTitle"/>
          </p:nvPr>
        </p:nvSpPr>
        <p:spPr>
          <a:xfrm>
            <a:off x="713500" y="1593900"/>
            <a:ext cx="3701400" cy="180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44" name="Google Shape;644;p47"/>
          <p:cNvSpPr txBox="1"/>
          <p:nvPr>
            <p:ph idx="2" type="subTitle"/>
          </p:nvPr>
        </p:nvSpPr>
        <p:spPr>
          <a:xfrm>
            <a:off x="4747400" y="1593900"/>
            <a:ext cx="3701400" cy="180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5" name="Shape 645"/>
        <p:cNvGrpSpPr/>
        <p:nvPr/>
      </p:nvGrpSpPr>
      <p:grpSpPr>
        <a:xfrm>
          <a:off x="0" y="0"/>
          <a:ext cx="0" cy="0"/>
          <a:chOff x="0" y="0"/>
          <a:chExt cx="0" cy="0"/>
        </a:xfrm>
      </p:grpSpPr>
      <p:pic>
        <p:nvPicPr>
          <p:cNvPr id="646" name="Google Shape;646;p48"/>
          <p:cNvPicPr preferRelativeResize="0"/>
          <p:nvPr/>
        </p:nvPicPr>
        <p:blipFill>
          <a:blip r:embed="rId2">
            <a:alphaModFix/>
          </a:blip>
          <a:stretch>
            <a:fillRect/>
          </a:stretch>
        </p:blipFill>
        <p:spPr>
          <a:xfrm>
            <a:off x="0" y="0"/>
            <a:ext cx="9144003" cy="5143501"/>
          </a:xfrm>
          <a:prstGeom prst="rect">
            <a:avLst/>
          </a:prstGeom>
          <a:noFill/>
          <a:ln>
            <a:noFill/>
          </a:ln>
        </p:spPr>
      </p:pic>
      <p:sp>
        <p:nvSpPr>
          <p:cNvPr id="647" name="Google Shape;647;p48"/>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8" name="Google Shape;648;p48"/>
          <p:cNvSpPr/>
          <p:nvPr/>
        </p:nvSpPr>
        <p:spPr>
          <a:xfrm rot="2003581">
            <a:off x="6588499" y="406066"/>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8"/>
          <p:cNvSpPr/>
          <p:nvPr/>
        </p:nvSpPr>
        <p:spPr>
          <a:xfrm rot="527880">
            <a:off x="4526418" y="4418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8"/>
          <p:cNvSpPr/>
          <p:nvPr/>
        </p:nvSpPr>
        <p:spPr>
          <a:xfrm rot="6816217">
            <a:off x="6444847" y="4677380"/>
            <a:ext cx="166104"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2" name="Google Shape;652;p48"/>
          <p:cNvGrpSpPr/>
          <p:nvPr/>
        </p:nvGrpSpPr>
        <p:grpSpPr>
          <a:xfrm rot="5400000">
            <a:off x="-115316" y="4031073"/>
            <a:ext cx="1223111" cy="1284342"/>
            <a:chOff x="6183384" y="3220573"/>
            <a:chExt cx="1223111" cy="1284342"/>
          </a:xfrm>
        </p:grpSpPr>
        <p:sp>
          <p:nvSpPr>
            <p:cNvPr id="653" name="Google Shape;653;p48"/>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8"/>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5" name="Shape 655"/>
        <p:cNvGrpSpPr/>
        <p:nvPr/>
      </p:nvGrpSpPr>
      <p:grpSpPr>
        <a:xfrm>
          <a:off x="0" y="0"/>
          <a:ext cx="0" cy="0"/>
          <a:chOff x="0" y="0"/>
          <a:chExt cx="0" cy="0"/>
        </a:xfrm>
      </p:grpSpPr>
      <p:pic>
        <p:nvPicPr>
          <p:cNvPr id="656" name="Google Shape;656;p49"/>
          <p:cNvPicPr preferRelativeResize="0"/>
          <p:nvPr/>
        </p:nvPicPr>
        <p:blipFill>
          <a:blip r:embed="rId2">
            <a:alphaModFix/>
          </a:blip>
          <a:stretch>
            <a:fillRect/>
          </a:stretch>
        </p:blipFill>
        <p:spPr>
          <a:xfrm>
            <a:off x="0" y="0"/>
            <a:ext cx="9144003" cy="5143501"/>
          </a:xfrm>
          <a:prstGeom prst="rect">
            <a:avLst/>
          </a:prstGeom>
          <a:noFill/>
          <a:ln>
            <a:noFill/>
          </a:ln>
        </p:spPr>
      </p:pic>
      <p:sp>
        <p:nvSpPr>
          <p:cNvPr id="657" name="Google Shape;657;p49"/>
          <p:cNvSpPr txBox="1"/>
          <p:nvPr>
            <p:ph type="title"/>
          </p:nvPr>
        </p:nvSpPr>
        <p:spPr>
          <a:xfrm>
            <a:off x="713500" y="565050"/>
            <a:ext cx="5276700" cy="662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58" name="Google Shape;658;p49"/>
          <p:cNvSpPr txBox="1"/>
          <p:nvPr>
            <p:ph idx="1" type="body"/>
          </p:nvPr>
        </p:nvSpPr>
        <p:spPr>
          <a:xfrm>
            <a:off x="713500" y="1399050"/>
            <a:ext cx="4910400" cy="226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59" name="Google Shape;659;p49"/>
          <p:cNvSpPr/>
          <p:nvPr/>
        </p:nvSpPr>
        <p:spPr>
          <a:xfrm rot="527880">
            <a:off x="540943" y="3986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p:nvPr/>
        </p:nvSpPr>
        <p:spPr>
          <a:xfrm rot="-1342692">
            <a:off x="8426148" y="127920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1" name="Google Shape;661;p49"/>
          <p:cNvGrpSpPr/>
          <p:nvPr/>
        </p:nvGrpSpPr>
        <p:grpSpPr>
          <a:xfrm flipH="1">
            <a:off x="1347337" y="4491753"/>
            <a:ext cx="472093" cy="385486"/>
            <a:chOff x="3093501" y="886401"/>
            <a:chExt cx="376440" cy="307405"/>
          </a:xfrm>
        </p:grpSpPr>
        <p:sp>
          <p:nvSpPr>
            <p:cNvPr id="662" name="Google Shape;662;p4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 name="Google Shape;666;p49"/>
          <p:cNvGrpSpPr/>
          <p:nvPr/>
        </p:nvGrpSpPr>
        <p:grpSpPr>
          <a:xfrm flipH="1">
            <a:off x="6634361" y="365279"/>
            <a:ext cx="319710" cy="261048"/>
            <a:chOff x="3093501" y="886401"/>
            <a:chExt cx="376440" cy="307405"/>
          </a:xfrm>
        </p:grpSpPr>
        <p:sp>
          <p:nvSpPr>
            <p:cNvPr id="667" name="Google Shape;667;p4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1" name="Shape 671"/>
        <p:cNvGrpSpPr/>
        <p:nvPr/>
      </p:nvGrpSpPr>
      <p:grpSpPr>
        <a:xfrm>
          <a:off x="0" y="0"/>
          <a:ext cx="0" cy="0"/>
          <a:chOff x="0" y="0"/>
          <a:chExt cx="0" cy="0"/>
        </a:xfrm>
      </p:grpSpPr>
      <p:pic>
        <p:nvPicPr>
          <p:cNvPr id="672" name="Google Shape;672;p50"/>
          <p:cNvPicPr preferRelativeResize="0"/>
          <p:nvPr/>
        </p:nvPicPr>
        <p:blipFill>
          <a:blip r:embed="rId2">
            <a:alphaModFix/>
          </a:blip>
          <a:stretch>
            <a:fillRect/>
          </a:stretch>
        </p:blipFill>
        <p:spPr>
          <a:xfrm>
            <a:off x="0" y="0"/>
            <a:ext cx="9144003" cy="5143501"/>
          </a:xfrm>
          <a:prstGeom prst="rect">
            <a:avLst/>
          </a:prstGeom>
          <a:noFill/>
          <a:ln>
            <a:noFill/>
          </a:ln>
        </p:spPr>
      </p:pic>
      <p:sp>
        <p:nvSpPr>
          <p:cNvPr id="673" name="Google Shape;673;p50"/>
          <p:cNvSpPr txBox="1"/>
          <p:nvPr>
            <p:ph type="title"/>
          </p:nvPr>
        </p:nvSpPr>
        <p:spPr>
          <a:xfrm>
            <a:off x="2037100" y="1058150"/>
            <a:ext cx="5072400" cy="3214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4800"/>
              <a:buNone/>
              <a:defRPr sz="9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74" name="Google Shape;674;p50"/>
          <p:cNvSpPr/>
          <p:nvPr/>
        </p:nvSpPr>
        <p:spPr>
          <a:xfrm rot="527880">
            <a:off x="6331956" y="38822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5" name="Google Shape;675;p50"/>
          <p:cNvGrpSpPr/>
          <p:nvPr/>
        </p:nvGrpSpPr>
        <p:grpSpPr>
          <a:xfrm flipH="1">
            <a:off x="1001487" y="342553"/>
            <a:ext cx="472093" cy="385486"/>
            <a:chOff x="3093501" y="886401"/>
            <a:chExt cx="376440" cy="307405"/>
          </a:xfrm>
        </p:grpSpPr>
        <p:sp>
          <p:nvSpPr>
            <p:cNvPr id="676" name="Google Shape;676;p50"/>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0"/>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0"/>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0"/>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 name="Google Shape;680;p50"/>
          <p:cNvGrpSpPr/>
          <p:nvPr/>
        </p:nvGrpSpPr>
        <p:grpSpPr>
          <a:xfrm flipH="1">
            <a:off x="5920836" y="4553967"/>
            <a:ext cx="319710" cy="261048"/>
            <a:chOff x="3093501" y="886401"/>
            <a:chExt cx="376440" cy="307405"/>
          </a:xfrm>
        </p:grpSpPr>
        <p:sp>
          <p:nvSpPr>
            <p:cNvPr id="681" name="Google Shape;681;p50"/>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0"/>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0"/>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0"/>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5" name="Shape 685"/>
        <p:cNvGrpSpPr/>
        <p:nvPr/>
      </p:nvGrpSpPr>
      <p:grpSpPr>
        <a:xfrm>
          <a:off x="0" y="0"/>
          <a:ext cx="0" cy="0"/>
          <a:chOff x="0" y="0"/>
          <a:chExt cx="0" cy="0"/>
        </a:xfrm>
      </p:grpSpPr>
      <p:pic>
        <p:nvPicPr>
          <p:cNvPr id="686" name="Google Shape;686;p51"/>
          <p:cNvPicPr preferRelativeResize="0"/>
          <p:nvPr/>
        </p:nvPicPr>
        <p:blipFill>
          <a:blip r:embed="rId2">
            <a:alphaModFix/>
          </a:blip>
          <a:stretch>
            <a:fillRect/>
          </a:stretch>
        </p:blipFill>
        <p:spPr>
          <a:xfrm>
            <a:off x="0" y="0"/>
            <a:ext cx="9144003" cy="5143501"/>
          </a:xfrm>
          <a:prstGeom prst="rect">
            <a:avLst/>
          </a:prstGeom>
          <a:noFill/>
          <a:ln>
            <a:noFill/>
          </a:ln>
        </p:spPr>
      </p:pic>
      <p:sp>
        <p:nvSpPr>
          <p:cNvPr id="687" name="Google Shape;687;p51"/>
          <p:cNvSpPr txBox="1"/>
          <p:nvPr>
            <p:ph type="title"/>
          </p:nvPr>
        </p:nvSpPr>
        <p:spPr>
          <a:xfrm>
            <a:off x="4872475" y="1193225"/>
            <a:ext cx="3570600" cy="12918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4200"/>
              <a:buNone/>
              <a:defRPr sz="9000"/>
            </a:lvl1pPr>
            <a:lvl2pPr lvl="1" rtl="0" algn="ctr">
              <a:lnSpc>
                <a:spcPct val="115000"/>
              </a:lnSpc>
              <a:spcBef>
                <a:spcPts val="0"/>
              </a:spcBef>
              <a:spcAft>
                <a:spcPts val="0"/>
              </a:spcAft>
              <a:buSzPts val="4200"/>
              <a:buNone/>
              <a:defRPr sz="4200"/>
            </a:lvl2pPr>
            <a:lvl3pPr lvl="2" rtl="0" algn="ctr">
              <a:lnSpc>
                <a:spcPct val="115000"/>
              </a:lnSpc>
              <a:spcBef>
                <a:spcPts val="0"/>
              </a:spcBef>
              <a:spcAft>
                <a:spcPts val="0"/>
              </a:spcAft>
              <a:buSzPts val="4200"/>
              <a:buNone/>
              <a:defRPr sz="4200"/>
            </a:lvl3pPr>
            <a:lvl4pPr lvl="3" rtl="0" algn="ctr">
              <a:lnSpc>
                <a:spcPct val="115000"/>
              </a:lnSpc>
              <a:spcBef>
                <a:spcPts val="0"/>
              </a:spcBef>
              <a:spcAft>
                <a:spcPts val="0"/>
              </a:spcAft>
              <a:buSzPts val="4200"/>
              <a:buNone/>
              <a:defRPr sz="4200"/>
            </a:lvl4pPr>
            <a:lvl5pPr lvl="4" rtl="0" algn="ctr">
              <a:lnSpc>
                <a:spcPct val="115000"/>
              </a:lnSpc>
              <a:spcBef>
                <a:spcPts val="0"/>
              </a:spcBef>
              <a:spcAft>
                <a:spcPts val="0"/>
              </a:spcAft>
              <a:buSzPts val="4200"/>
              <a:buNone/>
              <a:defRPr sz="4200"/>
            </a:lvl5pPr>
            <a:lvl6pPr lvl="5" rtl="0" algn="ctr">
              <a:lnSpc>
                <a:spcPct val="115000"/>
              </a:lnSpc>
              <a:spcBef>
                <a:spcPts val="0"/>
              </a:spcBef>
              <a:spcAft>
                <a:spcPts val="0"/>
              </a:spcAft>
              <a:buSzPts val="4200"/>
              <a:buNone/>
              <a:defRPr sz="4200"/>
            </a:lvl6pPr>
            <a:lvl7pPr lvl="6" rtl="0" algn="ctr">
              <a:lnSpc>
                <a:spcPct val="115000"/>
              </a:lnSpc>
              <a:spcBef>
                <a:spcPts val="0"/>
              </a:spcBef>
              <a:spcAft>
                <a:spcPts val="0"/>
              </a:spcAft>
              <a:buSzPts val="4200"/>
              <a:buNone/>
              <a:defRPr sz="4200"/>
            </a:lvl7pPr>
            <a:lvl8pPr lvl="7" rtl="0" algn="ctr">
              <a:lnSpc>
                <a:spcPct val="115000"/>
              </a:lnSpc>
              <a:spcBef>
                <a:spcPts val="0"/>
              </a:spcBef>
              <a:spcAft>
                <a:spcPts val="0"/>
              </a:spcAft>
              <a:buSzPts val="4200"/>
              <a:buNone/>
              <a:defRPr sz="4200"/>
            </a:lvl8pPr>
            <a:lvl9pPr lvl="8" rtl="0" algn="ctr">
              <a:lnSpc>
                <a:spcPct val="115000"/>
              </a:lnSpc>
              <a:spcBef>
                <a:spcPts val="0"/>
              </a:spcBef>
              <a:spcAft>
                <a:spcPts val="0"/>
              </a:spcAft>
              <a:buSzPts val="4200"/>
              <a:buNone/>
              <a:defRPr sz="4200"/>
            </a:lvl9pPr>
          </a:lstStyle>
          <a:p/>
        </p:txBody>
      </p:sp>
      <p:sp>
        <p:nvSpPr>
          <p:cNvPr id="688" name="Google Shape;688;p51"/>
          <p:cNvSpPr txBox="1"/>
          <p:nvPr>
            <p:ph idx="1" type="subTitle"/>
          </p:nvPr>
        </p:nvSpPr>
        <p:spPr>
          <a:xfrm>
            <a:off x="4872475" y="2458325"/>
            <a:ext cx="3570600" cy="958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600"/>
              <a:buNone/>
              <a:defRPr sz="1600"/>
            </a:lvl1pPr>
            <a:lvl2pPr lvl="1" rtl="0" algn="ctr">
              <a:lnSpc>
                <a:spcPct val="115000"/>
              </a:lnSpc>
              <a:spcBef>
                <a:spcPts val="0"/>
              </a:spcBef>
              <a:spcAft>
                <a:spcPts val="0"/>
              </a:spcAft>
              <a:buSzPts val="2100"/>
              <a:buNone/>
              <a:defRPr sz="2100"/>
            </a:lvl2pPr>
            <a:lvl3pPr lvl="2" rtl="0" algn="ctr">
              <a:lnSpc>
                <a:spcPct val="115000"/>
              </a:lnSpc>
              <a:spcBef>
                <a:spcPts val="0"/>
              </a:spcBef>
              <a:spcAft>
                <a:spcPts val="0"/>
              </a:spcAft>
              <a:buSzPts val="2100"/>
              <a:buNone/>
              <a:defRPr sz="2100"/>
            </a:lvl3pPr>
            <a:lvl4pPr lvl="3" rtl="0" algn="ctr">
              <a:lnSpc>
                <a:spcPct val="115000"/>
              </a:lnSpc>
              <a:spcBef>
                <a:spcPts val="0"/>
              </a:spcBef>
              <a:spcAft>
                <a:spcPts val="0"/>
              </a:spcAft>
              <a:buSzPts val="2100"/>
              <a:buNone/>
              <a:defRPr sz="2100"/>
            </a:lvl4pPr>
            <a:lvl5pPr lvl="4" rtl="0" algn="ctr">
              <a:lnSpc>
                <a:spcPct val="115000"/>
              </a:lnSpc>
              <a:spcBef>
                <a:spcPts val="0"/>
              </a:spcBef>
              <a:spcAft>
                <a:spcPts val="0"/>
              </a:spcAft>
              <a:buSzPts val="2100"/>
              <a:buNone/>
              <a:defRPr sz="2100"/>
            </a:lvl5pPr>
            <a:lvl6pPr lvl="5" rtl="0" algn="ctr">
              <a:lnSpc>
                <a:spcPct val="115000"/>
              </a:lnSpc>
              <a:spcBef>
                <a:spcPts val="0"/>
              </a:spcBef>
              <a:spcAft>
                <a:spcPts val="0"/>
              </a:spcAft>
              <a:buSzPts val="2100"/>
              <a:buNone/>
              <a:defRPr sz="2100"/>
            </a:lvl6pPr>
            <a:lvl7pPr lvl="6" rtl="0" algn="ctr">
              <a:lnSpc>
                <a:spcPct val="115000"/>
              </a:lnSpc>
              <a:spcBef>
                <a:spcPts val="0"/>
              </a:spcBef>
              <a:spcAft>
                <a:spcPts val="0"/>
              </a:spcAft>
              <a:buSzPts val="2100"/>
              <a:buNone/>
              <a:defRPr sz="2100"/>
            </a:lvl7pPr>
            <a:lvl8pPr lvl="7" rtl="0" algn="ctr">
              <a:lnSpc>
                <a:spcPct val="115000"/>
              </a:lnSpc>
              <a:spcBef>
                <a:spcPts val="0"/>
              </a:spcBef>
              <a:spcAft>
                <a:spcPts val="0"/>
              </a:spcAft>
              <a:buSzPts val="2100"/>
              <a:buNone/>
              <a:defRPr sz="2100"/>
            </a:lvl8pPr>
            <a:lvl9pPr lvl="8" rtl="0" algn="ctr">
              <a:lnSpc>
                <a:spcPct val="115000"/>
              </a:lnSpc>
              <a:spcBef>
                <a:spcPts val="0"/>
              </a:spcBef>
              <a:spcAft>
                <a:spcPts val="0"/>
              </a:spcAft>
              <a:buSzPts val="2100"/>
              <a:buNone/>
              <a:defRPr sz="2100"/>
            </a:lvl9pPr>
          </a:lstStyle>
          <a:p/>
        </p:txBody>
      </p:sp>
      <p:grpSp>
        <p:nvGrpSpPr>
          <p:cNvPr id="689" name="Google Shape;689;p51"/>
          <p:cNvGrpSpPr/>
          <p:nvPr/>
        </p:nvGrpSpPr>
        <p:grpSpPr>
          <a:xfrm flipH="1" rot="-1383529">
            <a:off x="4053218" y="342155"/>
            <a:ext cx="472092" cy="385487"/>
            <a:chOff x="3093501" y="886401"/>
            <a:chExt cx="376440" cy="307405"/>
          </a:xfrm>
        </p:grpSpPr>
        <p:sp>
          <p:nvSpPr>
            <p:cNvPr id="690" name="Google Shape;690;p51"/>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1"/>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1"/>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1"/>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 name="Google Shape;694;p51"/>
          <p:cNvSpPr/>
          <p:nvPr/>
        </p:nvSpPr>
        <p:spPr>
          <a:xfrm rot="528001">
            <a:off x="8607074" y="1112779"/>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1"/>
          <p:cNvSpPr/>
          <p:nvPr/>
        </p:nvSpPr>
        <p:spPr>
          <a:xfrm rot="527880">
            <a:off x="6506618" y="3855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1"/>
        </a:solidFill>
      </p:bgPr>
    </p:bg>
    <p:spTree>
      <p:nvGrpSpPr>
        <p:cNvPr id="696" name="Shape 696"/>
        <p:cNvGrpSpPr/>
        <p:nvPr/>
      </p:nvGrpSpPr>
      <p:grpSpPr>
        <a:xfrm>
          <a:off x="0" y="0"/>
          <a:ext cx="0" cy="0"/>
          <a:chOff x="0" y="0"/>
          <a:chExt cx="0" cy="0"/>
        </a:xfrm>
      </p:grpSpPr>
      <p:sp>
        <p:nvSpPr>
          <p:cNvPr id="697" name="Google Shape;697;p52"/>
          <p:cNvSpPr txBox="1"/>
          <p:nvPr>
            <p:ph idx="1" type="body"/>
          </p:nvPr>
        </p:nvSpPr>
        <p:spPr>
          <a:xfrm>
            <a:off x="713500" y="3909200"/>
            <a:ext cx="5669700" cy="699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ctr">
              <a:lnSpc>
                <a:spcPct val="115000"/>
              </a:lnSpc>
              <a:spcBef>
                <a:spcPts val="0"/>
              </a:spcBef>
              <a:spcAft>
                <a:spcPts val="0"/>
              </a:spcAft>
              <a:buSzPts val="1400"/>
              <a:buNone/>
              <a:defRPr sz="2500">
                <a:latin typeface="Londrina Solid"/>
                <a:ea typeface="Londrina Solid"/>
                <a:cs typeface="Londrina Solid"/>
                <a:sym typeface="Londrina Solid"/>
              </a:defRPr>
            </a:lvl1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8" name="Shape 698"/>
        <p:cNvGrpSpPr/>
        <p:nvPr/>
      </p:nvGrpSpPr>
      <p:grpSpPr>
        <a:xfrm>
          <a:off x="0" y="0"/>
          <a:ext cx="0" cy="0"/>
          <a:chOff x="0" y="0"/>
          <a:chExt cx="0" cy="0"/>
        </a:xfrm>
      </p:grpSpPr>
      <p:pic>
        <p:nvPicPr>
          <p:cNvPr id="699" name="Google Shape;699;p53"/>
          <p:cNvPicPr preferRelativeResize="0"/>
          <p:nvPr/>
        </p:nvPicPr>
        <p:blipFill>
          <a:blip r:embed="rId2">
            <a:alphaModFix/>
          </a:blip>
          <a:stretch>
            <a:fillRect/>
          </a:stretch>
        </p:blipFill>
        <p:spPr>
          <a:xfrm>
            <a:off x="0" y="0"/>
            <a:ext cx="9144003" cy="5143501"/>
          </a:xfrm>
          <a:prstGeom prst="rect">
            <a:avLst/>
          </a:prstGeom>
          <a:noFill/>
          <a:ln>
            <a:noFill/>
          </a:ln>
        </p:spPr>
      </p:pic>
      <p:sp>
        <p:nvSpPr>
          <p:cNvPr id="700" name="Google Shape;700;p53"/>
          <p:cNvSpPr txBox="1"/>
          <p:nvPr>
            <p:ph hasCustomPrompt="1" type="title"/>
          </p:nvPr>
        </p:nvSpPr>
        <p:spPr>
          <a:xfrm>
            <a:off x="1317600" y="535300"/>
            <a:ext cx="6508800" cy="173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9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01" name="Google Shape;701;p53"/>
          <p:cNvSpPr txBox="1"/>
          <p:nvPr>
            <p:ph idx="1" type="subTitle"/>
          </p:nvPr>
        </p:nvSpPr>
        <p:spPr>
          <a:xfrm>
            <a:off x="1317600" y="2186125"/>
            <a:ext cx="6508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sz="1600"/>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702" name="Google Shape;702;p53"/>
          <p:cNvSpPr/>
          <p:nvPr/>
        </p:nvSpPr>
        <p:spPr>
          <a:xfrm rot="527880">
            <a:off x="519218" y="15715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3"/>
          <p:cNvSpPr/>
          <p:nvPr/>
        </p:nvSpPr>
        <p:spPr>
          <a:xfrm rot="-1342692">
            <a:off x="4686573" y="3079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53"/>
          <p:cNvGrpSpPr/>
          <p:nvPr/>
        </p:nvGrpSpPr>
        <p:grpSpPr>
          <a:xfrm flipH="1">
            <a:off x="8387848" y="608004"/>
            <a:ext cx="319710" cy="261048"/>
            <a:chOff x="3093501" y="886401"/>
            <a:chExt cx="376440" cy="307405"/>
          </a:xfrm>
        </p:grpSpPr>
        <p:sp>
          <p:nvSpPr>
            <p:cNvPr id="705" name="Google Shape;705;p53"/>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3"/>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3"/>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3"/>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709" name="Shape 709"/>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p:cSld name="CUSTOM_4">
    <p:spTree>
      <p:nvGrpSpPr>
        <p:cNvPr id="710" name="Shape 710"/>
        <p:cNvGrpSpPr/>
        <p:nvPr/>
      </p:nvGrpSpPr>
      <p:grpSpPr>
        <a:xfrm>
          <a:off x="0" y="0"/>
          <a:ext cx="0" cy="0"/>
          <a:chOff x="0" y="0"/>
          <a:chExt cx="0" cy="0"/>
        </a:xfrm>
      </p:grpSpPr>
      <p:pic>
        <p:nvPicPr>
          <p:cNvPr id="711" name="Google Shape;711;p55"/>
          <p:cNvPicPr preferRelativeResize="0"/>
          <p:nvPr/>
        </p:nvPicPr>
        <p:blipFill>
          <a:blip r:embed="rId2">
            <a:alphaModFix/>
          </a:blip>
          <a:stretch>
            <a:fillRect/>
          </a:stretch>
        </p:blipFill>
        <p:spPr>
          <a:xfrm>
            <a:off x="0" y="0"/>
            <a:ext cx="9144003" cy="5143501"/>
          </a:xfrm>
          <a:prstGeom prst="rect">
            <a:avLst/>
          </a:prstGeom>
          <a:noFill/>
          <a:ln>
            <a:noFill/>
          </a:ln>
        </p:spPr>
      </p:pic>
      <p:sp>
        <p:nvSpPr>
          <p:cNvPr id="712" name="Google Shape;712;p55"/>
          <p:cNvSpPr txBox="1"/>
          <p:nvPr>
            <p:ph hasCustomPrompt="1" type="title"/>
          </p:nvPr>
        </p:nvSpPr>
        <p:spPr>
          <a:xfrm>
            <a:off x="709375" y="55212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13" name="Google Shape;713;p55"/>
          <p:cNvSpPr txBox="1"/>
          <p:nvPr>
            <p:ph idx="1" type="subTitle"/>
          </p:nvPr>
        </p:nvSpPr>
        <p:spPr>
          <a:xfrm>
            <a:off x="709375" y="123152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714" name="Google Shape;714;p55"/>
          <p:cNvSpPr txBox="1"/>
          <p:nvPr>
            <p:ph hasCustomPrompt="1" idx="2" type="title"/>
          </p:nvPr>
        </p:nvSpPr>
        <p:spPr>
          <a:xfrm>
            <a:off x="709375" y="344402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15" name="Google Shape;715;p55"/>
          <p:cNvSpPr txBox="1"/>
          <p:nvPr>
            <p:ph idx="3" type="subTitle"/>
          </p:nvPr>
        </p:nvSpPr>
        <p:spPr>
          <a:xfrm>
            <a:off x="709375" y="412342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
        <p:nvSpPr>
          <p:cNvPr id="716" name="Google Shape;716;p55"/>
          <p:cNvSpPr txBox="1"/>
          <p:nvPr>
            <p:ph hasCustomPrompt="1" idx="4" type="title"/>
          </p:nvPr>
        </p:nvSpPr>
        <p:spPr>
          <a:xfrm>
            <a:off x="709375" y="1998075"/>
            <a:ext cx="4672800" cy="765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17" name="Google Shape;717;p55"/>
          <p:cNvSpPr txBox="1"/>
          <p:nvPr>
            <p:ph idx="5" type="subTitle"/>
          </p:nvPr>
        </p:nvSpPr>
        <p:spPr>
          <a:xfrm>
            <a:off x="709375" y="2677475"/>
            <a:ext cx="4672800" cy="46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grpSp>
        <p:nvGrpSpPr>
          <p:cNvPr id="718" name="Google Shape;718;p55"/>
          <p:cNvGrpSpPr/>
          <p:nvPr/>
        </p:nvGrpSpPr>
        <p:grpSpPr>
          <a:xfrm flipH="1">
            <a:off x="8321986" y="555229"/>
            <a:ext cx="319710" cy="261048"/>
            <a:chOff x="3093501" y="886401"/>
            <a:chExt cx="376440" cy="307405"/>
          </a:xfrm>
        </p:grpSpPr>
        <p:sp>
          <p:nvSpPr>
            <p:cNvPr id="719" name="Google Shape;719;p5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55"/>
          <p:cNvGrpSpPr/>
          <p:nvPr/>
        </p:nvGrpSpPr>
        <p:grpSpPr>
          <a:xfrm flipH="1">
            <a:off x="447911" y="402829"/>
            <a:ext cx="319710" cy="261048"/>
            <a:chOff x="3093501" y="886401"/>
            <a:chExt cx="376440" cy="307405"/>
          </a:xfrm>
        </p:grpSpPr>
        <p:sp>
          <p:nvSpPr>
            <p:cNvPr id="724" name="Google Shape;724;p5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1">
  <p:cSld name="CUSTOM_4_1">
    <p:spTree>
      <p:nvGrpSpPr>
        <p:cNvPr id="728" name="Shape 728"/>
        <p:cNvGrpSpPr/>
        <p:nvPr/>
      </p:nvGrpSpPr>
      <p:grpSpPr>
        <a:xfrm>
          <a:off x="0" y="0"/>
          <a:ext cx="0" cy="0"/>
          <a:chOff x="0" y="0"/>
          <a:chExt cx="0" cy="0"/>
        </a:xfrm>
      </p:grpSpPr>
      <p:pic>
        <p:nvPicPr>
          <p:cNvPr id="729" name="Google Shape;729;p56"/>
          <p:cNvPicPr preferRelativeResize="0"/>
          <p:nvPr/>
        </p:nvPicPr>
        <p:blipFill>
          <a:blip r:embed="rId2">
            <a:alphaModFix/>
          </a:blip>
          <a:stretch>
            <a:fillRect/>
          </a:stretch>
        </p:blipFill>
        <p:spPr>
          <a:xfrm>
            <a:off x="0" y="0"/>
            <a:ext cx="9144003" cy="5143501"/>
          </a:xfrm>
          <a:prstGeom prst="rect">
            <a:avLst/>
          </a:prstGeom>
          <a:noFill/>
          <a:ln>
            <a:noFill/>
          </a:ln>
        </p:spPr>
      </p:pic>
      <p:sp>
        <p:nvSpPr>
          <p:cNvPr id="730" name="Google Shape;730;p56"/>
          <p:cNvSpPr txBox="1"/>
          <p:nvPr>
            <p:ph idx="1" type="subTitle"/>
          </p:nvPr>
        </p:nvSpPr>
        <p:spPr>
          <a:xfrm>
            <a:off x="709875"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31" name="Google Shape;731;p56"/>
          <p:cNvSpPr txBox="1"/>
          <p:nvPr>
            <p:ph type="title"/>
          </p:nvPr>
        </p:nvSpPr>
        <p:spPr>
          <a:xfrm>
            <a:off x="709875"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32" name="Google Shape;732;p56"/>
          <p:cNvSpPr txBox="1"/>
          <p:nvPr>
            <p:ph idx="2"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3" name="Google Shape;733;p56"/>
          <p:cNvSpPr txBox="1"/>
          <p:nvPr>
            <p:ph idx="3" type="subTitle"/>
          </p:nvPr>
        </p:nvSpPr>
        <p:spPr>
          <a:xfrm>
            <a:off x="6140400"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34" name="Google Shape;734;p56"/>
          <p:cNvSpPr txBox="1"/>
          <p:nvPr>
            <p:ph idx="4" type="title"/>
          </p:nvPr>
        </p:nvSpPr>
        <p:spPr>
          <a:xfrm>
            <a:off x="6140400"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35" name="Google Shape;735;p56"/>
          <p:cNvSpPr txBox="1"/>
          <p:nvPr>
            <p:ph idx="5" type="subTitle"/>
          </p:nvPr>
        </p:nvSpPr>
        <p:spPr>
          <a:xfrm>
            <a:off x="3431500" y="3689375"/>
            <a:ext cx="2283600" cy="873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36" name="Google Shape;736;p56"/>
          <p:cNvSpPr txBox="1"/>
          <p:nvPr>
            <p:ph idx="6" type="title"/>
          </p:nvPr>
        </p:nvSpPr>
        <p:spPr>
          <a:xfrm>
            <a:off x="3431500" y="3121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37" name="Google Shape;737;p56"/>
          <p:cNvSpPr txBox="1"/>
          <p:nvPr>
            <p:ph hasCustomPrompt="1" idx="7" type="title"/>
          </p:nvPr>
        </p:nvSpPr>
        <p:spPr>
          <a:xfrm>
            <a:off x="1404975"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38" name="Google Shape;738;p56"/>
          <p:cNvSpPr txBox="1"/>
          <p:nvPr>
            <p:ph hasCustomPrompt="1" idx="8" type="title"/>
          </p:nvPr>
        </p:nvSpPr>
        <p:spPr>
          <a:xfrm>
            <a:off x="4124350"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39" name="Google Shape;739;p56"/>
          <p:cNvSpPr txBox="1"/>
          <p:nvPr>
            <p:ph hasCustomPrompt="1" idx="9" type="title"/>
          </p:nvPr>
        </p:nvSpPr>
        <p:spPr>
          <a:xfrm>
            <a:off x="6843725" y="2007113"/>
            <a:ext cx="893400" cy="429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40" name="Google Shape;740;p56"/>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1" name="Google Shape;741;p56"/>
          <p:cNvGrpSpPr/>
          <p:nvPr/>
        </p:nvGrpSpPr>
        <p:grpSpPr>
          <a:xfrm rot="5400000">
            <a:off x="-115316" y="4031073"/>
            <a:ext cx="1223111" cy="1284342"/>
            <a:chOff x="6183384" y="3220573"/>
            <a:chExt cx="1223111" cy="1284342"/>
          </a:xfrm>
        </p:grpSpPr>
        <p:sp>
          <p:nvSpPr>
            <p:cNvPr id="742" name="Google Shape;742;p56"/>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56"/>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 name="Google Shape;744;p56"/>
          <p:cNvGrpSpPr/>
          <p:nvPr/>
        </p:nvGrpSpPr>
        <p:grpSpPr>
          <a:xfrm>
            <a:off x="243881" y="157609"/>
            <a:ext cx="821637" cy="748565"/>
            <a:chOff x="5516129" y="1632730"/>
            <a:chExt cx="652196" cy="594193"/>
          </a:xfrm>
        </p:grpSpPr>
        <p:sp>
          <p:nvSpPr>
            <p:cNvPr id="745" name="Google Shape;745;p56"/>
            <p:cNvSpPr/>
            <p:nvPr/>
          </p:nvSpPr>
          <p:spPr>
            <a:xfrm>
              <a:off x="5516129" y="1632730"/>
              <a:ext cx="652196" cy="594193"/>
            </a:xfrm>
            <a:custGeom>
              <a:rect b="b" l="l" r="r" t="t"/>
              <a:pathLst>
                <a:path extrusionOk="0" h="11955" w="13122">
                  <a:moveTo>
                    <a:pt x="6559" y="1"/>
                  </a:moveTo>
                  <a:cubicBezTo>
                    <a:pt x="5029" y="1"/>
                    <a:pt x="3499" y="585"/>
                    <a:pt x="2333" y="1754"/>
                  </a:cubicBezTo>
                  <a:cubicBezTo>
                    <a:pt x="0" y="4087"/>
                    <a:pt x="0" y="7872"/>
                    <a:pt x="2333" y="10205"/>
                  </a:cubicBezTo>
                  <a:cubicBezTo>
                    <a:pt x="3499" y="11371"/>
                    <a:pt x="5029" y="11954"/>
                    <a:pt x="6559" y="11954"/>
                  </a:cubicBezTo>
                  <a:cubicBezTo>
                    <a:pt x="8089" y="11954"/>
                    <a:pt x="9620" y="11371"/>
                    <a:pt x="10789" y="10205"/>
                  </a:cubicBezTo>
                  <a:cubicBezTo>
                    <a:pt x="13122" y="7872"/>
                    <a:pt x="13122" y="4087"/>
                    <a:pt x="10789" y="1754"/>
                  </a:cubicBezTo>
                  <a:cubicBezTo>
                    <a:pt x="9620" y="585"/>
                    <a:pt x="8089" y="1"/>
                    <a:pt x="655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6"/>
            <p:cNvSpPr/>
            <p:nvPr/>
          </p:nvSpPr>
          <p:spPr>
            <a:xfrm>
              <a:off x="5634372" y="1720506"/>
              <a:ext cx="418594" cy="418594"/>
            </a:xfrm>
            <a:custGeom>
              <a:rect b="b" l="l" r="r" t="t"/>
              <a:pathLst>
                <a:path extrusionOk="0" h="8422" w="8422">
                  <a:moveTo>
                    <a:pt x="4208" y="0"/>
                  </a:moveTo>
                  <a:cubicBezTo>
                    <a:pt x="1881" y="0"/>
                    <a:pt x="0" y="1887"/>
                    <a:pt x="0" y="4214"/>
                  </a:cubicBezTo>
                  <a:cubicBezTo>
                    <a:pt x="0" y="6540"/>
                    <a:pt x="1881" y="8421"/>
                    <a:pt x="4208" y="8421"/>
                  </a:cubicBezTo>
                  <a:cubicBezTo>
                    <a:pt x="6535" y="8421"/>
                    <a:pt x="8422" y="6540"/>
                    <a:pt x="8422" y="4214"/>
                  </a:cubicBezTo>
                  <a:cubicBezTo>
                    <a:pt x="8422" y="1887"/>
                    <a:pt x="6535" y="0"/>
                    <a:pt x="42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6"/>
            <p:cNvSpPr/>
            <p:nvPr/>
          </p:nvSpPr>
          <p:spPr>
            <a:xfrm>
              <a:off x="5755199" y="1720357"/>
              <a:ext cx="208005" cy="37774"/>
            </a:xfrm>
            <a:custGeom>
              <a:rect b="b" l="l" r="r" t="t"/>
              <a:pathLst>
                <a:path extrusionOk="0" h="760" w="4185">
                  <a:moveTo>
                    <a:pt x="1779" y="1"/>
                  </a:moveTo>
                  <a:cubicBezTo>
                    <a:pt x="1175" y="1"/>
                    <a:pt x="567" y="131"/>
                    <a:pt x="0" y="397"/>
                  </a:cubicBezTo>
                  <a:cubicBezTo>
                    <a:pt x="185" y="582"/>
                    <a:pt x="463" y="651"/>
                    <a:pt x="712" y="669"/>
                  </a:cubicBezTo>
                  <a:cubicBezTo>
                    <a:pt x="764" y="672"/>
                    <a:pt x="817" y="674"/>
                    <a:pt x="869" y="674"/>
                  </a:cubicBezTo>
                  <a:cubicBezTo>
                    <a:pt x="1088" y="674"/>
                    <a:pt x="1306" y="645"/>
                    <a:pt x="1517" y="593"/>
                  </a:cubicBezTo>
                  <a:cubicBezTo>
                    <a:pt x="1667" y="564"/>
                    <a:pt x="1818" y="518"/>
                    <a:pt x="1968" y="483"/>
                  </a:cubicBezTo>
                  <a:cubicBezTo>
                    <a:pt x="2126" y="450"/>
                    <a:pt x="2291" y="428"/>
                    <a:pt x="2455" y="428"/>
                  </a:cubicBezTo>
                  <a:cubicBezTo>
                    <a:pt x="2490" y="428"/>
                    <a:pt x="2524" y="429"/>
                    <a:pt x="2558" y="431"/>
                  </a:cubicBezTo>
                  <a:cubicBezTo>
                    <a:pt x="2958" y="449"/>
                    <a:pt x="3317" y="634"/>
                    <a:pt x="3699" y="721"/>
                  </a:cubicBezTo>
                  <a:cubicBezTo>
                    <a:pt x="3820" y="747"/>
                    <a:pt x="3942" y="760"/>
                    <a:pt x="4063" y="760"/>
                  </a:cubicBezTo>
                  <a:cubicBezTo>
                    <a:pt x="4104" y="760"/>
                    <a:pt x="4144" y="758"/>
                    <a:pt x="4185" y="755"/>
                  </a:cubicBezTo>
                  <a:cubicBezTo>
                    <a:pt x="3466" y="256"/>
                    <a:pt x="2625" y="1"/>
                    <a:pt x="17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6"/>
            <p:cNvSpPr/>
            <p:nvPr/>
          </p:nvSpPr>
          <p:spPr>
            <a:xfrm>
              <a:off x="5682981" y="1767674"/>
              <a:ext cx="341208" cy="70677"/>
            </a:xfrm>
            <a:custGeom>
              <a:rect b="b" l="l" r="r" t="t"/>
              <a:pathLst>
                <a:path extrusionOk="0" h="1422" w="6865">
                  <a:moveTo>
                    <a:pt x="5893" y="0"/>
                  </a:moveTo>
                  <a:cubicBezTo>
                    <a:pt x="5719" y="110"/>
                    <a:pt x="5528" y="185"/>
                    <a:pt x="5320" y="220"/>
                  </a:cubicBezTo>
                  <a:cubicBezTo>
                    <a:pt x="5275" y="225"/>
                    <a:pt x="5231" y="228"/>
                    <a:pt x="5187" y="228"/>
                  </a:cubicBezTo>
                  <a:cubicBezTo>
                    <a:pt x="4988" y="228"/>
                    <a:pt x="4791" y="180"/>
                    <a:pt x="4602" y="128"/>
                  </a:cubicBezTo>
                  <a:cubicBezTo>
                    <a:pt x="4388" y="64"/>
                    <a:pt x="4162" y="23"/>
                    <a:pt x="3936" y="18"/>
                  </a:cubicBezTo>
                  <a:cubicBezTo>
                    <a:pt x="3728" y="23"/>
                    <a:pt x="3519" y="75"/>
                    <a:pt x="3328" y="162"/>
                  </a:cubicBezTo>
                  <a:cubicBezTo>
                    <a:pt x="2952" y="324"/>
                    <a:pt x="2628" y="585"/>
                    <a:pt x="2246" y="730"/>
                  </a:cubicBezTo>
                  <a:cubicBezTo>
                    <a:pt x="2000" y="820"/>
                    <a:pt x="1743" y="865"/>
                    <a:pt x="1484" y="865"/>
                  </a:cubicBezTo>
                  <a:cubicBezTo>
                    <a:pt x="1329" y="865"/>
                    <a:pt x="1173" y="849"/>
                    <a:pt x="1019" y="816"/>
                  </a:cubicBezTo>
                  <a:cubicBezTo>
                    <a:pt x="828" y="782"/>
                    <a:pt x="649" y="706"/>
                    <a:pt x="492" y="602"/>
                  </a:cubicBezTo>
                  <a:cubicBezTo>
                    <a:pt x="382" y="527"/>
                    <a:pt x="284" y="440"/>
                    <a:pt x="180" y="371"/>
                  </a:cubicBezTo>
                  <a:cubicBezTo>
                    <a:pt x="116" y="440"/>
                    <a:pt x="58" y="504"/>
                    <a:pt x="0" y="573"/>
                  </a:cubicBezTo>
                  <a:cubicBezTo>
                    <a:pt x="35" y="643"/>
                    <a:pt x="87" y="706"/>
                    <a:pt x="145" y="758"/>
                  </a:cubicBezTo>
                  <a:cubicBezTo>
                    <a:pt x="244" y="851"/>
                    <a:pt x="348" y="926"/>
                    <a:pt x="463" y="996"/>
                  </a:cubicBezTo>
                  <a:cubicBezTo>
                    <a:pt x="695" y="1146"/>
                    <a:pt x="944" y="1268"/>
                    <a:pt x="1210" y="1343"/>
                  </a:cubicBezTo>
                  <a:cubicBezTo>
                    <a:pt x="1392" y="1396"/>
                    <a:pt x="1582" y="1422"/>
                    <a:pt x="1773" y="1422"/>
                  </a:cubicBezTo>
                  <a:cubicBezTo>
                    <a:pt x="1873" y="1422"/>
                    <a:pt x="1973" y="1415"/>
                    <a:pt x="2072" y="1401"/>
                  </a:cubicBezTo>
                  <a:cubicBezTo>
                    <a:pt x="2345" y="1349"/>
                    <a:pt x="2605" y="1256"/>
                    <a:pt x="2842" y="1123"/>
                  </a:cubicBezTo>
                  <a:cubicBezTo>
                    <a:pt x="3074" y="1007"/>
                    <a:pt x="3311" y="892"/>
                    <a:pt x="3572" y="857"/>
                  </a:cubicBezTo>
                  <a:cubicBezTo>
                    <a:pt x="3626" y="852"/>
                    <a:pt x="3680" y="850"/>
                    <a:pt x="3734" y="850"/>
                  </a:cubicBezTo>
                  <a:cubicBezTo>
                    <a:pt x="3950" y="850"/>
                    <a:pt x="4161" y="887"/>
                    <a:pt x="4365" y="961"/>
                  </a:cubicBezTo>
                  <a:cubicBezTo>
                    <a:pt x="4631" y="1048"/>
                    <a:pt x="4885" y="1169"/>
                    <a:pt x="5152" y="1250"/>
                  </a:cubicBezTo>
                  <a:cubicBezTo>
                    <a:pt x="5369" y="1316"/>
                    <a:pt x="5591" y="1351"/>
                    <a:pt x="5818" y="1351"/>
                  </a:cubicBezTo>
                  <a:cubicBezTo>
                    <a:pt x="5850" y="1351"/>
                    <a:pt x="5883" y="1350"/>
                    <a:pt x="5916" y="1349"/>
                  </a:cubicBezTo>
                  <a:cubicBezTo>
                    <a:pt x="6234" y="1337"/>
                    <a:pt x="6581" y="1291"/>
                    <a:pt x="6865" y="1135"/>
                  </a:cubicBezTo>
                  <a:cubicBezTo>
                    <a:pt x="6610" y="701"/>
                    <a:pt x="6280" y="319"/>
                    <a:pt x="58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6"/>
            <p:cNvSpPr/>
            <p:nvPr/>
          </p:nvSpPr>
          <p:spPr>
            <a:xfrm>
              <a:off x="5641827" y="1840737"/>
              <a:ext cx="410592" cy="89713"/>
            </a:xfrm>
            <a:custGeom>
              <a:rect b="b" l="l" r="r" t="t"/>
              <a:pathLst>
                <a:path extrusionOk="0" h="1805" w="8261">
                  <a:moveTo>
                    <a:pt x="7872" y="0"/>
                  </a:moveTo>
                  <a:cubicBezTo>
                    <a:pt x="7533" y="203"/>
                    <a:pt x="7128" y="277"/>
                    <a:pt x="6730" y="277"/>
                  </a:cubicBezTo>
                  <a:cubicBezTo>
                    <a:pt x="6673" y="277"/>
                    <a:pt x="6615" y="275"/>
                    <a:pt x="6558" y="272"/>
                  </a:cubicBezTo>
                  <a:cubicBezTo>
                    <a:pt x="6286" y="255"/>
                    <a:pt x="6020" y="209"/>
                    <a:pt x="5760" y="145"/>
                  </a:cubicBezTo>
                  <a:cubicBezTo>
                    <a:pt x="5472" y="77"/>
                    <a:pt x="5181" y="17"/>
                    <a:pt x="4885" y="17"/>
                  </a:cubicBezTo>
                  <a:cubicBezTo>
                    <a:pt x="4829" y="17"/>
                    <a:pt x="4774" y="19"/>
                    <a:pt x="4718" y="24"/>
                  </a:cubicBezTo>
                  <a:cubicBezTo>
                    <a:pt x="4365" y="52"/>
                    <a:pt x="4070" y="209"/>
                    <a:pt x="3780" y="382"/>
                  </a:cubicBezTo>
                  <a:cubicBezTo>
                    <a:pt x="3497" y="550"/>
                    <a:pt x="3225" y="724"/>
                    <a:pt x="2912" y="834"/>
                  </a:cubicBezTo>
                  <a:cubicBezTo>
                    <a:pt x="2584" y="954"/>
                    <a:pt x="2234" y="1009"/>
                    <a:pt x="1885" y="1009"/>
                  </a:cubicBezTo>
                  <a:cubicBezTo>
                    <a:pt x="1630" y="1009"/>
                    <a:pt x="1376" y="980"/>
                    <a:pt x="1129" y="926"/>
                  </a:cubicBezTo>
                  <a:cubicBezTo>
                    <a:pt x="846" y="874"/>
                    <a:pt x="580" y="759"/>
                    <a:pt x="348" y="591"/>
                  </a:cubicBezTo>
                  <a:cubicBezTo>
                    <a:pt x="255" y="521"/>
                    <a:pt x="174" y="446"/>
                    <a:pt x="99" y="353"/>
                  </a:cubicBezTo>
                  <a:cubicBezTo>
                    <a:pt x="64" y="458"/>
                    <a:pt x="30" y="562"/>
                    <a:pt x="1" y="666"/>
                  </a:cubicBezTo>
                  <a:cubicBezTo>
                    <a:pt x="406" y="1106"/>
                    <a:pt x="996" y="1303"/>
                    <a:pt x="1587" y="1332"/>
                  </a:cubicBezTo>
                  <a:cubicBezTo>
                    <a:pt x="1656" y="1336"/>
                    <a:pt x="1726" y="1338"/>
                    <a:pt x="1795" y="1338"/>
                  </a:cubicBezTo>
                  <a:cubicBezTo>
                    <a:pt x="2003" y="1338"/>
                    <a:pt x="2210" y="1319"/>
                    <a:pt x="2414" y="1279"/>
                  </a:cubicBezTo>
                  <a:cubicBezTo>
                    <a:pt x="2733" y="1222"/>
                    <a:pt x="3034" y="1112"/>
                    <a:pt x="3346" y="1031"/>
                  </a:cubicBezTo>
                  <a:cubicBezTo>
                    <a:pt x="3553" y="971"/>
                    <a:pt x="3769" y="941"/>
                    <a:pt x="3985" y="941"/>
                  </a:cubicBezTo>
                  <a:cubicBezTo>
                    <a:pt x="4124" y="941"/>
                    <a:pt x="4263" y="954"/>
                    <a:pt x="4400" y="979"/>
                  </a:cubicBezTo>
                  <a:cubicBezTo>
                    <a:pt x="4712" y="1054"/>
                    <a:pt x="5019" y="1170"/>
                    <a:pt x="5302" y="1320"/>
                  </a:cubicBezTo>
                  <a:cubicBezTo>
                    <a:pt x="5615" y="1476"/>
                    <a:pt x="5939" y="1598"/>
                    <a:pt x="6275" y="1690"/>
                  </a:cubicBezTo>
                  <a:cubicBezTo>
                    <a:pt x="6552" y="1766"/>
                    <a:pt x="6840" y="1804"/>
                    <a:pt x="7127" y="1804"/>
                  </a:cubicBezTo>
                  <a:cubicBezTo>
                    <a:pt x="7212" y="1804"/>
                    <a:pt x="7296" y="1801"/>
                    <a:pt x="7380" y="1795"/>
                  </a:cubicBezTo>
                  <a:cubicBezTo>
                    <a:pt x="7693" y="1760"/>
                    <a:pt x="7994" y="1644"/>
                    <a:pt x="8260" y="1465"/>
                  </a:cubicBezTo>
                  <a:cubicBezTo>
                    <a:pt x="8220" y="955"/>
                    <a:pt x="8086" y="458"/>
                    <a:pt x="78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6"/>
            <p:cNvSpPr/>
            <p:nvPr/>
          </p:nvSpPr>
          <p:spPr>
            <a:xfrm>
              <a:off x="5674929" y="2038803"/>
              <a:ext cx="342102" cy="75846"/>
            </a:xfrm>
            <a:custGeom>
              <a:rect b="b" l="l" r="r" t="t"/>
              <a:pathLst>
                <a:path extrusionOk="0" h="1526" w="6883">
                  <a:moveTo>
                    <a:pt x="6194" y="1"/>
                  </a:moveTo>
                  <a:cubicBezTo>
                    <a:pt x="6018" y="1"/>
                    <a:pt x="5842" y="26"/>
                    <a:pt x="5684" y="67"/>
                  </a:cubicBezTo>
                  <a:cubicBezTo>
                    <a:pt x="5181" y="200"/>
                    <a:pt x="4758" y="530"/>
                    <a:pt x="4272" y="727"/>
                  </a:cubicBezTo>
                  <a:cubicBezTo>
                    <a:pt x="4008" y="837"/>
                    <a:pt x="3735" y="886"/>
                    <a:pt x="3460" y="886"/>
                  </a:cubicBezTo>
                  <a:cubicBezTo>
                    <a:pt x="3185" y="886"/>
                    <a:pt x="2909" y="837"/>
                    <a:pt x="2640" y="750"/>
                  </a:cubicBezTo>
                  <a:cubicBezTo>
                    <a:pt x="2148" y="588"/>
                    <a:pt x="1708" y="304"/>
                    <a:pt x="1210" y="154"/>
                  </a:cubicBezTo>
                  <a:cubicBezTo>
                    <a:pt x="1040" y="95"/>
                    <a:pt x="862" y="65"/>
                    <a:pt x="683" y="65"/>
                  </a:cubicBezTo>
                  <a:cubicBezTo>
                    <a:pt x="631" y="65"/>
                    <a:pt x="579" y="67"/>
                    <a:pt x="527" y="73"/>
                  </a:cubicBezTo>
                  <a:cubicBezTo>
                    <a:pt x="330" y="90"/>
                    <a:pt x="151" y="177"/>
                    <a:pt x="0" y="304"/>
                  </a:cubicBezTo>
                  <a:cubicBezTo>
                    <a:pt x="377" y="814"/>
                    <a:pt x="857" y="1230"/>
                    <a:pt x="1418" y="1525"/>
                  </a:cubicBezTo>
                  <a:cubicBezTo>
                    <a:pt x="1563" y="1392"/>
                    <a:pt x="1731" y="1294"/>
                    <a:pt x="1922" y="1236"/>
                  </a:cubicBezTo>
                  <a:cubicBezTo>
                    <a:pt x="2095" y="1182"/>
                    <a:pt x="2281" y="1153"/>
                    <a:pt x="2466" y="1153"/>
                  </a:cubicBezTo>
                  <a:cubicBezTo>
                    <a:pt x="2497" y="1153"/>
                    <a:pt x="2528" y="1153"/>
                    <a:pt x="2559" y="1155"/>
                  </a:cubicBezTo>
                  <a:cubicBezTo>
                    <a:pt x="2919" y="1160"/>
                    <a:pt x="3270" y="1216"/>
                    <a:pt x="3628" y="1216"/>
                  </a:cubicBezTo>
                  <a:cubicBezTo>
                    <a:pt x="3673" y="1216"/>
                    <a:pt x="3718" y="1215"/>
                    <a:pt x="3763" y="1213"/>
                  </a:cubicBezTo>
                  <a:cubicBezTo>
                    <a:pt x="3977" y="1201"/>
                    <a:pt x="4185" y="1155"/>
                    <a:pt x="4388" y="1080"/>
                  </a:cubicBezTo>
                  <a:cubicBezTo>
                    <a:pt x="4602" y="987"/>
                    <a:pt x="4804" y="877"/>
                    <a:pt x="5007" y="756"/>
                  </a:cubicBezTo>
                  <a:cubicBezTo>
                    <a:pt x="5331" y="565"/>
                    <a:pt x="5684" y="432"/>
                    <a:pt x="6055" y="368"/>
                  </a:cubicBezTo>
                  <a:cubicBezTo>
                    <a:pt x="6148" y="352"/>
                    <a:pt x="6248" y="341"/>
                    <a:pt x="6350" y="341"/>
                  </a:cubicBezTo>
                  <a:cubicBezTo>
                    <a:pt x="6474" y="341"/>
                    <a:pt x="6599" y="358"/>
                    <a:pt x="6714" y="403"/>
                  </a:cubicBezTo>
                  <a:cubicBezTo>
                    <a:pt x="6772" y="322"/>
                    <a:pt x="6830" y="246"/>
                    <a:pt x="6882" y="165"/>
                  </a:cubicBezTo>
                  <a:cubicBezTo>
                    <a:pt x="6681" y="48"/>
                    <a:pt x="6437" y="1"/>
                    <a:pt x="61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6"/>
            <p:cNvSpPr/>
            <p:nvPr/>
          </p:nvSpPr>
          <p:spPr>
            <a:xfrm>
              <a:off x="5636062" y="1936017"/>
              <a:ext cx="412034" cy="96622"/>
            </a:xfrm>
            <a:custGeom>
              <a:rect b="b" l="l" r="r" t="t"/>
              <a:pathLst>
                <a:path extrusionOk="0" h="1944" w="8290">
                  <a:moveTo>
                    <a:pt x="1223" y="1"/>
                  </a:moveTo>
                  <a:cubicBezTo>
                    <a:pt x="1005" y="1"/>
                    <a:pt x="787" y="36"/>
                    <a:pt x="580" y="103"/>
                  </a:cubicBezTo>
                  <a:cubicBezTo>
                    <a:pt x="383" y="167"/>
                    <a:pt x="140" y="254"/>
                    <a:pt x="1" y="422"/>
                  </a:cubicBezTo>
                  <a:cubicBezTo>
                    <a:pt x="70" y="960"/>
                    <a:pt x="238" y="1475"/>
                    <a:pt x="505" y="1944"/>
                  </a:cubicBezTo>
                  <a:cubicBezTo>
                    <a:pt x="574" y="1869"/>
                    <a:pt x="643" y="1799"/>
                    <a:pt x="724" y="1736"/>
                  </a:cubicBezTo>
                  <a:cubicBezTo>
                    <a:pt x="997" y="1527"/>
                    <a:pt x="1321" y="1400"/>
                    <a:pt x="1662" y="1359"/>
                  </a:cubicBezTo>
                  <a:cubicBezTo>
                    <a:pt x="1778" y="1342"/>
                    <a:pt x="1894" y="1334"/>
                    <a:pt x="2011" y="1334"/>
                  </a:cubicBezTo>
                  <a:cubicBezTo>
                    <a:pt x="2209" y="1334"/>
                    <a:pt x="2409" y="1358"/>
                    <a:pt x="2606" y="1406"/>
                  </a:cubicBezTo>
                  <a:cubicBezTo>
                    <a:pt x="2895" y="1475"/>
                    <a:pt x="3173" y="1602"/>
                    <a:pt x="3468" y="1672"/>
                  </a:cubicBezTo>
                  <a:cubicBezTo>
                    <a:pt x="3643" y="1711"/>
                    <a:pt x="3821" y="1730"/>
                    <a:pt x="4001" y="1730"/>
                  </a:cubicBezTo>
                  <a:cubicBezTo>
                    <a:pt x="4142" y="1730"/>
                    <a:pt x="4283" y="1718"/>
                    <a:pt x="4423" y="1695"/>
                  </a:cubicBezTo>
                  <a:cubicBezTo>
                    <a:pt x="4736" y="1649"/>
                    <a:pt x="5048" y="1556"/>
                    <a:pt x="5332" y="1411"/>
                  </a:cubicBezTo>
                  <a:cubicBezTo>
                    <a:pt x="5615" y="1267"/>
                    <a:pt x="5864" y="1076"/>
                    <a:pt x="6148" y="931"/>
                  </a:cubicBezTo>
                  <a:cubicBezTo>
                    <a:pt x="6420" y="792"/>
                    <a:pt x="6709" y="700"/>
                    <a:pt x="7016" y="659"/>
                  </a:cubicBezTo>
                  <a:cubicBezTo>
                    <a:pt x="7083" y="652"/>
                    <a:pt x="7151" y="648"/>
                    <a:pt x="7219" y="648"/>
                  </a:cubicBezTo>
                  <a:cubicBezTo>
                    <a:pt x="7419" y="648"/>
                    <a:pt x="7619" y="680"/>
                    <a:pt x="7809" y="740"/>
                  </a:cubicBezTo>
                  <a:cubicBezTo>
                    <a:pt x="7965" y="781"/>
                    <a:pt x="8116" y="850"/>
                    <a:pt x="8243" y="943"/>
                  </a:cubicBezTo>
                  <a:cubicBezTo>
                    <a:pt x="8260" y="879"/>
                    <a:pt x="8278" y="815"/>
                    <a:pt x="8289" y="752"/>
                  </a:cubicBezTo>
                  <a:lnTo>
                    <a:pt x="8220" y="700"/>
                  </a:lnTo>
                  <a:cubicBezTo>
                    <a:pt x="7901" y="480"/>
                    <a:pt x="7537" y="329"/>
                    <a:pt x="7155" y="277"/>
                  </a:cubicBezTo>
                  <a:cubicBezTo>
                    <a:pt x="7071" y="260"/>
                    <a:pt x="6987" y="251"/>
                    <a:pt x="6903" y="251"/>
                  </a:cubicBezTo>
                  <a:cubicBezTo>
                    <a:pt x="6819" y="251"/>
                    <a:pt x="6735" y="260"/>
                    <a:pt x="6651" y="277"/>
                  </a:cubicBezTo>
                  <a:cubicBezTo>
                    <a:pt x="6495" y="312"/>
                    <a:pt x="6345" y="370"/>
                    <a:pt x="6206" y="445"/>
                  </a:cubicBezTo>
                  <a:cubicBezTo>
                    <a:pt x="5922" y="607"/>
                    <a:pt x="5621" y="728"/>
                    <a:pt x="5303" y="815"/>
                  </a:cubicBezTo>
                  <a:cubicBezTo>
                    <a:pt x="5055" y="878"/>
                    <a:pt x="4797" y="910"/>
                    <a:pt x="4539" y="910"/>
                  </a:cubicBezTo>
                  <a:cubicBezTo>
                    <a:pt x="4466" y="910"/>
                    <a:pt x="4392" y="907"/>
                    <a:pt x="4319" y="902"/>
                  </a:cubicBezTo>
                  <a:cubicBezTo>
                    <a:pt x="4000" y="867"/>
                    <a:pt x="3688" y="792"/>
                    <a:pt x="3387" y="682"/>
                  </a:cubicBezTo>
                  <a:cubicBezTo>
                    <a:pt x="3080" y="572"/>
                    <a:pt x="2779" y="445"/>
                    <a:pt x="2472" y="323"/>
                  </a:cubicBezTo>
                  <a:cubicBezTo>
                    <a:pt x="2166" y="184"/>
                    <a:pt x="1847" y="86"/>
                    <a:pt x="1517" y="22"/>
                  </a:cubicBezTo>
                  <a:cubicBezTo>
                    <a:pt x="1420" y="8"/>
                    <a:pt x="1322" y="1"/>
                    <a:pt x="12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 name="Google Shape;752;p56"/>
          <p:cNvSpPr/>
          <p:nvPr/>
        </p:nvSpPr>
        <p:spPr>
          <a:xfrm rot="2003581">
            <a:off x="8537299" y="171415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6"/>
          <p:cNvSpPr/>
          <p:nvPr/>
        </p:nvSpPr>
        <p:spPr>
          <a:xfrm rot="527880">
            <a:off x="1357143" y="35140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6"/>
          <p:cNvSpPr/>
          <p:nvPr/>
        </p:nvSpPr>
        <p:spPr>
          <a:xfrm rot="-5400000">
            <a:off x="5851649" y="4593979"/>
            <a:ext cx="166101"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6"/>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756" name="Shape 756"/>
        <p:cNvGrpSpPr/>
        <p:nvPr/>
      </p:nvGrpSpPr>
      <p:grpSpPr>
        <a:xfrm>
          <a:off x="0" y="0"/>
          <a:ext cx="0" cy="0"/>
          <a:chOff x="0" y="0"/>
          <a:chExt cx="0" cy="0"/>
        </a:xfrm>
      </p:grpSpPr>
      <p:pic>
        <p:nvPicPr>
          <p:cNvPr id="757" name="Google Shape;757;p57"/>
          <p:cNvPicPr preferRelativeResize="0"/>
          <p:nvPr/>
        </p:nvPicPr>
        <p:blipFill>
          <a:blip r:embed="rId2">
            <a:alphaModFix/>
          </a:blip>
          <a:stretch>
            <a:fillRect/>
          </a:stretch>
        </p:blipFill>
        <p:spPr>
          <a:xfrm>
            <a:off x="0" y="0"/>
            <a:ext cx="9144003" cy="5143501"/>
          </a:xfrm>
          <a:prstGeom prst="rect">
            <a:avLst/>
          </a:prstGeom>
          <a:noFill/>
          <a:ln>
            <a:noFill/>
          </a:ln>
        </p:spPr>
      </p:pic>
      <p:sp>
        <p:nvSpPr>
          <p:cNvPr id="758" name="Google Shape;758;p57"/>
          <p:cNvSpPr txBox="1"/>
          <p:nvPr>
            <p:ph type="title"/>
          </p:nvPr>
        </p:nvSpPr>
        <p:spPr>
          <a:xfrm>
            <a:off x="3420025" y="3286300"/>
            <a:ext cx="5013000" cy="548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400"/>
              <a:buNone/>
              <a:defRPr sz="3000"/>
            </a:lvl1pPr>
            <a:lvl2pPr lvl="1" rtl="0" algn="r">
              <a:lnSpc>
                <a:spcPct val="115000"/>
              </a:lnSpc>
              <a:spcBef>
                <a:spcPts val="0"/>
              </a:spcBef>
              <a:spcAft>
                <a:spcPts val="0"/>
              </a:spcAft>
              <a:buSzPts val="2400"/>
              <a:buNone/>
              <a:defRPr sz="2400"/>
            </a:lvl2pPr>
            <a:lvl3pPr lvl="2" rtl="0" algn="r">
              <a:lnSpc>
                <a:spcPct val="115000"/>
              </a:lnSpc>
              <a:spcBef>
                <a:spcPts val="0"/>
              </a:spcBef>
              <a:spcAft>
                <a:spcPts val="0"/>
              </a:spcAft>
              <a:buSzPts val="2400"/>
              <a:buNone/>
              <a:defRPr sz="2400"/>
            </a:lvl3pPr>
            <a:lvl4pPr lvl="3" rtl="0" algn="r">
              <a:lnSpc>
                <a:spcPct val="115000"/>
              </a:lnSpc>
              <a:spcBef>
                <a:spcPts val="0"/>
              </a:spcBef>
              <a:spcAft>
                <a:spcPts val="0"/>
              </a:spcAft>
              <a:buSzPts val="2400"/>
              <a:buNone/>
              <a:defRPr sz="2400"/>
            </a:lvl4pPr>
            <a:lvl5pPr lvl="4" rtl="0" algn="r">
              <a:lnSpc>
                <a:spcPct val="115000"/>
              </a:lnSpc>
              <a:spcBef>
                <a:spcPts val="0"/>
              </a:spcBef>
              <a:spcAft>
                <a:spcPts val="0"/>
              </a:spcAft>
              <a:buSzPts val="2400"/>
              <a:buNone/>
              <a:defRPr sz="2400"/>
            </a:lvl5pPr>
            <a:lvl6pPr lvl="5" rtl="0" algn="r">
              <a:lnSpc>
                <a:spcPct val="115000"/>
              </a:lnSpc>
              <a:spcBef>
                <a:spcPts val="0"/>
              </a:spcBef>
              <a:spcAft>
                <a:spcPts val="0"/>
              </a:spcAft>
              <a:buSzPts val="2400"/>
              <a:buNone/>
              <a:defRPr sz="2400"/>
            </a:lvl6pPr>
            <a:lvl7pPr lvl="6" rtl="0" algn="r">
              <a:lnSpc>
                <a:spcPct val="115000"/>
              </a:lnSpc>
              <a:spcBef>
                <a:spcPts val="0"/>
              </a:spcBef>
              <a:spcAft>
                <a:spcPts val="0"/>
              </a:spcAft>
              <a:buSzPts val="2400"/>
              <a:buNone/>
              <a:defRPr sz="2400"/>
            </a:lvl7pPr>
            <a:lvl8pPr lvl="7" rtl="0" algn="r">
              <a:lnSpc>
                <a:spcPct val="115000"/>
              </a:lnSpc>
              <a:spcBef>
                <a:spcPts val="0"/>
              </a:spcBef>
              <a:spcAft>
                <a:spcPts val="0"/>
              </a:spcAft>
              <a:buSzPts val="2400"/>
              <a:buNone/>
              <a:defRPr sz="2400"/>
            </a:lvl8pPr>
            <a:lvl9pPr lvl="8" rtl="0" algn="r">
              <a:lnSpc>
                <a:spcPct val="115000"/>
              </a:lnSpc>
              <a:spcBef>
                <a:spcPts val="0"/>
              </a:spcBef>
              <a:spcAft>
                <a:spcPts val="0"/>
              </a:spcAft>
              <a:buSzPts val="2400"/>
              <a:buNone/>
              <a:defRPr sz="2400"/>
            </a:lvl9pPr>
          </a:lstStyle>
          <a:p/>
        </p:txBody>
      </p:sp>
      <p:sp>
        <p:nvSpPr>
          <p:cNvPr id="759" name="Google Shape;759;p57"/>
          <p:cNvSpPr txBox="1"/>
          <p:nvPr>
            <p:ph idx="1" type="subTitle"/>
          </p:nvPr>
        </p:nvSpPr>
        <p:spPr>
          <a:xfrm>
            <a:off x="3420025" y="1308800"/>
            <a:ext cx="5013000" cy="19020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2000"/>
              <a:buNone/>
              <a:defRPr sz="2400"/>
            </a:lvl1pPr>
            <a:lvl2pPr lvl="1" rtl="0" algn="r">
              <a:lnSpc>
                <a:spcPct val="115000"/>
              </a:lnSpc>
              <a:spcBef>
                <a:spcPts val="0"/>
              </a:spcBef>
              <a:spcAft>
                <a:spcPts val="0"/>
              </a:spcAft>
              <a:buSzPts val="1400"/>
              <a:buNone/>
              <a:defRPr/>
            </a:lvl2pPr>
            <a:lvl3pPr lvl="2" rtl="0" algn="r">
              <a:lnSpc>
                <a:spcPct val="115000"/>
              </a:lnSpc>
              <a:spcBef>
                <a:spcPts val="0"/>
              </a:spcBef>
              <a:spcAft>
                <a:spcPts val="0"/>
              </a:spcAft>
              <a:buSzPts val="1400"/>
              <a:buNone/>
              <a:defRPr/>
            </a:lvl3pPr>
            <a:lvl4pPr lvl="3" rtl="0" algn="r">
              <a:lnSpc>
                <a:spcPct val="115000"/>
              </a:lnSpc>
              <a:spcBef>
                <a:spcPts val="0"/>
              </a:spcBef>
              <a:spcAft>
                <a:spcPts val="0"/>
              </a:spcAft>
              <a:buSzPts val="1400"/>
              <a:buNone/>
              <a:defRPr/>
            </a:lvl4pPr>
            <a:lvl5pPr lvl="4" rtl="0" algn="r">
              <a:lnSpc>
                <a:spcPct val="115000"/>
              </a:lnSpc>
              <a:spcBef>
                <a:spcPts val="0"/>
              </a:spcBef>
              <a:spcAft>
                <a:spcPts val="0"/>
              </a:spcAft>
              <a:buSzPts val="1400"/>
              <a:buNone/>
              <a:defRPr/>
            </a:lvl5pPr>
            <a:lvl6pPr lvl="5" rtl="0" algn="r">
              <a:lnSpc>
                <a:spcPct val="115000"/>
              </a:lnSpc>
              <a:spcBef>
                <a:spcPts val="0"/>
              </a:spcBef>
              <a:spcAft>
                <a:spcPts val="0"/>
              </a:spcAft>
              <a:buSzPts val="1400"/>
              <a:buNone/>
              <a:defRPr/>
            </a:lvl6pPr>
            <a:lvl7pPr lvl="6" rtl="0" algn="r">
              <a:lnSpc>
                <a:spcPct val="115000"/>
              </a:lnSpc>
              <a:spcBef>
                <a:spcPts val="0"/>
              </a:spcBef>
              <a:spcAft>
                <a:spcPts val="0"/>
              </a:spcAft>
              <a:buSzPts val="1400"/>
              <a:buNone/>
              <a:defRPr/>
            </a:lvl7pPr>
            <a:lvl8pPr lvl="7" rtl="0" algn="r">
              <a:lnSpc>
                <a:spcPct val="115000"/>
              </a:lnSpc>
              <a:spcBef>
                <a:spcPts val="0"/>
              </a:spcBef>
              <a:spcAft>
                <a:spcPts val="0"/>
              </a:spcAft>
              <a:buSzPts val="1400"/>
              <a:buNone/>
              <a:defRPr/>
            </a:lvl8pPr>
            <a:lvl9pPr lvl="8" rtl="0" algn="r">
              <a:lnSpc>
                <a:spcPct val="115000"/>
              </a:lnSpc>
              <a:spcBef>
                <a:spcPts val="0"/>
              </a:spcBef>
              <a:spcAft>
                <a:spcPts val="0"/>
              </a:spcAft>
              <a:buSzPts val="1400"/>
              <a:buNone/>
              <a:defRPr/>
            </a:lvl9pPr>
          </a:lstStyle>
          <a:p/>
        </p:txBody>
      </p:sp>
      <p:grpSp>
        <p:nvGrpSpPr>
          <p:cNvPr id="760" name="Google Shape;760;p57"/>
          <p:cNvGrpSpPr/>
          <p:nvPr/>
        </p:nvGrpSpPr>
        <p:grpSpPr>
          <a:xfrm>
            <a:off x="-1073259" y="-47900"/>
            <a:ext cx="4087807" cy="2111185"/>
            <a:chOff x="-1073259" y="-47900"/>
            <a:chExt cx="4087807" cy="2111185"/>
          </a:xfrm>
        </p:grpSpPr>
        <p:sp>
          <p:nvSpPr>
            <p:cNvPr id="761" name="Google Shape;761;p57"/>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7"/>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3" name="Google Shape;763;p57"/>
          <p:cNvSpPr/>
          <p:nvPr/>
        </p:nvSpPr>
        <p:spPr>
          <a:xfrm rot="2003581">
            <a:off x="3129649" y="4640928"/>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64" name="Shape 764"/>
        <p:cNvGrpSpPr/>
        <p:nvPr/>
      </p:nvGrpSpPr>
      <p:grpSpPr>
        <a:xfrm>
          <a:off x="0" y="0"/>
          <a:ext cx="0" cy="0"/>
          <a:chOff x="0" y="0"/>
          <a:chExt cx="0" cy="0"/>
        </a:xfrm>
      </p:grpSpPr>
      <p:pic>
        <p:nvPicPr>
          <p:cNvPr id="765" name="Google Shape;765;p58"/>
          <p:cNvPicPr preferRelativeResize="0"/>
          <p:nvPr/>
        </p:nvPicPr>
        <p:blipFill>
          <a:blip r:embed="rId2">
            <a:alphaModFix/>
          </a:blip>
          <a:stretch>
            <a:fillRect/>
          </a:stretch>
        </p:blipFill>
        <p:spPr>
          <a:xfrm>
            <a:off x="0" y="0"/>
            <a:ext cx="9144003" cy="5143501"/>
          </a:xfrm>
          <a:prstGeom prst="rect">
            <a:avLst/>
          </a:prstGeom>
          <a:noFill/>
          <a:ln>
            <a:noFill/>
          </a:ln>
        </p:spPr>
      </p:pic>
      <p:sp>
        <p:nvSpPr>
          <p:cNvPr id="766" name="Google Shape;766;p58"/>
          <p:cNvSpPr txBox="1"/>
          <p:nvPr>
            <p:ph type="title"/>
          </p:nvPr>
        </p:nvSpPr>
        <p:spPr>
          <a:xfrm>
            <a:off x="713500" y="540425"/>
            <a:ext cx="2945400" cy="113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767" name="Google Shape;767;p58"/>
          <p:cNvSpPr txBox="1"/>
          <p:nvPr>
            <p:ph idx="1" type="subTitle"/>
          </p:nvPr>
        </p:nvSpPr>
        <p:spPr>
          <a:xfrm>
            <a:off x="3409950" y="1896484"/>
            <a:ext cx="2324100" cy="525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68" name="Google Shape;768;p58"/>
          <p:cNvSpPr txBox="1"/>
          <p:nvPr>
            <p:ph idx="2" type="title"/>
          </p:nvPr>
        </p:nvSpPr>
        <p:spPr>
          <a:xfrm>
            <a:off x="3409950" y="1481113"/>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69" name="Google Shape;769;p58"/>
          <p:cNvSpPr txBox="1"/>
          <p:nvPr>
            <p:ph hasCustomPrompt="1" idx="3" type="title"/>
          </p:nvPr>
        </p:nvSpPr>
        <p:spPr>
          <a:xfrm>
            <a:off x="4263750" y="799272"/>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770" name="Google Shape;770;p58"/>
          <p:cNvSpPr txBox="1"/>
          <p:nvPr>
            <p:ph idx="4" type="subTitle"/>
          </p:nvPr>
        </p:nvSpPr>
        <p:spPr>
          <a:xfrm>
            <a:off x="6099950" y="1892125"/>
            <a:ext cx="2324100" cy="525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1" name="Google Shape;771;p58"/>
          <p:cNvSpPr txBox="1"/>
          <p:nvPr>
            <p:ph idx="5" type="title"/>
          </p:nvPr>
        </p:nvSpPr>
        <p:spPr>
          <a:xfrm>
            <a:off x="6099950" y="1476000"/>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72" name="Google Shape;772;p58"/>
          <p:cNvSpPr txBox="1"/>
          <p:nvPr>
            <p:ph hasCustomPrompt="1" idx="6" type="title"/>
          </p:nvPr>
        </p:nvSpPr>
        <p:spPr>
          <a:xfrm>
            <a:off x="6953750" y="794160"/>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773" name="Google Shape;773;p58"/>
          <p:cNvSpPr txBox="1"/>
          <p:nvPr>
            <p:ph idx="7" type="subTitle"/>
          </p:nvPr>
        </p:nvSpPr>
        <p:spPr>
          <a:xfrm>
            <a:off x="3409950" y="4061698"/>
            <a:ext cx="2324100" cy="521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4" name="Google Shape;774;p58"/>
          <p:cNvSpPr txBox="1"/>
          <p:nvPr>
            <p:ph idx="8" type="title"/>
          </p:nvPr>
        </p:nvSpPr>
        <p:spPr>
          <a:xfrm>
            <a:off x="3409950" y="3646363"/>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75" name="Google Shape;775;p58"/>
          <p:cNvSpPr txBox="1"/>
          <p:nvPr>
            <p:ph hasCustomPrompt="1" idx="9" type="title"/>
          </p:nvPr>
        </p:nvSpPr>
        <p:spPr>
          <a:xfrm>
            <a:off x="4263750" y="2964522"/>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776" name="Google Shape;776;p58"/>
          <p:cNvSpPr txBox="1"/>
          <p:nvPr>
            <p:ph idx="13" type="subTitle"/>
          </p:nvPr>
        </p:nvSpPr>
        <p:spPr>
          <a:xfrm>
            <a:off x="6099950" y="4057375"/>
            <a:ext cx="2324100" cy="521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7" name="Google Shape;777;p58"/>
          <p:cNvSpPr txBox="1"/>
          <p:nvPr>
            <p:ph idx="14" type="title"/>
          </p:nvPr>
        </p:nvSpPr>
        <p:spPr>
          <a:xfrm>
            <a:off x="6099950" y="3641250"/>
            <a:ext cx="2324100" cy="432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78" name="Google Shape;778;p58"/>
          <p:cNvSpPr txBox="1"/>
          <p:nvPr>
            <p:ph hasCustomPrompt="1" idx="15" type="title"/>
          </p:nvPr>
        </p:nvSpPr>
        <p:spPr>
          <a:xfrm>
            <a:off x="6953750" y="2959410"/>
            <a:ext cx="616500" cy="3909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400"/>
              <a:buNone/>
              <a:defRPr sz="2400"/>
            </a:lvl1pPr>
            <a:lvl2pPr lvl="1" rtl="0" algn="ctr">
              <a:lnSpc>
                <a:spcPct val="115000"/>
              </a:lnSpc>
              <a:spcBef>
                <a:spcPts val="0"/>
              </a:spcBef>
              <a:spcAft>
                <a:spcPts val="0"/>
              </a:spcAft>
              <a:buSzPts val="12000"/>
              <a:buNone/>
              <a:defRPr sz="12000"/>
            </a:lvl2pPr>
            <a:lvl3pPr lvl="2" rtl="0" algn="ctr">
              <a:lnSpc>
                <a:spcPct val="115000"/>
              </a:lnSpc>
              <a:spcBef>
                <a:spcPts val="0"/>
              </a:spcBef>
              <a:spcAft>
                <a:spcPts val="0"/>
              </a:spcAft>
              <a:buSzPts val="12000"/>
              <a:buNone/>
              <a:defRPr sz="12000"/>
            </a:lvl3pPr>
            <a:lvl4pPr lvl="3" rtl="0" algn="ctr">
              <a:lnSpc>
                <a:spcPct val="115000"/>
              </a:lnSpc>
              <a:spcBef>
                <a:spcPts val="0"/>
              </a:spcBef>
              <a:spcAft>
                <a:spcPts val="0"/>
              </a:spcAft>
              <a:buSzPts val="12000"/>
              <a:buNone/>
              <a:defRPr sz="12000"/>
            </a:lvl4pPr>
            <a:lvl5pPr lvl="4" rtl="0" algn="ctr">
              <a:lnSpc>
                <a:spcPct val="115000"/>
              </a:lnSpc>
              <a:spcBef>
                <a:spcPts val="0"/>
              </a:spcBef>
              <a:spcAft>
                <a:spcPts val="0"/>
              </a:spcAft>
              <a:buSzPts val="12000"/>
              <a:buNone/>
              <a:defRPr sz="12000"/>
            </a:lvl5pPr>
            <a:lvl6pPr lvl="5" rtl="0" algn="ctr">
              <a:lnSpc>
                <a:spcPct val="115000"/>
              </a:lnSpc>
              <a:spcBef>
                <a:spcPts val="0"/>
              </a:spcBef>
              <a:spcAft>
                <a:spcPts val="0"/>
              </a:spcAft>
              <a:buSzPts val="12000"/>
              <a:buNone/>
              <a:defRPr sz="12000"/>
            </a:lvl6pPr>
            <a:lvl7pPr lvl="6" rtl="0" algn="ctr">
              <a:lnSpc>
                <a:spcPct val="115000"/>
              </a:lnSpc>
              <a:spcBef>
                <a:spcPts val="0"/>
              </a:spcBef>
              <a:spcAft>
                <a:spcPts val="0"/>
              </a:spcAft>
              <a:buSzPts val="12000"/>
              <a:buNone/>
              <a:defRPr sz="12000"/>
            </a:lvl7pPr>
            <a:lvl8pPr lvl="7" rtl="0" algn="ctr">
              <a:lnSpc>
                <a:spcPct val="115000"/>
              </a:lnSpc>
              <a:spcBef>
                <a:spcPts val="0"/>
              </a:spcBef>
              <a:spcAft>
                <a:spcPts val="0"/>
              </a:spcAft>
              <a:buSzPts val="12000"/>
              <a:buNone/>
              <a:defRPr sz="12000"/>
            </a:lvl8pPr>
            <a:lvl9pPr lvl="8" rtl="0" algn="ctr">
              <a:lnSpc>
                <a:spcPct val="115000"/>
              </a:lnSpc>
              <a:spcBef>
                <a:spcPts val="0"/>
              </a:spcBef>
              <a:spcAft>
                <a:spcPts val="0"/>
              </a:spcAft>
              <a:buSzPts val="12000"/>
              <a:buNone/>
              <a:defRPr sz="12000"/>
            </a:lvl9pPr>
          </a:lstStyle>
          <a:p>
            <a:r>
              <a:t>xx%</a:t>
            </a:r>
          </a:p>
        </p:txBody>
      </p:sp>
      <p:sp>
        <p:nvSpPr>
          <p:cNvPr id="779" name="Google Shape;779;p58"/>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58"/>
          <p:cNvGrpSpPr/>
          <p:nvPr/>
        </p:nvGrpSpPr>
        <p:grpSpPr>
          <a:xfrm rot="5400000">
            <a:off x="-115316" y="4031073"/>
            <a:ext cx="1223111" cy="1284342"/>
            <a:chOff x="6183384" y="3220573"/>
            <a:chExt cx="1223111" cy="1284342"/>
          </a:xfrm>
        </p:grpSpPr>
        <p:sp>
          <p:nvSpPr>
            <p:cNvPr id="781" name="Google Shape;781;p58"/>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58"/>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3" name="Google Shape;783;p58"/>
          <p:cNvSpPr/>
          <p:nvPr/>
        </p:nvSpPr>
        <p:spPr>
          <a:xfrm rot="10800000">
            <a:off x="7780722" y="-182174"/>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8"/>
          <p:cNvSpPr/>
          <p:nvPr/>
        </p:nvSpPr>
        <p:spPr>
          <a:xfrm rot="528001">
            <a:off x="8497174" y="29711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8"/>
          <p:cNvSpPr/>
          <p:nvPr/>
        </p:nvSpPr>
        <p:spPr>
          <a:xfrm rot="528001">
            <a:off x="3387099" y="420092"/>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
    <p:spTree>
      <p:nvGrpSpPr>
        <p:cNvPr id="786" name="Shape 786"/>
        <p:cNvGrpSpPr/>
        <p:nvPr/>
      </p:nvGrpSpPr>
      <p:grpSpPr>
        <a:xfrm>
          <a:off x="0" y="0"/>
          <a:ext cx="0" cy="0"/>
          <a:chOff x="0" y="0"/>
          <a:chExt cx="0" cy="0"/>
        </a:xfrm>
      </p:grpSpPr>
      <p:pic>
        <p:nvPicPr>
          <p:cNvPr id="787" name="Google Shape;787;p59"/>
          <p:cNvPicPr preferRelativeResize="0"/>
          <p:nvPr/>
        </p:nvPicPr>
        <p:blipFill>
          <a:blip r:embed="rId2">
            <a:alphaModFix/>
          </a:blip>
          <a:stretch>
            <a:fillRect/>
          </a:stretch>
        </p:blipFill>
        <p:spPr>
          <a:xfrm>
            <a:off x="0" y="0"/>
            <a:ext cx="9144003" cy="5143501"/>
          </a:xfrm>
          <a:prstGeom prst="rect">
            <a:avLst/>
          </a:prstGeom>
          <a:noFill/>
          <a:ln>
            <a:noFill/>
          </a:ln>
        </p:spPr>
      </p:pic>
      <p:sp>
        <p:nvSpPr>
          <p:cNvPr id="788" name="Google Shape;788;p5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9" name="Google Shape;789;p59"/>
          <p:cNvSpPr txBox="1"/>
          <p:nvPr>
            <p:ph idx="1" type="subTitle"/>
          </p:nvPr>
        </p:nvSpPr>
        <p:spPr>
          <a:xfrm>
            <a:off x="709875" y="2927375"/>
            <a:ext cx="2451000" cy="1321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90" name="Google Shape;790;p59"/>
          <p:cNvSpPr txBox="1"/>
          <p:nvPr>
            <p:ph idx="2" type="title"/>
          </p:nvPr>
        </p:nvSpPr>
        <p:spPr>
          <a:xfrm>
            <a:off x="709875" y="2359625"/>
            <a:ext cx="2451000" cy="53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91" name="Google Shape;791;p59"/>
          <p:cNvSpPr txBox="1"/>
          <p:nvPr>
            <p:ph idx="3" type="subTitle"/>
          </p:nvPr>
        </p:nvSpPr>
        <p:spPr>
          <a:xfrm>
            <a:off x="3430550" y="2927375"/>
            <a:ext cx="2451000" cy="1321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92" name="Google Shape;792;p59"/>
          <p:cNvSpPr txBox="1"/>
          <p:nvPr>
            <p:ph idx="4" type="title"/>
          </p:nvPr>
        </p:nvSpPr>
        <p:spPr>
          <a:xfrm>
            <a:off x="3430551" y="2359625"/>
            <a:ext cx="2451000" cy="53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793" name="Google Shape;793;p59"/>
          <p:cNvSpPr/>
          <p:nvPr/>
        </p:nvSpPr>
        <p:spPr>
          <a:xfrm rot="2003581">
            <a:off x="340474" y="461130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59"/>
          <p:cNvGrpSpPr/>
          <p:nvPr/>
        </p:nvGrpSpPr>
        <p:grpSpPr>
          <a:xfrm flipH="1">
            <a:off x="7573662" y="4466228"/>
            <a:ext cx="472093" cy="385486"/>
            <a:chOff x="3093501" y="886401"/>
            <a:chExt cx="376440" cy="307405"/>
          </a:xfrm>
        </p:grpSpPr>
        <p:sp>
          <p:nvSpPr>
            <p:cNvPr id="795" name="Google Shape;795;p5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59"/>
          <p:cNvGrpSpPr/>
          <p:nvPr/>
        </p:nvGrpSpPr>
        <p:grpSpPr>
          <a:xfrm flipH="1">
            <a:off x="5157411" y="306454"/>
            <a:ext cx="319710" cy="261048"/>
            <a:chOff x="3093501" y="886401"/>
            <a:chExt cx="376440" cy="307405"/>
          </a:xfrm>
        </p:grpSpPr>
        <p:sp>
          <p:nvSpPr>
            <p:cNvPr id="800" name="Google Shape;800;p59"/>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59"/>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9"/>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9"/>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59"/>
          <p:cNvSpPr/>
          <p:nvPr/>
        </p:nvSpPr>
        <p:spPr>
          <a:xfrm rot="-1342692">
            <a:off x="8627698" y="33740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_2">
    <p:spTree>
      <p:nvGrpSpPr>
        <p:cNvPr id="805" name="Shape 805"/>
        <p:cNvGrpSpPr/>
        <p:nvPr/>
      </p:nvGrpSpPr>
      <p:grpSpPr>
        <a:xfrm>
          <a:off x="0" y="0"/>
          <a:ext cx="0" cy="0"/>
          <a:chOff x="0" y="0"/>
          <a:chExt cx="0" cy="0"/>
        </a:xfrm>
      </p:grpSpPr>
      <p:pic>
        <p:nvPicPr>
          <p:cNvPr id="806" name="Google Shape;806;p60"/>
          <p:cNvPicPr preferRelativeResize="0"/>
          <p:nvPr/>
        </p:nvPicPr>
        <p:blipFill>
          <a:blip r:embed="rId2">
            <a:alphaModFix/>
          </a:blip>
          <a:stretch>
            <a:fillRect/>
          </a:stretch>
        </p:blipFill>
        <p:spPr>
          <a:xfrm>
            <a:off x="0" y="0"/>
            <a:ext cx="9144003" cy="5143501"/>
          </a:xfrm>
          <a:prstGeom prst="rect">
            <a:avLst/>
          </a:prstGeom>
          <a:noFill/>
          <a:ln>
            <a:noFill/>
          </a:ln>
        </p:spPr>
      </p:pic>
      <p:sp>
        <p:nvSpPr>
          <p:cNvPr id="807" name="Google Shape;807;p60"/>
          <p:cNvSpPr txBox="1"/>
          <p:nvPr>
            <p:ph type="title"/>
          </p:nvPr>
        </p:nvSpPr>
        <p:spPr>
          <a:xfrm>
            <a:off x="1887138" y="535300"/>
            <a:ext cx="53340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8" name="Google Shape;808;p60"/>
          <p:cNvSpPr txBox="1"/>
          <p:nvPr>
            <p:ph idx="1" type="subTitle"/>
          </p:nvPr>
        </p:nvSpPr>
        <p:spPr>
          <a:xfrm>
            <a:off x="1887138" y="3749100"/>
            <a:ext cx="2631600" cy="766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09" name="Google Shape;809;p60"/>
          <p:cNvSpPr txBox="1"/>
          <p:nvPr>
            <p:ph idx="2" type="title"/>
          </p:nvPr>
        </p:nvSpPr>
        <p:spPr>
          <a:xfrm>
            <a:off x="1887138" y="3181350"/>
            <a:ext cx="2631600" cy="537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10" name="Google Shape;810;p60"/>
          <p:cNvSpPr txBox="1"/>
          <p:nvPr>
            <p:ph idx="3" type="subTitle"/>
          </p:nvPr>
        </p:nvSpPr>
        <p:spPr>
          <a:xfrm>
            <a:off x="4589576" y="3749100"/>
            <a:ext cx="2631600" cy="766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11" name="Google Shape;811;p60"/>
          <p:cNvSpPr txBox="1"/>
          <p:nvPr>
            <p:ph idx="4" type="title"/>
          </p:nvPr>
        </p:nvSpPr>
        <p:spPr>
          <a:xfrm>
            <a:off x="4589576" y="3181350"/>
            <a:ext cx="2631600" cy="537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12" name="Google Shape;812;p60"/>
          <p:cNvSpPr/>
          <p:nvPr>
            <p:ph idx="5" type="pic"/>
          </p:nvPr>
        </p:nvSpPr>
        <p:spPr>
          <a:xfrm>
            <a:off x="2429225" y="1451838"/>
            <a:ext cx="1547400" cy="1547400"/>
          </a:xfrm>
          <a:prstGeom prst="ellipse">
            <a:avLst/>
          </a:prstGeom>
          <a:noFill/>
          <a:ln cap="flat" cmpd="sng" w="114300">
            <a:solidFill>
              <a:schemeClr val="dk2"/>
            </a:solidFill>
            <a:prstDash val="solid"/>
            <a:round/>
            <a:headEnd len="sm" w="sm" type="none"/>
            <a:tailEnd len="sm" w="sm" type="none"/>
          </a:ln>
        </p:spPr>
      </p:sp>
      <p:sp>
        <p:nvSpPr>
          <p:cNvPr id="813" name="Google Shape;813;p60"/>
          <p:cNvSpPr/>
          <p:nvPr>
            <p:ph idx="6" type="pic"/>
          </p:nvPr>
        </p:nvSpPr>
        <p:spPr>
          <a:xfrm>
            <a:off x="5131675" y="1451838"/>
            <a:ext cx="1547400" cy="1547400"/>
          </a:xfrm>
          <a:prstGeom prst="ellipse">
            <a:avLst/>
          </a:prstGeom>
          <a:noFill/>
          <a:ln cap="flat" cmpd="sng" w="114300">
            <a:solidFill>
              <a:schemeClr val="dk2"/>
            </a:solidFill>
            <a:prstDash val="solid"/>
            <a:round/>
            <a:headEnd len="sm" w="sm" type="none"/>
            <a:tailEnd len="sm" w="sm" type="none"/>
          </a:ln>
        </p:spPr>
      </p:sp>
      <p:sp>
        <p:nvSpPr>
          <p:cNvPr id="814" name="Google Shape;814;p60"/>
          <p:cNvSpPr/>
          <p:nvPr/>
        </p:nvSpPr>
        <p:spPr>
          <a:xfrm rot="528001">
            <a:off x="4237349" y="294529"/>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0"/>
          <p:cNvSpPr/>
          <p:nvPr/>
        </p:nvSpPr>
        <p:spPr>
          <a:xfrm rot="-1342692">
            <a:off x="1466648" y="452902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0"/>
          <p:cNvSpPr/>
          <p:nvPr/>
        </p:nvSpPr>
        <p:spPr>
          <a:xfrm rot="527880">
            <a:off x="939393" y="37138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rot="-262689">
            <a:off x="504708" y="3002595"/>
            <a:ext cx="91164"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818" name="Shape 818"/>
        <p:cNvGrpSpPr/>
        <p:nvPr/>
      </p:nvGrpSpPr>
      <p:grpSpPr>
        <a:xfrm>
          <a:off x="0" y="0"/>
          <a:ext cx="0" cy="0"/>
          <a:chOff x="0" y="0"/>
          <a:chExt cx="0" cy="0"/>
        </a:xfrm>
      </p:grpSpPr>
      <p:pic>
        <p:nvPicPr>
          <p:cNvPr id="819" name="Google Shape;819;p61"/>
          <p:cNvPicPr preferRelativeResize="0"/>
          <p:nvPr/>
        </p:nvPicPr>
        <p:blipFill>
          <a:blip r:embed="rId2">
            <a:alphaModFix/>
          </a:blip>
          <a:stretch>
            <a:fillRect/>
          </a:stretch>
        </p:blipFill>
        <p:spPr>
          <a:xfrm>
            <a:off x="0" y="0"/>
            <a:ext cx="9144003" cy="5143501"/>
          </a:xfrm>
          <a:prstGeom prst="rect">
            <a:avLst/>
          </a:prstGeom>
          <a:noFill/>
          <a:ln>
            <a:noFill/>
          </a:ln>
        </p:spPr>
      </p:pic>
      <p:sp>
        <p:nvSpPr>
          <p:cNvPr id="820" name="Google Shape;820;p61"/>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1" name="Google Shape;821;p61"/>
          <p:cNvSpPr txBox="1"/>
          <p:nvPr>
            <p:ph idx="1" type="subTitle"/>
          </p:nvPr>
        </p:nvSpPr>
        <p:spPr>
          <a:xfrm>
            <a:off x="709875"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2" name="Google Shape;822;p61"/>
          <p:cNvSpPr txBox="1"/>
          <p:nvPr>
            <p:ph idx="2" type="title"/>
          </p:nvPr>
        </p:nvSpPr>
        <p:spPr>
          <a:xfrm>
            <a:off x="709875"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23" name="Google Shape;823;p61"/>
          <p:cNvSpPr txBox="1"/>
          <p:nvPr>
            <p:ph idx="3" type="subTitle"/>
          </p:nvPr>
        </p:nvSpPr>
        <p:spPr>
          <a:xfrm>
            <a:off x="3427936"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4" name="Google Shape;824;p61"/>
          <p:cNvSpPr txBox="1"/>
          <p:nvPr>
            <p:ph idx="4" type="title"/>
          </p:nvPr>
        </p:nvSpPr>
        <p:spPr>
          <a:xfrm>
            <a:off x="3427935"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25" name="Google Shape;825;p61"/>
          <p:cNvSpPr txBox="1"/>
          <p:nvPr>
            <p:ph idx="5" type="subTitle"/>
          </p:nvPr>
        </p:nvSpPr>
        <p:spPr>
          <a:xfrm>
            <a:off x="6145999" y="2927375"/>
            <a:ext cx="2283600" cy="1012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6" name="Google Shape;826;p61"/>
          <p:cNvSpPr txBox="1"/>
          <p:nvPr>
            <p:ph idx="6" type="title"/>
          </p:nvPr>
        </p:nvSpPr>
        <p:spPr>
          <a:xfrm>
            <a:off x="6145997" y="2359625"/>
            <a:ext cx="2283600" cy="5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27" name="Google Shape;827;p61"/>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8" name="Google Shape;828;p61"/>
          <p:cNvGrpSpPr/>
          <p:nvPr/>
        </p:nvGrpSpPr>
        <p:grpSpPr>
          <a:xfrm rot="5400000">
            <a:off x="-115316" y="4031073"/>
            <a:ext cx="1223111" cy="1284342"/>
            <a:chOff x="6183384" y="3220573"/>
            <a:chExt cx="1223111" cy="1284342"/>
          </a:xfrm>
        </p:grpSpPr>
        <p:sp>
          <p:nvSpPr>
            <p:cNvPr id="829" name="Google Shape;829;p61"/>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1"/>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1" name="Google Shape;831;p61"/>
          <p:cNvSpPr/>
          <p:nvPr/>
        </p:nvSpPr>
        <p:spPr>
          <a:xfrm flipH="1" rot="-5400000">
            <a:off x="-190630" y="4103830"/>
            <a:ext cx="1230348" cy="1067789"/>
          </a:xfrm>
          <a:custGeom>
            <a:rect b="b" l="l" r="r" t="t"/>
            <a:pathLst>
              <a:path extrusionOk="0" h="13157" w="15160">
                <a:moveTo>
                  <a:pt x="214" y="1"/>
                </a:moveTo>
                <a:cubicBezTo>
                  <a:pt x="170" y="1"/>
                  <a:pt x="127" y="28"/>
                  <a:pt x="122" y="87"/>
                </a:cubicBezTo>
                <a:cubicBezTo>
                  <a:pt x="87" y="307"/>
                  <a:pt x="58" y="533"/>
                  <a:pt x="41" y="747"/>
                </a:cubicBezTo>
                <a:cubicBezTo>
                  <a:pt x="35" y="799"/>
                  <a:pt x="76" y="845"/>
                  <a:pt x="128" y="851"/>
                </a:cubicBezTo>
                <a:lnTo>
                  <a:pt x="134" y="851"/>
                </a:lnTo>
                <a:cubicBezTo>
                  <a:pt x="180" y="851"/>
                  <a:pt x="220" y="811"/>
                  <a:pt x="226" y="764"/>
                </a:cubicBezTo>
                <a:cubicBezTo>
                  <a:pt x="249" y="550"/>
                  <a:pt x="273" y="336"/>
                  <a:pt x="307" y="116"/>
                </a:cubicBezTo>
                <a:cubicBezTo>
                  <a:pt x="323" y="42"/>
                  <a:pt x="268" y="1"/>
                  <a:pt x="214" y="1"/>
                </a:cubicBezTo>
                <a:close/>
                <a:moveTo>
                  <a:pt x="89" y="1320"/>
                </a:moveTo>
                <a:cubicBezTo>
                  <a:pt x="41" y="1320"/>
                  <a:pt x="1" y="1358"/>
                  <a:pt x="1" y="1407"/>
                </a:cubicBezTo>
                <a:lnTo>
                  <a:pt x="1" y="1656"/>
                </a:lnTo>
                <a:cubicBezTo>
                  <a:pt x="1" y="1795"/>
                  <a:pt x="6" y="1934"/>
                  <a:pt x="12" y="2072"/>
                </a:cubicBezTo>
                <a:cubicBezTo>
                  <a:pt x="12" y="2125"/>
                  <a:pt x="53" y="2165"/>
                  <a:pt x="105" y="2165"/>
                </a:cubicBezTo>
                <a:lnTo>
                  <a:pt x="110" y="2165"/>
                </a:lnTo>
                <a:cubicBezTo>
                  <a:pt x="163" y="2159"/>
                  <a:pt x="203" y="2119"/>
                  <a:pt x="197" y="2067"/>
                </a:cubicBezTo>
                <a:cubicBezTo>
                  <a:pt x="192" y="1928"/>
                  <a:pt x="192" y="1795"/>
                  <a:pt x="192" y="1656"/>
                </a:cubicBezTo>
                <a:lnTo>
                  <a:pt x="192" y="1413"/>
                </a:lnTo>
                <a:cubicBezTo>
                  <a:pt x="192" y="1361"/>
                  <a:pt x="151" y="1320"/>
                  <a:pt x="99" y="1320"/>
                </a:cubicBezTo>
                <a:cubicBezTo>
                  <a:pt x="96" y="1320"/>
                  <a:pt x="92" y="1320"/>
                  <a:pt x="89" y="1320"/>
                </a:cubicBezTo>
                <a:close/>
                <a:moveTo>
                  <a:pt x="159" y="2630"/>
                </a:moveTo>
                <a:cubicBezTo>
                  <a:pt x="107" y="2630"/>
                  <a:pt x="55" y="2669"/>
                  <a:pt x="64" y="2738"/>
                </a:cubicBezTo>
                <a:cubicBezTo>
                  <a:pt x="93" y="2958"/>
                  <a:pt x="128" y="3178"/>
                  <a:pt x="168" y="3392"/>
                </a:cubicBezTo>
                <a:cubicBezTo>
                  <a:pt x="180" y="3438"/>
                  <a:pt x="215" y="3467"/>
                  <a:pt x="261" y="3467"/>
                </a:cubicBezTo>
                <a:lnTo>
                  <a:pt x="278" y="3467"/>
                </a:lnTo>
                <a:cubicBezTo>
                  <a:pt x="330" y="3456"/>
                  <a:pt x="359" y="3410"/>
                  <a:pt x="354" y="3357"/>
                </a:cubicBezTo>
                <a:cubicBezTo>
                  <a:pt x="313" y="3149"/>
                  <a:pt x="278" y="2929"/>
                  <a:pt x="249" y="2715"/>
                </a:cubicBezTo>
                <a:cubicBezTo>
                  <a:pt x="244" y="2657"/>
                  <a:pt x="202" y="2630"/>
                  <a:pt x="159" y="2630"/>
                </a:cubicBezTo>
                <a:close/>
                <a:moveTo>
                  <a:pt x="411" y="3916"/>
                </a:moveTo>
                <a:cubicBezTo>
                  <a:pt x="404" y="3916"/>
                  <a:pt x="396" y="3917"/>
                  <a:pt x="388" y="3919"/>
                </a:cubicBezTo>
                <a:cubicBezTo>
                  <a:pt x="342" y="3936"/>
                  <a:pt x="313" y="3988"/>
                  <a:pt x="325" y="4035"/>
                </a:cubicBezTo>
                <a:cubicBezTo>
                  <a:pt x="388" y="4249"/>
                  <a:pt x="458" y="4463"/>
                  <a:pt x="533" y="4665"/>
                </a:cubicBezTo>
                <a:cubicBezTo>
                  <a:pt x="544" y="4706"/>
                  <a:pt x="578" y="4729"/>
                  <a:pt x="618" y="4729"/>
                </a:cubicBezTo>
                <a:lnTo>
                  <a:pt x="618" y="4729"/>
                </a:lnTo>
                <a:cubicBezTo>
                  <a:pt x="630" y="4729"/>
                  <a:pt x="644" y="4728"/>
                  <a:pt x="655" y="4723"/>
                </a:cubicBezTo>
                <a:cubicBezTo>
                  <a:pt x="701" y="4706"/>
                  <a:pt x="730" y="4648"/>
                  <a:pt x="707" y="4602"/>
                </a:cubicBezTo>
                <a:cubicBezTo>
                  <a:pt x="631" y="4399"/>
                  <a:pt x="562" y="4191"/>
                  <a:pt x="504" y="3983"/>
                </a:cubicBezTo>
                <a:cubicBezTo>
                  <a:pt x="494" y="3943"/>
                  <a:pt x="455" y="3916"/>
                  <a:pt x="411" y="3916"/>
                </a:cubicBezTo>
                <a:close/>
                <a:moveTo>
                  <a:pt x="618" y="4729"/>
                </a:moveTo>
                <a:cubicBezTo>
                  <a:pt x="617" y="4729"/>
                  <a:pt x="615" y="4729"/>
                  <a:pt x="614" y="4729"/>
                </a:cubicBezTo>
                <a:lnTo>
                  <a:pt x="620" y="4729"/>
                </a:lnTo>
                <a:cubicBezTo>
                  <a:pt x="619" y="4729"/>
                  <a:pt x="619" y="4729"/>
                  <a:pt x="618" y="4729"/>
                </a:cubicBezTo>
                <a:close/>
                <a:moveTo>
                  <a:pt x="879" y="5143"/>
                </a:moveTo>
                <a:cubicBezTo>
                  <a:pt x="865" y="5143"/>
                  <a:pt x="852" y="5145"/>
                  <a:pt x="840" y="5152"/>
                </a:cubicBezTo>
                <a:cubicBezTo>
                  <a:pt x="793" y="5175"/>
                  <a:pt x="776" y="5233"/>
                  <a:pt x="799" y="5279"/>
                </a:cubicBezTo>
                <a:cubicBezTo>
                  <a:pt x="898" y="5476"/>
                  <a:pt x="1002" y="5673"/>
                  <a:pt x="1118" y="5864"/>
                </a:cubicBezTo>
                <a:cubicBezTo>
                  <a:pt x="1133" y="5889"/>
                  <a:pt x="1161" y="5905"/>
                  <a:pt x="1187" y="5905"/>
                </a:cubicBezTo>
                <a:cubicBezTo>
                  <a:pt x="1191" y="5905"/>
                  <a:pt x="1195" y="5905"/>
                  <a:pt x="1199" y="5904"/>
                </a:cubicBezTo>
                <a:lnTo>
                  <a:pt x="1199" y="5904"/>
                </a:lnTo>
                <a:lnTo>
                  <a:pt x="1193" y="5910"/>
                </a:lnTo>
                <a:cubicBezTo>
                  <a:pt x="1216" y="5910"/>
                  <a:pt x="1233" y="5904"/>
                  <a:pt x="1251" y="5893"/>
                </a:cubicBezTo>
                <a:cubicBezTo>
                  <a:pt x="1291" y="5864"/>
                  <a:pt x="1309" y="5806"/>
                  <a:pt x="1280" y="5765"/>
                </a:cubicBezTo>
                <a:cubicBezTo>
                  <a:pt x="1164" y="5580"/>
                  <a:pt x="1060" y="5389"/>
                  <a:pt x="967" y="5198"/>
                </a:cubicBezTo>
                <a:cubicBezTo>
                  <a:pt x="950" y="5164"/>
                  <a:pt x="915" y="5143"/>
                  <a:pt x="879" y="5143"/>
                </a:cubicBezTo>
                <a:close/>
                <a:moveTo>
                  <a:pt x="7345" y="6205"/>
                </a:moveTo>
                <a:cubicBezTo>
                  <a:pt x="7224" y="6205"/>
                  <a:pt x="7102" y="6222"/>
                  <a:pt x="6987" y="6257"/>
                </a:cubicBezTo>
                <a:cubicBezTo>
                  <a:pt x="6877" y="6292"/>
                  <a:pt x="6772" y="6338"/>
                  <a:pt x="6680" y="6390"/>
                </a:cubicBezTo>
                <a:cubicBezTo>
                  <a:pt x="6593" y="6442"/>
                  <a:pt x="6627" y="6563"/>
                  <a:pt x="6724" y="6570"/>
                </a:cubicBezTo>
                <a:lnTo>
                  <a:pt x="6724" y="6570"/>
                </a:lnTo>
                <a:cubicBezTo>
                  <a:pt x="6740" y="6569"/>
                  <a:pt x="6751" y="6563"/>
                  <a:pt x="6767" y="6552"/>
                </a:cubicBezTo>
                <a:cubicBezTo>
                  <a:pt x="6853" y="6506"/>
                  <a:pt x="6940" y="6466"/>
                  <a:pt x="7039" y="6437"/>
                </a:cubicBezTo>
                <a:cubicBezTo>
                  <a:pt x="7137" y="6408"/>
                  <a:pt x="7241" y="6390"/>
                  <a:pt x="7345" y="6390"/>
                </a:cubicBezTo>
                <a:cubicBezTo>
                  <a:pt x="7461" y="6379"/>
                  <a:pt x="7461" y="6211"/>
                  <a:pt x="7345" y="6205"/>
                </a:cubicBezTo>
                <a:close/>
                <a:moveTo>
                  <a:pt x="6724" y="6570"/>
                </a:moveTo>
                <a:cubicBezTo>
                  <a:pt x="6723" y="6570"/>
                  <a:pt x="6722" y="6570"/>
                  <a:pt x="6720" y="6570"/>
                </a:cubicBezTo>
                <a:lnTo>
                  <a:pt x="6726" y="6570"/>
                </a:lnTo>
                <a:cubicBezTo>
                  <a:pt x="6726" y="6570"/>
                  <a:pt x="6725" y="6570"/>
                  <a:pt x="6724" y="6570"/>
                </a:cubicBezTo>
                <a:close/>
                <a:moveTo>
                  <a:pt x="1567" y="6252"/>
                </a:moveTo>
                <a:cubicBezTo>
                  <a:pt x="1495" y="6252"/>
                  <a:pt x="1427" y="6339"/>
                  <a:pt x="1494" y="6413"/>
                </a:cubicBezTo>
                <a:cubicBezTo>
                  <a:pt x="1627" y="6587"/>
                  <a:pt x="1766" y="6761"/>
                  <a:pt x="1916" y="6923"/>
                </a:cubicBezTo>
                <a:cubicBezTo>
                  <a:pt x="1934" y="6946"/>
                  <a:pt x="1963" y="6957"/>
                  <a:pt x="1992" y="6957"/>
                </a:cubicBezTo>
                <a:lnTo>
                  <a:pt x="1980" y="6963"/>
                </a:lnTo>
                <a:cubicBezTo>
                  <a:pt x="2009" y="6957"/>
                  <a:pt x="2032" y="6952"/>
                  <a:pt x="2049" y="6929"/>
                </a:cubicBezTo>
                <a:cubicBezTo>
                  <a:pt x="2090" y="6894"/>
                  <a:pt x="2090" y="6836"/>
                  <a:pt x="2055" y="6795"/>
                </a:cubicBezTo>
                <a:cubicBezTo>
                  <a:pt x="1911" y="6639"/>
                  <a:pt x="1772" y="6471"/>
                  <a:pt x="1644" y="6298"/>
                </a:cubicBezTo>
                <a:cubicBezTo>
                  <a:pt x="1623" y="6265"/>
                  <a:pt x="1595" y="6252"/>
                  <a:pt x="1567" y="6252"/>
                </a:cubicBezTo>
                <a:close/>
                <a:moveTo>
                  <a:pt x="7988" y="6353"/>
                </a:moveTo>
                <a:cubicBezTo>
                  <a:pt x="7902" y="6353"/>
                  <a:pt x="7856" y="6474"/>
                  <a:pt x="7942" y="6529"/>
                </a:cubicBezTo>
                <a:cubicBezTo>
                  <a:pt x="8121" y="6622"/>
                  <a:pt x="8271" y="6761"/>
                  <a:pt x="8376" y="6934"/>
                </a:cubicBezTo>
                <a:cubicBezTo>
                  <a:pt x="8393" y="6963"/>
                  <a:pt x="8422" y="6981"/>
                  <a:pt x="8457" y="6981"/>
                </a:cubicBezTo>
                <a:lnTo>
                  <a:pt x="8451" y="6986"/>
                </a:lnTo>
                <a:cubicBezTo>
                  <a:pt x="8468" y="6986"/>
                  <a:pt x="8486" y="6981"/>
                  <a:pt x="8503" y="6969"/>
                </a:cubicBezTo>
                <a:cubicBezTo>
                  <a:pt x="8549" y="6946"/>
                  <a:pt x="8567" y="6888"/>
                  <a:pt x="8538" y="6842"/>
                </a:cubicBezTo>
                <a:cubicBezTo>
                  <a:pt x="8416" y="6633"/>
                  <a:pt x="8243" y="6471"/>
                  <a:pt x="8028" y="6361"/>
                </a:cubicBezTo>
                <a:cubicBezTo>
                  <a:pt x="8014" y="6355"/>
                  <a:pt x="8000" y="6353"/>
                  <a:pt x="7988" y="6353"/>
                </a:cubicBezTo>
                <a:close/>
                <a:moveTo>
                  <a:pt x="6235" y="6823"/>
                </a:moveTo>
                <a:cubicBezTo>
                  <a:pt x="6211" y="6823"/>
                  <a:pt x="6185" y="6834"/>
                  <a:pt x="6165" y="6859"/>
                </a:cubicBezTo>
                <a:cubicBezTo>
                  <a:pt x="6026" y="7044"/>
                  <a:pt x="5927" y="7253"/>
                  <a:pt x="5858" y="7473"/>
                </a:cubicBezTo>
                <a:cubicBezTo>
                  <a:pt x="5846" y="7519"/>
                  <a:pt x="5875" y="7571"/>
                  <a:pt x="5922" y="7588"/>
                </a:cubicBezTo>
                <a:cubicBezTo>
                  <a:pt x="5932" y="7588"/>
                  <a:pt x="5938" y="7593"/>
                  <a:pt x="5948" y="7594"/>
                </a:cubicBezTo>
                <a:lnTo>
                  <a:pt x="5948" y="7594"/>
                </a:lnTo>
                <a:cubicBezTo>
                  <a:pt x="5988" y="7592"/>
                  <a:pt x="6026" y="7564"/>
                  <a:pt x="6037" y="7525"/>
                </a:cubicBezTo>
                <a:cubicBezTo>
                  <a:pt x="6101" y="7322"/>
                  <a:pt x="6194" y="7137"/>
                  <a:pt x="6315" y="6969"/>
                </a:cubicBezTo>
                <a:cubicBezTo>
                  <a:pt x="6361" y="6898"/>
                  <a:pt x="6301" y="6823"/>
                  <a:pt x="6235" y="6823"/>
                </a:cubicBezTo>
                <a:close/>
                <a:moveTo>
                  <a:pt x="5948" y="7594"/>
                </a:moveTo>
                <a:lnTo>
                  <a:pt x="5948" y="7594"/>
                </a:lnTo>
                <a:cubicBezTo>
                  <a:pt x="5947" y="7594"/>
                  <a:pt x="5946" y="7594"/>
                  <a:pt x="5945" y="7594"/>
                </a:cubicBezTo>
                <a:lnTo>
                  <a:pt x="5951" y="7594"/>
                </a:lnTo>
                <a:cubicBezTo>
                  <a:pt x="5950" y="7594"/>
                  <a:pt x="5949" y="7594"/>
                  <a:pt x="5948" y="7594"/>
                </a:cubicBezTo>
                <a:close/>
                <a:moveTo>
                  <a:pt x="2449" y="7226"/>
                </a:moveTo>
                <a:cubicBezTo>
                  <a:pt x="2372" y="7226"/>
                  <a:pt x="2306" y="7331"/>
                  <a:pt x="2391" y="7397"/>
                </a:cubicBezTo>
                <a:cubicBezTo>
                  <a:pt x="2559" y="7548"/>
                  <a:pt x="2727" y="7687"/>
                  <a:pt x="2906" y="7820"/>
                </a:cubicBezTo>
                <a:cubicBezTo>
                  <a:pt x="2923" y="7831"/>
                  <a:pt x="2941" y="7837"/>
                  <a:pt x="2964" y="7837"/>
                </a:cubicBezTo>
                <a:lnTo>
                  <a:pt x="2952" y="7843"/>
                </a:lnTo>
                <a:cubicBezTo>
                  <a:pt x="2987" y="7843"/>
                  <a:pt x="3016" y="7826"/>
                  <a:pt x="3039" y="7803"/>
                </a:cubicBezTo>
                <a:cubicBezTo>
                  <a:pt x="3068" y="7762"/>
                  <a:pt x="3057" y="7698"/>
                  <a:pt x="3016" y="7669"/>
                </a:cubicBezTo>
                <a:cubicBezTo>
                  <a:pt x="2848" y="7542"/>
                  <a:pt x="2680" y="7403"/>
                  <a:pt x="2518" y="7258"/>
                </a:cubicBezTo>
                <a:cubicBezTo>
                  <a:pt x="2497" y="7236"/>
                  <a:pt x="2473" y="7226"/>
                  <a:pt x="2449" y="7226"/>
                </a:cubicBezTo>
                <a:close/>
                <a:moveTo>
                  <a:pt x="8578" y="7424"/>
                </a:moveTo>
                <a:cubicBezTo>
                  <a:pt x="8533" y="7424"/>
                  <a:pt x="8488" y="7452"/>
                  <a:pt x="8486" y="7513"/>
                </a:cubicBezTo>
                <a:cubicBezTo>
                  <a:pt x="8462" y="7716"/>
                  <a:pt x="8387" y="7913"/>
                  <a:pt x="8277" y="8080"/>
                </a:cubicBezTo>
                <a:cubicBezTo>
                  <a:pt x="8248" y="8127"/>
                  <a:pt x="8260" y="8185"/>
                  <a:pt x="8300" y="8213"/>
                </a:cubicBezTo>
                <a:cubicBezTo>
                  <a:pt x="8318" y="8219"/>
                  <a:pt x="8335" y="8225"/>
                  <a:pt x="8352" y="8225"/>
                </a:cubicBezTo>
                <a:lnTo>
                  <a:pt x="8347" y="8231"/>
                </a:lnTo>
                <a:cubicBezTo>
                  <a:pt x="8381" y="8231"/>
                  <a:pt x="8410" y="8213"/>
                  <a:pt x="8434" y="8185"/>
                </a:cubicBezTo>
                <a:cubicBezTo>
                  <a:pt x="8561" y="7988"/>
                  <a:pt x="8648" y="7768"/>
                  <a:pt x="8677" y="7530"/>
                </a:cubicBezTo>
                <a:cubicBezTo>
                  <a:pt x="8686" y="7462"/>
                  <a:pt x="8632" y="7424"/>
                  <a:pt x="8578" y="7424"/>
                </a:cubicBezTo>
                <a:close/>
                <a:moveTo>
                  <a:pt x="3510" y="8023"/>
                </a:moveTo>
                <a:cubicBezTo>
                  <a:pt x="3427" y="8023"/>
                  <a:pt x="3372" y="8137"/>
                  <a:pt x="3456" y="8196"/>
                </a:cubicBezTo>
                <a:cubicBezTo>
                  <a:pt x="3647" y="8312"/>
                  <a:pt x="3844" y="8416"/>
                  <a:pt x="4046" y="8509"/>
                </a:cubicBezTo>
                <a:cubicBezTo>
                  <a:pt x="4058" y="8514"/>
                  <a:pt x="4069" y="8514"/>
                  <a:pt x="4087" y="8514"/>
                </a:cubicBezTo>
                <a:cubicBezTo>
                  <a:pt x="4185" y="8514"/>
                  <a:pt x="4214" y="8381"/>
                  <a:pt x="4122" y="8335"/>
                </a:cubicBezTo>
                <a:cubicBezTo>
                  <a:pt x="3931" y="8248"/>
                  <a:pt x="3740" y="8144"/>
                  <a:pt x="3554" y="8034"/>
                </a:cubicBezTo>
                <a:cubicBezTo>
                  <a:pt x="3539" y="8026"/>
                  <a:pt x="3524" y="8023"/>
                  <a:pt x="3510" y="8023"/>
                </a:cubicBezTo>
                <a:close/>
                <a:moveTo>
                  <a:pt x="4697" y="8575"/>
                </a:moveTo>
                <a:cubicBezTo>
                  <a:pt x="4601" y="8575"/>
                  <a:pt x="4564" y="8720"/>
                  <a:pt x="4666" y="8758"/>
                </a:cubicBezTo>
                <a:cubicBezTo>
                  <a:pt x="4874" y="8827"/>
                  <a:pt x="5088" y="8891"/>
                  <a:pt x="5308" y="8931"/>
                </a:cubicBezTo>
                <a:lnTo>
                  <a:pt x="5325" y="8931"/>
                </a:lnTo>
                <a:lnTo>
                  <a:pt x="5325" y="8937"/>
                </a:lnTo>
                <a:cubicBezTo>
                  <a:pt x="5441" y="8937"/>
                  <a:pt x="5459" y="8775"/>
                  <a:pt x="5349" y="8752"/>
                </a:cubicBezTo>
                <a:cubicBezTo>
                  <a:pt x="5134" y="8705"/>
                  <a:pt x="4926" y="8648"/>
                  <a:pt x="4723" y="8578"/>
                </a:cubicBezTo>
                <a:cubicBezTo>
                  <a:pt x="4714" y="8576"/>
                  <a:pt x="4706" y="8575"/>
                  <a:pt x="4697" y="8575"/>
                </a:cubicBezTo>
                <a:close/>
                <a:moveTo>
                  <a:pt x="7892" y="8491"/>
                </a:moveTo>
                <a:cubicBezTo>
                  <a:pt x="7873" y="8491"/>
                  <a:pt x="7852" y="8498"/>
                  <a:pt x="7832" y="8514"/>
                </a:cubicBezTo>
                <a:cubicBezTo>
                  <a:pt x="7652" y="8624"/>
                  <a:pt x="7461" y="8705"/>
                  <a:pt x="7259" y="8758"/>
                </a:cubicBezTo>
                <a:cubicBezTo>
                  <a:pt x="7154" y="8786"/>
                  <a:pt x="7172" y="8943"/>
                  <a:pt x="7282" y="8943"/>
                </a:cubicBezTo>
                <a:lnTo>
                  <a:pt x="7305" y="8943"/>
                </a:lnTo>
                <a:cubicBezTo>
                  <a:pt x="7525" y="8885"/>
                  <a:pt x="7739" y="8792"/>
                  <a:pt x="7936" y="8671"/>
                </a:cubicBezTo>
                <a:cubicBezTo>
                  <a:pt x="8030" y="8619"/>
                  <a:pt x="7975" y="8491"/>
                  <a:pt x="7892" y="8491"/>
                </a:cubicBezTo>
                <a:close/>
                <a:moveTo>
                  <a:pt x="5868" y="8047"/>
                </a:moveTo>
                <a:cubicBezTo>
                  <a:pt x="5817" y="8047"/>
                  <a:pt x="5765" y="8082"/>
                  <a:pt x="5771" y="8150"/>
                </a:cubicBezTo>
                <a:cubicBezTo>
                  <a:pt x="5783" y="8381"/>
                  <a:pt x="5817" y="8607"/>
                  <a:pt x="5887" y="8821"/>
                </a:cubicBezTo>
                <a:cubicBezTo>
                  <a:pt x="5922" y="8850"/>
                  <a:pt x="5922" y="8908"/>
                  <a:pt x="5881" y="8925"/>
                </a:cubicBezTo>
                <a:cubicBezTo>
                  <a:pt x="5875" y="8977"/>
                  <a:pt x="5916" y="9024"/>
                  <a:pt x="5968" y="9030"/>
                </a:cubicBezTo>
                <a:cubicBezTo>
                  <a:pt x="6095" y="9041"/>
                  <a:pt x="6223" y="9047"/>
                  <a:pt x="6350" y="9047"/>
                </a:cubicBezTo>
                <a:lnTo>
                  <a:pt x="6402" y="9047"/>
                </a:lnTo>
                <a:cubicBezTo>
                  <a:pt x="6477" y="9047"/>
                  <a:pt x="6558" y="9047"/>
                  <a:pt x="6633" y="9041"/>
                </a:cubicBezTo>
                <a:cubicBezTo>
                  <a:pt x="6759" y="9035"/>
                  <a:pt x="6750" y="8850"/>
                  <a:pt x="6628" y="8850"/>
                </a:cubicBezTo>
                <a:cubicBezTo>
                  <a:pt x="6626" y="8850"/>
                  <a:pt x="6624" y="8850"/>
                  <a:pt x="6622" y="8850"/>
                </a:cubicBezTo>
                <a:cubicBezTo>
                  <a:pt x="6552" y="8856"/>
                  <a:pt x="6471" y="8856"/>
                  <a:pt x="6402" y="8856"/>
                </a:cubicBezTo>
                <a:lnTo>
                  <a:pt x="6350" y="8856"/>
                </a:lnTo>
                <a:cubicBezTo>
                  <a:pt x="6251" y="8856"/>
                  <a:pt x="6153" y="8856"/>
                  <a:pt x="6055" y="8844"/>
                </a:cubicBezTo>
                <a:cubicBezTo>
                  <a:pt x="6066" y="8821"/>
                  <a:pt x="6072" y="8798"/>
                  <a:pt x="6066" y="8769"/>
                </a:cubicBezTo>
                <a:cubicBezTo>
                  <a:pt x="6003" y="8567"/>
                  <a:pt x="5968" y="8358"/>
                  <a:pt x="5962" y="8144"/>
                </a:cubicBezTo>
                <a:cubicBezTo>
                  <a:pt x="5965" y="8079"/>
                  <a:pt x="5917" y="8047"/>
                  <a:pt x="5868" y="8047"/>
                </a:cubicBezTo>
                <a:close/>
                <a:moveTo>
                  <a:pt x="6229" y="9302"/>
                </a:moveTo>
                <a:cubicBezTo>
                  <a:pt x="6165" y="9302"/>
                  <a:pt x="6101" y="9369"/>
                  <a:pt x="6147" y="9446"/>
                </a:cubicBezTo>
                <a:cubicBezTo>
                  <a:pt x="6159" y="9469"/>
                  <a:pt x="6176" y="9498"/>
                  <a:pt x="6188" y="9522"/>
                </a:cubicBezTo>
                <a:cubicBezTo>
                  <a:pt x="6280" y="9695"/>
                  <a:pt x="6390" y="9857"/>
                  <a:pt x="6512" y="10014"/>
                </a:cubicBezTo>
                <a:cubicBezTo>
                  <a:pt x="6524" y="10037"/>
                  <a:pt x="6552" y="10048"/>
                  <a:pt x="6581" y="10048"/>
                </a:cubicBezTo>
                <a:lnTo>
                  <a:pt x="6587" y="10048"/>
                </a:lnTo>
                <a:cubicBezTo>
                  <a:pt x="6662" y="10048"/>
                  <a:pt x="6703" y="9956"/>
                  <a:pt x="6657" y="9898"/>
                </a:cubicBezTo>
                <a:cubicBezTo>
                  <a:pt x="6547" y="9747"/>
                  <a:pt x="6442" y="9591"/>
                  <a:pt x="6350" y="9429"/>
                </a:cubicBezTo>
                <a:cubicBezTo>
                  <a:pt x="6338" y="9406"/>
                  <a:pt x="6327" y="9383"/>
                  <a:pt x="6309" y="9359"/>
                </a:cubicBezTo>
                <a:cubicBezTo>
                  <a:pt x="6292" y="9319"/>
                  <a:pt x="6260" y="9302"/>
                  <a:pt x="6229" y="9302"/>
                </a:cubicBezTo>
                <a:close/>
                <a:moveTo>
                  <a:pt x="7027" y="10352"/>
                </a:moveTo>
                <a:cubicBezTo>
                  <a:pt x="6954" y="10352"/>
                  <a:pt x="6895" y="10444"/>
                  <a:pt x="6958" y="10511"/>
                </a:cubicBezTo>
                <a:cubicBezTo>
                  <a:pt x="7120" y="10668"/>
                  <a:pt x="7288" y="10812"/>
                  <a:pt x="7467" y="10945"/>
                </a:cubicBezTo>
                <a:cubicBezTo>
                  <a:pt x="7484" y="10957"/>
                  <a:pt x="7502" y="10963"/>
                  <a:pt x="7525" y="10963"/>
                </a:cubicBezTo>
                <a:cubicBezTo>
                  <a:pt x="7617" y="10963"/>
                  <a:pt x="7652" y="10847"/>
                  <a:pt x="7583" y="10795"/>
                </a:cubicBezTo>
                <a:cubicBezTo>
                  <a:pt x="7409" y="10662"/>
                  <a:pt x="7241" y="10523"/>
                  <a:pt x="7091" y="10378"/>
                </a:cubicBezTo>
                <a:cubicBezTo>
                  <a:pt x="7070" y="10360"/>
                  <a:pt x="7048" y="10352"/>
                  <a:pt x="7027" y="10352"/>
                </a:cubicBezTo>
                <a:close/>
                <a:moveTo>
                  <a:pt x="8072" y="11136"/>
                </a:moveTo>
                <a:cubicBezTo>
                  <a:pt x="8039" y="11136"/>
                  <a:pt x="8007" y="11152"/>
                  <a:pt x="7988" y="11183"/>
                </a:cubicBezTo>
                <a:cubicBezTo>
                  <a:pt x="7965" y="11229"/>
                  <a:pt x="7976" y="11287"/>
                  <a:pt x="8023" y="11310"/>
                </a:cubicBezTo>
                <a:cubicBezTo>
                  <a:pt x="8208" y="11420"/>
                  <a:pt x="8410" y="11524"/>
                  <a:pt x="8613" y="11617"/>
                </a:cubicBezTo>
                <a:cubicBezTo>
                  <a:pt x="8625" y="11623"/>
                  <a:pt x="8642" y="11628"/>
                  <a:pt x="8653" y="11628"/>
                </a:cubicBezTo>
                <a:lnTo>
                  <a:pt x="8659" y="11628"/>
                </a:lnTo>
                <a:cubicBezTo>
                  <a:pt x="8758" y="11628"/>
                  <a:pt x="8787" y="11489"/>
                  <a:pt x="8700" y="11449"/>
                </a:cubicBezTo>
                <a:cubicBezTo>
                  <a:pt x="8491" y="11356"/>
                  <a:pt x="8300" y="11258"/>
                  <a:pt x="8121" y="11148"/>
                </a:cubicBezTo>
                <a:cubicBezTo>
                  <a:pt x="8106" y="11140"/>
                  <a:pt x="8089" y="11136"/>
                  <a:pt x="8072" y="11136"/>
                </a:cubicBezTo>
                <a:close/>
                <a:moveTo>
                  <a:pt x="9253" y="11696"/>
                </a:moveTo>
                <a:cubicBezTo>
                  <a:pt x="9162" y="11696"/>
                  <a:pt x="9124" y="11841"/>
                  <a:pt x="9226" y="11877"/>
                </a:cubicBezTo>
                <a:cubicBezTo>
                  <a:pt x="9429" y="11952"/>
                  <a:pt x="9637" y="12022"/>
                  <a:pt x="9857" y="12086"/>
                </a:cubicBezTo>
                <a:lnTo>
                  <a:pt x="9881" y="12086"/>
                </a:lnTo>
                <a:cubicBezTo>
                  <a:pt x="9921" y="12086"/>
                  <a:pt x="9962" y="12062"/>
                  <a:pt x="9973" y="12022"/>
                </a:cubicBezTo>
                <a:cubicBezTo>
                  <a:pt x="9990" y="11970"/>
                  <a:pt x="9962" y="11918"/>
                  <a:pt x="9909" y="11906"/>
                </a:cubicBezTo>
                <a:cubicBezTo>
                  <a:pt x="9695" y="11848"/>
                  <a:pt x="9487" y="11773"/>
                  <a:pt x="9290" y="11704"/>
                </a:cubicBezTo>
                <a:cubicBezTo>
                  <a:pt x="9277" y="11698"/>
                  <a:pt x="9265" y="11696"/>
                  <a:pt x="9253" y="11696"/>
                </a:cubicBezTo>
                <a:close/>
                <a:moveTo>
                  <a:pt x="10520" y="12066"/>
                </a:moveTo>
                <a:cubicBezTo>
                  <a:pt x="10420" y="12066"/>
                  <a:pt x="10391" y="12221"/>
                  <a:pt x="10500" y="12248"/>
                </a:cubicBezTo>
                <a:cubicBezTo>
                  <a:pt x="10702" y="12294"/>
                  <a:pt x="10911" y="12340"/>
                  <a:pt x="11148" y="12387"/>
                </a:cubicBezTo>
                <a:lnTo>
                  <a:pt x="11165" y="12387"/>
                </a:lnTo>
                <a:cubicBezTo>
                  <a:pt x="11167" y="12387"/>
                  <a:pt x="11169" y="12387"/>
                  <a:pt x="11171" y="12387"/>
                </a:cubicBezTo>
                <a:cubicBezTo>
                  <a:pt x="11282" y="12387"/>
                  <a:pt x="11291" y="12218"/>
                  <a:pt x="11183" y="12201"/>
                </a:cubicBezTo>
                <a:cubicBezTo>
                  <a:pt x="10951" y="12155"/>
                  <a:pt x="10737" y="12115"/>
                  <a:pt x="10540" y="12068"/>
                </a:cubicBezTo>
                <a:cubicBezTo>
                  <a:pt x="10533" y="12067"/>
                  <a:pt x="10526" y="12066"/>
                  <a:pt x="10520" y="12066"/>
                </a:cubicBezTo>
                <a:close/>
                <a:moveTo>
                  <a:pt x="11813" y="12317"/>
                </a:moveTo>
                <a:cubicBezTo>
                  <a:pt x="11702" y="12317"/>
                  <a:pt x="11679" y="12474"/>
                  <a:pt x="11791" y="12502"/>
                </a:cubicBezTo>
                <a:cubicBezTo>
                  <a:pt x="11987" y="12537"/>
                  <a:pt x="12178" y="12566"/>
                  <a:pt x="12369" y="12595"/>
                </a:cubicBezTo>
                <a:lnTo>
                  <a:pt x="12445" y="12612"/>
                </a:lnTo>
                <a:lnTo>
                  <a:pt x="12462" y="12612"/>
                </a:lnTo>
                <a:cubicBezTo>
                  <a:pt x="12572" y="12612"/>
                  <a:pt x="12589" y="12444"/>
                  <a:pt x="12473" y="12427"/>
                </a:cubicBezTo>
                <a:lnTo>
                  <a:pt x="12404" y="12415"/>
                </a:lnTo>
                <a:cubicBezTo>
                  <a:pt x="12207" y="12381"/>
                  <a:pt x="12016" y="12352"/>
                  <a:pt x="11825" y="12317"/>
                </a:cubicBezTo>
                <a:cubicBezTo>
                  <a:pt x="11821" y="12317"/>
                  <a:pt x="11817" y="12317"/>
                  <a:pt x="11813" y="12317"/>
                </a:cubicBezTo>
                <a:close/>
                <a:moveTo>
                  <a:pt x="13101" y="12535"/>
                </a:moveTo>
                <a:cubicBezTo>
                  <a:pt x="12997" y="12535"/>
                  <a:pt x="12973" y="12700"/>
                  <a:pt x="13093" y="12722"/>
                </a:cubicBezTo>
                <a:cubicBezTo>
                  <a:pt x="13330" y="12763"/>
                  <a:pt x="13538" y="12803"/>
                  <a:pt x="13735" y="12838"/>
                </a:cubicBezTo>
                <a:lnTo>
                  <a:pt x="13753" y="12838"/>
                </a:lnTo>
                <a:lnTo>
                  <a:pt x="13753" y="12844"/>
                </a:lnTo>
                <a:cubicBezTo>
                  <a:pt x="13874" y="12844"/>
                  <a:pt x="13886" y="12676"/>
                  <a:pt x="13776" y="12653"/>
                </a:cubicBezTo>
                <a:cubicBezTo>
                  <a:pt x="13579" y="12618"/>
                  <a:pt x="13365" y="12578"/>
                  <a:pt x="13122" y="12537"/>
                </a:cubicBezTo>
                <a:cubicBezTo>
                  <a:pt x="13115" y="12536"/>
                  <a:pt x="13108" y="12535"/>
                  <a:pt x="13101" y="12535"/>
                </a:cubicBezTo>
                <a:close/>
                <a:moveTo>
                  <a:pt x="14392" y="12794"/>
                </a:moveTo>
                <a:cubicBezTo>
                  <a:pt x="14291" y="12794"/>
                  <a:pt x="14259" y="12950"/>
                  <a:pt x="14372" y="12977"/>
                </a:cubicBezTo>
                <a:cubicBezTo>
                  <a:pt x="14598" y="13035"/>
                  <a:pt x="14800" y="13087"/>
                  <a:pt x="15003" y="13151"/>
                </a:cubicBezTo>
                <a:cubicBezTo>
                  <a:pt x="15009" y="13151"/>
                  <a:pt x="15020" y="13151"/>
                  <a:pt x="15032" y="13156"/>
                </a:cubicBezTo>
                <a:cubicBezTo>
                  <a:pt x="15136" y="13151"/>
                  <a:pt x="15159" y="13000"/>
                  <a:pt x="15055" y="12971"/>
                </a:cubicBezTo>
                <a:cubicBezTo>
                  <a:pt x="14852" y="12907"/>
                  <a:pt x="14644" y="12850"/>
                  <a:pt x="14418" y="12798"/>
                </a:cubicBezTo>
                <a:cubicBezTo>
                  <a:pt x="14409" y="12795"/>
                  <a:pt x="14401" y="12794"/>
                  <a:pt x="14392" y="1279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2" name="Google Shape;832;p61"/>
          <p:cNvGrpSpPr/>
          <p:nvPr/>
        </p:nvGrpSpPr>
        <p:grpSpPr>
          <a:xfrm flipH="1">
            <a:off x="8324636" y="1119679"/>
            <a:ext cx="319710" cy="261048"/>
            <a:chOff x="3093501" y="886401"/>
            <a:chExt cx="376440" cy="307405"/>
          </a:xfrm>
        </p:grpSpPr>
        <p:sp>
          <p:nvSpPr>
            <p:cNvPr id="833" name="Google Shape;833;p61"/>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1"/>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1"/>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1"/>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7" name="Google Shape;837;p61"/>
          <p:cNvSpPr/>
          <p:nvPr/>
        </p:nvSpPr>
        <p:spPr>
          <a:xfrm rot="-1342692">
            <a:off x="3132348" y="45584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1"/>
          <p:cNvSpPr/>
          <p:nvPr/>
        </p:nvSpPr>
        <p:spPr>
          <a:xfrm rot="527880">
            <a:off x="7386881" y="3098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_1">
    <p:spTree>
      <p:nvGrpSpPr>
        <p:cNvPr id="839" name="Shape 839"/>
        <p:cNvGrpSpPr/>
        <p:nvPr/>
      </p:nvGrpSpPr>
      <p:grpSpPr>
        <a:xfrm>
          <a:off x="0" y="0"/>
          <a:ext cx="0" cy="0"/>
          <a:chOff x="0" y="0"/>
          <a:chExt cx="0" cy="0"/>
        </a:xfrm>
      </p:grpSpPr>
      <p:pic>
        <p:nvPicPr>
          <p:cNvPr id="840" name="Google Shape;840;p62"/>
          <p:cNvPicPr preferRelativeResize="0"/>
          <p:nvPr/>
        </p:nvPicPr>
        <p:blipFill>
          <a:blip r:embed="rId2">
            <a:alphaModFix/>
          </a:blip>
          <a:stretch>
            <a:fillRect/>
          </a:stretch>
        </p:blipFill>
        <p:spPr>
          <a:xfrm>
            <a:off x="0" y="0"/>
            <a:ext cx="9144003" cy="5143501"/>
          </a:xfrm>
          <a:prstGeom prst="rect">
            <a:avLst/>
          </a:prstGeom>
          <a:noFill/>
          <a:ln>
            <a:noFill/>
          </a:ln>
        </p:spPr>
      </p:pic>
      <p:sp>
        <p:nvSpPr>
          <p:cNvPr id="841" name="Google Shape;841;p62"/>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2" name="Google Shape;842;p62"/>
          <p:cNvSpPr txBox="1"/>
          <p:nvPr>
            <p:ph idx="1" type="subTitle"/>
          </p:nvPr>
        </p:nvSpPr>
        <p:spPr>
          <a:xfrm>
            <a:off x="1443275" y="39771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3" name="Google Shape;843;p62"/>
          <p:cNvSpPr txBox="1"/>
          <p:nvPr>
            <p:ph idx="2" type="title"/>
          </p:nvPr>
        </p:nvSpPr>
        <p:spPr>
          <a:xfrm>
            <a:off x="1443250" y="3662975"/>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44" name="Google Shape;844;p62"/>
          <p:cNvSpPr txBox="1"/>
          <p:nvPr>
            <p:ph idx="3" type="subTitle"/>
          </p:nvPr>
        </p:nvSpPr>
        <p:spPr>
          <a:xfrm>
            <a:off x="4845252" y="39771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5" name="Google Shape;845;p62"/>
          <p:cNvSpPr txBox="1"/>
          <p:nvPr>
            <p:ph idx="4" type="title"/>
          </p:nvPr>
        </p:nvSpPr>
        <p:spPr>
          <a:xfrm>
            <a:off x="4845227" y="3662975"/>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46" name="Google Shape;846;p62"/>
          <p:cNvSpPr txBox="1"/>
          <p:nvPr>
            <p:ph idx="5" type="subTitle"/>
          </p:nvPr>
        </p:nvSpPr>
        <p:spPr>
          <a:xfrm>
            <a:off x="1443275" y="21943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7" name="Google Shape;847;p62"/>
          <p:cNvSpPr txBox="1"/>
          <p:nvPr>
            <p:ph idx="6" type="title"/>
          </p:nvPr>
        </p:nvSpPr>
        <p:spPr>
          <a:xfrm>
            <a:off x="1443275" y="1880050"/>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48" name="Google Shape;848;p62"/>
          <p:cNvSpPr txBox="1"/>
          <p:nvPr>
            <p:ph idx="7" type="subTitle"/>
          </p:nvPr>
        </p:nvSpPr>
        <p:spPr>
          <a:xfrm>
            <a:off x="4845252" y="2194300"/>
            <a:ext cx="28581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9" name="Google Shape;849;p62"/>
          <p:cNvSpPr txBox="1"/>
          <p:nvPr>
            <p:ph idx="8" type="title"/>
          </p:nvPr>
        </p:nvSpPr>
        <p:spPr>
          <a:xfrm>
            <a:off x="4845254" y="1880050"/>
            <a:ext cx="28581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grpSp>
        <p:nvGrpSpPr>
          <p:cNvPr id="850" name="Google Shape;850;p62"/>
          <p:cNvGrpSpPr/>
          <p:nvPr/>
        </p:nvGrpSpPr>
        <p:grpSpPr>
          <a:xfrm>
            <a:off x="-1073259" y="-47900"/>
            <a:ext cx="4087807" cy="2111185"/>
            <a:chOff x="-1073259" y="-47900"/>
            <a:chExt cx="4087807" cy="2111185"/>
          </a:xfrm>
        </p:grpSpPr>
        <p:sp>
          <p:nvSpPr>
            <p:cNvPr id="851" name="Google Shape;851;p62"/>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2"/>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62"/>
          <p:cNvGrpSpPr/>
          <p:nvPr/>
        </p:nvGrpSpPr>
        <p:grpSpPr>
          <a:xfrm flipH="1">
            <a:off x="8299312" y="3494640"/>
            <a:ext cx="472093" cy="385486"/>
            <a:chOff x="3093501" y="886401"/>
            <a:chExt cx="376440" cy="307405"/>
          </a:xfrm>
        </p:grpSpPr>
        <p:sp>
          <p:nvSpPr>
            <p:cNvPr id="854" name="Google Shape;854;p62"/>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2"/>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2"/>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2"/>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8" name="Google Shape;858;p62"/>
          <p:cNvSpPr/>
          <p:nvPr/>
        </p:nvSpPr>
        <p:spPr>
          <a:xfrm rot="-1342692">
            <a:off x="342473" y="409359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2"/>
          <p:cNvSpPr/>
          <p:nvPr/>
        </p:nvSpPr>
        <p:spPr>
          <a:xfrm rot="527880">
            <a:off x="7844456" y="4418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_1">
    <p:spTree>
      <p:nvGrpSpPr>
        <p:cNvPr id="860" name="Shape 860"/>
        <p:cNvGrpSpPr/>
        <p:nvPr/>
      </p:nvGrpSpPr>
      <p:grpSpPr>
        <a:xfrm>
          <a:off x="0" y="0"/>
          <a:ext cx="0" cy="0"/>
          <a:chOff x="0" y="0"/>
          <a:chExt cx="0" cy="0"/>
        </a:xfrm>
      </p:grpSpPr>
      <p:pic>
        <p:nvPicPr>
          <p:cNvPr id="861" name="Google Shape;861;p63"/>
          <p:cNvPicPr preferRelativeResize="0"/>
          <p:nvPr/>
        </p:nvPicPr>
        <p:blipFill>
          <a:blip r:embed="rId2">
            <a:alphaModFix/>
          </a:blip>
          <a:stretch>
            <a:fillRect/>
          </a:stretch>
        </p:blipFill>
        <p:spPr>
          <a:xfrm>
            <a:off x="0" y="0"/>
            <a:ext cx="9144003" cy="5143501"/>
          </a:xfrm>
          <a:prstGeom prst="rect">
            <a:avLst/>
          </a:prstGeom>
          <a:noFill/>
          <a:ln>
            <a:noFill/>
          </a:ln>
        </p:spPr>
      </p:pic>
      <p:sp>
        <p:nvSpPr>
          <p:cNvPr id="862" name="Google Shape;862;p63"/>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3" name="Google Shape;863;p63"/>
          <p:cNvSpPr txBox="1"/>
          <p:nvPr>
            <p:ph idx="1" type="subTitle"/>
          </p:nvPr>
        </p:nvSpPr>
        <p:spPr>
          <a:xfrm>
            <a:off x="713520"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64" name="Google Shape;864;p63"/>
          <p:cNvSpPr txBox="1"/>
          <p:nvPr>
            <p:ph idx="2" type="title"/>
          </p:nvPr>
        </p:nvSpPr>
        <p:spPr>
          <a:xfrm>
            <a:off x="713500"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65" name="Google Shape;865;p63"/>
          <p:cNvSpPr txBox="1"/>
          <p:nvPr>
            <p:ph idx="3" type="subTitle"/>
          </p:nvPr>
        </p:nvSpPr>
        <p:spPr>
          <a:xfrm>
            <a:off x="3431534"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66" name="Google Shape;866;p63"/>
          <p:cNvSpPr txBox="1"/>
          <p:nvPr>
            <p:ph idx="4" type="title"/>
          </p:nvPr>
        </p:nvSpPr>
        <p:spPr>
          <a:xfrm>
            <a:off x="3431513"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67" name="Google Shape;867;p63"/>
          <p:cNvSpPr txBox="1"/>
          <p:nvPr>
            <p:ph idx="5" type="subTitle"/>
          </p:nvPr>
        </p:nvSpPr>
        <p:spPr>
          <a:xfrm>
            <a:off x="713520"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68" name="Google Shape;868;p63"/>
          <p:cNvSpPr txBox="1"/>
          <p:nvPr>
            <p:ph idx="6" type="title"/>
          </p:nvPr>
        </p:nvSpPr>
        <p:spPr>
          <a:xfrm>
            <a:off x="713520"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69" name="Google Shape;869;p63"/>
          <p:cNvSpPr txBox="1"/>
          <p:nvPr>
            <p:ph idx="7" type="subTitle"/>
          </p:nvPr>
        </p:nvSpPr>
        <p:spPr>
          <a:xfrm>
            <a:off x="3431534"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70" name="Google Shape;870;p63"/>
          <p:cNvSpPr txBox="1"/>
          <p:nvPr>
            <p:ph idx="8" type="title"/>
          </p:nvPr>
        </p:nvSpPr>
        <p:spPr>
          <a:xfrm>
            <a:off x="3431535"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71" name="Google Shape;871;p63"/>
          <p:cNvSpPr txBox="1"/>
          <p:nvPr>
            <p:ph idx="9" type="subTitle"/>
          </p:nvPr>
        </p:nvSpPr>
        <p:spPr>
          <a:xfrm>
            <a:off x="6149571" y="39900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72" name="Google Shape;872;p63"/>
          <p:cNvSpPr txBox="1"/>
          <p:nvPr>
            <p:ph idx="13" type="title"/>
          </p:nvPr>
        </p:nvSpPr>
        <p:spPr>
          <a:xfrm>
            <a:off x="6149551" y="3675875"/>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73" name="Google Shape;873;p63"/>
          <p:cNvSpPr txBox="1"/>
          <p:nvPr>
            <p:ph idx="14" type="subTitle"/>
          </p:nvPr>
        </p:nvSpPr>
        <p:spPr>
          <a:xfrm>
            <a:off x="6149571" y="2207200"/>
            <a:ext cx="2283600" cy="618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74" name="Google Shape;874;p63"/>
          <p:cNvSpPr txBox="1"/>
          <p:nvPr>
            <p:ph idx="15" type="title"/>
          </p:nvPr>
        </p:nvSpPr>
        <p:spPr>
          <a:xfrm>
            <a:off x="6149573" y="1892950"/>
            <a:ext cx="2283600" cy="4362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p:txBody>
      </p:sp>
      <p:sp>
        <p:nvSpPr>
          <p:cNvPr id="875" name="Google Shape;875;p63"/>
          <p:cNvSpPr/>
          <p:nvPr/>
        </p:nvSpPr>
        <p:spPr>
          <a:xfrm flipH="1" rot="5400000">
            <a:off x="8055736" y="4080523"/>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6" name="Google Shape;876;p63"/>
          <p:cNvGrpSpPr/>
          <p:nvPr/>
        </p:nvGrpSpPr>
        <p:grpSpPr>
          <a:xfrm flipH="1" rot="5400000">
            <a:off x="-86366" y="-195577"/>
            <a:ext cx="1223111" cy="1284342"/>
            <a:chOff x="6183384" y="3220573"/>
            <a:chExt cx="1223111" cy="1284342"/>
          </a:xfrm>
        </p:grpSpPr>
        <p:sp>
          <p:nvSpPr>
            <p:cNvPr id="877" name="Google Shape;877;p63"/>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63"/>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9" name="Google Shape;879;p63"/>
          <p:cNvSpPr/>
          <p:nvPr/>
        </p:nvSpPr>
        <p:spPr>
          <a:xfrm rot="2003581">
            <a:off x="246324" y="4417128"/>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3"/>
          <p:cNvSpPr/>
          <p:nvPr/>
        </p:nvSpPr>
        <p:spPr>
          <a:xfrm rot="527880">
            <a:off x="1173468" y="4527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3"/>
          <p:cNvSpPr/>
          <p:nvPr/>
        </p:nvSpPr>
        <p:spPr>
          <a:xfrm rot="527880">
            <a:off x="8681293" y="39964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spTree>
      <p:nvGrpSpPr>
        <p:cNvPr id="882" name="Shape 882"/>
        <p:cNvGrpSpPr/>
        <p:nvPr/>
      </p:nvGrpSpPr>
      <p:grpSpPr>
        <a:xfrm>
          <a:off x="0" y="0"/>
          <a:ext cx="0" cy="0"/>
          <a:chOff x="0" y="0"/>
          <a:chExt cx="0" cy="0"/>
        </a:xfrm>
      </p:grpSpPr>
      <p:pic>
        <p:nvPicPr>
          <p:cNvPr id="883" name="Google Shape;883;p64"/>
          <p:cNvPicPr preferRelativeResize="0"/>
          <p:nvPr/>
        </p:nvPicPr>
        <p:blipFill>
          <a:blip r:embed="rId2">
            <a:alphaModFix/>
          </a:blip>
          <a:stretch>
            <a:fillRect/>
          </a:stretch>
        </p:blipFill>
        <p:spPr>
          <a:xfrm>
            <a:off x="0" y="0"/>
            <a:ext cx="9144003" cy="5143501"/>
          </a:xfrm>
          <a:prstGeom prst="rect">
            <a:avLst/>
          </a:prstGeom>
          <a:noFill/>
          <a:ln>
            <a:noFill/>
          </a:ln>
        </p:spPr>
      </p:pic>
      <p:sp>
        <p:nvSpPr>
          <p:cNvPr id="884" name="Google Shape;884;p64"/>
          <p:cNvSpPr txBox="1"/>
          <p:nvPr>
            <p:ph type="title"/>
          </p:nvPr>
        </p:nvSpPr>
        <p:spPr>
          <a:xfrm>
            <a:off x="4573300" y="1695738"/>
            <a:ext cx="3859800" cy="698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5" name="Google Shape;885;p64"/>
          <p:cNvSpPr txBox="1"/>
          <p:nvPr>
            <p:ph idx="1" type="subTitle"/>
          </p:nvPr>
        </p:nvSpPr>
        <p:spPr>
          <a:xfrm>
            <a:off x="4573300" y="2485963"/>
            <a:ext cx="3859800" cy="961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86" name="Google Shape;886;p64"/>
          <p:cNvSpPr/>
          <p:nvPr>
            <p:ph idx="2" type="pic"/>
          </p:nvPr>
        </p:nvSpPr>
        <p:spPr>
          <a:xfrm>
            <a:off x="799175" y="1103500"/>
            <a:ext cx="3150000" cy="3150000"/>
          </a:xfrm>
          <a:prstGeom prst="ellipse">
            <a:avLst/>
          </a:prstGeom>
          <a:noFill/>
          <a:ln cap="flat" cmpd="sng" w="114300">
            <a:solidFill>
              <a:schemeClr val="dk2"/>
            </a:solidFill>
            <a:prstDash val="solid"/>
            <a:round/>
            <a:headEnd len="sm" w="sm" type="none"/>
            <a:tailEnd len="sm" w="sm" type="none"/>
          </a:ln>
        </p:spPr>
      </p:sp>
      <p:grpSp>
        <p:nvGrpSpPr>
          <p:cNvPr id="887" name="Google Shape;887;p64"/>
          <p:cNvGrpSpPr/>
          <p:nvPr/>
        </p:nvGrpSpPr>
        <p:grpSpPr>
          <a:xfrm flipH="1">
            <a:off x="8263487" y="4195053"/>
            <a:ext cx="472093" cy="385486"/>
            <a:chOff x="3093501" y="886401"/>
            <a:chExt cx="376440" cy="307405"/>
          </a:xfrm>
        </p:grpSpPr>
        <p:sp>
          <p:nvSpPr>
            <p:cNvPr id="888" name="Google Shape;888;p64"/>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4"/>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4"/>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4"/>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64"/>
          <p:cNvGrpSpPr/>
          <p:nvPr/>
        </p:nvGrpSpPr>
        <p:grpSpPr>
          <a:xfrm flipH="1">
            <a:off x="713511" y="404767"/>
            <a:ext cx="319710" cy="261048"/>
            <a:chOff x="3093501" y="886401"/>
            <a:chExt cx="376440" cy="307405"/>
          </a:xfrm>
        </p:grpSpPr>
        <p:sp>
          <p:nvSpPr>
            <p:cNvPr id="893" name="Google Shape;893;p64"/>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4"/>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4"/>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4"/>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897" name="Shape 897"/>
        <p:cNvGrpSpPr/>
        <p:nvPr/>
      </p:nvGrpSpPr>
      <p:grpSpPr>
        <a:xfrm>
          <a:off x="0" y="0"/>
          <a:ext cx="0" cy="0"/>
          <a:chOff x="0" y="0"/>
          <a:chExt cx="0" cy="0"/>
        </a:xfrm>
      </p:grpSpPr>
      <p:pic>
        <p:nvPicPr>
          <p:cNvPr id="898" name="Google Shape;898;p65"/>
          <p:cNvPicPr preferRelativeResize="0"/>
          <p:nvPr/>
        </p:nvPicPr>
        <p:blipFill>
          <a:blip r:embed="rId2">
            <a:alphaModFix/>
          </a:blip>
          <a:stretch>
            <a:fillRect/>
          </a:stretch>
        </p:blipFill>
        <p:spPr>
          <a:xfrm>
            <a:off x="0" y="0"/>
            <a:ext cx="9144003" cy="5143501"/>
          </a:xfrm>
          <a:prstGeom prst="rect">
            <a:avLst/>
          </a:prstGeom>
          <a:noFill/>
          <a:ln>
            <a:noFill/>
          </a:ln>
        </p:spPr>
      </p:pic>
      <p:sp>
        <p:nvSpPr>
          <p:cNvPr id="899" name="Google Shape;899;p65"/>
          <p:cNvSpPr txBox="1"/>
          <p:nvPr>
            <p:ph type="title"/>
          </p:nvPr>
        </p:nvSpPr>
        <p:spPr>
          <a:xfrm>
            <a:off x="1169450" y="1242963"/>
            <a:ext cx="2561700" cy="124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0" name="Google Shape;900;p65"/>
          <p:cNvSpPr txBox="1"/>
          <p:nvPr>
            <p:ph idx="1" type="subTitle"/>
          </p:nvPr>
        </p:nvSpPr>
        <p:spPr>
          <a:xfrm>
            <a:off x="1169450" y="2566588"/>
            <a:ext cx="25617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901" name="Google Shape;901;p65"/>
          <p:cNvGrpSpPr/>
          <p:nvPr/>
        </p:nvGrpSpPr>
        <p:grpSpPr>
          <a:xfrm>
            <a:off x="326575" y="1242966"/>
            <a:ext cx="308156" cy="307957"/>
            <a:chOff x="1731463" y="2852141"/>
            <a:chExt cx="308156" cy="307957"/>
          </a:xfrm>
        </p:grpSpPr>
        <p:sp>
          <p:nvSpPr>
            <p:cNvPr id="902" name="Google Shape;902;p65"/>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5"/>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5"/>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65"/>
          <p:cNvGrpSpPr/>
          <p:nvPr/>
        </p:nvGrpSpPr>
        <p:grpSpPr>
          <a:xfrm>
            <a:off x="3115041" y="351251"/>
            <a:ext cx="256256" cy="237806"/>
            <a:chOff x="1105208" y="2882758"/>
            <a:chExt cx="298911" cy="277390"/>
          </a:xfrm>
        </p:grpSpPr>
        <p:sp>
          <p:nvSpPr>
            <p:cNvPr id="906" name="Google Shape;906;p65"/>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5"/>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5"/>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5"/>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5"/>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5"/>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5"/>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5"/>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5"/>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5"/>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 name="Google Shape;916;p65"/>
          <p:cNvGrpSpPr/>
          <p:nvPr/>
        </p:nvGrpSpPr>
        <p:grpSpPr>
          <a:xfrm flipH="1">
            <a:off x="8321486" y="469929"/>
            <a:ext cx="319710" cy="261048"/>
            <a:chOff x="3093501" y="886401"/>
            <a:chExt cx="376440" cy="307405"/>
          </a:xfrm>
        </p:grpSpPr>
        <p:sp>
          <p:nvSpPr>
            <p:cNvPr id="917" name="Google Shape;917;p6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
    <p:spTree>
      <p:nvGrpSpPr>
        <p:cNvPr id="921" name="Shape 921"/>
        <p:cNvGrpSpPr/>
        <p:nvPr/>
      </p:nvGrpSpPr>
      <p:grpSpPr>
        <a:xfrm>
          <a:off x="0" y="0"/>
          <a:ext cx="0" cy="0"/>
          <a:chOff x="0" y="0"/>
          <a:chExt cx="0" cy="0"/>
        </a:xfrm>
      </p:grpSpPr>
      <p:pic>
        <p:nvPicPr>
          <p:cNvPr id="922" name="Google Shape;922;p66"/>
          <p:cNvPicPr preferRelativeResize="0"/>
          <p:nvPr/>
        </p:nvPicPr>
        <p:blipFill>
          <a:blip r:embed="rId2">
            <a:alphaModFix/>
          </a:blip>
          <a:stretch>
            <a:fillRect/>
          </a:stretch>
        </p:blipFill>
        <p:spPr>
          <a:xfrm>
            <a:off x="0" y="0"/>
            <a:ext cx="9144003" cy="5143501"/>
          </a:xfrm>
          <a:prstGeom prst="rect">
            <a:avLst/>
          </a:prstGeom>
          <a:noFill/>
          <a:ln>
            <a:noFill/>
          </a:ln>
        </p:spPr>
      </p:pic>
      <p:sp>
        <p:nvSpPr>
          <p:cNvPr id="923" name="Google Shape;923;p66"/>
          <p:cNvSpPr txBox="1"/>
          <p:nvPr>
            <p:ph type="title"/>
          </p:nvPr>
        </p:nvSpPr>
        <p:spPr>
          <a:xfrm>
            <a:off x="4573300" y="1346688"/>
            <a:ext cx="2561700" cy="124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4" name="Google Shape;924;p66"/>
          <p:cNvSpPr txBox="1"/>
          <p:nvPr>
            <p:ph idx="1" type="subTitle"/>
          </p:nvPr>
        </p:nvSpPr>
        <p:spPr>
          <a:xfrm>
            <a:off x="4573300" y="2670313"/>
            <a:ext cx="25617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25" name="Google Shape;925;p66"/>
          <p:cNvSpPr/>
          <p:nvPr/>
        </p:nvSpPr>
        <p:spPr>
          <a:xfrm rot="527880">
            <a:off x="616218" y="491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6"/>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5_1_1">
    <p:spTree>
      <p:nvGrpSpPr>
        <p:cNvPr id="927" name="Shape 927"/>
        <p:cNvGrpSpPr/>
        <p:nvPr/>
      </p:nvGrpSpPr>
      <p:grpSpPr>
        <a:xfrm>
          <a:off x="0" y="0"/>
          <a:ext cx="0" cy="0"/>
          <a:chOff x="0" y="0"/>
          <a:chExt cx="0" cy="0"/>
        </a:xfrm>
      </p:grpSpPr>
      <p:pic>
        <p:nvPicPr>
          <p:cNvPr id="928" name="Google Shape;928;p67"/>
          <p:cNvPicPr preferRelativeResize="0"/>
          <p:nvPr/>
        </p:nvPicPr>
        <p:blipFill>
          <a:blip r:embed="rId2">
            <a:alphaModFix/>
          </a:blip>
          <a:stretch>
            <a:fillRect/>
          </a:stretch>
        </p:blipFill>
        <p:spPr>
          <a:xfrm>
            <a:off x="0" y="0"/>
            <a:ext cx="9144003" cy="5143501"/>
          </a:xfrm>
          <a:prstGeom prst="rect">
            <a:avLst/>
          </a:prstGeom>
          <a:noFill/>
          <a:ln>
            <a:noFill/>
          </a:ln>
        </p:spPr>
      </p:pic>
      <p:sp>
        <p:nvSpPr>
          <p:cNvPr id="929" name="Google Shape;929;p67"/>
          <p:cNvSpPr txBox="1"/>
          <p:nvPr>
            <p:ph type="title"/>
          </p:nvPr>
        </p:nvSpPr>
        <p:spPr>
          <a:xfrm>
            <a:off x="2250775" y="1275725"/>
            <a:ext cx="2561700" cy="1249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30" name="Google Shape;930;p67"/>
          <p:cNvSpPr txBox="1"/>
          <p:nvPr>
            <p:ph idx="1" type="subTitle"/>
          </p:nvPr>
        </p:nvSpPr>
        <p:spPr>
          <a:xfrm>
            <a:off x="2250775" y="2599350"/>
            <a:ext cx="2561700" cy="11265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931" name="Google Shape;931;p67"/>
          <p:cNvGrpSpPr/>
          <p:nvPr/>
        </p:nvGrpSpPr>
        <p:grpSpPr>
          <a:xfrm>
            <a:off x="438191" y="3298076"/>
            <a:ext cx="256256" cy="237806"/>
            <a:chOff x="1105208" y="2882758"/>
            <a:chExt cx="298911" cy="277390"/>
          </a:xfrm>
        </p:grpSpPr>
        <p:sp>
          <p:nvSpPr>
            <p:cNvPr id="932" name="Google Shape;932;p67"/>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7"/>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7"/>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67"/>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7"/>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67"/>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7"/>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67"/>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7"/>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7"/>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 name="Google Shape;942;p67"/>
          <p:cNvGrpSpPr/>
          <p:nvPr/>
        </p:nvGrpSpPr>
        <p:grpSpPr>
          <a:xfrm flipH="1">
            <a:off x="2791486" y="404779"/>
            <a:ext cx="319710" cy="261048"/>
            <a:chOff x="3093501" y="886401"/>
            <a:chExt cx="376440" cy="307405"/>
          </a:xfrm>
        </p:grpSpPr>
        <p:sp>
          <p:nvSpPr>
            <p:cNvPr id="943" name="Google Shape;943;p6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6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6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5_1_1_1">
    <p:spTree>
      <p:nvGrpSpPr>
        <p:cNvPr id="947" name="Shape 947"/>
        <p:cNvGrpSpPr/>
        <p:nvPr/>
      </p:nvGrpSpPr>
      <p:grpSpPr>
        <a:xfrm>
          <a:off x="0" y="0"/>
          <a:ext cx="0" cy="0"/>
          <a:chOff x="0" y="0"/>
          <a:chExt cx="0" cy="0"/>
        </a:xfrm>
      </p:grpSpPr>
      <p:pic>
        <p:nvPicPr>
          <p:cNvPr id="948" name="Google Shape;948;p68"/>
          <p:cNvPicPr preferRelativeResize="0"/>
          <p:nvPr/>
        </p:nvPicPr>
        <p:blipFill>
          <a:blip r:embed="rId2">
            <a:alphaModFix/>
          </a:blip>
          <a:stretch>
            <a:fillRect/>
          </a:stretch>
        </p:blipFill>
        <p:spPr>
          <a:xfrm>
            <a:off x="0" y="0"/>
            <a:ext cx="9144003" cy="5143501"/>
          </a:xfrm>
          <a:prstGeom prst="rect">
            <a:avLst/>
          </a:prstGeom>
          <a:noFill/>
          <a:ln>
            <a:noFill/>
          </a:ln>
        </p:spPr>
      </p:pic>
      <p:sp>
        <p:nvSpPr>
          <p:cNvPr id="949" name="Google Shape;949;p68"/>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950" name="Google Shape;950;p68"/>
          <p:cNvSpPr txBox="1"/>
          <p:nvPr>
            <p:ph idx="1" type="subTitle"/>
          </p:nvPr>
        </p:nvSpPr>
        <p:spPr>
          <a:xfrm>
            <a:off x="713500" y="1114925"/>
            <a:ext cx="7719600" cy="164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5_1_1_1_1">
    <p:spTree>
      <p:nvGrpSpPr>
        <p:cNvPr id="951" name="Shape 951"/>
        <p:cNvGrpSpPr/>
        <p:nvPr/>
      </p:nvGrpSpPr>
      <p:grpSpPr>
        <a:xfrm>
          <a:off x="0" y="0"/>
          <a:ext cx="0" cy="0"/>
          <a:chOff x="0" y="0"/>
          <a:chExt cx="0" cy="0"/>
        </a:xfrm>
      </p:grpSpPr>
      <p:pic>
        <p:nvPicPr>
          <p:cNvPr id="952" name="Google Shape;952;p69"/>
          <p:cNvPicPr preferRelativeResize="0"/>
          <p:nvPr/>
        </p:nvPicPr>
        <p:blipFill>
          <a:blip r:embed="rId2">
            <a:alphaModFix/>
          </a:blip>
          <a:stretch>
            <a:fillRect/>
          </a:stretch>
        </p:blipFill>
        <p:spPr>
          <a:xfrm>
            <a:off x="0" y="0"/>
            <a:ext cx="9144003" cy="5143501"/>
          </a:xfrm>
          <a:prstGeom prst="rect">
            <a:avLst/>
          </a:prstGeom>
          <a:noFill/>
          <a:ln>
            <a:noFill/>
          </a:ln>
        </p:spPr>
      </p:pic>
      <p:sp>
        <p:nvSpPr>
          <p:cNvPr id="953" name="Google Shape;953;p6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p:txBody>
      </p:sp>
      <p:sp>
        <p:nvSpPr>
          <p:cNvPr id="954" name="Google Shape;954;p69"/>
          <p:cNvSpPr txBox="1"/>
          <p:nvPr>
            <p:ph idx="1" type="subTitle"/>
          </p:nvPr>
        </p:nvSpPr>
        <p:spPr>
          <a:xfrm>
            <a:off x="713500" y="1123368"/>
            <a:ext cx="3859800" cy="321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
        <p:nvSpPr>
          <p:cNvPr id="955" name="Google Shape;955;p69"/>
          <p:cNvSpPr txBox="1"/>
          <p:nvPr>
            <p:ph idx="2" type="subTitle"/>
          </p:nvPr>
        </p:nvSpPr>
        <p:spPr>
          <a:xfrm>
            <a:off x="4991075" y="1537711"/>
            <a:ext cx="3433200" cy="182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6">
    <p:spTree>
      <p:nvGrpSpPr>
        <p:cNvPr id="956" name="Shape 956"/>
        <p:cNvGrpSpPr/>
        <p:nvPr/>
      </p:nvGrpSpPr>
      <p:grpSpPr>
        <a:xfrm>
          <a:off x="0" y="0"/>
          <a:ext cx="0" cy="0"/>
          <a:chOff x="0" y="0"/>
          <a:chExt cx="0" cy="0"/>
        </a:xfrm>
      </p:grpSpPr>
      <p:pic>
        <p:nvPicPr>
          <p:cNvPr id="957" name="Google Shape;957;p70"/>
          <p:cNvPicPr preferRelativeResize="0"/>
          <p:nvPr/>
        </p:nvPicPr>
        <p:blipFill>
          <a:blip r:embed="rId2">
            <a:alphaModFix/>
          </a:blip>
          <a:stretch>
            <a:fillRect/>
          </a:stretch>
        </p:blipFill>
        <p:spPr>
          <a:xfrm>
            <a:off x="0" y="0"/>
            <a:ext cx="9144003" cy="5143501"/>
          </a:xfrm>
          <a:prstGeom prst="rect">
            <a:avLst/>
          </a:prstGeom>
          <a:noFill/>
          <a:ln>
            <a:noFill/>
          </a:ln>
        </p:spPr>
      </p:pic>
      <p:sp>
        <p:nvSpPr>
          <p:cNvPr id="958" name="Google Shape;958;p70"/>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59" name="Google Shape;959;p70"/>
          <p:cNvGrpSpPr/>
          <p:nvPr/>
        </p:nvGrpSpPr>
        <p:grpSpPr>
          <a:xfrm flipH="1">
            <a:off x="6014591" y="-170938"/>
            <a:ext cx="4087807" cy="2111185"/>
            <a:chOff x="-1073259" y="-47900"/>
            <a:chExt cx="4087807" cy="2111185"/>
          </a:xfrm>
        </p:grpSpPr>
        <p:sp>
          <p:nvSpPr>
            <p:cNvPr id="960" name="Google Shape;960;p70"/>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0"/>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2" name="Google Shape;962;p70"/>
          <p:cNvSpPr/>
          <p:nvPr/>
        </p:nvSpPr>
        <p:spPr>
          <a:xfrm rot="-262689">
            <a:off x="323733" y="2888870"/>
            <a:ext cx="91164"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6_1">
    <p:spTree>
      <p:nvGrpSpPr>
        <p:cNvPr id="963" name="Shape 963"/>
        <p:cNvGrpSpPr/>
        <p:nvPr/>
      </p:nvGrpSpPr>
      <p:grpSpPr>
        <a:xfrm>
          <a:off x="0" y="0"/>
          <a:ext cx="0" cy="0"/>
          <a:chOff x="0" y="0"/>
          <a:chExt cx="0" cy="0"/>
        </a:xfrm>
      </p:grpSpPr>
      <p:pic>
        <p:nvPicPr>
          <p:cNvPr id="964" name="Google Shape;964;p71"/>
          <p:cNvPicPr preferRelativeResize="0"/>
          <p:nvPr/>
        </p:nvPicPr>
        <p:blipFill>
          <a:blip r:embed="rId2">
            <a:alphaModFix/>
          </a:blip>
          <a:stretch>
            <a:fillRect/>
          </a:stretch>
        </p:blipFill>
        <p:spPr>
          <a:xfrm>
            <a:off x="0" y="0"/>
            <a:ext cx="9144003" cy="5143501"/>
          </a:xfrm>
          <a:prstGeom prst="rect">
            <a:avLst/>
          </a:prstGeom>
          <a:noFill/>
          <a:ln>
            <a:noFill/>
          </a:ln>
        </p:spPr>
      </p:pic>
      <p:sp>
        <p:nvSpPr>
          <p:cNvPr id="965" name="Google Shape;965;p71"/>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6" name="Google Shape;966;p71"/>
          <p:cNvSpPr/>
          <p:nvPr/>
        </p:nvSpPr>
        <p:spPr>
          <a:xfrm flipH="1" rot="5400000">
            <a:off x="8055736" y="4080523"/>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7" name="Google Shape;967;p71"/>
          <p:cNvGrpSpPr/>
          <p:nvPr/>
        </p:nvGrpSpPr>
        <p:grpSpPr>
          <a:xfrm flipH="1" rot="5400000">
            <a:off x="-86366" y="-195577"/>
            <a:ext cx="1223111" cy="1284342"/>
            <a:chOff x="6183384" y="3220573"/>
            <a:chExt cx="1223111" cy="1284342"/>
          </a:xfrm>
        </p:grpSpPr>
        <p:sp>
          <p:nvSpPr>
            <p:cNvPr id="968" name="Google Shape;968;p71"/>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1"/>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71"/>
          <p:cNvGrpSpPr/>
          <p:nvPr/>
        </p:nvGrpSpPr>
        <p:grpSpPr>
          <a:xfrm flipH="1">
            <a:off x="8245786" y="479029"/>
            <a:ext cx="319710" cy="261048"/>
            <a:chOff x="3093501" y="886401"/>
            <a:chExt cx="376440" cy="307405"/>
          </a:xfrm>
        </p:grpSpPr>
        <p:sp>
          <p:nvSpPr>
            <p:cNvPr id="971" name="Google Shape;971;p71"/>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1"/>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1"/>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71"/>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71"/>
          <p:cNvGrpSpPr/>
          <p:nvPr/>
        </p:nvGrpSpPr>
        <p:grpSpPr>
          <a:xfrm flipH="1">
            <a:off x="2412136" y="4637704"/>
            <a:ext cx="319710" cy="261048"/>
            <a:chOff x="3093501" y="886401"/>
            <a:chExt cx="376440" cy="307405"/>
          </a:xfrm>
        </p:grpSpPr>
        <p:sp>
          <p:nvSpPr>
            <p:cNvPr id="976" name="Google Shape;976;p71"/>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1"/>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1"/>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1"/>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0" name="Google Shape;980;p71"/>
          <p:cNvSpPr/>
          <p:nvPr/>
        </p:nvSpPr>
        <p:spPr>
          <a:xfrm rot="433506">
            <a:off x="341324" y="4469329"/>
            <a:ext cx="166103" cy="158548"/>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1"/>
          <p:cNvSpPr/>
          <p:nvPr/>
        </p:nvSpPr>
        <p:spPr>
          <a:xfrm rot="527880">
            <a:off x="3990856" y="2604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_1_1">
    <p:spTree>
      <p:nvGrpSpPr>
        <p:cNvPr id="982" name="Shape 982"/>
        <p:cNvGrpSpPr/>
        <p:nvPr/>
      </p:nvGrpSpPr>
      <p:grpSpPr>
        <a:xfrm>
          <a:off x="0" y="0"/>
          <a:ext cx="0" cy="0"/>
          <a:chOff x="0" y="0"/>
          <a:chExt cx="0" cy="0"/>
        </a:xfrm>
      </p:grpSpPr>
      <p:pic>
        <p:nvPicPr>
          <p:cNvPr id="983" name="Google Shape;983;p72"/>
          <p:cNvPicPr preferRelativeResize="0"/>
          <p:nvPr/>
        </p:nvPicPr>
        <p:blipFill>
          <a:blip r:embed="rId2">
            <a:alphaModFix/>
          </a:blip>
          <a:stretch>
            <a:fillRect/>
          </a:stretch>
        </p:blipFill>
        <p:spPr>
          <a:xfrm>
            <a:off x="0" y="0"/>
            <a:ext cx="9144003" cy="5143501"/>
          </a:xfrm>
          <a:prstGeom prst="rect">
            <a:avLst/>
          </a:prstGeom>
          <a:noFill/>
          <a:ln>
            <a:noFill/>
          </a:ln>
        </p:spPr>
      </p:pic>
      <p:sp>
        <p:nvSpPr>
          <p:cNvPr id="984" name="Google Shape;984;p72"/>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85" name="Google Shape;985;p72"/>
          <p:cNvGrpSpPr/>
          <p:nvPr/>
        </p:nvGrpSpPr>
        <p:grpSpPr>
          <a:xfrm>
            <a:off x="-1073259" y="-47900"/>
            <a:ext cx="4087807" cy="2111185"/>
            <a:chOff x="-1073259" y="-47900"/>
            <a:chExt cx="4087807" cy="2111185"/>
          </a:xfrm>
        </p:grpSpPr>
        <p:sp>
          <p:nvSpPr>
            <p:cNvPr id="986" name="Google Shape;986;p72"/>
            <p:cNvSpPr/>
            <p:nvPr/>
          </p:nvSpPr>
          <p:spPr>
            <a:xfrm>
              <a:off x="-283200" y="-47900"/>
              <a:ext cx="3297748" cy="1238264"/>
            </a:xfrm>
            <a:custGeom>
              <a:rect b="b" l="l" r="r" t="t"/>
              <a:pathLst>
                <a:path extrusionOk="0" h="11530" w="30706">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72"/>
            <p:cNvSpPr/>
            <p:nvPr/>
          </p:nvSpPr>
          <p:spPr>
            <a:xfrm>
              <a:off x="-1073259" y="686765"/>
              <a:ext cx="1972666" cy="1376520"/>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8" name="Google Shape;988;p72"/>
          <p:cNvSpPr/>
          <p:nvPr/>
        </p:nvSpPr>
        <p:spPr>
          <a:xfrm rot="527880">
            <a:off x="616218" y="1240470"/>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2"/>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0" name="Google Shape;990;p72"/>
          <p:cNvGrpSpPr/>
          <p:nvPr/>
        </p:nvGrpSpPr>
        <p:grpSpPr>
          <a:xfrm rot="5400000">
            <a:off x="-115316" y="4031073"/>
            <a:ext cx="1223111" cy="1284342"/>
            <a:chOff x="6183384" y="3220573"/>
            <a:chExt cx="1223111" cy="1284342"/>
          </a:xfrm>
        </p:grpSpPr>
        <p:sp>
          <p:nvSpPr>
            <p:cNvPr id="991" name="Google Shape;991;p72"/>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2"/>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3" name="Google Shape;993;p72"/>
          <p:cNvSpPr/>
          <p:nvPr/>
        </p:nvSpPr>
        <p:spPr>
          <a:xfrm rot="2003581">
            <a:off x="2668387" y="24420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2"/>
          <p:cNvSpPr/>
          <p:nvPr/>
        </p:nvSpPr>
        <p:spPr>
          <a:xfrm rot="527880">
            <a:off x="8574768" y="330565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2"/>
          <p:cNvSpPr/>
          <p:nvPr/>
        </p:nvSpPr>
        <p:spPr>
          <a:xfrm rot="527880">
            <a:off x="7843893" y="4418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6_1_1_1">
    <p:spTree>
      <p:nvGrpSpPr>
        <p:cNvPr id="996" name="Shape 996"/>
        <p:cNvGrpSpPr/>
        <p:nvPr/>
      </p:nvGrpSpPr>
      <p:grpSpPr>
        <a:xfrm>
          <a:off x="0" y="0"/>
          <a:ext cx="0" cy="0"/>
          <a:chOff x="0" y="0"/>
          <a:chExt cx="0" cy="0"/>
        </a:xfrm>
      </p:grpSpPr>
      <p:pic>
        <p:nvPicPr>
          <p:cNvPr id="997" name="Google Shape;997;p73"/>
          <p:cNvPicPr preferRelativeResize="0"/>
          <p:nvPr/>
        </p:nvPicPr>
        <p:blipFill>
          <a:blip r:embed="rId2">
            <a:alphaModFix/>
          </a:blip>
          <a:stretch>
            <a:fillRect/>
          </a:stretch>
        </p:blipFill>
        <p:spPr>
          <a:xfrm>
            <a:off x="0" y="0"/>
            <a:ext cx="9144003" cy="5143501"/>
          </a:xfrm>
          <a:prstGeom prst="rect">
            <a:avLst/>
          </a:prstGeom>
          <a:noFill/>
          <a:ln>
            <a:noFill/>
          </a:ln>
        </p:spPr>
      </p:pic>
      <p:sp>
        <p:nvSpPr>
          <p:cNvPr id="998" name="Google Shape;998;p73"/>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9" name="Google Shape;999;p73"/>
          <p:cNvSpPr/>
          <p:nvPr/>
        </p:nvSpPr>
        <p:spPr>
          <a:xfrm rot="5400000">
            <a:off x="8113661" y="-28689"/>
            <a:ext cx="1245083" cy="1127967"/>
          </a:xfrm>
          <a:custGeom>
            <a:rect b="b" l="l" r="r" t="t"/>
            <a:pathLst>
              <a:path extrusionOk="0" h="16633" w="1836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0" name="Google Shape;1000;p73"/>
          <p:cNvGrpSpPr/>
          <p:nvPr/>
        </p:nvGrpSpPr>
        <p:grpSpPr>
          <a:xfrm rot="5400000">
            <a:off x="-115316" y="4031073"/>
            <a:ext cx="1223111" cy="1284342"/>
            <a:chOff x="6183384" y="3220573"/>
            <a:chExt cx="1223111" cy="1284342"/>
          </a:xfrm>
        </p:grpSpPr>
        <p:sp>
          <p:nvSpPr>
            <p:cNvPr id="1001" name="Google Shape;1001;p73"/>
            <p:cNvSpPr/>
            <p:nvPr/>
          </p:nvSpPr>
          <p:spPr>
            <a:xfrm>
              <a:off x="6695990" y="3890987"/>
              <a:ext cx="710498" cy="613929"/>
            </a:xfrm>
            <a:custGeom>
              <a:rect b="b" l="l" r="r" t="t"/>
              <a:pathLst>
                <a:path extrusionOk="0" h="9053" w="10477">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3"/>
            <p:cNvSpPr/>
            <p:nvPr/>
          </p:nvSpPr>
          <p:spPr>
            <a:xfrm>
              <a:off x="6183384" y="3220573"/>
              <a:ext cx="1223111" cy="1283941"/>
            </a:xfrm>
            <a:custGeom>
              <a:rect b="b" l="l" r="r" t="t"/>
              <a:pathLst>
                <a:path extrusionOk="0" h="18933" w="18036">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3" name="Google Shape;1003;p73"/>
          <p:cNvSpPr/>
          <p:nvPr/>
        </p:nvSpPr>
        <p:spPr>
          <a:xfrm rot="10800000">
            <a:off x="7780722" y="-182174"/>
            <a:ext cx="1418079" cy="1037841"/>
          </a:xfrm>
          <a:custGeom>
            <a:rect b="b" l="l" r="r" t="t"/>
            <a:pathLst>
              <a:path extrusionOk="0" h="15304" w="20911">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3"/>
          <p:cNvSpPr/>
          <p:nvPr/>
        </p:nvSpPr>
        <p:spPr>
          <a:xfrm rot="-1342692">
            <a:off x="523461" y="2979741"/>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3"/>
          <p:cNvSpPr/>
          <p:nvPr/>
        </p:nvSpPr>
        <p:spPr>
          <a:xfrm rot="527880">
            <a:off x="3074893" y="4564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3"/>
          <p:cNvSpPr/>
          <p:nvPr/>
        </p:nvSpPr>
        <p:spPr>
          <a:xfrm rot="527880">
            <a:off x="8523968" y="723732"/>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6_1_1_1_1">
    <p:spTree>
      <p:nvGrpSpPr>
        <p:cNvPr id="1007" name="Shape 1007"/>
        <p:cNvGrpSpPr/>
        <p:nvPr/>
      </p:nvGrpSpPr>
      <p:grpSpPr>
        <a:xfrm>
          <a:off x="0" y="0"/>
          <a:ext cx="0" cy="0"/>
          <a:chOff x="0" y="0"/>
          <a:chExt cx="0" cy="0"/>
        </a:xfrm>
      </p:grpSpPr>
      <p:pic>
        <p:nvPicPr>
          <p:cNvPr id="1008" name="Google Shape;1008;p74"/>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09" name="Google Shape;1009;p74"/>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6_1_1_1_1_1_1_1_1_1_1">
    <p:spTree>
      <p:nvGrpSpPr>
        <p:cNvPr id="1010" name="Shape 1010"/>
        <p:cNvGrpSpPr/>
        <p:nvPr/>
      </p:nvGrpSpPr>
      <p:grpSpPr>
        <a:xfrm>
          <a:off x="0" y="0"/>
          <a:ext cx="0" cy="0"/>
          <a:chOff x="0" y="0"/>
          <a:chExt cx="0" cy="0"/>
        </a:xfrm>
      </p:grpSpPr>
      <p:pic>
        <p:nvPicPr>
          <p:cNvPr id="1011" name="Google Shape;1011;p75"/>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12" name="Google Shape;1012;p75"/>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13" name="Google Shape;1013;p75"/>
          <p:cNvGrpSpPr/>
          <p:nvPr/>
        </p:nvGrpSpPr>
        <p:grpSpPr>
          <a:xfrm>
            <a:off x="2207416" y="4185830"/>
            <a:ext cx="7515633" cy="2145333"/>
            <a:chOff x="4711483" y="4096818"/>
            <a:chExt cx="5214482" cy="1488471"/>
          </a:xfrm>
        </p:grpSpPr>
        <p:sp>
          <p:nvSpPr>
            <p:cNvPr id="1014" name="Google Shape;1014;p75"/>
            <p:cNvSpPr/>
            <p:nvPr/>
          </p:nvSpPr>
          <p:spPr>
            <a:xfrm>
              <a:off x="7094273" y="4309295"/>
              <a:ext cx="2831692" cy="1063049"/>
            </a:xfrm>
            <a:custGeom>
              <a:rect b="b" l="l" r="r" t="t"/>
              <a:pathLst>
                <a:path extrusionOk="0" h="11527" w="30705">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5"/>
            <p:cNvSpPr/>
            <p:nvPr/>
          </p:nvSpPr>
          <p:spPr>
            <a:xfrm>
              <a:off x="5545247" y="4096818"/>
              <a:ext cx="2175252" cy="1488471"/>
            </a:xfrm>
            <a:custGeom>
              <a:rect b="b" l="l" r="r" t="t"/>
              <a:pathLst>
                <a:path extrusionOk="0" h="16140" w="23587">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5"/>
            <p:cNvSpPr/>
            <p:nvPr/>
          </p:nvSpPr>
          <p:spPr>
            <a:xfrm>
              <a:off x="4711483" y="4366564"/>
              <a:ext cx="1368674" cy="955056"/>
            </a:xfrm>
            <a:custGeom>
              <a:rect b="b" l="l" r="r" t="t"/>
              <a:pathLst>
                <a:path extrusionOk="0" h="10356" w="14841">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7" name="Google Shape;1017;p75"/>
          <p:cNvGrpSpPr/>
          <p:nvPr/>
        </p:nvGrpSpPr>
        <p:grpSpPr>
          <a:xfrm flipH="1">
            <a:off x="386300" y="4403440"/>
            <a:ext cx="472093" cy="385486"/>
            <a:chOff x="3093501" y="886401"/>
            <a:chExt cx="376440" cy="307405"/>
          </a:xfrm>
        </p:grpSpPr>
        <p:sp>
          <p:nvSpPr>
            <p:cNvPr id="1018" name="Google Shape;1018;p7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2" name="Google Shape;1022;p75"/>
          <p:cNvGrpSpPr/>
          <p:nvPr/>
        </p:nvGrpSpPr>
        <p:grpSpPr>
          <a:xfrm flipH="1">
            <a:off x="5932336" y="404779"/>
            <a:ext cx="319710" cy="261048"/>
            <a:chOff x="3093501" y="886401"/>
            <a:chExt cx="376440" cy="307405"/>
          </a:xfrm>
        </p:grpSpPr>
        <p:sp>
          <p:nvSpPr>
            <p:cNvPr id="1023" name="Google Shape;1023;p75"/>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5"/>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5"/>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5"/>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1027" name="Shape 1027"/>
        <p:cNvGrpSpPr/>
        <p:nvPr/>
      </p:nvGrpSpPr>
      <p:grpSpPr>
        <a:xfrm>
          <a:off x="0" y="0"/>
          <a:ext cx="0" cy="0"/>
          <a:chOff x="0" y="0"/>
          <a:chExt cx="0" cy="0"/>
        </a:xfrm>
      </p:grpSpPr>
      <p:pic>
        <p:nvPicPr>
          <p:cNvPr id="1028" name="Google Shape;1028;p76"/>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29" name="Google Shape;1029;p76"/>
          <p:cNvSpPr txBox="1"/>
          <p:nvPr>
            <p:ph type="title"/>
          </p:nvPr>
        </p:nvSpPr>
        <p:spPr>
          <a:xfrm>
            <a:off x="713500" y="535300"/>
            <a:ext cx="3898500" cy="13845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9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0" name="Google Shape;1030;p76"/>
          <p:cNvSpPr txBox="1"/>
          <p:nvPr>
            <p:ph idx="1" type="subTitle"/>
          </p:nvPr>
        </p:nvSpPr>
        <p:spPr>
          <a:xfrm>
            <a:off x="713500" y="1843625"/>
            <a:ext cx="3859800" cy="1126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31" name="Google Shape;1031;p76"/>
          <p:cNvSpPr txBox="1"/>
          <p:nvPr/>
        </p:nvSpPr>
        <p:spPr>
          <a:xfrm>
            <a:off x="713500" y="3732150"/>
            <a:ext cx="4835100" cy="552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chemeClr val="dk1"/>
                </a:solidFill>
                <a:latin typeface="DM Sans"/>
                <a:ea typeface="DM Sans"/>
                <a:cs typeface="DM Sans"/>
                <a:sym typeface="DM Sans"/>
              </a:rPr>
              <a:t>CREDITS: This presentation template was created by </a:t>
            </a:r>
            <a:r>
              <a:rPr b="1" lang="en" sz="1100">
                <a:solidFill>
                  <a:schemeClr val="dk1"/>
                </a:solidFill>
                <a:uFill>
                  <a:noFill/>
                </a:uFill>
                <a:latin typeface="DM Sans"/>
                <a:ea typeface="DM Sans"/>
                <a:cs typeface="DM Sans"/>
                <a:sym typeface="DM Sans"/>
                <a:hlinkClick r:id="rId3">
                  <a:extLst>
                    <a:ext uri="{A12FA001-AC4F-418D-AE19-62706E023703}">
                      <ahyp:hlinkClr val="tx"/>
                    </a:ext>
                  </a:extLst>
                </a:hlinkClick>
              </a:rPr>
              <a:t>Slidesgo</a:t>
            </a:r>
            <a:r>
              <a:rPr lang="en" sz="1100">
                <a:solidFill>
                  <a:schemeClr val="dk1"/>
                </a:solidFill>
                <a:latin typeface="DM Sans"/>
                <a:ea typeface="DM Sans"/>
                <a:cs typeface="DM Sans"/>
                <a:sym typeface="DM Sans"/>
              </a:rPr>
              <a:t>, and includes icons by </a:t>
            </a:r>
            <a:r>
              <a:rPr b="1" lang="en" sz="1100">
                <a:solidFill>
                  <a:schemeClr val="dk1"/>
                </a:solidFill>
                <a:uFill>
                  <a:noFill/>
                </a:uFill>
                <a:latin typeface="DM Sans"/>
                <a:ea typeface="DM Sans"/>
                <a:cs typeface="DM Sans"/>
                <a:sym typeface="DM Sans"/>
                <a:hlinkClick r:id="rId4">
                  <a:extLst>
                    <a:ext uri="{A12FA001-AC4F-418D-AE19-62706E023703}">
                      <ahyp:hlinkClr val="tx"/>
                    </a:ext>
                  </a:extLst>
                </a:hlinkClick>
              </a:rPr>
              <a:t>Flaticon</a:t>
            </a:r>
            <a:r>
              <a:rPr lang="en" sz="1100">
                <a:solidFill>
                  <a:schemeClr val="dk1"/>
                </a:solidFill>
                <a:latin typeface="DM Sans"/>
                <a:ea typeface="DM Sans"/>
                <a:cs typeface="DM Sans"/>
                <a:sym typeface="DM Sans"/>
              </a:rPr>
              <a:t>, and infographics &amp; images by </a:t>
            </a:r>
            <a:r>
              <a:rPr b="1" lang="en" sz="1100">
                <a:solidFill>
                  <a:schemeClr val="dk1"/>
                </a:solidFill>
                <a:uFill>
                  <a:noFill/>
                </a:uFill>
                <a:latin typeface="DM Sans"/>
                <a:ea typeface="DM Sans"/>
                <a:cs typeface="DM Sans"/>
                <a:sym typeface="DM Sans"/>
                <a:hlinkClick r:id="rId5">
                  <a:extLst>
                    <a:ext uri="{A12FA001-AC4F-418D-AE19-62706E023703}">
                      <ahyp:hlinkClr val="tx"/>
                    </a:ext>
                  </a:extLst>
                </a:hlinkClick>
              </a:rPr>
              <a:t>Freepik</a:t>
            </a:r>
            <a:r>
              <a:rPr b="1" lang="en" sz="1100">
                <a:solidFill>
                  <a:schemeClr val="dk1"/>
                </a:solidFill>
                <a:latin typeface="DM Sans"/>
                <a:ea typeface="DM Sans"/>
                <a:cs typeface="DM Sans"/>
                <a:sym typeface="DM Sans"/>
              </a:rPr>
              <a:t> </a:t>
            </a:r>
            <a:endParaRPr b="1" sz="1100">
              <a:solidFill>
                <a:schemeClr val="dk1"/>
              </a:solidFill>
              <a:latin typeface="DM Sans"/>
              <a:ea typeface="DM Sans"/>
              <a:cs typeface="DM Sans"/>
              <a:sym typeface="DM Sans"/>
            </a:endParaRPr>
          </a:p>
        </p:txBody>
      </p:sp>
      <p:sp>
        <p:nvSpPr>
          <p:cNvPr id="1032" name="Google Shape;1032;p76"/>
          <p:cNvSpPr/>
          <p:nvPr/>
        </p:nvSpPr>
        <p:spPr>
          <a:xfrm rot="2003581">
            <a:off x="8537299" y="1714153"/>
            <a:ext cx="166103"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6"/>
          <p:cNvSpPr/>
          <p:nvPr/>
        </p:nvSpPr>
        <p:spPr>
          <a:xfrm rot="527880">
            <a:off x="1357143" y="351407"/>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4" name="Google Shape;1034;p76"/>
          <p:cNvGrpSpPr/>
          <p:nvPr/>
        </p:nvGrpSpPr>
        <p:grpSpPr>
          <a:xfrm>
            <a:off x="5047650" y="381316"/>
            <a:ext cx="308156" cy="307957"/>
            <a:chOff x="1731463" y="2852141"/>
            <a:chExt cx="308156" cy="307957"/>
          </a:xfrm>
        </p:grpSpPr>
        <p:sp>
          <p:nvSpPr>
            <p:cNvPr id="1035" name="Google Shape;1035;p76"/>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6"/>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6"/>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76"/>
          <p:cNvSpPr/>
          <p:nvPr/>
        </p:nvSpPr>
        <p:spPr>
          <a:xfrm rot="-1571180">
            <a:off x="247974" y="4050706"/>
            <a:ext cx="166100" cy="158544"/>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1039" name="Shape 1039"/>
        <p:cNvGrpSpPr/>
        <p:nvPr/>
      </p:nvGrpSpPr>
      <p:grpSpPr>
        <a:xfrm>
          <a:off x="0" y="0"/>
          <a:ext cx="0" cy="0"/>
          <a:chOff x="0" y="0"/>
          <a:chExt cx="0" cy="0"/>
        </a:xfrm>
      </p:grpSpPr>
      <p:pic>
        <p:nvPicPr>
          <p:cNvPr id="1040" name="Google Shape;1040;p77"/>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1041" name="Google Shape;1041;p77"/>
          <p:cNvGrpSpPr/>
          <p:nvPr/>
        </p:nvGrpSpPr>
        <p:grpSpPr>
          <a:xfrm>
            <a:off x="8165400" y="3333793"/>
            <a:ext cx="1323929" cy="1274516"/>
            <a:chOff x="6520050" y="3099918"/>
            <a:chExt cx="1323929" cy="1274516"/>
          </a:xfrm>
        </p:grpSpPr>
        <p:sp>
          <p:nvSpPr>
            <p:cNvPr id="1042" name="Google Shape;1042;p77"/>
            <p:cNvSpPr/>
            <p:nvPr/>
          </p:nvSpPr>
          <p:spPr>
            <a:xfrm>
              <a:off x="6574949" y="3179945"/>
              <a:ext cx="1269031" cy="1194489"/>
            </a:xfrm>
            <a:custGeom>
              <a:rect b="b" l="l" r="r" t="t"/>
              <a:pathLst>
                <a:path extrusionOk="0" h="22982" w="24415">
                  <a:moveTo>
                    <a:pt x="12854" y="0"/>
                  </a:moveTo>
                  <a:cubicBezTo>
                    <a:pt x="9619" y="0"/>
                    <a:pt x="6403" y="1366"/>
                    <a:pt x="4139" y="4028"/>
                  </a:cubicBezTo>
                  <a:cubicBezTo>
                    <a:pt x="1" y="8902"/>
                    <a:pt x="661" y="16212"/>
                    <a:pt x="5598" y="20269"/>
                  </a:cubicBezTo>
                  <a:cubicBezTo>
                    <a:pt x="5760" y="20408"/>
                    <a:pt x="5922" y="20541"/>
                    <a:pt x="6095" y="20669"/>
                  </a:cubicBezTo>
                  <a:cubicBezTo>
                    <a:pt x="6315" y="20836"/>
                    <a:pt x="6547" y="20999"/>
                    <a:pt x="6778" y="21149"/>
                  </a:cubicBezTo>
                  <a:cubicBezTo>
                    <a:pt x="6865" y="21201"/>
                    <a:pt x="6958" y="21259"/>
                    <a:pt x="7045" y="21317"/>
                  </a:cubicBezTo>
                  <a:cubicBezTo>
                    <a:pt x="7317" y="21479"/>
                    <a:pt x="7595" y="21635"/>
                    <a:pt x="7884" y="21780"/>
                  </a:cubicBezTo>
                  <a:cubicBezTo>
                    <a:pt x="9530" y="22598"/>
                    <a:pt x="11265" y="22982"/>
                    <a:pt x="12968" y="22982"/>
                  </a:cubicBezTo>
                  <a:cubicBezTo>
                    <a:pt x="17769" y="22982"/>
                    <a:pt x="22314" y="19935"/>
                    <a:pt x="23882" y="14996"/>
                  </a:cubicBezTo>
                  <a:cubicBezTo>
                    <a:pt x="24235" y="13879"/>
                    <a:pt x="24414" y="12716"/>
                    <a:pt x="24414" y="11547"/>
                  </a:cubicBezTo>
                  <a:cubicBezTo>
                    <a:pt x="24414" y="11194"/>
                    <a:pt x="24397" y="10841"/>
                    <a:pt x="24368" y="10493"/>
                  </a:cubicBezTo>
                  <a:cubicBezTo>
                    <a:pt x="24136" y="7976"/>
                    <a:pt x="23071" y="5603"/>
                    <a:pt x="21347" y="3756"/>
                  </a:cubicBezTo>
                  <a:cubicBezTo>
                    <a:pt x="21046" y="3438"/>
                    <a:pt x="20733" y="3131"/>
                    <a:pt x="20397" y="2848"/>
                  </a:cubicBezTo>
                  <a:cubicBezTo>
                    <a:pt x="18224" y="936"/>
                    <a:pt x="15533" y="0"/>
                    <a:pt x="128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7"/>
            <p:cNvSpPr/>
            <p:nvPr/>
          </p:nvSpPr>
          <p:spPr>
            <a:xfrm>
              <a:off x="6669704" y="3327920"/>
              <a:ext cx="1014809" cy="761434"/>
            </a:xfrm>
            <a:custGeom>
              <a:rect b="b" l="l" r="r" t="t"/>
              <a:pathLst>
                <a:path extrusionOk="0" h="14650" w="19524">
                  <a:moveTo>
                    <a:pt x="18574" y="1"/>
                  </a:moveTo>
                  <a:cubicBezTo>
                    <a:pt x="17735" y="620"/>
                    <a:pt x="16896" y="1274"/>
                    <a:pt x="16091" y="1940"/>
                  </a:cubicBezTo>
                  <a:cubicBezTo>
                    <a:pt x="12572" y="4845"/>
                    <a:pt x="8972" y="8179"/>
                    <a:pt x="4539" y="9580"/>
                  </a:cubicBezTo>
                  <a:cubicBezTo>
                    <a:pt x="2993" y="10066"/>
                    <a:pt x="1378" y="10465"/>
                    <a:pt x="1" y="11189"/>
                  </a:cubicBezTo>
                  <a:cubicBezTo>
                    <a:pt x="273" y="12410"/>
                    <a:pt x="748" y="13579"/>
                    <a:pt x="1402" y="14650"/>
                  </a:cubicBezTo>
                  <a:cubicBezTo>
                    <a:pt x="2108" y="14094"/>
                    <a:pt x="2860" y="13608"/>
                    <a:pt x="3659" y="13186"/>
                  </a:cubicBezTo>
                  <a:cubicBezTo>
                    <a:pt x="6987" y="11414"/>
                    <a:pt x="10662" y="10535"/>
                    <a:pt x="13776" y="8306"/>
                  </a:cubicBezTo>
                  <a:cubicBezTo>
                    <a:pt x="15183" y="7293"/>
                    <a:pt x="16404" y="6049"/>
                    <a:pt x="17388" y="4619"/>
                  </a:cubicBezTo>
                  <a:cubicBezTo>
                    <a:pt x="18111" y="3572"/>
                    <a:pt x="19055" y="2200"/>
                    <a:pt x="19524" y="909"/>
                  </a:cubicBezTo>
                  <a:cubicBezTo>
                    <a:pt x="19223" y="585"/>
                    <a:pt x="18910" y="284"/>
                    <a:pt x="185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7"/>
            <p:cNvSpPr/>
            <p:nvPr/>
          </p:nvSpPr>
          <p:spPr>
            <a:xfrm>
              <a:off x="6984688" y="4103446"/>
              <a:ext cx="763601" cy="270790"/>
            </a:xfrm>
            <a:custGeom>
              <a:rect b="b" l="l" r="r" t="t"/>
              <a:pathLst>
                <a:path extrusionOk="0" h="5210" w="14691">
                  <a:moveTo>
                    <a:pt x="14691" y="1"/>
                  </a:moveTo>
                  <a:lnTo>
                    <a:pt x="14529" y="24"/>
                  </a:lnTo>
                  <a:cubicBezTo>
                    <a:pt x="11519" y="377"/>
                    <a:pt x="8694" y="1558"/>
                    <a:pt x="5731" y="2085"/>
                  </a:cubicBezTo>
                  <a:cubicBezTo>
                    <a:pt x="3717" y="2443"/>
                    <a:pt x="1865" y="2756"/>
                    <a:pt x="122" y="3931"/>
                  </a:cubicBezTo>
                  <a:cubicBezTo>
                    <a:pt x="82" y="3954"/>
                    <a:pt x="41" y="3983"/>
                    <a:pt x="1" y="4012"/>
                  </a:cubicBezTo>
                  <a:cubicBezTo>
                    <a:pt x="1631" y="4822"/>
                    <a:pt x="3370" y="5210"/>
                    <a:pt x="5088" y="5210"/>
                  </a:cubicBezTo>
                  <a:cubicBezTo>
                    <a:pt x="8854" y="5210"/>
                    <a:pt x="12516" y="3348"/>
                    <a:pt x="1469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7"/>
            <p:cNvSpPr/>
            <p:nvPr/>
          </p:nvSpPr>
          <p:spPr>
            <a:xfrm>
              <a:off x="6891752" y="3894712"/>
              <a:ext cx="941105" cy="393191"/>
            </a:xfrm>
            <a:custGeom>
              <a:rect b="b" l="l" r="r" t="t"/>
              <a:pathLst>
                <a:path extrusionOk="0" h="7565" w="18106">
                  <a:moveTo>
                    <a:pt x="18105" y="0"/>
                  </a:moveTo>
                  <a:lnTo>
                    <a:pt x="18105" y="0"/>
                  </a:lnTo>
                  <a:cubicBezTo>
                    <a:pt x="18001" y="46"/>
                    <a:pt x="17897" y="98"/>
                    <a:pt x="17793" y="139"/>
                  </a:cubicBezTo>
                  <a:cubicBezTo>
                    <a:pt x="15911" y="949"/>
                    <a:pt x="13874" y="1302"/>
                    <a:pt x="11831" y="1372"/>
                  </a:cubicBezTo>
                  <a:cubicBezTo>
                    <a:pt x="9591" y="1447"/>
                    <a:pt x="7565" y="1626"/>
                    <a:pt x="5528" y="2639"/>
                  </a:cubicBezTo>
                  <a:cubicBezTo>
                    <a:pt x="3381" y="3699"/>
                    <a:pt x="1806" y="5250"/>
                    <a:pt x="70" y="6841"/>
                  </a:cubicBezTo>
                  <a:lnTo>
                    <a:pt x="0" y="6917"/>
                  </a:lnTo>
                  <a:cubicBezTo>
                    <a:pt x="307" y="7148"/>
                    <a:pt x="620" y="7362"/>
                    <a:pt x="950" y="7565"/>
                  </a:cubicBezTo>
                  <a:cubicBezTo>
                    <a:pt x="1187" y="7258"/>
                    <a:pt x="1436" y="6969"/>
                    <a:pt x="1702" y="6679"/>
                  </a:cubicBezTo>
                  <a:cubicBezTo>
                    <a:pt x="3479" y="4752"/>
                    <a:pt x="5823" y="3832"/>
                    <a:pt x="8347" y="3305"/>
                  </a:cubicBezTo>
                  <a:cubicBezTo>
                    <a:pt x="11542" y="2639"/>
                    <a:pt x="14748" y="2529"/>
                    <a:pt x="17787" y="1244"/>
                  </a:cubicBezTo>
                  <a:cubicBezTo>
                    <a:pt x="17920" y="839"/>
                    <a:pt x="18024" y="417"/>
                    <a:pt x="181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7"/>
            <p:cNvSpPr/>
            <p:nvPr/>
          </p:nvSpPr>
          <p:spPr>
            <a:xfrm>
              <a:off x="7120714" y="3521944"/>
              <a:ext cx="720564" cy="462889"/>
            </a:xfrm>
            <a:custGeom>
              <a:rect b="b" l="l" r="r" t="t"/>
              <a:pathLst>
                <a:path extrusionOk="0" h="8906" w="13863">
                  <a:moveTo>
                    <a:pt x="12780" y="1"/>
                  </a:moveTo>
                  <a:cubicBezTo>
                    <a:pt x="11692" y="1483"/>
                    <a:pt x="10430" y="2438"/>
                    <a:pt x="8966" y="3497"/>
                  </a:cubicBezTo>
                  <a:cubicBezTo>
                    <a:pt x="7432" y="4602"/>
                    <a:pt x="5910" y="5569"/>
                    <a:pt x="4167" y="6304"/>
                  </a:cubicBezTo>
                  <a:cubicBezTo>
                    <a:pt x="3033" y="6779"/>
                    <a:pt x="382" y="7409"/>
                    <a:pt x="0" y="8880"/>
                  </a:cubicBezTo>
                  <a:cubicBezTo>
                    <a:pt x="55" y="8898"/>
                    <a:pt x="120" y="8906"/>
                    <a:pt x="193" y="8906"/>
                  </a:cubicBezTo>
                  <a:cubicBezTo>
                    <a:pt x="769" y="8906"/>
                    <a:pt x="1832" y="8390"/>
                    <a:pt x="2315" y="8225"/>
                  </a:cubicBezTo>
                  <a:cubicBezTo>
                    <a:pt x="3756" y="7734"/>
                    <a:pt x="5227" y="7328"/>
                    <a:pt x="6714" y="7004"/>
                  </a:cubicBezTo>
                  <a:cubicBezTo>
                    <a:pt x="9139" y="6460"/>
                    <a:pt x="11807" y="5505"/>
                    <a:pt x="13862" y="3913"/>
                  </a:cubicBezTo>
                  <a:cubicBezTo>
                    <a:pt x="13741" y="2553"/>
                    <a:pt x="13370" y="1228"/>
                    <a:pt x="127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7"/>
            <p:cNvSpPr/>
            <p:nvPr/>
          </p:nvSpPr>
          <p:spPr>
            <a:xfrm>
              <a:off x="6777713" y="4029017"/>
              <a:ext cx="272050" cy="204470"/>
            </a:xfrm>
            <a:custGeom>
              <a:rect b="b" l="l" r="r" t="t"/>
              <a:pathLst>
                <a:path extrusionOk="0" h="3934" w="5234">
                  <a:moveTo>
                    <a:pt x="4645" y="0"/>
                  </a:moveTo>
                  <a:cubicBezTo>
                    <a:pt x="3850" y="0"/>
                    <a:pt x="2826" y="419"/>
                    <a:pt x="2258" y="628"/>
                  </a:cubicBezTo>
                  <a:cubicBezTo>
                    <a:pt x="1309" y="976"/>
                    <a:pt x="626" y="1502"/>
                    <a:pt x="1" y="2151"/>
                  </a:cubicBezTo>
                  <a:cubicBezTo>
                    <a:pt x="499" y="2805"/>
                    <a:pt x="1066" y="3401"/>
                    <a:pt x="1697" y="3933"/>
                  </a:cubicBezTo>
                  <a:cubicBezTo>
                    <a:pt x="2131" y="3470"/>
                    <a:pt x="2530" y="2955"/>
                    <a:pt x="2941" y="2428"/>
                  </a:cubicBezTo>
                  <a:cubicBezTo>
                    <a:pt x="3416" y="1821"/>
                    <a:pt x="3942" y="1265"/>
                    <a:pt x="4521" y="756"/>
                  </a:cubicBezTo>
                  <a:cubicBezTo>
                    <a:pt x="4753" y="542"/>
                    <a:pt x="5048" y="362"/>
                    <a:pt x="5233" y="107"/>
                  </a:cubicBezTo>
                  <a:cubicBezTo>
                    <a:pt x="5064" y="32"/>
                    <a:pt x="4863" y="0"/>
                    <a:pt x="464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7"/>
            <p:cNvSpPr/>
            <p:nvPr/>
          </p:nvSpPr>
          <p:spPr>
            <a:xfrm>
              <a:off x="7117387" y="4248042"/>
              <a:ext cx="340609" cy="77183"/>
            </a:xfrm>
            <a:custGeom>
              <a:rect b="b" l="l" r="r" t="t"/>
              <a:pathLst>
                <a:path extrusionOk="0" h="1485" w="6553">
                  <a:moveTo>
                    <a:pt x="3453" y="1"/>
                  </a:moveTo>
                  <a:cubicBezTo>
                    <a:pt x="3334" y="1"/>
                    <a:pt x="3215" y="5"/>
                    <a:pt x="3097" y="14"/>
                  </a:cubicBezTo>
                  <a:cubicBezTo>
                    <a:pt x="2136" y="165"/>
                    <a:pt x="730" y="90"/>
                    <a:pt x="0" y="836"/>
                  </a:cubicBezTo>
                  <a:cubicBezTo>
                    <a:pt x="296" y="1137"/>
                    <a:pt x="950" y="1207"/>
                    <a:pt x="1349" y="1317"/>
                  </a:cubicBezTo>
                  <a:cubicBezTo>
                    <a:pt x="1772" y="1437"/>
                    <a:pt x="2134" y="1485"/>
                    <a:pt x="2500" y="1485"/>
                  </a:cubicBezTo>
                  <a:cubicBezTo>
                    <a:pt x="2855" y="1485"/>
                    <a:pt x="3214" y="1440"/>
                    <a:pt x="3635" y="1375"/>
                  </a:cubicBezTo>
                  <a:cubicBezTo>
                    <a:pt x="4393" y="1253"/>
                    <a:pt x="5123" y="1091"/>
                    <a:pt x="5829" y="767"/>
                  </a:cubicBezTo>
                  <a:cubicBezTo>
                    <a:pt x="6084" y="645"/>
                    <a:pt x="6431" y="524"/>
                    <a:pt x="6552" y="258"/>
                  </a:cubicBezTo>
                  <a:cubicBezTo>
                    <a:pt x="6199" y="101"/>
                    <a:pt x="5632" y="142"/>
                    <a:pt x="5250" y="124"/>
                  </a:cubicBezTo>
                  <a:cubicBezTo>
                    <a:pt x="4670" y="105"/>
                    <a:pt x="4057" y="1"/>
                    <a:pt x="34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7"/>
            <p:cNvSpPr/>
            <p:nvPr/>
          </p:nvSpPr>
          <p:spPr>
            <a:xfrm>
              <a:off x="6700994" y="3820855"/>
              <a:ext cx="421226" cy="159095"/>
            </a:xfrm>
            <a:custGeom>
              <a:rect b="b" l="l" r="r" t="t"/>
              <a:pathLst>
                <a:path extrusionOk="0" h="3061" w="8104">
                  <a:moveTo>
                    <a:pt x="7768" y="0"/>
                  </a:moveTo>
                  <a:cubicBezTo>
                    <a:pt x="7383" y="0"/>
                    <a:pt x="6682" y="259"/>
                    <a:pt x="6541" y="298"/>
                  </a:cubicBezTo>
                  <a:cubicBezTo>
                    <a:pt x="5476" y="593"/>
                    <a:pt x="4446" y="686"/>
                    <a:pt x="3260" y="964"/>
                  </a:cubicBezTo>
                  <a:cubicBezTo>
                    <a:pt x="2536" y="1010"/>
                    <a:pt x="1749" y="1710"/>
                    <a:pt x="1182" y="2116"/>
                  </a:cubicBezTo>
                  <a:cubicBezTo>
                    <a:pt x="707" y="2446"/>
                    <a:pt x="1" y="2984"/>
                    <a:pt x="950" y="3053"/>
                  </a:cubicBezTo>
                  <a:cubicBezTo>
                    <a:pt x="1010" y="3058"/>
                    <a:pt x="1071" y="3060"/>
                    <a:pt x="1132" y="3060"/>
                  </a:cubicBezTo>
                  <a:cubicBezTo>
                    <a:pt x="1966" y="3060"/>
                    <a:pt x="2887" y="2640"/>
                    <a:pt x="3647" y="2370"/>
                  </a:cubicBezTo>
                  <a:cubicBezTo>
                    <a:pt x="4562" y="2052"/>
                    <a:pt x="5453" y="1705"/>
                    <a:pt x="6304" y="1253"/>
                  </a:cubicBezTo>
                  <a:cubicBezTo>
                    <a:pt x="6483" y="1161"/>
                    <a:pt x="8104" y="321"/>
                    <a:pt x="8011" y="96"/>
                  </a:cubicBezTo>
                  <a:cubicBezTo>
                    <a:pt x="7982" y="27"/>
                    <a:pt x="7891" y="0"/>
                    <a:pt x="77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7"/>
            <p:cNvSpPr/>
            <p:nvPr/>
          </p:nvSpPr>
          <p:spPr>
            <a:xfrm rot="-1343836">
              <a:off x="6558684" y="3244584"/>
              <a:ext cx="832104" cy="367549"/>
            </a:xfrm>
            <a:custGeom>
              <a:rect b="b" l="l" r="r" t="t"/>
              <a:pathLst>
                <a:path extrusionOk="0" h="3145" w="712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1" name="Google Shape;1051;p77"/>
          <p:cNvSpPr/>
          <p:nvPr/>
        </p:nvSpPr>
        <p:spPr>
          <a:xfrm rot="527880">
            <a:off x="585943" y="3986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7"/>
          <p:cNvSpPr/>
          <p:nvPr/>
        </p:nvSpPr>
        <p:spPr>
          <a:xfrm rot="-1342692">
            <a:off x="6428273" y="30795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3" name="Google Shape;1053;p77"/>
          <p:cNvGrpSpPr/>
          <p:nvPr/>
        </p:nvGrpSpPr>
        <p:grpSpPr>
          <a:xfrm flipH="1">
            <a:off x="8244012" y="342553"/>
            <a:ext cx="472093" cy="385486"/>
            <a:chOff x="3093501" y="886401"/>
            <a:chExt cx="376440" cy="307405"/>
          </a:xfrm>
        </p:grpSpPr>
        <p:sp>
          <p:nvSpPr>
            <p:cNvPr id="1054" name="Google Shape;1054;p7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7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8" name="Google Shape;1058;p77"/>
          <p:cNvGrpSpPr/>
          <p:nvPr/>
        </p:nvGrpSpPr>
        <p:grpSpPr>
          <a:xfrm flipH="1">
            <a:off x="471673" y="4608304"/>
            <a:ext cx="319710" cy="261048"/>
            <a:chOff x="3093501" y="886401"/>
            <a:chExt cx="376440" cy="307405"/>
          </a:xfrm>
        </p:grpSpPr>
        <p:sp>
          <p:nvSpPr>
            <p:cNvPr id="1059" name="Google Shape;1059;p77"/>
            <p:cNvSpPr/>
            <p:nvPr/>
          </p:nvSpPr>
          <p:spPr>
            <a:xfrm>
              <a:off x="3093501" y="886401"/>
              <a:ext cx="112302" cy="10721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77"/>
            <p:cNvSpPr/>
            <p:nvPr/>
          </p:nvSpPr>
          <p:spPr>
            <a:xfrm>
              <a:off x="3208378" y="966354"/>
              <a:ext cx="261562" cy="227452"/>
            </a:xfrm>
            <a:custGeom>
              <a:rect b="b" l="l" r="r" t="t"/>
              <a:pathLst>
                <a:path extrusionOk="0" h="3354" w="3857">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7"/>
            <p:cNvSpPr/>
            <p:nvPr/>
          </p:nvSpPr>
          <p:spPr>
            <a:xfrm>
              <a:off x="3210276" y="940042"/>
              <a:ext cx="198766" cy="100163"/>
            </a:xfrm>
            <a:custGeom>
              <a:rect b="b" l="l" r="r" t="t"/>
              <a:pathLst>
                <a:path extrusionOk="0" h="1477" w="2931">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7"/>
            <p:cNvSpPr/>
            <p:nvPr/>
          </p:nvSpPr>
          <p:spPr>
            <a:xfrm>
              <a:off x="3205462" y="993819"/>
              <a:ext cx="116235" cy="147701"/>
            </a:xfrm>
            <a:custGeom>
              <a:rect b="b" l="l" r="r" t="t"/>
              <a:pathLst>
                <a:path extrusionOk="0" h="2178" w="1714">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3" name="Google Shape;1063;p77"/>
          <p:cNvSpPr/>
          <p:nvPr/>
        </p:nvSpPr>
        <p:spPr>
          <a:xfrm rot="527880">
            <a:off x="8583293" y="31698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77"/>
          <p:cNvSpPr/>
          <p:nvPr/>
        </p:nvSpPr>
        <p:spPr>
          <a:xfrm rot="2332809">
            <a:off x="8108774" y="45681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7"/>
          <p:cNvSpPr/>
          <p:nvPr/>
        </p:nvSpPr>
        <p:spPr>
          <a:xfrm rot="-1342692">
            <a:off x="386073" y="428060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1066" name="Shape 1066"/>
        <p:cNvGrpSpPr/>
        <p:nvPr/>
      </p:nvGrpSpPr>
      <p:grpSpPr>
        <a:xfrm>
          <a:off x="0" y="0"/>
          <a:ext cx="0" cy="0"/>
          <a:chOff x="0" y="0"/>
          <a:chExt cx="0" cy="0"/>
        </a:xfrm>
      </p:grpSpPr>
      <p:pic>
        <p:nvPicPr>
          <p:cNvPr id="1067" name="Google Shape;1067;p78"/>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1068" name="Google Shape;1068;p78"/>
          <p:cNvGrpSpPr/>
          <p:nvPr/>
        </p:nvGrpSpPr>
        <p:grpSpPr>
          <a:xfrm flipH="1">
            <a:off x="7224804" y="-60204"/>
            <a:ext cx="2416377" cy="2449642"/>
            <a:chOff x="3325316" y="962998"/>
            <a:chExt cx="3595799" cy="3645301"/>
          </a:xfrm>
        </p:grpSpPr>
        <p:sp>
          <p:nvSpPr>
            <p:cNvPr id="1069" name="Google Shape;1069;p78"/>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8"/>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8"/>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8"/>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8"/>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8"/>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8"/>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8"/>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8"/>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8"/>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8"/>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8"/>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1" name="Google Shape;1081;p78"/>
          <p:cNvGrpSpPr/>
          <p:nvPr/>
        </p:nvGrpSpPr>
        <p:grpSpPr>
          <a:xfrm>
            <a:off x="252432" y="4261781"/>
            <a:ext cx="720254" cy="693044"/>
            <a:chOff x="3771662" y="1694611"/>
            <a:chExt cx="603885" cy="581072"/>
          </a:xfrm>
        </p:grpSpPr>
        <p:sp>
          <p:nvSpPr>
            <p:cNvPr id="1082" name="Google Shape;1082;p78"/>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8"/>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8"/>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8"/>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8"/>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8"/>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8"/>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8"/>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0" name="Google Shape;1090;p78"/>
          <p:cNvGrpSpPr/>
          <p:nvPr/>
        </p:nvGrpSpPr>
        <p:grpSpPr>
          <a:xfrm>
            <a:off x="713500" y="227341"/>
            <a:ext cx="308156" cy="307957"/>
            <a:chOff x="1731463" y="2852141"/>
            <a:chExt cx="308156" cy="307957"/>
          </a:xfrm>
        </p:grpSpPr>
        <p:sp>
          <p:nvSpPr>
            <p:cNvPr id="1091" name="Google Shape;1091;p78"/>
            <p:cNvSpPr/>
            <p:nvPr/>
          </p:nvSpPr>
          <p:spPr>
            <a:xfrm>
              <a:off x="1731463" y="2852141"/>
              <a:ext cx="308156" cy="307957"/>
            </a:xfrm>
            <a:custGeom>
              <a:rect b="b" l="l" r="r" t="t"/>
              <a:pathLst>
                <a:path extrusionOk="0" h="6196" w="620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8"/>
            <p:cNvSpPr/>
            <p:nvPr/>
          </p:nvSpPr>
          <p:spPr>
            <a:xfrm>
              <a:off x="1731761" y="2897371"/>
              <a:ext cx="291754" cy="101890"/>
            </a:xfrm>
            <a:custGeom>
              <a:rect b="b" l="l" r="r" t="t"/>
              <a:pathLst>
                <a:path extrusionOk="0" h="2050" w="587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8"/>
            <p:cNvSpPr/>
            <p:nvPr/>
          </p:nvSpPr>
          <p:spPr>
            <a:xfrm>
              <a:off x="1732904" y="2978188"/>
              <a:ext cx="306714" cy="118292"/>
            </a:xfrm>
            <a:custGeom>
              <a:rect b="b" l="l" r="r" t="t"/>
              <a:pathLst>
                <a:path extrusionOk="0" h="2380" w="6171">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4" name="Google Shape;1094;p78"/>
          <p:cNvSpPr/>
          <p:nvPr/>
        </p:nvSpPr>
        <p:spPr>
          <a:xfrm rot="-1363267">
            <a:off x="8464398" y="3643021"/>
            <a:ext cx="215722" cy="20593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78"/>
          <p:cNvSpPr/>
          <p:nvPr/>
        </p:nvSpPr>
        <p:spPr>
          <a:xfrm rot="528001">
            <a:off x="4584449" y="462006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8"/>
          <p:cNvSpPr/>
          <p:nvPr/>
        </p:nvSpPr>
        <p:spPr>
          <a:xfrm rot="-1342692">
            <a:off x="392173" y="2279866"/>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8"/>
          <p:cNvSpPr/>
          <p:nvPr/>
        </p:nvSpPr>
        <p:spPr>
          <a:xfrm rot="527880">
            <a:off x="7743756" y="491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3.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33" Type="http://schemas.openxmlformats.org/officeDocument/2006/relationships/slideLayout" Target="../slideLayouts/slideLayout74.xml"/><Relationship Id="rId10" Type="http://schemas.openxmlformats.org/officeDocument/2006/relationships/slideLayout" Target="../slideLayouts/slideLayout51.xml"/><Relationship Id="rId32" Type="http://schemas.openxmlformats.org/officeDocument/2006/relationships/slideLayout" Target="../slideLayouts/slideLayout73.xml"/><Relationship Id="rId13" Type="http://schemas.openxmlformats.org/officeDocument/2006/relationships/slideLayout" Target="../slideLayouts/slideLayout54.xml"/><Relationship Id="rId35" Type="http://schemas.openxmlformats.org/officeDocument/2006/relationships/slideLayout" Target="../slideLayouts/slideLayout76.xml"/><Relationship Id="rId12" Type="http://schemas.openxmlformats.org/officeDocument/2006/relationships/slideLayout" Target="../slideLayouts/slideLayout53.xml"/><Relationship Id="rId34" Type="http://schemas.openxmlformats.org/officeDocument/2006/relationships/slideLayout" Target="../slideLayouts/slideLayout75.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36" Type="http://schemas.openxmlformats.org/officeDocument/2006/relationships/theme" Target="../theme/theme2.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500" y="535300"/>
            <a:ext cx="7719600" cy="698700"/>
          </a:xfrm>
          <a:prstGeom prst="rect">
            <a:avLst/>
          </a:prstGeom>
          <a:noFill/>
          <a:ln>
            <a:noFill/>
          </a:ln>
        </p:spPr>
        <p:txBody>
          <a:bodyPr anchorCtr="0" anchor="t" bIns="91425" lIns="91425" spcFirstLastPara="1" rIns="91425" wrap="square" tIns="91425">
            <a:noAutofit/>
          </a:bodyPr>
          <a:lstStyle>
            <a:lvl1pPr lvl="0">
              <a:lnSpc>
                <a:spcPct val="115000"/>
              </a:lnSpc>
              <a:spcBef>
                <a:spcPts val="0"/>
              </a:spcBef>
              <a:spcAft>
                <a:spcPts val="0"/>
              </a:spcAft>
              <a:buClr>
                <a:schemeClr val="accent2"/>
              </a:buClr>
              <a:buSzPts val="3400"/>
              <a:buFont typeface="Londrina Solid"/>
              <a:buNone/>
              <a:defRPr sz="3400">
                <a:solidFill>
                  <a:schemeClr val="accent2"/>
                </a:solidFill>
                <a:latin typeface="Londrina Solid"/>
                <a:ea typeface="Londrina Solid"/>
                <a:cs typeface="Londrina Solid"/>
                <a:sym typeface="Londrina Solid"/>
              </a:defRPr>
            </a:lvl1pPr>
            <a:lvl2pPr lvl="1">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2pPr>
            <a:lvl3pPr lvl="2">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3pPr>
            <a:lvl4pPr lvl="3">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4pPr>
            <a:lvl5pPr lvl="4">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5pPr>
            <a:lvl6pPr lvl="5">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6pPr>
            <a:lvl7pPr lvl="6">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7pPr>
            <a:lvl8pPr lvl="7">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8pPr>
            <a:lvl9pPr lvl="8">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9pPr>
          </a:lstStyle>
          <a:p/>
        </p:txBody>
      </p:sp>
      <p:sp>
        <p:nvSpPr>
          <p:cNvPr id="7" name="Google Shape;7;p1"/>
          <p:cNvSpPr txBox="1"/>
          <p:nvPr>
            <p:ph idx="1" type="body"/>
          </p:nvPr>
        </p:nvSpPr>
        <p:spPr>
          <a:xfrm>
            <a:off x="713500" y="1234011"/>
            <a:ext cx="7719600" cy="3374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90" name="Shape 590"/>
        <p:cNvGrpSpPr/>
        <p:nvPr/>
      </p:nvGrpSpPr>
      <p:grpSpPr>
        <a:xfrm>
          <a:off x="0" y="0"/>
          <a:ext cx="0" cy="0"/>
          <a:chOff x="0" y="0"/>
          <a:chExt cx="0" cy="0"/>
        </a:xfrm>
      </p:grpSpPr>
      <p:sp>
        <p:nvSpPr>
          <p:cNvPr id="591" name="Google Shape;591;p43"/>
          <p:cNvSpPr txBox="1"/>
          <p:nvPr>
            <p:ph type="title"/>
          </p:nvPr>
        </p:nvSpPr>
        <p:spPr>
          <a:xfrm>
            <a:off x="713500" y="535300"/>
            <a:ext cx="7719600" cy="6987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Clr>
                <a:schemeClr val="accent2"/>
              </a:buClr>
              <a:buSzPts val="3400"/>
              <a:buFont typeface="Londrina Solid"/>
              <a:buNone/>
              <a:defRPr sz="3400">
                <a:solidFill>
                  <a:schemeClr val="accent2"/>
                </a:solidFill>
                <a:latin typeface="Londrina Solid"/>
                <a:ea typeface="Londrina Solid"/>
                <a:cs typeface="Londrina Solid"/>
                <a:sym typeface="Londrina Solid"/>
              </a:defRPr>
            </a:lvl1pPr>
            <a:lvl2pPr lvl="1"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2pPr>
            <a:lvl3pPr lvl="2"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3pPr>
            <a:lvl4pPr lvl="3"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4pPr>
            <a:lvl5pPr lvl="4"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5pPr>
            <a:lvl6pPr lvl="5"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6pPr>
            <a:lvl7pPr lvl="6"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7pPr>
            <a:lvl8pPr lvl="7"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8pPr>
            <a:lvl9pPr lvl="8"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9pPr>
          </a:lstStyle>
          <a:p/>
        </p:txBody>
      </p:sp>
      <p:sp>
        <p:nvSpPr>
          <p:cNvPr id="592" name="Google Shape;592;p43"/>
          <p:cNvSpPr txBox="1"/>
          <p:nvPr>
            <p:ph idx="1" type="body"/>
          </p:nvPr>
        </p:nvSpPr>
        <p:spPr>
          <a:xfrm>
            <a:off x="713500" y="1234011"/>
            <a:ext cx="7719600" cy="3374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79"/>
          <p:cNvSpPr txBox="1"/>
          <p:nvPr>
            <p:ph type="ctrTitle"/>
          </p:nvPr>
        </p:nvSpPr>
        <p:spPr>
          <a:xfrm flipH="1">
            <a:off x="712225" y="576800"/>
            <a:ext cx="5386500" cy="175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Welcome to Section</a:t>
            </a:r>
            <a:endParaRPr/>
          </a:p>
        </p:txBody>
      </p:sp>
      <p:sp>
        <p:nvSpPr>
          <p:cNvPr id="1103" name="Google Shape;1103;p79"/>
          <p:cNvSpPr txBox="1"/>
          <p:nvPr>
            <p:ph idx="1" type="subTitle"/>
          </p:nvPr>
        </p:nvSpPr>
        <p:spPr>
          <a:xfrm>
            <a:off x="712200" y="2390625"/>
            <a:ext cx="5386500" cy="43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Week 3</a:t>
            </a:r>
            <a:r>
              <a:rPr lang="en" sz="2400"/>
              <a:t> - </a:t>
            </a:r>
            <a:r>
              <a:rPr lang="en" sz="2400">
                <a:solidFill>
                  <a:srgbClr val="FFCB64"/>
                </a:solidFill>
                <a:latin typeface="Londrina Solid Light"/>
                <a:ea typeface="Londrina Solid Light"/>
                <a:cs typeface="Londrina Solid Light"/>
                <a:sym typeface="Londrina Solid Light"/>
              </a:rPr>
              <a:t>Fly me to the moon </a:t>
            </a:r>
            <a:r>
              <a:rPr lang="en" sz="2400">
                <a:solidFill>
                  <a:srgbClr val="EA9999"/>
                </a:solidFill>
                <a:latin typeface="Londrina Solid Light"/>
                <a:ea typeface="Londrina Solid Light"/>
                <a:cs typeface="Londrina Solid Light"/>
                <a:sym typeface="Londrina Solid Light"/>
              </a:rPr>
              <a:t>Mars</a:t>
            </a:r>
            <a:endParaRPr sz="2400">
              <a:solidFill>
                <a:srgbClr val="EA9999"/>
              </a:solidFill>
              <a:latin typeface="Londrina Solid Light"/>
              <a:ea typeface="Londrina Solid Light"/>
              <a:cs typeface="Londrina Solid Light"/>
              <a:sym typeface="Londrina Solid Light"/>
            </a:endParaRPr>
          </a:p>
        </p:txBody>
      </p:sp>
      <p:sp>
        <p:nvSpPr>
          <p:cNvPr id="1104" name="Google Shape;1104;p79"/>
          <p:cNvSpPr txBox="1"/>
          <p:nvPr>
            <p:ph idx="1" type="subTitle"/>
          </p:nvPr>
        </p:nvSpPr>
        <p:spPr>
          <a:xfrm>
            <a:off x="6201050" y="4585700"/>
            <a:ext cx="2709000" cy="5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grpSp>
        <p:nvGrpSpPr>
          <p:cNvPr id="1105" name="Google Shape;1105;p79"/>
          <p:cNvGrpSpPr/>
          <p:nvPr/>
        </p:nvGrpSpPr>
        <p:grpSpPr>
          <a:xfrm>
            <a:off x="3006845" y="3425579"/>
            <a:ext cx="3130327" cy="3033495"/>
            <a:chOff x="6331824" y="431549"/>
            <a:chExt cx="2101173" cy="1993360"/>
          </a:xfrm>
        </p:grpSpPr>
        <p:sp>
          <p:nvSpPr>
            <p:cNvPr id="1106" name="Google Shape;1106;p79"/>
            <p:cNvSpPr/>
            <p:nvPr/>
          </p:nvSpPr>
          <p:spPr>
            <a:xfrm>
              <a:off x="6338983" y="431549"/>
              <a:ext cx="2094014" cy="1993360"/>
            </a:xfrm>
            <a:custGeom>
              <a:rect b="b" l="l" r="r" t="t"/>
              <a:pathLst>
                <a:path extrusionOk="0" h="23859" w="25063">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79"/>
            <p:cNvSpPr/>
            <p:nvPr/>
          </p:nvSpPr>
          <p:spPr>
            <a:xfrm>
              <a:off x="7382124" y="563640"/>
              <a:ext cx="272289" cy="143702"/>
            </a:xfrm>
            <a:custGeom>
              <a:rect b="b" l="l" r="r" t="t"/>
              <a:pathLst>
                <a:path extrusionOk="0" h="1720" w="3259">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9"/>
            <p:cNvSpPr/>
            <p:nvPr/>
          </p:nvSpPr>
          <p:spPr>
            <a:xfrm>
              <a:off x="7008732" y="1116731"/>
              <a:ext cx="137440" cy="129248"/>
            </a:xfrm>
            <a:custGeom>
              <a:rect b="b" l="l" r="r" t="t"/>
              <a:pathLst>
                <a:path extrusionOk="0" h="1547" w="1645">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9"/>
            <p:cNvSpPr/>
            <p:nvPr/>
          </p:nvSpPr>
          <p:spPr>
            <a:xfrm>
              <a:off x="7596851" y="1050060"/>
              <a:ext cx="116135" cy="88560"/>
            </a:xfrm>
            <a:custGeom>
              <a:rect b="b" l="l" r="r" t="t"/>
              <a:pathLst>
                <a:path extrusionOk="0" h="1060" w="139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9"/>
            <p:cNvSpPr/>
            <p:nvPr/>
          </p:nvSpPr>
          <p:spPr>
            <a:xfrm>
              <a:off x="7928551" y="801502"/>
              <a:ext cx="83717" cy="71851"/>
            </a:xfrm>
            <a:custGeom>
              <a:rect b="b" l="l" r="r" t="t"/>
              <a:pathLst>
                <a:path extrusionOk="0" h="860" w="1002">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9"/>
            <p:cNvSpPr/>
            <p:nvPr/>
          </p:nvSpPr>
          <p:spPr>
            <a:xfrm>
              <a:off x="6905295" y="677266"/>
              <a:ext cx="83216" cy="71600"/>
            </a:xfrm>
            <a:custGeom>
              <a:rect b="b" l="l" r="r" t="t"/>
              <a:pathLst>
                <a:path extrusionOk="0" h="857" w="996">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9"/>
            <p:cNvSpPr/>
            <p:nvPr/>
          </p:nvSpPr>
          <p:spPr>
            <a:xfrm>
              <a:off x="7389309" y="622541"/>
              <a:ext cx="200353" cy="84801"/>
            </a:xfrm>
            <a:custGeom>
              <a:rect b="b" l="l" r="r" t="t"/>
              <a:pathLst>
                <a:path extrusionOk="0" h="1015" w="2398">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9"/>
            <p:cNvSpPr/>
            <p:nvPr/>
          </p:nvSpPr>
          <p:spPr>
            <a:xfrm>
              <a:off x="6499068" y="972610"/>
              <a:ext cx="204614" cy="349646"/>
            </a:xfrm>
            <a:custGeom>
              <a:rect b="b" l="l" r="r" t="t"/>
              <a:pathLst>
                <a:path extrusionOk="0" h="4185" w="2449">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9"/>
            <p:cNvSpPr/>
            <p:nvPr/>
          </p:nvSpPr>
          <p:spPr>
            <a:xfrm>
              <a:off x="6602087" y="1012797"/>
              <a:ext cx="122401" cy="290745"/>
            </a:xfrm>
            <a:custGeom>
              <a:rect b="b" l="l" r="r" t="t"/>
              <a:pathLst>
                <a:path extrusionOk="0" h="3480" w="1465">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9"/>
            <p:cNvSpPr/>
            <p:nvPr/>
          </p:nvSpPr>
          <p:spPr>
            <a:xfrm>
              <a:off x="7963392" y="1193011"/>
              <a:ext cx="221073" cy="228670"/>
            </a:xfrm>
            <a:custGeom>
              <a:rect b="b" l="l" r="r" t="t"/>
              <a:pathLst>
                <a:path extrusionOk="0" h="2737" w="2646">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9"/>
            <p:cNvSpPr/>
            <p:nvPr/>
          </p:nvSpPr>
          <p:spPr>
            <a:xfrm>
              <a:off x="7945929" y="1193680"/>
              <a:ext cx="151476" cy="163920"/>
            </a:xfrm>
            <a:custGeom>
              <a:rect b="b" l="l" r="r" t="t"/>
              <a:pathLst>
                <a:path extrusionOk="0" h="1962" w="1813">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9"/>
            <p:cNvSpPr/>
            <p:nvPr/>
          </p:nvSpPr>
          <p:spPr>
            <a:xfrm>
              <a:off x="7472025" y="2004185"/>
              <a:ext cx="253992" cy="169518"/>
            </a:xfrm>
            <a:custGeom>
              <a:rect b="b" l="l" r="r" t="t"/>
              <a:pathLst>
                <a:path extrusionOk="0" h="2029" w="304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9"/>
            <p:cNvSpPr/>
            <p:nvPr/>
          </p:nvSpPr>
          <p:spPr>
            <a:xfrm>
              <a:off x="7497174" y="1961241"/>
              <a:ext cx="201272" cy="107943"/>
            </a:xfrm>
            <a:custGeom>
              <a:rect b="b" l="l" r="r" t="t"/>
              <a:pathLst>
                <a:path extrusionOk="0" h="1292" w="2409">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9"/>
            <p:cNvSpPr/>
            <p:nvPr/>
          </p:nvSpPr>
          <p:spPr>
            <a:xfrm>
              <a:off x="6331824" y="431549"/>
              <a:ext cx="1100186" cy="1993360"/>
            </a:xfrm>
            <a:custGeom>
              <a:rect b="b" l="l" r="r" t="t"/>
              <a:pathLst>
                <a:path extrusionOk="0" h="23859" w="13168">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9"/>
            <p:cNvSpPr/>
            <p:nvPr/>
          </p:nvSpPr>
          <p:spPr>
            <a:xfrm>
              <a:off x="7941585" y="1843020"/>
              <a:ext cx="102182" cy="95913"/>
            </a:xfrm>
            <a:custGeom>
              <a:rect b="b" l="l" r="r" t="t"/>
              <a:pathLst>
                <a:path extrusionOk="0" h="1148" w="1223">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9"/>
            <p:cNvSpPr/>
            <p:nvPr/>
          </p:nvSpPr>
          <p:spPr>
            <a:xfrm>
              <a:off x="7011155" y="1798655"/>
              <a:ext cx="116135" cy="88560"/>
            </a:xfrm>
            <a:custGeom>
              <a:rect b="b" l="l" r="r" t="t"/>
              <a:pathLst>
                <a:path extrusionOk="0" h="1060" w="139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9"/>
            <p:cNvSpPr/>
            <p:nvPr/>
          </p:nvSpPr>
          <p:spPr>
            <a:xfrm>
              <a:off x="7347784" y="1428201"/>
              <a:ext cx="84218" cy="72185"/>
            </a:xfrm>
            <a:custGeom>
              <a:rect b="b" l="l" r="r" t="t"/>
              <a:pathLst>
                <a:path extrusionOk="0" h="864" w="1008">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3" name="Google Shape;1123;p79"/>
          <p:cNvGrpSpPr/>
          <p:nvPr/>
        </p:nvGrpSpPr>
        <p:grpSpPr>
          <a:xfrm>
            <a:off x="5945882" y="3193981"/>
            <a:ext cx="720254" cy="693044"/>
            <a:chOff x="3771662" y="1694611"/>
            <a:chExt cx="603885" cy="581072"/>
          </a:xfrm>
        </p:grpSpPr>
        <p:sp>
          <p:nvSpPr>
            <p:cNvPr id="1124" name="Google Shape;1124;p79"/>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9"/>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9"/>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79"/>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9"/>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9"/>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9"/>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9"/>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2" name="Google Shape;1132;p79"/>
          <p:cNvGrpSpPr/>
          <p:nvPr/>
        </p:nvGrpSpPr>
        <p:grpSpPr>
          <a:xfrm>
            <a:off x="6626391" y="4347901"/>
            <a:ext cx="256256" cy="237806"/>
            <a:chOff x="1105208" y="2882758"/>
            <a:chExt cx="298911" cy="277390"/>
          </a:xfrm>
        </p:grpSpPr>
        <p:sp>
          <p:nvSpPr>
            <p:cNvPr id="1133" name="Google Shape;1133;p79"/>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9"/>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9"/>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9"/>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9"/>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9"/>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9"/>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9"/>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9"/>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9"/>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3" name="Google Shape;1143;p79"/>
          <p:cNvSpPr/>
          <p:nvPr/>
        </p:nvSpPr>
        <p:spPr>
          <a:xfrm rot="-1363267">
            <a:off x="7681473" y="4037371"/>
            <a:ext cx="215722" cy="20593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9"/>
          <p:cNvSpPr/>
          <p:nvPr/>
        </p:nvSpPr>
        <p:spPr>
          <a:xfrm rot="528001">
            <a:off x="5427449" y="2799117"/>
            <a:ext cx="166102"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9"/>
          <p:cNvSpPr/>
          <p:nvPr/>
        </p:nvSpPr>
        <p:spPr>
          <a:xfrm rot="527880">
            <a:off x="7743756" y="49179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6" name="Google Shape;1146;p79"/>
          <p:cNvCxnSpPr/>
          <p:nvPr/>
        </p:nvCxnSpPr>
        <p:spPr>
          <a:xfrm flipH="1" rot="10800000">
            <a:off x="3352825" y="2626650"/>
            <a:ext cx="1045200" cy="141300"/>
          </a:xfrm>
          <a:prstGeom prst="straightConnector1">
            <a:avLst/>
          </a:prstGeom>
          <a:noFill/>
          <a:ln cap="flat" cmpd="sng" w="38100">
            <a:solidFill>
              <a:srgbClr val="FF0000"/>
            </a:solidFill>
            <a:prstDash val="solid"/>
            <a:round/>
            <a:headEnd len="med" w="med" type="none"/>
            <a:tailEnd len="med" w="med" type="none"/>
          </a:ln>
        </p:spPr>
      </p:cxnSp>
      <p:grpSp>
        <p:nvGrpSpPr>
          <p:cNvPr id="1147" name="Google Shape;1147;p79"/>
          <p:cNvGrpSpPr/>
          <p:nvPr/>
        </p:nvGrpSpPr>
        <p:grpSpPr>
          <a:xfrm>
            <a:off x="8806071" y="4805681"/>
            <a:ext cx="278523" cy="273283"/>
            <a:chOff x="4658736" y="1651901"/>
            <a:chExt cx="328835" cy="329494"/>
          </a:xfrm>
        </p:grpSpPr>
        <p:sp>
          <p:nvSpPr>
            <p:cNvPr id="1148" name="Google Shape;1148;p79"/>
            <p:cNvSpPr/>
            <p:nvPr/>
          </p:nvSpPr>
          <p:spPr>
            <a:xfrm>
              <a:off x="4658736" y="1651901"/>
              <a:ext cx="328835" cy="329494"/>
            </a:xfrm>
            <a:custGeom>
              <a:rect b="b" l="l" r="r" t="t"/>
              <a:pathLst>
                <a:path extrusionOk="0" h="119382" w="119143">
                  <a:moveTo>
                    <a:pt x="60640" y="0"/>
                  </a:moveTo>
                  <a:cubicBezTo>
                    <a:pt x="60362" y="0"/>
                    <a:pt x="60084" y="2"/>
                    <a:pt x="59805" y="6"/>
                  </a:cubicBezTo>
                  <a:cubicBezTo>
                    <a:pt x="26866" y="6"/>
                    <a:pt x="1" y="26872"/>
                    <a:pt x="1" y="59811"/>
                  </a:cubicBezTo>
                  <a:cubicBezTo>
                    <a:pt x="1" y="72426"/>
                    <a:pt x="3739" y="84106"/>
                    <a:pt x="10513" y="93685"/>
                  </a:cubicBezTo>
                  <a:cubicBezTo>
                    <a:pt x="11915" y="95787"/>
                    <a:pt x="13784" y="97656"/>
                    <a:pt x="15419" y="99758"/>
                  </a:cubicBezTo>
                  <a:lnTo>
                    <a:pt x="15886" y="99992"/>
                  </a:lnTo>
                  <a:lnTo>
                    <a:pt x="17054" y="101160"/>
                  </a:lnTo>
                  <a:cubicBezTo>
                    <a:pt x="17989" y="102328"/>
                    <a:pt x="19624" y="103963"/>
                    <a:pt x="21026" y="105132"/>
                  </a:cubicBezTo>
                  <a:lnTo>
                    <a:pt x="21259" y="105365"/>
                  </a:lnTo>
                  <a:cubicBezTo>
                    <a:pt x="23596" y="107468"/>
                    <a:pt x="26399" y="109103"/>
                    <a:pt x="28969" y="110972"/>
                  </a:cubicBezTo>
                  <a:cubicBezTo>
                    <a:pt x="30137" y="111439"/>
                    <a:pt x="31071" y="112140"/>
                    <a:pt x="32239" y="112607"/>
                  </a:cubicBezTo>
                  <a:cubicBezTo>
                    <a:pt x="40416" y="117046"/>
                    <a:pt x="49760" y="119382"/>
                    <a:pt x="59572" y="119382"/>
                  </a:cubicBezTo>
                  <a:cubicBezTo>
                    <a:pt x="69617" y="119382"/>
                    <a:pt x="78962" y="117046"/>
                    <a:pt x="87138" y="112607"/>
                  </a:cubicBezTo>
                  <a:cubicBezTo>
                    <a:pt x="90642" y="110505"/>
                    <a:pt x="93679" y="108636"/>
                    <a:pt x="96716" y="106300"/>
                  </a:cubicBezTo>
                  <a:cubicBezTo>
                    <a:pt x="110499" y="95320"/>
                    <a:pt x="119143" y="78500"/>
                    <a:pt x="119143" y="59577"/>
                  </a:cubicBezTo>
                  <a:cubicBezTo>
                    <a:pt x="119143" y="26689"/>
                    <a:pt x="92736" y="0"/>
                    <a:pt x="60640"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9"/>
            <p:cNvSpPr/>
            <p:nvPr/>
          </p:nvSpPr>
          <p:spPr>
            <a:xfrm>
              <a:off x="4703225" y="1745407"/>
              <a:ext cx="68994" cy="68994"/>
            </a:xfrm>
            <a:custGeom>
              <a:rect b="b" l="l" r="r" t="t"/>
              <a:pathLst>
                <a:path extrusionOk="0" h="24998" w="24998">
                  <a:moveTo>
                    <a:pt x="12616" y="1"/>
                  </a:moveTo>
                  <a:lnTo>
                    <a:pt x="11448" y="11214"/>
                  </a:lnTo>
                  <a:lnTo>
                    <a:pt x="1" y="12382"/>
                  </a:lnTo>
                  <a:lnTo>
                    <a:pt x="11448" y="13550"/>
                  </a:lnTo>
                  <a:lnTo>
                    <a:pt x="12616" y="24997"/>
                  </a:lnTo>
                  <a:lnTo>
                    <a:pt x="13550" y="13550"/>
                  </a:lnTo>
                  <a:lnTo>
                    <a:pt x="24997" y="12382"/>
                  </a:lnTo>
                  <a:lnTo>
                    <a:pt x="13550" y="11214"/>
                  </a:lnTo>
                  <a:lnTo>
                    <a:pt x="126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9"/>
            <p:cNvSpPr/>
            <p:nvPr/>
          </p:nvSpPr>
          <p:spPr>
            <a:xfrm>
              <a:off x="4908908" y="1796988"/>
              <a:ext cx="68992" cy="68994"/>
            </a:xfrm>
            <a:custGeom>
              <a:rect b="b" l="l" r="r" t="t"/>
              <a:pathLst>
                <a:path extrusionOk="0" h="24998" w="24997">
                  <a:moveTo>
                    <a:pt x="12382" y="1"/>
                  </a:moveTo>
                  <a:lnTo>
                    <a:pt x="11214" y="11448"/>
                  </a:lnTo>
                  <a:lnTo>
                    <a:pt x="0" y="12382"/>
                  </a:lnTo>
                  <a:lnTo>
                    <a:pt x="11214" y="13550"/>
                  </a:lnTo>
                  <a:lnTo>
                    <a:pt x="12382" y="24997"/>
                  </a:lnTo>
                  <a:lnTo>
                    <a:pt x="13550" y="13550"/>
                  </a:lnTo>
                  <a:lnTo>
                    <a:pt x="24997" y="12382"/>
                  </a:lnTo>
                  <a:lnTo>
                    <a:pt x="13550" y="11448"/>
                  </a:lnTo>
                  <a:lnTo>
                    <a:pt x="1238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9"/>
            <p:cNvSpPr/>
            <p:nvPr/>
          </p:nvSpPr>
          <p:spPr>
            <a:xfrm>
              <a:off x="4787046" y="1896928"/>
              <a:ext cx="68992" cy="68994"/>
            </a:xfrm>
            <a:custGeom>
              <a:rect b="b" l="l" r="r" t="t"/>
              <a:pathLst>
                <a:path extrusionOk="0" h="24998" w="24997">
                  <a:moveTo>
                    <a:pt x="12616" y="1"/>
                  </a:moveTo>
                  <a:lnTo>
                    <a:pt x="11448" y="11448"/>
                  </a:lnTo>
                  <a:lnTo>
                    <a:pt x="1" y="12382"/>
                  </a:lnTo>
                  <a:lnTo>
                    <a:pt x="11448" y="13550"/>
                  </a:lnTo>
                  <a:lnTo>
                    <a:pt x="12616" y="24997"/>
                  </a:lnTo>
                  <a:lnTo>
                    <a:pt x="13784" y="13550"/>
                  </a:lnTo>
                  <a:lnTo>
                    <a:pt x="24997" y="12382"/>
                  </a:lnTo>
                  <a:lnTo>
                    <a:pt x="13784" y="11448"/>
                  </a:lnTo>
                  <a:lnTo>
                    <a:pt x="126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79"/>
            <p:cNvSpPr/>
            <p:nvPr/>
          </p:nvSpPr>
          <p:spPr>
            <a:xfrm>
              <a:off x="4756098" y="1869204"/>
              <a:ext cx="9674" cy="9674"/>
            </a:xfrm>
            <a:custGeom>
              <a:rect b="b" l="l" r="r" t="t"/>
              <a:pathLst>
                <a:path extrusionOk="0" h="3505" w="3505">
                  <a:moveTo>
                    <a:pt x="1869" y="0"/>
                  </a:moveTo>
                  <a:lnTo>
                    <a:pt x="0" y="1869"/>
                  </a:lnTo>
                  <a:lnTo>
                    <a:pt x="1869" y="3505"/>
                  </a:lnTo>
                  <a:lnTo>
                    <a:pt x="3504" y="1869"/>
                  </a:lnTo>
                  <a:lnTo>
                    <a:pt x="186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9"/>
            <p:cNvSpPr/>
            <p:nvPr/>
          </p:nvSpPr>
          <p:spPr>
            <a:xfrm>
              <a:off x="4777375" y="1698984"/>
              <a:ext cx="9674" cy="9674"/>
            </a:xfrm>
            <a:custGeom>
              <a:rect b="b" l="l" r="r" t="t"/>
              <a:pathLst>
                <a:path extrusionOk="0" h="3505" w="3505">
                  <a:moveTo>
                    <a:pt x="1636" y="1"/>
                  </a:moveTo>
                  <a:lnTo>
                    <a:pt x="0" y="1870"/>
                  </a:lnTo>
                  <a:lnTo>
                    <a:pt x="1636" y="3505"/>
                  </a:lnTo>
                  <a:lnTo>
                    <a:pt x="3505" y="1870"/>
                  </a:lnTo>
                  <a:lnTo>
                    <a:pt x="163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79"/>
            <p:cNvSpPr/>
            <p:nvPr/>
          </p:nvSpPr>
          <p:spPr>
            <a:xfrm>
              <a:off x="4891498" y="1853729"/>
              <a:ext cx="9674" cy="9674"/>
            </a:xfrm>
            <a:custGeom>
              <a:rect b="b" l="l" r="r" t="t"/>
              <a:pathLst>
                <a:path extrusionOk="0" h="3505" w="3505">
                  <a:moveTo>
                    <a:pt x="1870" y="1"/>
                  </a:moveTo>
                  <a:lnTo>
                    <a:pt x="1" y="1870"/>
                  </a:lnTo>
                  <a:lnTo>
                    <a:pt x="1870" y="3505"/>
                  </a:lnTo>
                  <a:lnTo>
                    <a:pt x="3505" y="1870"/>
                  </a:lnTo>
                  <a:lnTo>
                    <a:pt x="187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9"/>
            <p:cNvSpPr/>
            <p:nvPr/>
          </p:nvSpPr>
          <p:spPr>
            <a:xfrm>
              <a:off x="4906328" y="1922720"/>
              <a:ext cx="9674" cy="9674"/>
            </a:xfrm>
            <a:custGeom>
              <a:rect b="b" l="l" r="r" t="t"/>
              <a:pathLst>
                <a:path extrusionOk="0" h="3505" w="3505">
                  <a:moveTo>
                    <a:pt x="1636" y="0"/>
                  </a:moveTo>
                  <a:lnTo>
                    <a:pt x="1" y="1635"/>
                  </a:lnTo>
                  <a:lnTo>
                    <a:pt x="1636" y="3504"/>
                  </a:lnTo>
                  <a:lnTo>
                    <a:pt x="3505" y="1635"/>
                  </a:lnTo>
                  <a:lnTo>
                    <a:pt x="16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9"/>
            <p:cNvSpPr/>
            <p:nvPr/>
          </p:nvSpPr>
          <p:spPr>
            <a:xfrm>
              <a:off x="4792205" y="1678996"/>
              <a:ext cx="10320" cy="9674"/>
            </a:xfrm>
            <a:custGeom>
              <a:rect b="b" l="l" r="r" t="t"/>
              <a:pathLst>
                <a:path extrusionOk="0" h="3505" w="3739">
                  <a:moveTo>
                    <a:pt x="1869" y="1"/>
                  </a:moveTo>
                  <a:lnTo>
                    <a:pt x="0" y="1870"/>
                  </a:lnTo>
                  <a:lnTo>
                    <a:pt x="1869" y="3505"/>
                  </a:lnTo>
                  <a:lnTo>
                    <a:pt x="3738" y="1870"/>
                  </a:lnTo>
                  <a:lnTo>
                    <a:pt x="18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9"/>
            <p:cNvSpPr/>
            <p:nvPr/>
          </p:nvSpPr>
          <p:spPr>
            <a:xfrm>
              <a:off x="4698069" y="1833741"/>
              <a:ext cx="9674" cy="9674"/>
            </a:xfrm>
            <a:custGeom>
              <a:rect b="b" l="l" r="r" t="t"/>
              <a:pathLst>
                <a:path extrusionOk="0" h="3505" w="3505">
                  <a:moveTo>
                    <a:pt x="1869" y="1"/>
                  </a:moveTo>
                  <a:lnTo>
                    <a:pt x="0" y="1870"/>
                  </a:lnTo>
                  <a:lnTo>
                    <a:pt x="1869" y="3505"/>
                  </a:lnTo>
                  <a:lnTo>
                    <a:pt x="3504" y="1870"/>
                  </a:lnTo>
                  <a:lnTo>
                    <a:pt x="18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9"/>
            <p:cNvSpPr/>
            <p:nvPr/>
          </p:nvSpPr>
          <p:spPr>
            <a:xfrm>
              <a:off x="4946304" y="1774423"/>
              <a:ext cx="9674" cy="9674"/>
            </a:xfrm>
            <a:custGeom>
              <a:rect b="b" l="l" r="r" t="t"/>
              <a:pathLst>
                <a:path extrusionOk="0" h="3505" w="3505">
                  <a:moveTo>
                    <a:pt x="1870" y="0"/>
                  </a:moveTo>
                  <a:lnTo>
                    <a:pt x="1" y="1636"/>
                  </a:lnTo>
                  <a:lnTo>
                    <a:pt x="1870" y="3505"/>
                  </a:lnTo>
                  <a:lnTo>
                    <a:pt x="3505" y="1636"/>
                  </a:lnTo>
                  <a:lnTo>
                    <a:pt x="187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9"/>
            <p:cNvSpPr/>
            <p:nvPr/>
          </p:nvSpPr>
          <p:spPr>
            <a:xfrm>
              <a:off x="4721924" y="1759593"/>
              <a:ext cx="97365" cy="67703"/>
            </a:xfrm>
            <a:custGeom>
              <a:rect b="b" l="l" r="r" t="t"/>
              <a:pathLst>
                <a:path extrusionOk="0" h="24530" w="35277">
                  <a:moveTo>
                    <a:pt x="24063" y="0"/>
                  </a:moveTo>
                  <a:lnTo>
                    <a:pt x="1" y="22193"/>
                  </a:lnTo>
                  <a:lnTo>
                    <a:pt x="23596" y="24530"/>
                  </a:lnTo>
                  <a:lnTo>
                    <a:pt x="35276" y="701"/>
                  </a:lnTo>
                  <a:lnTo>
                    <a:pt x="24063"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9"/>
            <p:cNvSpPr/>
            <p:nvPr/>
          </p:nvSpPr>
          <p:spPr>
            <a:xfrm>
              <a:off x="4818640" y="1826647"/>
              <a:ext cx="67060" cy="97365"/>
            </a:xfrm>
            <a:custGeom>
              <a:rect b="b" l="l" r="r" t="t"/>
              <a:pathLst>
                <a:path extrusionOk="0" h="35277" w="24297">
                  <a:moveTo>
                    <a:pt x="23829" y="1"/>
                  </a:moveTo>
                  <a:lnTo>
                    <a:pt x="1" y="11682"/>
                  </a:lnTo>
                  <a:lnTo>
                    <a:pt x="2570" y="35276"/>
                  </a:lnTo>
                  <a:lnTo>
                    <a:pt x="24296" y="10981"/>
                  </a:lnTo>
                  <a:lnTo>
                    <a:pt x="23829" y="1"/>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9"/>
            <p:cNvSpPr/>
            <p:nvPr/>
          </p:nvSpPr>
          <p:spPr>
            <a:xfrm>
              <a:off x="4770282" y="1688322"/>
              <a:ext cx="195369" cy="187978"/>
            </a:xfrm>
            <a:custGeom>
              <a:rect b="b" l="l" r="r" t="t"/>
              <a:pathLst>
                <a:path extrusionOk="0" h="68108" w="70786">
                  <a:moveTo>
                    <a:pt x="58600" y="0"/>
                  </a:moveTo>
                  <a:cubicBezTo>
                    <a:pt x="49202" y="0"/>
                    <a:pt x="36847" y="5578"/>
                    <a:pt x="25698" y="15311"/>
                  </a:cubicBezTo>
                  <a:cubicBezTo>
                    <a:pt x="23829" y="17180"/>
                    <a:pt x="22194" y="18581"/>
                    <a:pt x="20325" y="20217"/>
                  </a:cubicBezTo>
                  <a:lnTo>
                    <a:pt x="19157" y="21385"/>
                  </a:lnTo>
                  <a:cubicBezTo>
                    <a:pt x="9579" y="31664"/>
                    <a:pt x="3038" y="42877"/>
                    <a:pt x="701" y="52221"/>
                  </a:cubicBezTo>
                  <a:cubicBezTo>
                    <a:pt x="234" y="54090"/>
                    <a:pt x="1" y="55959"/>
                    <a:pt x="1" y="57595"/>
                  </a:cubicBezTo>
                  <a:cubicBezTo>
                    <a:pt x="2337" y="58295"/>
                    <a:pt x="4673" y="59463"/>
                    <a:pt x="6542" y="61566"/>
                  </a:cubicBezTo>
                  <a:cubicBezTo>
                    <a:pt x="8644" y="63201"/>
                    <a:pt x="9812" y="65537"/>
                    <a:pt x="10513" y="68107"/>
                  </a:cubicBezTo>
                  <a:cubicBezTo>
                    <a:pt x="12148" y="68107"/>
                    <a:pt x="14017" y="67873"/>
                    <a:pt x="15886" y="67406"/>
                  </a:cubicBezTo>
                  <a:cubicBezTo>
                    <a:pt x="25231" y="65070"/>
                    <a:pt x="36444" y="58529"/>
                    <a:pt x="46256" y="48951"/>
                  </a:cubicBezTo>
                  <a:lnTo>
                    <a:pt x="47424" y="47783"/>
                  </a:lnTo>
                  <a:cubicBezTo>
                    <a:pt x="49293" y="45914"/>
                    <a:pt x="50694" y="44279"/>
                    <a:pt x="52797" y="42643"/>
                  </a:cubicBezTo>
                  <a:cubicBezTo>
                    <a:pt x="65412" y="27692"/>
                    <a:pt x="70785" y="10872"/>
                    <a:pt x="66580" y="1761"/>
                  </a:cubicBezTo>
                  <a:cubicBezTo>
                    <a:pt x="64314" y="572"/>
                    <a:pt x="61609" y="0"/>
                    <a:pt x="586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9"/>
            <p:cNvSpPr/>
            <p:nvPr/>
          </p:nvSpPr>
          <p:spPr>
            <a:xfrm>
              <a:off x="4768993" y="1687392"/>
              <a:ext cx="183761" cy="163116"/>
            </a:xfrm>
            <a:custGeom>
              <a:rect b="b" l="l" r="r" t="t"/>
              <a:pathLst>
                <a:path extrusionOk="0" h="59100" w="66580">
                  <a:moveTo>
                    <a:pt x="58890" y="1"/>
                  </a:moveTo>
                  <a:cubicBezTo>
                    <a:pt x="49515" y="1"/>
                    <a:pt x="37128" y="5591"/>
                    <a:pt x="25698" y="15414"/>
                  </a:cubicBezTo>
                  <a:cubicBezTo>
                    <a:pt x="24062" y="17049"/>
                    <a:pt x="22194" y="18685"/>
                    <a:pt x="20558" y="20320"/>
                  </a:cubicBezTo>
                  <a:lnTo>
                    <a:pt x="19390" y="21488"/>
                  </a:lnTo>
                  <a:cubicBezTo>
                    <a:pt x="9812" y="31767"/>
                    <a:pt x="3271" y="42747"/>
                    <a:pt x="935" y="52091"/>
                  </a:cubicBezTo>
                  <a:cubicBezTo>
                    <a:pt x="468" y="54194"/>
                    <a:pt x="0" y="56063"/>
                    <a:pt x="0" y="57698"/>
                  </a:cubicBezTo>
                  <a:cubicBezTo>
                    <a:pt x="1636" y="57932"/>
                    <a:pt x="2804" y="58632"/>
                    <a:pt x="3972" y="59100"/>
                  </a:cubicBezTo>
                  <a:cubicBezTo>
                    <a:pt x="4439" y="58399"/>
                    <a:pt x="4673" y="57464"/>
                    <a:pt x="5373" y="56530"/>
                  </a:cubicBezTo>
                  <a:cubicBezTo>
                    <a:pt x="9345" y="49288"/>
                    <a:pt x="17288" y="39243"/>
                    <a:pt x="26866" y="29431"/>
                  </a:cubicBezTo>
                  <a:lnTo>
                    <a:pt x="28034" y="28263"/>
                  </a:lnTo>
                  <a:cubicBezTo>
                    <a:pt x="29903" y="26394"/>
                    <a:pt x="31538" y="24759"/>
                    <a:pt x="33407" y="23357"/>
                  </a:cubicBezTo>
                  <a:cubicBezTo>
                    <a:pt x="47469" y="10217"/>
                    <a:pt x="60849" y="1626"/>
                    <a:pt x="66363" y="1626"/>
                  </a:cubicBezTo>
                  <a:cubicBezTo>
                    <a:pt x="66437" y="1626"/>
                    <a:pt x="66509" y="1628"/>
                    <a:pt x="66580" y="1631"/>
                  </a:cubicBezTo>
                  <a:cubicBezTo>
                    <a:pt x="64380" y="531"/>
                    <a:pt x="61778" y="1"/>
                    <a:pt x="58890"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9"/>
            <p:cNvSpPr/>
            <p:nvPr/>
          </p:nvSpPr>
          <p:spPr>
            <a:xfrm>
              <a:off x="4770282" y="1831163"/>
              <a:ext cx="43848" cy="44491"/>
            </a:xfrm>
            <a:custGeom>
              <a:rect b="b" l="l" r="r" t="t"/>
              <a:pathLst>
                <a:path extrusionOk="0" h="16120" w="15887">
                  <a:moveTo>
                    <a:pt x="701" y="0"/>
                  </a:moveTo>
                  <a:cubicBezTo>
                    <a:pt x="234" y="2103"/>
                    <a:pt x="1" y="3972"/>
                    <a:pt x="1" y="5607"/>
                  </a:cubicBezTo>
                  <a:cubicBezTo>
                    <a:pt x="2337" y="6308"/>
                    <a:pt x="4673" y="7476"/>
                    <a:pt x="6542" y="9345"/>
                  </a:cubicBezTo>
                  <a:cubicBezTo>
                    <a:pt x="8644" y="11214"/>
                    <a:pt x="9812" y="13550"/>
                    <a:pt x="10513" y="16119"/>
                  </a:cubicBezTo>
                  <a:cubicBezTo>
                    <a:pt x="12148" y="16119"/>
                    <a:pt x="14017" y="15886"/>
                    <a:pt x="15886" y="15185"/>
                  </a:cubicBezTo>
                  <a:lnTo>
                    <a:pt x="701" y="0"/>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9"/>
            <p:cNvSpPr/>
            <p:nvPr/>
          </p:nvSpPr>
          <p:spPr>
            <a:xfrm>
              <a:off x="4822509" y="1730577"/>
              <a:ext cx="91560" cy="92849"/>
            </a:xfrm>
            <a:custGeom>
              <a:rect b="b" l="l" r="r" t="t"/>
              <a:pathLst>
                <a:path extrusionOk="0" h="33641" w="33174">
                  <a:moveTo>
                    <a:pt x="6308" y="1"/>
                  </a:moveTo>
                  <a:cubicBezTo>
                    <a:pt x="4672" y="1870"/>
                    <a:pt x="2804" y="3271"/>
                    <a:pt x="1168" y="4907"/>
                  </a:cubicBezTo>
                  <a:lnTo>
                    <a:pt x="0" y="6075"/>
                  </a:lnTo>
                  <a:lnTo>
                    <a:pt x="27333" y="33641"/>
                  </a:lnTo>
                  <a:lnTo>
                    <a:pt x="28501" y="32473"/>
                  </a:lnTo>
                  <a:cubicBezTo>
                    <a:pt x="30370" y="30604"/>
                    <a:pt x="31771" y="28969"/>
                    <a:pt x="33173" y="26866"/>
                  </a:cubicBezTo>
                  <a:lnTo>
                    <a:pt x="6308"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9"/>
            <p:cNvSpPr/>
            <p:nvPr/>
          </p:nvSpPr>
          <p:spPr>
            <a:xfrm>
              <a:off x="4685172" y="1854374"/>
              <a:ext cx="111548" cy="102520"/>
            </a:xfrm>
            <a:custGeom>
              <a:rect b="b" l="l" r="r" t="t"/>
              <a:pathLst>
                <a:path extrusionOk="0" h="37145" w="40416">
                  <a:moveTo>
                    <a:pt x="22048" y="0"/>
                  </a:moveTo>
                  <a:cubicBezTo>
                    <a:pt x="17814" y="0"/>
                    <a:pt x="13550" y="1636"/>
                    <a:pt x="10280" y="4906"/>
                  </a:cubicBezTo>
                  <a:cubicBezTo>
                    <a:pt x="10280" y="4906"/>
                    <a:pt x="4673" y="10746"/>
                    <a:pt x="1" y="20091"/>
                  </a:cubicBezTo>
                  <a:cubicBezTo>
                    <a:pt x="1636" y="21960"/>
                    <a:pt x="3271" y="24062"/>
                    <a:pt x="5140" y="26165"/>
                  </a:cubicBezTo>
                  <a:lnTo>
                    <a:pt x="5841" y="25464"/>
                  </a:lnTo>
                  <a:lnTo>
                    <a:pt x="5374" y="26398"/>
                  </a:lnTo>
                  <a:lnTo>
                    <a:pt x="6542" y="27567"/>
                  </a:lnTo>
                  <a:cubicBezTo>
                    <a:pt x="7710" y="28735"/>
                    <a:pt x="9112" y="30370"/>
                    <a:pt x="10513" y="31304"/>
                  </a:cubicBezTo>
                  <a:lnTo>
                    <a:pt x="12850" y="29435"/>
                  </a:lnTo>
                  <a:lnTo>
                    <a:pt x="11214" y="31772"/>
                  </a:lnTo>
                  <a:cubicBezTo>
                    <a:pt x="13550" y="33640"/>
                    <a:pt x="16120" y="35509"/>
                    <a:pt x="18690" y="37145"/>
                  </a:cubicBezTo>
                  <a:cubicBezTo>
                    <a:pt x="24997" y="34341"/>
                    <a:pt x="31071" y="30837"/>
                    <a:pt x="33875" y="27800"/>
                  </a:cubicBezTo>
                  <a:cubicBezTo>
                    <a:pt x="40416" y="21493"/>
                    <a:pt x="40416" y="10980"/>
                    <a:pt x="33641" y="4906"/>
                  </a:cubicBezTo>
                  <a:cubicBezTo>
                    <a:pt x="30487" y="1636"/>
                    <a:pt x="26282" y="0"/>
                    <a:pt x="22048"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9"/>
            <p:cNvSpPr/>
            <p:nvPr/>
          </p:nvSpPr>
          <p:spPr>
            <a:xfrm>
              <a:off x="4724504" y="1876220"/>
              <a:ext cx="55451" cy="43280"/>
            </a:xfrm>
            <a:custGeom>
              <a:rect b="b" l="l" r="r" t="t"/>
              <a:pathLst>
                <a:path extrusionOk="0" h="15681" w="20091">
                  <a:moveTo>
                    <a:pt x="12495" y="0"/>
                  </a:moveTo>
                  <a:cubicBezTo>
                    <a:pt x="7669" y="0"/>
                    <a:pt x="1002" y="10673"/>
                    <a:pt x="0" y="15680"/>
                  </a:cubicBezTo>
                  <a:cubicBezTo>
                    <a:pt x="0" y="15680"/>
                    <a:pt x="20091" y="10073"/>
                    <a:pt x="14718" y="963"/>
                  </a:cubicBezTo>
                  <a:cubicBezTo>
                    <a:pt x="14051" y="296"/>
                    <a:pt x="13299" y="0"/>
                    <a:pt x="12495" y="0"/>
                  </a:cubicBezTo>
                  <a:close/>
                </a:path>
              </a:pathLst>
            </a:custGeom>
            <a:solidFill>
              <a:srgbClr val="F9B5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9"/>
            <p:cNvSpPr/>
            <p:nvPr/>
          </p:nvSpPr>
          <p:spPr>
            <a:xfrm>
              <a:off x="4774794" y="1794148"/>
              <a:ext cx="78020" cy="74092"/>
            </a:xfrm>
            <a:custGeom>
              <a:rect b="b" l="l" r="r" t="t"/>
              <a:pathLst>
                <a:path extrusionOk="0" h="26845" w="28268">
                  <a:moveTo>
                    <a:pt x="27290" y="1"/>
                  </a:moveTo>
                  <a:cubicBezTo>
                    <a:pt x="25639" y="1"/>
                    <a:pt x="18802" y="5824"/>
                    <a:pt x="10747" y="13878"/>
                  </a:cubicBezTo>
                  <a:cubicBezTo>
                    <a:pt x="2337" y="22289"/>
                    <a:pt x="1" y="25793"/>
                    <a:pt x="935" y="26727"/>
                  </a:cubicBezTo>
                  <a:cubicBezTo>
                    <a:pt x="1038" y="26804"/>
                    <a:pt x="1171" y="26844"/>
                    <a:pt x="1337" y="26844"/>
                  </a:cubicBezTo>
                  <a:cubicBezTo>
                    <a:pt x="2695" y="26844"/>
                    <a:pt x="6294" y="24172"/>
                    <a:pt x="13784" y="16682"/>
                  </a:cubicBezTo>
                  <a:cubicBezTo>
                    <a:pt x="22194" y="8505"/>
                    <a:pt x="28268" y="1030"/>
                    <a:pt x="27567" y="95"/>
                  </a:cubicBezTo>
                  <a:cubicBezTo>
                    <a:pt x="27503" y="32"/>
                    <a:pt x="27411" y="1"/>
                    <a:pt x="2729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grpSp>
        <p:nvGrpSpPr>
          <p:cNvPr id="1172" name="Google Shape;1172;p80"/>
          <p:cNvGrpSpPr/>
          <p:nvPr/>
        </p:nvGrpSpPr>
        <p:grpSpPr>
          <a:xfrm>
            <a:off x="4117766" y="2700551"/>
            <a:ext cx="908451" cy="908597"/>
            <a:chOff x="5988212" y="2161102"/>
            <a:chExt cx="1140124" cy="1140307"/>
          </a:xfrm>
        </p:grpSpPr>
        <p:sp>
          <p:nvSpPr>
            <p:cNvPr id="1173" name="Google Shape;1173;p80"/>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80"/>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80"/>
          <p:cNvGrpSpPr/>
          <p:nvPr/>
        </p:nvGrpSpPr>
        <p:grpSpPr>
          <a:xfrm>
            <a:off x="6807774" y="2700551"/>
            <a:ext cx="908451" cy="908597"/>
            <a:chOff x="5988212" y="2161102"/>
            <a:chExt cx="1140124" cy="1140307"/>
          </a:xfrm>
        </p:grpSpPr>
        <p:sp>
          <p:nvSpPr>
            <p:cNvPr id="1176" name="Google Shape;1176;p80"/>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80"/>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8" name="Google Shape;1178;p80"/>
          <p:cNvGrpSpPr/>
          <p:nvPr/>
        </p:nvGrpSpPr>
        <p:grpSpPr>
          <a:xfrm>
            <a:off x="6807774" y="540426"/>
            <a:ext cx="908451" cy="908597"/>
            <a:chOff x="5988212" y="2161102"/>
            <a:chExt cx="1140124" cy="1140307"/>
          </a:xfrm>
        </p:grpSpPr>
        <p:sp>
          <p:nvSpPr>
            <p:cNvPr id="1179" name="Google Shape;1179;p80"/>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80"/>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1" name="Google Shape;1181;p80"/>
          <p:cNvGrpSpPr/>
          <p:nvPr/>
        </p:nvGrpSpPr>
        <p:grpSpPr>
          <a:xfrm>
            <a:off x="4117766" y="540414"/>
            <a:ext cx="908451" cy="908597"/>
            <a:chOff x="5988212" y="2161102"/>
            <a:chExt cx="1140124" cy="1140307"/>
          </a:xfrm>
        </p:grpSpPr>
        <p:sp>
          <p:nvSpPr>
            <p:cNvPr id="1182" name="Google Shape;1182;p80"/>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80"/>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4" name="Google Shape;1184;p80"/>
          <p:cNvSpPr txBox="1"/>
          <p:nvPr>
            <p:ph type="title"/>
          </p:nvPr>
        </p:nvSpPr>
        <p:spPr>
          <a:xfrm>
            <a:off x="713500" y="540425"/>
            <a:ext cx="2945400" cy="113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000"/>
              <a:t>Agenda</a:t>
            </a:r>
            <a:endParaRPr sz="5000"/>
          </a:p>
        </p:txBody>
      </p:sp>
      <p:sp>
        <p:nvSpPr>
          <p:cNvPr id="1185" name="Google Shape;1185;p80"/>
          <p:cNvSpPr txBox="1"/>
          <p:nvPr>
            <p:ph idx="1" type="subTitle"/>
          </p:nvPr>
        </p:nvSpPr>
        <p:spPr>
          <a:xfrm>
            <a:off x="3409950" y="1896484"/>
            <a:ext cx="2324100" cy="52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are all of you doing?</a:t>
            </a:r>
            <a:endParaRPr/>
          </a:p>
        </p:txBody>
      </p:sp>
      <p:sp>
        <p:nvSpPr>
          <p:cNvPr id="1186" name="Google Shape;1186;p80"/>
          <p:cNvSpPr txBox="1"/>
          <p:nvPr>
            <p:ph idx="2" type="title"/>
          </p:nvPr>
        </p:nvSpPr>
        <p:spPr>
          <a:xfrm>
            <a:off x="3409950" y="1481113"/>
            <a:ext cx="2324100" cy="43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Check-in</a:t>
            </a:r>
            <a:endParaRPr/>
          </a:p>
        </p:txBody>
      </p:sp>
      <p:sp>
        <p:nvSpPr>
          <p:cNvPr id="1187" name="Google Shape;1187;p80"/>
          <p:cNvSpPr txBox="1"/>
          <p:nvPr>
            <p:ph idx="3" type="title"/>
          </p:nvPr>
        </p:nvSpPr>
        <p:spPr>
          <a:xfrm>
            <a:off x="4263750" y="799272"/>
            <a:ext cx="616500" cy="39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CB64"/>
                </a:solidFill>
              </a:rPr>
              <a:t>01</a:t>
            </a:r>
            <a:endParaRPr>
              <a:solidFill>
                <a:srgbClr val="FFCB64"/>
              </a:solidFill>
            </a:endParaRPr>
          </a:p>
        </p:txBody>
      </p:sp>
      <p:sp>
        <p:nvSpPr>
          <p:cNvPr id="1188" name="Google Shape;1188;p80"/>
          <p:cNvSpPr txBox="1"/>
          <p:nvPr>
            <p:ph idx="4" type="subTitle"/>
          </p:nvPr>
        </p:nvSpPr>
        <p:spPr>
          <a:xfrm>
            <a:off x="6099950" y="1892125"/>
            <a:ext cx="2324100" cy="52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Revisiting lecture content</a:t>
            </a:r>
            <a:endParaRPr/>
          </a:p>
        </p:txBody>
      </p:sp>
      <p:sp>
        <p:nvSpPr>
          <p:cNvPr id="1189" name="Google Shape;1189;p80"/>
          <p:cNvSpPr txBox="1"/>
          <p:nvPr>
            <p:ph idx="5" type="title"/>
          </p:nvPr>
        </p:nvSpPr>
        <p:spPr>
          <a:xfrm>
            <a:off x="6099950" y="1476000"/>
            <a:ext cx="2324100" cy="43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Recap</a:t>
            </a:r>
            <a:endParaRPr/>
          </a:p>
        </p:txBody>
      </p:sp>
      <p:sp>
        <p:nvSpPr>
          <p:cNvPr id="1190" name="Google Shape;1190;p80"/>
          <p:cNvSpPr txBox="1"/>
          <p:nvPr>
            <p:ph idx="6" type="title"/>
          </p:nvPr>
        </p:nvSpPr>
        <p:spPr>
          <a:xfrm>
            <a:off x="6953750" y="794160"/>
            <a:ext cx="616500" cy="39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CB64"/>
                </a:solidFill>
              </a:rPr>
              <a:t>02</a:t>
            </a:r>
            <a:endParaRPr>
              <a:solidFill>
                <a:srgbClr val="FFCB64"/>
              </a:solidFill>
            </a:endParaRPr>
          </a:p>
        </p:txBody>
      </p:sp>
      <p:sp>
        <p:nvSpPr>
          <p:cNvPr id="1191" name="Google Shape;1191;p80"/>
          <p:cNvSpPr txBox="1"/>
          <p:nvPr>
            <p:ph idx="7" type="subTitle"/>
          </p:nvPr>
        </p:nvSpPr>
        <p:spPr>
          <a:xfrm>
            <a:off x="3409950" y="4061698"/>
            <a:ext cx="2324100" cy="52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#1</a:t>
            </a:r>
            <a:endParaRPr/>
          </a:p>
        </p:txBody>
      </p:sp>
      <p:sp>
        <p:nvSpPr>
          <p:cNvPr id="1192" name="Google Shape;1192;p80"/>
          <p:cNvSpPr txBox="1"/>
          <p:nvPr>
            <p:ph idx="8" type="title"/>
          </p:nvPr>
        </p:nvSpPr>
        <p:spPr>
          <a:xfrm>
            <a:off x="3409950" y="3646363"/>
            <a:ext cx="2324100" cy="43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To Mars!!!</a:t>
            </a:r>
            <a:endParaRPr/>
          </a:p>
        </p:txBody>
      </p:sp>
      <p:sp>
        <p:nvSpPr>
          <p:cNvPr id="1193" name="Google Shape;1193;p80"/>
          <p:cNvSpPr txBox="1"/>
          <p:nvPr>
            <p:ph idx="9" type="title"/>
          </p:nvPr>
        </p:nvSpPr>
        <p:spPr>
          <a:xfrm>
            <a:off x="4263750" y="2964522"/>
            <a:ext cx="616500" cy="39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CB64"/>
                </a:solidFill>
              </a:rPr>
              <a:t>03</a:t>
            </a:r>
            <a:endParaRPr>
              <a:solidFill>
                <a:srgbClr val="FFCB64"/>
              </a:solidFill>
            </a:endParaRPr>
          </a:p>
        </p:txBody>
      </p:sp>
      <p:sp>
        <p:nvSpPr>
          <p:cNvPr id="1194" name="Google Shape;1194;p80"/>
          <p:cNvSpPr txBox="1"/>
          <p:nvPr>
            <p:ph idx="13" type="subTitle"/>
          </p:nvPr>
        </p:nvSpPr>
        <p:spPr>
          <a:xfrm>
            <a:off x="6099950" y="4057375"/>
            <a:ext cx="2324100" cy="52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#2</a:t>
            </a:r>
            <a:endParaRPr sz="1000">
              <a:solidFill>
                <a:srgbClr val="FFCB64"/>
              </a:solidFill>
            </a:endParaRPr>
          </a:p>
        </p:txBody>
      </p:sp>
      <p:sp>
        <p:nvSpPr>
          <p:cNvPr id="1195" name="Google Shape;1195;p80"/>
          <p:cNvSpPr txBox="1"/>
          <p:nvPr>
            <p:ph idx="14" type="title"/>
          </p:nvPr>
        </p:nvSpPr>
        <p:spPr>
          <a:xfrm>
            <a:off x="6019850" y="3646375"/>
            <a:ext cx="2484300" cy="43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To Infinity &amp; Beyond</a:t>
            </a:r>
            <a:endParaRPr/>
          </a:p>
        </p:txBody>
      </p:sp>
      <p:sp>
        <p:nvSpPr>
          <p:cNvPr id="1196" name="Google Shape;1196;p80"/>
          <p:cNvSpPr txBox="1"/>
          <p:nvPr>
            <p:ph idx="15" type="title"/>
          </p:nvPr>
        </p:nvSpPr>
        <p:spPr>
          <a:xfrm>
            <a:off x="6953750" y="2959410"/>
            <a:ext cx="616500" cy="390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CB64"/>
                </a:solidFill>
              </a:rPr>
              <a:t>04</a:t>
            </a:r>
            <a:endParaRPr>
              <a:solidFill>
                <a:srgbClr val="FFCB64"/>
              </a:solidFill>
            </a:endParaRPr>
          </a:p>
        </p:txBody>
      </p:sp>
      <p:grpSp>
        <p:nvGrpSpPr>
          <p:cNvPr id="1197" name="Google Shape;1197;p80"/>
          <p:cNvGrpSpPr/>
          <p:nvPr/>
        </p:nvGrpSpPr>
        <p:grpSpPr>
          <a:xfrm>
            <a:off x="300941" y="2647943"/>
            <a:ext cx="2484173" cy="1920023"/>
            <a:chOff x="4124667" y="2395462"/>
            <a:chExt cx="1073633" cy="829814"/>
          </a:xfrm>
        </p:grpSpPr>
        <p:sp>
          <p:nvSpPr>
            <p:cNvPr id="1198" name="Google Shape;1198;p80"/>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80"/>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80"/>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80"/>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80"/>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80"/>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80"/>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80"/>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80"/>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7" name="Google Shape;1207;p80"/>
          <p:cNvSpPr/>
          <p:nvPr/>
        </p:nvSpPr>
        <p:spPr>
          <a:xfrm rot="-1342692">
            <a:off x="2946998" y="30755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80"/>
          <p:cNvSpPr/>
          <p:nvPr/>
        </p:nvSpPr>
        <p:spPr>
          <a:xfrm rot="527880">
            <a:off x="2581681" y="2528245"/>
            <a:ext cx="91163" cy="87003"/>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81"/>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Check-in</a:t>
            </a:r>
            <a:endParaRPr/>
          </a:p>
        </p:txBody>
      </p:sp>
      <p:sp>
        <p:nvSpPr>
          <p:cNvPr id="1214" name="Google Shape;1214;p81"/>
          <p:cNvSpPr txBox="1"/>
          <p:nvPr>
            <p:ph idx="1" type="subTitle"/>
          </p:nvPr>
        </p:nvSpPr>
        <p:spPr>
          <a:xfrm>
            <a:off x="713500" y="1267324"/>
            <a:ext cx="7719600" cy="3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FFCB64"/>
                </a:solidFill>
              </a:rPr>
              <a:t>Welcome back to another week of Code in Place section!</a:t>
            </a:r>
            <a:endParaRPr sz="1900">
              <a:solidFill>
                <a:srgbClr val="FFCB64"/>
              </a:solidFill>
            </a:endParaRPr>
          </a:p>
        </p:txBody>
      </p:sp>
      <p:grpSp>
        <p:nvGrpSpPr>
          <p:cNvPr id="1215" name="Google Shape;1215;p81"/>
          <p:cNvGrpSpPr/>
          <p:nvPr/>
        </p:nvGrpSpPr>
        <p:grpSpPr>
          <a:xfrm flipH="1">
            <a:off x="7103341" y="325946"/>
            <a:ext cx="2416377" cy="2449642"/>
            <a:chOff x="3325316" y="962998"/>
            <a:chExt cx="3595799" cy="3645301"/>
          </a:xfrm>
        </p:grpSpPr>
        <p:sp>
          <p:nvSpPr>
            <p:cNvPr id="1216" name="Google Shape;1216;p81"/>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81"/>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81"/>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81"/>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81"/>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81"/>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81"/>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81"/>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81"/>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81"/>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81"/>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81"/>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8" name="Google Shape;1228;p81"/>
          <p:cNvSpPr txBox="1"/>
          <p:nvPr/>
        </p:nvSpPr>
        <p:spPr>
          <a:xfrm>
            <a:off x="713500" y="1915750"/>
            <a:ext cx="68031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DM Sans"/>
                <a:ea typeface="DM Sans"/>
                <a:cs typeface="DM Sans"/>
                <a:sym typeface="DM Sans"/>
              </a:rPr>
              <a:t>I hope you all are doing well!</a:t>
            </a:r>
            <a:r>
              <a:rPr lang="en" sz="1600">
                <a:solidFill>
                  <a:schemeClr val="dk1"/>
                </a:solidFill>
                <a:latin typeface="DM Sans"/>
                <a:ea typeface="DM Sans"/>
                <a:cs typeface="DM Sans"/>
                <a:sym typeface="DM Sans"/>
              </a:rPr>
              <a:t> Hopefully CiP hasn’t been stressful.</a:t>
            </a:r>
            <a:endParaRPr sz="1600">
              <a:solidFill>
                <a:schemeClr val="dk1"/>
              </a:solidFill>
              <a:latin typeface="DM Sans"/>
              <a:ea typeface="DM Sans"/>
              <a:cs typeface="DM Sans"/>
              <a:sym typeface="DM Sans"/>
            </a:endParaRPr>
          </a:p>
          <a:p>
            <a:pPr indent="0" lvl="0" marL="0" rtl="0" algn="l">
              <a:spcBef>
                <a:spcPts val="0"/>
              </a:spcBef>
              <a:spcAft>
                <a:spcPts val="0"/>
              </a:spcAft>
              <a:buClr>
                <a:schemeClr val="accent6"/>
              </a:buClr>
              <a:buSzPts val="1100"/>
              <a:buFont typeface="Arial"/>
              <a:buNone/>
            </a:pPr>
            <a:r>
              <a:t/>
            </a:r>
            <a:endParaRPr sz="16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Let’s do a quick check-in question! (Feel free to answer in the chat!)</a:t>
            </a:r>
            <a:endParaRPr sz="1600">
              <a:solidFill>
                <a:schemeClr val="dk1"/>
              </a:solidFill>
              <a:latin typeface="DM Sans"/>
              <a:ea typeface="DM Sans"/>
              <a:cs typeface="DM Sans"/>
              <a:sym typeface="DM Sans"/>
            </a:endParaRPr>
          </a:p>
          <a:p>
            <a:pPr indent="0" lvl="0" marL="0" rtl="0" algn="l">
              <a:spcBef>
                <a:spcPts val="0"/>
              </a:spcBef>
              <a:spcAft>
                <a:spcPts val="0"/>
              </a:spcAft>
              <a:buClr>
                <a:schemeClr val="accent6"/>
              </a:buClr>
              <a:buSzPts val="1100"/>
              <a:buFont typeface="Arial"/>
              <a:buNone/>
            </a:pPr>
            <a:r>
              <a:t/>
            </a:r>
            <a:endParaRPr sz="1600">
              <a:solidFill>
                <a:schemeClr val="dk1"/>
              </a:solidFill>
              <a:latin typeface="DM Sans"/>
              <a:ea typeface="DM Sans"/>
              <a:cs typeface="DM Sans"/>
              <a:sym typeface="DM Sans"/>
            </a:endParaRPr>
          </a:p>
          <a:p>
            <a:pPr indent="0" lvl="0" marL="0" rtl="0" algn="l">
              <a:spcBef>
                <a:spcPts val="0"/>
              </a:spcBef>
              <a:spcAft>
                <a:spcPts val="0"/>
              </a:spcAft>
              <a:buClr>
                <a:schemeClr val="accent6"/>
              </a:buClr>
              <a:buSzPts val="1100"/>
              <a:buFont typeface="Arial"/>
              <a:buNone/>
            </a:pPr>
            <a:r>
              <a:rPr lang="en" sz="1600">
                <a:solidFill>
                  <a:schemeClr val="dk1"/>
                </a:solidFill>
                <a:latin typeface="DM Sans"/>
                <a:ea typeface="DM Sans"/>
                <a:cs typeface="DM Sans"/>
                <a:sym typeface="DM Sans"/>
              </a:rPr>
              <a:t>Feel free to answer </a:t>
            </a:r>
            <a:r>
              <a:rPr i="1" lang="en" sz="1600">
                <a:solidFill>
                  <a:srgbClr val="E5904F"/>
                </a:solidFill>
                <a:latin typeface="DM Sans"/>
                <a:ea typeface="DM Sans"/>
                <a:cs typeface="DM Sans"/>
                <a:sym typeface="DM Sans"/>
              </a:rPr>
              <a:t>any</a:t>
            </a:r>
            <a:r>
              <a:rPr lang="en" sz="1600">
                <a:solidFill>
                  <a:schemeClr val="dk1"/>
                </a:solidFill>
                <a:latin typeface="DM Sans"/>
                <a:ea typeface="DM Sans"/>
                <a:cs typeface="DM Sans"/>
                <a:sym typeface="DM Sans"/>
              </a:rPr>
              <a:t> of the following:</a:t>
            </a:r>
            <a:endParaRPr sz="1600">
              <a:solidFill>
                <a:schemeClr val="dk1"/>
              </a:solidFill>
              <a:latin typeface="DM Sans"/>
              <a:ea typeface="DM Sans"/>
              <a:cs typeface="DM Sans"/>
              <a:sym typeface="DM Sans"/>
            </a:endParaRPr>
          </a:p>
          <a:p>
            <a:pPr indent="-330200" lvl="0" marL="457200" rtl="0" algn="l">
              <a:spcBef>
                <a:spcPts val="0"/>
              </a:spcBef>
              <a:spcAft>
                <a:spcPts val="0"/>
              </a:spcAft>
              <a:buClr>
                <a:srgbClr val="FFE599"/>
              </a:buClr>
              <a:buSzPts val="1600"/>
              <a:buFont typeface="DM Sans"/>
              <a:buChar char="★"/>
            </a:pPr>
            <a:r>
              <a:rPr lang="en" sz="1600">
                <a:solidFill>
                  <a:srgbClr val="FFE599"/>
                </a:solidFill>
                <a:latin typeface="DM Sans"/>
                <a:ea typeface="DM Sans"/>
                <a:cs typeface="DM Sans"/>
                <a:sym typeface="DM Sans"/>
              </a:rPr>
              <a:t>If you could teach Karel </a:t>
            </a:r>
            <a:r>
              <a:rPr b="1" i="1" lang="en" sz="1600" u="sng">
                <a:solidFill>
                  <a:srgbClr val="FFE599"/>
                </a:solidFill>
                <a:latin typeface="DM Sans"/>
                <a:ea typeface="DM Sans"/>
                <a:cs typeface="DM Sans"/>
                <a:sym typeface="DM Sans"/>
              </a:rPr>
              <a:t>ONE</a:t>
            </a:r>
            <a:r>
              <a:rPr lang="en" sz="1600">
                <a:solidFill>
                  <a:srgbClr val="FFE599"/>
                </a:solidFill>
                <a:latin typeface="DM Sans"/>
                <a:ea typeface="DM Sans"/>
                <a:cs typeface="DM Sans"/>
                <a:sym typeface="DM Sans"/>
              </a:rPr>
              <a:t> more command, what would it be?</a:t>
            </a:r>
            <a:endParaRPr sz="1600">
              <a:solidFill>
                <a:srgbClr val="FFE599"/>
              </a:solidFill>
              <a:latin typeface="DM Sans"/>
              <a:ea typeface="DM Sans"/>
              <a:cs typeface="DM Sans"/>
              <a:sym typeface="DM Sans"/>
            </a:endParaRPr>
          </a:p>
          <a:p>
            <a:pPr indent="-330200" lvl="0" marL="457200" rtl="0" algn="l">
              <a:spcBef>
                <a:spcPts val="0"/>
              </a:spcBef>
              <a:spcAft>
                <a:spcPts val="0"/>
              </a:spcAft>
              <a:buClr>
                <a:srgbClr val="B6D7A8"/>
              </a:buClr>
              <a:buSzPts val="1600"/>
              <a:buFont typeface="DM Sans"/>
              <a:buChar char="★"/>
            </a:pPr>
            <a:r>
              <a:rPr lang="en" sz="1600">
                <a:solidFill>
                  <a:srgbClr val="B6D7A8"/>
                </a:solidFill>
                <a:latin typeface="DM Sans"/>
                <a:ea typeface="DM Sans"/>
                <a:cs typeface="DM Sans"/>
                <a:sym typeface="DM Sans"/>
              </a:rPr>
              <a:t>What is your favorite food?</a:t>
            </a:r>
            <a:endParaRPr sz="1600">
              <a:solidFill>
                <a:srgbClr val="B6D7A8"/>
              </a:solidFill>
              <a:latin typeface="DM Sans"/>
              <a:ea typeface="DM Sans"/>
              <a:cs typeface="DM Sans"/>
              <a:sym typeface="DM Sans"/>
            </a:endParaRPr>
          </a:p>
          <a:p>
            <a:pPr indent="-330200" lvl="0" marL="457200" rtl="0" algn="l">
              <a:spcBef>
                <a:spcPts val="0"/>
              </a:spcBef>
              <a:spcAft>
                <a:spcPts val="0"/>
              </a:spcAft>
              <a:buClr>
                <a:srgbClr val="A4C2F4"/>
              </a:buClr>
              <a:buSzPts val="1600"/>
              <a:buFont typeface="DM Sans"/>
              <a:buChar char="★"/>
            </a:pPr>
            <a:r>
              <a:rPr lang="en" sz="1600">
                <a:solidFill>
                  <a:srgbClr val="A4C2F4"/>
                </a:solidFill>
                <a:latin typeface="DM Sans"/>
                <a:ea typeface="DM Sans"/>
                <a:cs typeface="DM Sans"/>
                <a:sym typeface="DM Sans"/>
              </a:rPr>
              <a:t>What is a hobby of yours that you do in your free time?</a:t>
            </a:r>
            <a:endParaRPr sz="1600">
              <a:solidFill>
                <a:srgbClr val="A4C2F4"/>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82"/>
          <p:cNvSpPr txBox="1"/>
          <p:nvPr/>
        </p:nvSpPr>
        <p:spPr>
          <a:xfrm>
            <a:off x="4872475" y="1193225"/>
            <a:ext cx="3570600" cy="1291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9000">
                <a:solidFill>
                  <a:srgbClr val="49D0E2"/>
                </a:solidFill>
                <a:latin typeface="Londrina Solid"/>
                <a:ea typeface="Londrina Solid"/>
                <a:cs typeface="Londrina Solid"/>
                <a:sym typeface="Londrina Solid"/>
              </a:rPr>
              <a:t>Recap</a:t>
            </a:r>
            <a:endParaRPr sz="9000">
              <a:solidFill>
                <a:srgbClr val="49D0E2"/>
              </a:solidFill>
              <a:latin typeface="Londrina Solid"/>
              <a:ea typeface="Londrina Solid"/>
              <a:cs typeface="Londrina Solid"/>
              <a:sym typeface="Londrina Solid"/>
            </a:endParaRPr>
          </a:p>
        </p:txBody>
      </p:sp>
      <p:sp>
        <p:nvSpPr>
          <p:cNvPr id="1234" name="Google Shape;1234;p82"/>
          <p:cNvSpPr txBox="1"/>
          <p:nvPr/>
        </p:nvSpPr>
        <p:spPr>
          <a:xfrm>
            <a:off x="4872475" y="2458325"/>
            <a:ext cx="3570600" cy="95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FFFFFF"/>
                </a:solidFill>
                <a:latin typeface="DM Sans"/>
                <a:ea typeface="DM Sans"/>
                <a:cs typeface="DM Sans"/>
                <a:sym typeface="DM Sans"/>
              </a:rPr>
              <a:t>Revisiting variables</a:t>
            </a:r>
            <a:endParaRPr sz="1600">
              <a:solidFill>
                <a:srgbClr val="FFFFFF"/>
              </a:solidFill>
              <a:latin typeface="DM Sans"/>
              <a:ea typeface="DM Sans"/>
              <a:cs typeface="DM Sans"/>
              <a:sym typeface="DM Sans"/>
            </a:endParaRPr>
          </a:p>
        </p:txBody>
      </p:sp>
      <p:grpSp>
        <p:nvGrpSpPr>
          <p:cNvPr id="1235" name="Google Shape;1235;p82"/>
          <p:cNvGrpSpPr/>
          <p:nvPr/>
        </p:nvGrpSpPr>
        <p:grpSpPr>
          <a:xfrm>
            <a:off x="-92043" y="2571754"/>
            <a:ext cx="3130327" cy="3033495"/>
            <a:chOff x="6331824" y="431549"/>
            <a:chExt cx="2101173" cy="1993360"/>
          </a:xfrm>
        </p:grpSpPr>
        <p:sp>
          <p:nvSpPr>
            <p:cNvPr id="1236" name="Google Shape;1236;p82"/>
            <p:cNvSpPr/>
            <p:nvPr/>
          </p:nvSpPr>
          <p:spPr>
            <a:xfrm>
              <a:off x="6338983" y="431549"/>
              <a:ext cx="2094014" cy="1993360"/>
            </a:xfrm>
            <a:custGeom>
              <a:rect b="b" l="l" r="r" t="t"/>
              <a:pathLst>
                <a:path extrusionOk="0" h="23859" w="25063">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82"/>
            <p:cNvSpPr/>
            <p:nvPr/>
          </p:nvSpPr>
          <p:spPr>
            <a:xfrm>
              <a:off x="7382124" y="563640"/>
              <a:ext cx="272289" cy="143702"/>
            </a:xfrm>
            <a:custGeom>
              <a:rect b="b" l="l" r="r" t="t"/>
              <a:pathLst>
                <a:path extrusionOk="0" h="1720" w="3259">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82"/>
            <p:cNvSpPr/>
            <p:nvPr/>
          </p:nvSpPr>
          <p:spPr>
            <a:xfrm>
              <a:off x="7008732" y="1116731"/>
              <a:ext cx="137440" cy="129248"/>
            </a:xfrm>
            <a:custGeom>
              <a:rect b="b" l="l" r="r" t="t"/>
              <a:pathLst>
                <a:path extrusionOk="0" h="1547" w="1645">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82"/>
            <p:cNvSpPr/>
            <p:nvPr/>
          </p:nvSpPr>
          <p:spPr>
            <a:xfrm>
              <a:off x="7596851" y="1050060"/>
              <a:ext cx="116135" cy="88560"/>
            </a:xfrm>
            <a:custGeom>
              <a:rect b="b" l="l" r="r" t="t"/>
              <a:pathLst>
                <a:path extrusionOk="0" h="1060" w="139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82"/>
            <p:cNvSpPr/>
            <p:nvPr/>
          </p:nvSpPr>
          <p:spPr>
            <a:xfrm>
              <a:off x="7928551" y="801502"/>
              <a:ext cx="83717" cy="71851"/>
            </a:xfrm>
            <a:custGeom>
              <a:rect b="b" l="l" r="r" t="t"/>
              <a:pathLst>
                <a:path extrusionOk="0" h="860" w="1002">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2"/>
            <p:cNvSpPr/>
            <p:nvPr/>
          </p:nvSpPr>
          <p:spPr>
            <a:xfrm>
              <a:off x="6905295" y="677266"/>
              <a:ext cx="83216" cy="71600"/>
            </a:xfrm>
            <a:custGeom>
              <a:rect b="b" l="l" r="r" t="t"/>
              <a:pathLst>
                <a:path extrusionOk="0" h="857" w="996">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82"/>
            <p:cNvSpPr/>
            <p:nvPr/>
          </p:nvSpPr>
          <p:spPr>
            <a:xfrm>
              <a:off x="7389309" y="622541"/>
              <a:ext cx="200353" cy="84801"/>
            </a:xfrm>
            <a:custGeom>
              <a:rect b="b" l="l" r="r" t="t"/>
              <a:pathLst>
                <a:path extrusionOk="0" h="1015" w="2398">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82"/>
            <p:cNvSpPr/>
            <p:nvPr/>
          </p:nvSpPr>
          <p:spPr>
            <a:xfrm>
              <a:off x="6499068" y="972610"/>
              <a:ext cx="204614" cy="349646"/>
            </a:xfrm>
            <a:custGeom>
              <a:rect b="b" l="l" r="r" t="t"/>
              <a:pathLst>
                <a:path extrusionOk="0" h="4185" w="2449">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82"/>
            <p:cNvSpPr/>
            <p:nvPr/>
          </p:nvSpPr>
          <p:spPr>
            <a:xfrm>
              <a:off x="6602087" y="1012797"/>
              <a:ext cx="122401" cy="290745"/>
            </a:xfrm>
            <a:custGeom>
              <a:rect b="b" l="l" r="r" t="t"/>
              <a:pathLst>
                <a:path extrusionOk="0" h="3480" w="1465">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82"/>
            <p:cNvSpPr/>
            <p:nvPr/>
          </p:nvSpPr>
          <p:spPr>
            <a:xfrm>
              <a:off x="7963392" y="1193011"/>
              <a:ext cx="221073" cy="228670"/>
            </a:xfrm>
            <a:custGeom>
              <a:rect b="b" l="l" r="r" t="t"/>
              <a:pathLst>
                <a:path extrusionOk="0" h="2737" w="2646">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82"/>
            <p:cNvSpPr/>
            <p:nvPr/>
          </p:nvSpPr>
          <p:spPr>
            <a:xfrm>
              <a:off x="7945929" y="1193680"/>
              <a:ext cx="151476" cy="163920"/>
            </a:xfrm>
            <a:custGeom>
              <a:rect b="b" l="l" r="r" t="t"/>
              <a:pathLst>
                <a:path extrusionOk="0" h="1962" w="1813">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82"/>
            <p:cNvSpPr/>
            <p:nvPr/>
          </p:nvSpPr>
          <p:spPr>
            <a:xfrm>
              <a:off x="7472025" y="2004185"/>
              <a:ext cx="253992" cy="169518"/>
            </a:xfrm>
            <a:custGeom>
              <a:rect b="b" l="l" r="r" t="t"/>
              <a:pathLst>
                <a:path extrusionOk="0" h="2029" w="304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82"/>
            <p:cNvSpPr/>
            <p:nvPr/>
          </p:nvSpPr>
          <p:spPr>
            <a:xfrm>
              <a:off x="7497174" y="1961241"/>
              <a:ext cx="201272" cy="107943"/>
            </a:xfrm>
            <a:custGeom>
              <a:rect b="b" l="l" r="r" t="t"/>
              <a:pathLst>
                <a:path extrusionOk="0" h="1292" w="2409">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82"/>
            <p:cNvSpPr/>
            <p:nvPr/>
          </p:nvSpPr>
          <p:spPr>
            <a:xfrm>
              <a:off x="6331824" y="431549"/>
              <a:ext cx="1100186" cy="1993360"/>
            </a:xfrm>
            <a:custGeom>
              <a:rect b="b" l="l" r="r" t="t"/>
              <a:pathLst>
                <a:path extrusionOk="0" h="23859" w="13168">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82"/>
            <p:cNvSpPr/>
            <p:nvPr/>
          </p:nvSpPr>
          <p:spPr>
            <a:xfrm>
              <a:off x="7941585" y="1843020"/>
              <a:ext cx="102182" cy="95913"/>
            </a:xfrm>
            <a:custGeom>
              <a:rect b="b" l="l" r="r" t="t"/>
              <a:pathLst>
                <a:path extrusionOk="0" h="1148" w="1223">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82"/>
            <p:cNvSpPr/>
            <p:nvPr/>
          </p:nvSpPr>
          <p:spPr>
            <a:xfrm>
              <a:off x="7011155" y="1798655"/>
              <a:ext cx="116135" cy="88560"/>
            </a:xfrm>
            <a:custGeom>
              <a:rect b="b" l="l" r="r" t="t"/>
              <a:pathLst>
                <a:path extrusionOk="0" h="1060" w="139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82"/>
            <p:cNvSpPr/>
            <p:nvPr/>
          </p:nvSpPr>
          <p:spPr>
            <a:xfrm>
              <a:off x="7347784" y="1428201"/>
              <a:ext cx="84218" cy="72185"/>
            </a:xfrm>
            <a:custGeom>
              <a:rect b="b" l="l" r="r" t="t"/>
              <a:pathLst>
                <a:path extrusionOk="0" h="864" w="1008">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82"/>
          <p:cNvGrpSpPr/>
          <p:nvPr/>
        </p:nvGrpSpPr>
        <p:grpSpPr>
          <a:xfrm flipH="1" rot="5400000">
            <a:off x="-103628" y="-537164"/>
            <a:ext cx="2039548" cy="2734427"/>
            <a:chOff x="713497" y="276045"/>
            <a:chExt cx="2309533" cy="3096396"/>
          </a:xfrm>
        </p:grpSpPr>
        <p:sp>
          <p:nvSpPr>
            <p:cNvPr id="1254" name="Google Shape;1254;p82"/>
            <p:cNvSpPr/>
            <p:nvPr/>
          </p:nvSpPr>
          <p:spPr>
            <a:xfrm>
              <a:off x="713497" y="706816"/>
              <a:ext cx="2309533" cy="2665624"/>
            </a:xfrm>
            <a:custGeom>
              <a:rect b="b" l="l" r="r" t="t"/>
              <a:pathLst>
                <a:path extrusionOk="0" h="30804" w="26689">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82"/>
            <p:cNvSpPr/>
            <p:nvPr/>
          </p:nvSpPr>
          <p:spPr>
            <a:xfrm>
              <a:off x="1262998" y="276045"/>
              <a:ext cx="946693" cy="834024"/>
            </a:xfrm>
            <a:custGeom>
              <a:rect b="b" l="l" r="r" t="t"/>
              <a:pathLst>
                <a:path extrusionOk="0" h="9638" w="1094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82"/>
            <p:cNvSpPr/>
            <p:nvPr/>
          </p:nvSpPr>
          <p:spPr>
            <a:xfrm>
              <a:off x="1942649" y="276045"/>
              <a:ext cx="267047" cy="255019"/>
            </a:xfrm>
            <a:custGeom>
              <a:rect b="b" l="l" r="r" t="t"/>
              <a:pathLst>
                <a:path extrusionOk="0" h="2947" w="3086">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82"/>
            <p:cNvSpPr/>
            <p:nvPr/>
          </p:nvSpPr>
          <p:spPr>
            <a:xfrm>
              <a:off x="1680187" y="451711"/>
              <a:ext cx="342159" cy="258653"/>
            </a:xfrm>
            <a:custGeom>
              <a:rect b="b" l="l" r="r" t="t"/>
              <a:pathLst>
                <a:path extrusionOk="0" h="2989" w="3954">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82"/>
            <p:cNvSpPr/>
            <p:nvPr/>
          </p:nvSpPr>
          <p:spPr>
            <a:xfrm>
              <a:off x="1732800" y="491344"/>
              <a:ext cx="237279" cy="179301"/>
            </a:xfrm>
            <a:custGeom>
              <a:rect b="b" l="l" r="r" t="t"/>
              <a:pathLst>
                <a:path extrusionOk="0" h="2072" w="2742">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82"/>
            <p:cNvSpPr/>
            <p:nvPr/>
          </p:nvSpPr>
          <p:spPr>
            <a:xfrm>
              <a:off x="1469299" y="671424"/>
              <a:ext cx="292488" cy="220664"/>
            </a:xfrm>
            <a:custGeom>
              <a:rect b="b" l="l" r="r" t="t"/>
              <a:pathLst>
                <a:path extrusionOk="0" h="2550" w="338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82"/>
            <p:cNvSpPr/>
            <p:nvPr/>
          </p:nvSpPr>
          <p:spPr>
            <a:xfrm>
              <a:off x="1514384" y="705086"/>
              <a:ext cx="202492" cy="153340"/>
            </a:xfrm>
            <a:custGeom>
              <a:rect b="b" l="l" r="r" t="t"/>
              <a:pathLst>
                <a:path extrusionOk="0" h="1772" w="234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82"/>
            <p:cNvSpPr/>
            <p:nvPr/>
          </p:nvSpPr>
          <p:spPr>
            <a:xfrm>
              <a:off x="1297526" y="1021891"/>
              <a:ext cx="330650" cy="337833"/>
            </a:xfrm>
            <a:custGeom>
              <a:rect b="b" l="l" r="r" t="t"/>
              <a:pathLst>
                <a:path extrusionOk="0" h="3904" w="3821">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82"/>
            <p:cNvSpPr/>
            <p:nvPr/>
          </p:nvSpPr>
          <p:spPr>
            <a:xfrm>
              <a:off x="996036" y="730354"/>
              <a:ext cx="381187" cy="273537"/>
            </a:xfrm>
            <a:custGeom>
              <a:rect b="b" l="l" r="r" t="t"/>
              <a:pathLst>
                <a:path extrusionOk="0" h="3161" w="4405">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82"/>
            <p:cNvSpPr/>
            <p:nvPr/>
          </p:nvSpPr>
          <p:spPr>
            <a:xfrm>
              <a:off x="1146781" y="883089"/>
              <a:ext cx="350207" cy="298113"/>
            </a:xfrm>
            <a:custGeom>
              <a:rect b="b" l="l" r="r" t="t"/>
              <a:pathLst>
                <a:path extrusionOk="0" h="3445" w="4047">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4" name="Google Shape;1264;p82"/>
          <p:cNvGrpSpPr/>
          <p:nvPr/>
        </p:nvGrpSpPr>
        <p:grpSpPr>
          <a:xfrm>
            <a:off x="3342365" y="3291303"/>
            <a:ext cx="570486" cy="486687"/>
            <a:chOff x="4724165" y="2760191"/>
            <a:chExt cx="570486" cy="486687"/>
          </a:xfrm>
        </p:grpSpPr>
        <p:sp>
          <p:nvSpPr>
            <p:cNvPr id="1265" name="Google Shape;1265;p82"/>
            <p:cNvSpPr/>
            <p:nvPr/>
          </p:nvSpPr>
          <p:spPr>
            <a:xfrm>
              <a:off x="4724165" y="2760489"/>
              <a:ext cx="553239" cy="486389"/>
            </a:xfrm>
            <a:custGeom>
              <a:rect b="b" l="l" r="r" t="t"/>
              <a:pathLst>
                <a:path extrusionOk="0" h="9786" w="11131">
                  <a:moveTo>
                    <a:pt x="5569" y="1"/>
                  </a:moveTo>
                  <a:cubicBezTo>
                    <a:pt x="4002" y="1"/>
                    <a:pt x="2463" y="753"/>
                    <a:pt x="1517" y="2147"/>
                  </a:cubicBezTo>
                  <a:cubicBezTo>
                    <a:pt x="0" y="4381"/>
                    <a:pt x="579" y="7425"/>
                    <a:pt x="2819" y="8942"/>
                  </a:cubicBezTo>
                  <a:cubicBezTo>
                    <a:pt x="3659" y="9512"/>
                    <a:pt x="4614" y="9785"/>
                    <a:pt x="5559" y="9785"/>
                  </a:cubicBezTo>
                  <a:cubicBezTo>
                    <a:pt x="7127" y="9785"/>
                    <a:pt x="8668" y="9033"/>
                    <a:pt x="9614" y="7639"/>
                  </a:cubicBezTo>
                  <a:cubicBezTo>
                    <a:pt x="11130" y="5405"/>
                    <a:pt x="10546" y="2361"/>
                    <a:pt x="8312" y="844"/>
                  </a:cubicBezTo>
                  <a:cubicBezTo>
                    <a:pt x="7469" y="274"/>
                    <a:pt x="6514" y="1"/>
                    <a:pt x="5569"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82"/>
            <p:cNvSpPr/>
            <p:nvPr/>
          </p:nvSpPr>
          <p:spPr>
            <a:xfrm>
              <a:off x="4755230" y="2923216"/>
              <a:ext cx="296078" cy="114862"/>
            </a:xfrm>
            <a:custGeom>
              <a:rect b="b" l="l" r="r" t="t"/>
              <a:pathLst>
                <a:path extrusionOk="0" h="2311" w="5957">
                  <a:moveTo>
                    <a:pt x="4130" y="1"/>
                  </a:moveTo>
                  <a:cubicBezTo>
                    <a:pt x="2934" y="1"/>
                    <a:pt x="1626" y="444"/>
                    <a:pt x="377" y="444"/>
                  </a:cubicBezTo>
                  <a:cubicBezTo>
                    <a:pt x="319" y="444"/>
                    <a:pt x="261" y="443"/>
                    <a:pt x="203" y="441"/>
                  </a:cubicBezTo>
                  <a:lnTo>
                    <a:pt x="186" y="441"/>
                  </a:lnTo>
                  <a:cubicBezTo>
                    <a:pt x="35" y="1055"/>
                    <a:pt x="0" y="1686"/>
                    <a:pt x="93" y="2311"/>
                  </a:cubicBezTo>
                  <a:cubicBezTo>
                    <a:pt x="1048" y="2241"/>
                    <a:pt x="1997" y="2178"/>
                    <a:pt x="2964" y="2056"/>
                  </a:cubicBezTo>
                  <a:cubicBezTo>
                    <a:pt x="3913" y="1934"/>
                    <a:pt x="4990" y="1419"/>
                    <a:pt x="5476" y="1037"/>
                  </a:cubicBezTo>
                  <a:cubicBezTo>
                    <a:pt x="5956" y="650"/>
                    <a:pt x="5545" y="158"/>
                    <a:pt x="4677" y="36"/>
                  </a:cubicBezTo>
                  <a:cubicBezTo>
                    <a:pt x="4498" y="11"/>
                    <a:pt x="4315" y="1"/>
                    <a:pt x="41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2"/>
            <p:cNvSpPr/>
            <p:nvPr/>
          </p:nvSpPr>
          <p:spPr>
            <a:xfrm>
              <a:off x="4769047" y="3056370"/>
              <a:ext cx="152487" cy="66601"/>
            </a:xfrm>
            <a:custGeom>
              <a:rect b="b" l="l" r="r" t="t"/>
              <a:pathLst>
                <a:path extrusionOk="0" h="1340" w="3068">
                  <a:moveTo>
                    <a:pt x="2560" y="1"/>
                  </a:moveTo>
                  <a:cubicBezTo>
                    <a:pt x="2372" y="1"/>
                    <a:pt x="2193" y="76"/>
                    <a:pt x="2020" y="135"/>
                  </a:cubicBezTo>
                  <a:cubicBezTo>
                    <a:pt x="1457" y="331"/>
                    <a:pt x="863" y="431"/>
                    <a:pt x="268" y="431"/>
                  </a:cubicBezTo>
                  <a:cubicBezTo>
                    <a:pt x="179" y="431"/>
                    <a:pt x="90" y="429"/>
                    <a:pt x="0" y="425"/>
                  </a:cubicBezTo>
                  <a:lnTo>
                    <a:pt x="0" y="425"/>
                  </a:lnTo>
                  <a:cubicBezTo>
                    <a:pt x="99" y="743"/>
                    <a:pt x="232" y="1044"/>
                    <a:pt x="400" y="1339"/>
                  </a:cubicBezTo>
                  <a:lnTo>
                    <a:pt x="515" y="1328"/>
                  </a:lnTo>
                  <a:cubicBezTo>
                    <a:pt x="1175" y="1264"/>
                    <a:pt x="1823" y="1131"/>
                    <a:pt x="2454" y="934"/>
                  </a:cubicBezTo>
                  <a:cubicBezTo>
                    <a:pt x="2611" y="893"/>
                    <a:pt x="2749" y="824"/>
                    <a:pt x="2877" y="731"/>
                  </a:cubicBezTo>
                  <a:cubicBezTo>
                    <a:pt x="3004" y="633"/>
                    <a:pt x="3068" y="477"/>
                    <a:pt x="3050" y="320"/>
                  </a:cubicBezTo>
                  <a:cubicBezTo>
                    <a:pt x="3004" y="124"/>
                    <a:pt x="2796" y="8"/>
                    <a:pt x="2599" y="2"/>
                  </a:cubicBezTo>
                  <a:cubicBezTo>
                    <a:pt x="2586" y="1"/>
                    <a:pt x="2573" y="1"/>
                    <a:pt x="256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2"/>
            <p:cNvSpPr/>
            <p:nvPr/>
          </p:nvSpPr>
          <p:spPr>
            <a:xfrm>
              <a:off x="4777944" y="2760191"/>
              <a:ext cx="353882" cy="156314"/>
            </a:xfrm>
            <a:custGeom>
              <a:rect b="b" l="l" r="r" t="t"/>
              <a:pathLst>
                <a:path extrusionOk="0" h="3145" w="712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2"/>
            <p:cNvSpPr/>
            <p:nvPr/>
          </p:nvSpPr>
          <p:spPr>
            <a:xfrm>
              <a:off x="5041170" y="3081172"/>
              <a:ext cx="189913" cy="148511"/>
            </a:xfrm>
            <a:custGeom>
              <a:rect b="b" l="l" r="r" t="t"/>
              <a:pathLst>
                <a:path extrusionOk="0" h="2988" w="3821">
                  <a:moveTo>
                    <a:pt x="3821" y="1"/>
                  </a:moveTo>
                  <a:lnTo>
                    <a:pt x="1604" y="626"/>
                  </a:lnTo>
                  <a:cubicBezTo>
                    <a:pt x="1245" y="730"/>
                    <a:pt x="880" y="834"/>
                    <a:pt x="568" y="1043"/>
                  </a:cubicBezTo>
                  <a:cubicBezTo>
                    <a:pt x="261" y="1251"/>
                    <a:pt x="12" y="1587"/>
                    <a:pt x="6" y="1957"/>
                  </a:cubicBezTo>
                  <a:cubicBezTo>
                    <a:pt x="1" y="2472"/>
                    <a:pt x="469" y="2883"/>
                    <a:pt x="979" y="2987"/>
                  </a:cubicBezTo>
                  <a:cubicBezTo>
                    <a:pt x="2316" y="2455"/>
                    <a:pt x="3358" y="1367"/>
                    <a:pt x="3821"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2"/>
            <p:cNvSpPr/>
            <p:nvPr/>
          </p:nvSpPr>
          <p:spPr>
            <a:xfrm>
              <a:off x="4928394" y="3000057"/>
              <a:ext cx="315362" cy="133650"/>
            </a:xfrm>
            <a:custGeom>
              <a:rect b="b" l="l" r="r" t="t"/>
              <a:pathLst>
                <a:path extrusionOk="0" h="2689" w="6345">
                  <a:moveTo>
                    <a:pt x="6344" y="1"/>
                  </a:moveTo>
                  <a:lnTo>
                    <a:pt x="6310" y="18"/>
                  </a:lnTo>
                  <a:cubicBezTo>
                    <a:pt x="5632" y="400"/>
                    <a:pt x="4891" y="556"/>
                    <a:pt x="4122" y="684"/>
                  </a:cubicBezTo>
                  <a:cubicBezTo>
                    <a:pt x="3444" y="799"/>
                    <a:pt x="2802" y="1066"/>
                    <a:pt x="2165" y="1320"/>
                  </a:cubicBezTo>
                  <a:cubicBezTo>
                    <a:pt x="1864" y="1442"/>
                    <a:pt x="1" y="1899"/>
                    <a:pt x="307" y="2478"/>
                  </a:cubicBezTo>
                  <a:cubicBezTo>
                    <a:pt x="360" y="2570"/>
                    <a:pt x="469" y="2611"/>
                    <a:pt x="568" y="2640"/>
                  </a:cubicBezTo>
                  <a:cubicBezTo>
                    <a:pt x="713" y="2674"/>
                    <a:pt x="860" y="2689"/>
                    <a:pt x="1007" y="2689"/>
                  </a:cubicBezTo>
                  <a:cubicBezTo>
                    <a:pt x="1538" y="2689"/>
                    <a:pt x="2073" y="2495"/>
                    <a:pt x="2576" y="2304"/>
                  </a:cubicBezTo>
                  <a:lnTo>
                    <a:pt x="5025" y="1372"/>
                  </a:lnTo>
                  <a:cubicBezTo>
                    <a:pt x="5430" y="1222"/>
                    <a:pt x="5852" y="1031"/>
                    <a:pt x="6275" y="875"/>
                  </a:cubicBezTo>
                  <a:cubicBezTo>
                    <a:pt x="6321" y="585"/>
                    <a:pt x="6344" y="296"/>
                    <a:pt x="6344"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2"/>
            <p:cNvSpPr/>
            <p:nvPr/>
          </p:nvSpPr>
          <p:spPr>
            <a:xfrm>
              <a:off x="5097582" y="2910592"/>
              <a:ext cx="139813" cy="75846"/>
            </a:xfrm>
            <a:custGeom>
              <a:rect b="b" l="l" r="r" t="t"/>
              <a:pathLst>
                <a:path extrusionOk="0" h="1526" w="2813">
                  <a:moveTo>
                    <a:pt x="2570" y="1"/>
                  </a:moveTo>
                  <a:cubicBezTo>
                    <a:pt x="2217" y="174"/>
                    <a:pt x="1852" y="313"/>
                    <a:pt x="1476" y="423"/>
                  </a:cubicBezTo>
                  <a:cubicBezTo>
                    <a:pt x="1175" y="510"/>
                    <a:pt x="886" y="637"/>
                    <a:pt x="619" y="805"/>
                  </a:cubicBezTo>
                  <a:cubicBezTo>
                    <a:pt x="486" y="892"/>
                    <a:pt x="116" y="1048"/>
                    <a:pt x="69" y="1216"/>
                  </a:cubicBezTo>
                  <a:cubicBezTo>
                    <a:pt x="0" y="1456"/>
                    <a:pt x="241" y="1526"/>
                    <a:pt x="502" y="1526"/>
                  </a:cubicBezTo>
                  <a:cubicBezTo>
                    <a:pt x="701" y="1526"/>
                    <a:pt x="912" y="1485"/>
                    <a:pt x="1007" y="1448"/>
                  </a:cubicBezTo>
                  <a:cubicBezTo>
                    <a:pt x="1470" y="1280"/>
                    <a:pt x="1852" y="1054"/>
                    <a:pt x="2327" y="927"/>
                  </a:cubicBezTo>
                  <a:cubicBezTo>
                    <a:pt x="2495" y="880"/>
                    <a:pt x="2657" y="828"/>
                    <a:pt x="2813" y="759"/>
                  </a:cubicBezTo>
                  <a:cubicBezTo>
                    <a:pt x="2755" y="504"/>
                    <a:pt x="2674" y="249"/>
                    <a:pt x="257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2"/>
            <p:cNvSpPr/>
            <p:nvPr/>
          </p:nvSpPr>
          <p:spPr>
            <a:xfrm>
              <a:off x="5061001" y="2872470"/>
              <a:ext cx="106811" cy="58003"/>
            </a:xfrm>
            <a:custGeom>
              <a:rect b="b" l="l" r="r" t="t"/>
              <a:pathLst>
                <a:path extrusionOk="0" h="1167" w="2149">
                  <a:moveTo>
                    <a:pt x="1589" y="0"/>
                  </a:moveTo>
                  <a:cubicBezTo>
                    <a:pt x="1475" y="0"/>
                    <a:pt x="1357" y="44"/>
                    <a:pt x="1263" y="108"/>
                  </a:cubicBezTo>
                  <a:cubicBezTo>
                    <a:pt x="1130" y="195"/>
                    <a:pt x="991" y="264"/>
                    <a:pt x="840" y="316"/>
                  </a:cubicBezTo>
                  <a:cubicBezTo>
                    <a:pt x="713" y="368"/>
                    <a:pt x="580" y="409"/>
                    <a:pt x="441" y="472"/>
                  </a:cubicBezTo>
                  <a:cubicBezTo>
                    <a:pt x="227" y="571"/>
                    <a:pt x="1" y="739"/>
                    <a:pt x="140" y="999"/>
                  </a:cubicBezTo>
                  <a:cubicBezTo>
                    <a:pt x="204" y="1120"/>
                    <a:pt x="305" y="1166"/>
                    <a:pt x="423" y="1166"/>
                  </a:cubicBezTo>
                  <a:cubicBezTo>
                    <a:pt x="738" y="1166"/>
                    <a:pt x="1171" y="839"/>
                    <a:pt x="1344" y="750"/>
                  </a:cubicBezTo>
                  <a:cubicBezTo>
                    <a:pt x="1587" y="629"/>
                    <a:pt x="2148" y="426"/>
                    <a:pt x="1865" y="119"/>
                  </a:cubicBezTo>
                  <a:cubicBezTo>
                    <a:pt x="1788" y="35"/>
                    <a:pt x="1690" y="0"/>
                    <a:pt x="1589"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2"/>
            <p:cNvSpPr/>
            <p:nvPr/>
          </p:nvSpPr>
          <p:spPr>
            <a:xfrm>
              <a:off x="4929537" y="3168053"/>
              <a:ext cx="93540" cy="39613"/>
            </a:xfrm>
            <a:custGeom>
              <a:rect b="b" l="l" r="r" t="t"/>
              <a:pathLst>
                <a:path extrusionOk="0" h="797" w="1882">
                  <a:moveTo>
                    <a:pt x="1529" y="1"/>
                  </a:moveTo>
                  <a:cubicBezTo>
                    <a:pt x="1477" y="1"/>
                    <a:pt x="1425" y="18"/>
                    <a:pt x="1378" y="47"/>
                  </a:cubicBezTo>
                  <a:cubicBezTo>
                    <a:pt x="1338" y="70"/>
                    <a:pt x="1297" y="93"/>
                    <a:pt x="1257" y="111"/>
                  </a:cubicBezTo>
                  <a:cubicBezTo>
                    <a:pt x="1174" y="148"/>
                    <a:pt x="1086" y="167"/>
                    <a:pt x="996" y="167"/>
                  </a:cubicBezTo>
                  <a:cubicBezTo>
                    <a:pt x="948" y="167"/>
                    <a:pt x="900" y="161"/>
                    <a:pt x="852" y="151"/>
                  </a:cubicBezTo>
                  <a:cubicBezTo>
                    <a:pt x="694" y="114"/>
                    <a:pt x="563" y="73"/>
                    <a:pt x="410" y="73"/>
                  </a:cubicBezTo>
                  <a:cubicBezTo>
                    <a:pt x="371" y="73"/>
                    <a:pt x="332" y="76"/>
                    <a:pt x="290" y="82"/>
                  </a:cubicBezTo>
                  <a:cubicBezTo>
                    <a:pt x="122" y="99"/>
                    <a:pt x="1" y="151"/>
                    <a:pt x="53" y="354"/>
                  </a:cubicBezTo>
                  <a:cubicBezTo>
                    <a:pt x="111" y="568"/>
                    <a:pt x="354" y="655"/>
                    <a:pt x="539" y="730"/>
                  </a:cubicBezTo>
                  <a:cubicBezTo>
                    <a:pt x="646" y="776"/>
                    <a:pt x="774" y="797"/>
                    <a:pt x="907" y="797"/>
                  </a:cubicBezTo>
                  <a:cubicBezTo>
                    <a:pt x="1162" y="797"/>
                    <a:pt x="1435" y="719"/>
                    <a:pt x="1610" y="585"/>
                  </a:cubicBezTo>
                  <a:cubicBezTo>
                    <a:pt x="1807" y="435"/>
                    <a:pt x="1882" y="7"/>
                    <a:pt x="1529"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2"/>
            <p:cNvSpPr/>
            <p:nvPr/>
          </p:nvSpPr>
          <p:spPr>
            <a:xfrm>
              <a:off x="4818501" y="2762427"/>
              <a:ext cx="476150" cy="484152"/>
            </a:xfrm>
            <a:custGeom>
              <a:rect b="b" l="l" r="r" t="t"/>
              <a:pathLst>
                <a:path extrusionOk="0" h="9741" w="9580">
                  <a:moveTo>
                    <a:pt x="4313" y="1"/>
                  </a:moveTo>
                  <a:cubicBezTo>
                    <a:pt x="7045" y="910"/>
                    <a:pt x="8301" y="4058"/>
                    <a:pt x="6946" y="6593"/>
                  </a:cubicBezTo>
                  <a:cubicBezTo>
                    <a:pt x="6098" y="8185"/>
                    <a:pt x="4482" y="9061"/>
                    <a:pt x="2832" y="9061"/>
                  </a:cubicBezTo>
                  <a:cubicBezTo>
                    <a:pt x="1848" y="9061"/>
                    <a:pt x="853" y="8750"/>
                    <a:pt x="1" y="8092"/>
                  </a:cubicBezTo>
                  <a:lnTo>
                    <a:pt x="1" y="8092"/>
                  </a:lnTo>
                  <a:cubicBezTo>
                    <a:pt x="988" y="9206"/>
                    <a:pt x="2327" y="9741"/>
                    <a:pt x="3656" y="9741"/>
                  </a:cubicBezTo>
                  <a:cubicBezTo>
                    <a:pt x="5375" y="9741"/>
                    <a:pt x="7078" y="8846"/>
                    <a:pt x="7982" y="7149"/>
                  </a:cubicBezTo>
                  <a:cubicBezTo>
                    <a:pt x="9580" y="4139"/>
                    <a:pt x="7693" y="452"/>
                    <a:pt x="4313"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82"/>
          <p:cNvGrpSpPr/>
          <p:nvPr/>
        </p:nvGrpSpPr>
        <p:grpSpPr>
          <a:xfrm>
            <a:off x="3086116" y="2650014"/>
            <a:ext cx="256256" cy="237806"/>
            <a:chOff x="1105208" y="2882758"/>
            <a:chExt cx="298911" cy="277390"/>
          </a:xfrm>
        </p:grpSpPr>
        <p:sp>
          <p:nvSpPr>
            <p:cNvPr id="1276" name="Google Shape;1276;p82"/>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2"/>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2"/>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2"/>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82"/>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2"/>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2"/>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2"/>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2"/>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82"/>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82"/>
          <p:cNvGrpSpPr/>
          <p:nvPr/>
        </p:nvGrpSpPr>
        <p:grpSpPr>
          <a:xfrm>
            <a:off x="7907349" y="4116988"/>
            <a:ext cx="525654" cy="491309"/>
            <a:chOff x="3000374" y="2723013"/>
            <a:chExt cx="525654" cy="491309"/>
          </a:xfrm>
        </p:grpSpPr>
        <p:sp>
          <p:nvSpPr>
            <p:cNvPr id="1287" name="Google Shape;1287;p82"/>
            <p:cNvSpPr/>
            <p:nvPr/>
          </p:nvSpPr>
          <p:spPr>
            <a:xfrm>
              <a:off x="3015633" y="2723013"/>
              <a:ext cx="510395" cy="491110"/>
            </a:xfrm>
            <a:custGeom>
              <a:rect b="b" l="l" r="r" t="t"/>
              <a:pathLst>
                <a:path extrusionOk="0" h="9881" w="10269">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82"/>
            <p:cNvSpPr/>
            <p:nvPr/>
          </p:nvSpPr>
          <p:spPr>
            <a:xfrm>
              <a:off x="3294416" y="2787577"/>
              <a:ext cx="136682" cy="132557"/>
            </a:xfrm>
            <a:custGeom>
              <a:rect b="b" l="l" r="r" t="t"/>
              <a:pathLst>
                <a:path extrusionOk="0" h="2667" w="275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2"/>
            <p:cNvSpPr/>
            <p:nvPr/>
          </p:nvSpPr>
          <p:spPr>
            <a:xfrm>
              <a:off x="3417529" y="2917500"/>
              <a:ext cx="83202" cy="99206"/>
            </a:xfrm>
            <a:custGeom>
              <a:rect b="b" l="l" r="r" t="t"/>
              <a:pathLst>
                <a:path extrusionOk="0" h="1996" w="1674">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2"/>
            <p:cNvSpPr/>
            <p:nvPr/>
          </p:nvSpPr>
          <p:spPr>
            <a:xfrm>
              <a:off x="3271105" y="3090367"/>
              <a:ext cx="133551" cy="94932"/>
            </a:xfrm>
            <a:custGeom>
              <a:rect b="b" l="l" r="r" t="t"/>
              <a:pathLst>
                <a:path extrusionOk="0" h="1910" w="2687">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2"/>
            <p:cNvSpPr/>
            <p:nvPr/>
          </p:nvSpPr>
          <p:spPr>
            <a:xfrm>
              <a:off x="3118070" y="2962929"/>
              <a:ext cx="148760" cy="138869"/>
            </a:xfrm>
            <a:custGeom>
              <a:rect b="b" l="l" r="r" t="t"/>
              <a:pathLst>
                <a:path extrusionOk="0" h="2794" w="2993">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82"/>
            <p:cNvSpPr/>
            <p:nvPr/>
          </p:nvSpPr>
          <p:spPr>
            <a:xfrm>
              <a:off x="3145109" y="2799108"/>
              <a:ext cx="130370" cy="117596"/>
            </a:xfrm>
            <a:custGeom>
              <a:rect b="b" l="l" r="r" t="t"/>
              <a:pathLst>
                <a:path extrusionOk="0" h="2366" w="2623">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82"/>
            <p:cNvSpPr/>
            <p:nvPr/>
          </p:nvSpPr>
          <p:spPr>
            <a:xfrm>
              <a:off x="3263351" y="2931815"/>
              <a:ext cx="95528" cy="82158"/>
            </a:xfrm>
            <a:custGeom>
              <a:rect b="b" l="l" r="r" t="t"/>
              <a:pathLst>
                <a:path extrusionOk="0" h="1653" w="1922">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82"/>
            <p:cNvSpPr/>
            <p:nvPr/>
          </p:nvSpPr>
          <p:spPr>
            <a:xfrm>
              <a:off x="3234574" y="2740111"/>
              <a:ext cx="91651" cy="44086"/>
            </a:xfrm>
            <a:custGeom>
              <a:rect b="b" l="l" r="r" t="t"/>
              <a:pathLst>
                <a:path extrusionOk="0" h="887" w="1844">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82"/>
            <p:cNvSpPr/>
            <p:nvPr/>
          </p:nvSpPr>
          <p:spPr>
            <a:xfrm>
              <a:off x="3379258" y="3025107"/>
              <a:ext cx="74057" cy="68242"/>
            </a:xfrm>
            <a:custGeom>
              <a:rect b="b" l="l" r="r" t="t"/>
              <a:pathLst>
                <a:path extrusionOk="0" h="1373" w="149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82"/>
            <p:cNvSpPr/>
            <p:nvPr/>
          </p:nvSpPr>
          <p:spPr>
            <a:xfrm>
              <a:off x="3156540" y="3119046"/>
              <a:ext cx="79822" cy="58599"/>
            </a:xfrm>
            <a:custGeom>
              <a:rect b="b" l="l" r="r" t="t"/>
              <a:pathLst>
                <a:path extrusionOk="0" h="1179" w="1606">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82"/>
            <p:cNvSpPr/>
            <p:nvPr/>
          </p:nvSpPr>
          <p:spPr>
            <a:xfrm>
              <a:off x="3066578" y="2894488"/>
              <a:ext cx="56363" cy="85936"/>
            </a:xfrm>
            <a:custGeom>
              <a:rect b="b" l="l" r="r" t="t"/>
              <a:pathLst>
                <a:path extrusionOk="0" h="1729" w="1134">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82"/>
            <p:cNvSpPr/>
            <p:nvPr/>
          </p:nvSpPr>
          <p:spPr>
            <a:xfrm>
              <a:off x="3107981" y="3091510"/>
              <a:ext cx="36283" cy="36432"/>
            </a:xfrm>
            <a:custGeom>
              <a:rect b="b" l="l" r="r" t="t"/>
              <a:pathLst>
                <a:path extrusionOk="0" h="733" w="73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82"/>
            <p:cNvSpPr/>
            <p:nvPr/>
          </p:nvSpPr>
          <p:spPr>
            <a:xfrm>
              <a:off x="3226820" y="3107366"/>
              <a:ext cx="40209" cy="30567"/>
            </a:xfrm>
            <a:custGeom>
              <a:rect b="b" l="l" r="r" t="t"/>
              <a:pathLst>
                <a:path extrusionOk="0" h="615" w="809">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82"/>
            <p:cNvSpPr/>
            <p:nvPr/>
          </p:nvSpPr>
          <p:spPr>
            <a:xfrm>
              <a:off x="3293521" y="3031420"/>
              <a:ext cx="63371" cy="46074"/>
            </a:xfrm>
            <a:custGeom>
              <a:rect b="b" l="l" r="r" t="t"/>
              <a:pathLst>
                <a:path extrusionOk="0" h="927" w="1275">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82"/>
            <p:cNvSpPr/>
            <p:nvPr/>
          </p:nvSpPr>
          <p:spPr>
            <a:xfrm>
              <a:off x="3367181" y="2943694"/>
              <a:ext cx="40607" cy="35289"/>
            </a:xfrm>
            <a:custGeom>
              <a:rect b="b" l="l" r="r" t="t"/>
              <a:pathLst>
                <a:path extrusionOk="0" h="710" w="817">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82"/>
            <p:cNvSpPr/>
            <p:nvPr/>
          </p:nvSpPr>
          <p:spPr>
            <a:xfrm>
              <a:off x="3211561" y="2919837"/>
              <a:ext cx="59892" cy="45478"/>
            </a:xfrm>
            <a:custGeom>
              <a:rect b="b" l="l" r="r" t="t"/>
              <a:pathLst>
                <a:path extrusionOk="0" h="915" w="1205">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82"/>
            <p:cNvSpPr/>
            <p:nvPr/>
          </p:nvSpPr>
          <p:spPr>
            <a:xfrm>
              <a:off x="3433931" y="2846873"/>
              <a:ext cx="61880" cy="54275"/>
            </a:xfrm>
            <a:custGeom>
              <a:rect b="b" l="l" r="r" t="t"/>
              <a:pathLst>
                <a:path extrusionOk="0" h="1092" w="1245">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82"/>
            <p:cNvSpPr/>
            <p:nvPr/>
          </p:nvSpPr>
          <p:spPr>
            <a:xfrm>
              <a:off x="3156341" y="2756712"/>
              <a:ext cx="61581" cy="35637"/>
            </a:xfrm>
            <a:custGeom>
              <a:rect b="b" l="l" r="r" t="t"/>
              <a:pathLst>
                <a:path extrusionOk="0" h="717" w="1239">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82"/>
            <p:cNvSpPr/>
            <p:nvPr/>
          </p:nvSpPr>
          <p:spPr>
            <a:xfrm>
              <a:off x="3080644" y="2834099"/>
              <a:ext cx="43788" cy="39315"/>
            </a:xfrm>
            <a:custGeom>
              <a:rect b="b" l="l" r="r" t="t"/>
              <a:pathLst>
                <a:path extrusionOk="0" h="791" w="881">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82"/>
            <p:cNvSpPr/>
            <p:nvPr/>
          </p:nvSpPr>
          <p:spPr>
            <a:xfrm>
              <a:off x="3403165" y="3113976"/>
              <a:ext cx="48211" cy="32555"/>
            </a:xfrm>
            <a:custGeom>
              <a:rect b="b" l="l" r="r" t="t"/>
              <a:pathLst>
                <a:path extrusionOk="0" h="655" w="97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82"/>
            <p:cNvSpPr/>
            <p:nvPr/>
          </p:nvSpPr>
          <p:spPr>
            <a:xfrm>
              <a:off x="3234176" y="3174961"/>
              <a:ext cx="57754" cy="24851"/>
            </a:xfrm>
            <a:custGeom>
              <a:rect b="b" l="l" r="r" t="t"/>
              <a:pathLst>
                <a:path extrusionOk="0" h="500" w="1162">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82"/>
            <p:cNvSpPr/>
            <p:nvPr/>
          </p:nvSpPr>
          <p:spPr>
            <a:xfrm>
              <a:off x="3000374" y="2726194"/>
              <a:ext cx="390165" cy="488128"/>
            </a:xfrm>
            <a:custGeom>
              <a:rect b="b" l="l" r="r" t="t"/>
              <a:pathLst>
                <a:path extrusionOk="0" h="9821" w="785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9" name="Google Shape;1309;p82"/>
          <p:cNvSpPr/>
          <p:nvPr/>
        </p:nvSpPr>
        <p:spPr>
          <a:xfrm rot="-1342692">
            <a:off x="4488948" y="3847104"/>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82"/>
          <p:cNvSpPr/>
          <p:nvPr/>
        </p:nvSpPr>
        <p:spPr>
          <a:xfrm rot="2700000">
            <a:off x="7392649" y="4142653"/>
            <a:ext cx="166102" cy="158546"/>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82"/>
          <p:cNvSpPr/>
          <p:nvPr/>
        </p:nvSpPr>
        <p:spPr>
          <a:xfrm rot="-1342692">
            <a:off x="2307273" y="1907179"/>
            <a:ext cx="166103" cy="158547"/>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83"/>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Defining and Using Variables</a:t>
            </a:r>
            <a:endParaRPr/>
          </a:p>
        </p:txBody>
      </p:sp>
      <p:sp>
        <p:nvSpPr>
          <p:cNvPr id="1317" name="Google Shape;1317;p83"/>
          <p:cNvSpPr txBox="1"/>
          <p:nvPr>
            <p:ph idx="1" type="subTitle"/>
          </p:nvPr>
        </p:nvSpPr>
        <p:spPr>
          <a:xfrm>
            <a:off x="713500" y="1593900"/>
            <a:ext cx="3701400" cy="18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Defining Variables</a:t>
            </a:r>
            <a:endParaRPr sz="1800">
              <a:solidFill>
                <a:srgbClr val="3FC5F0"/>
              </a:solidFill>
              <a:latin typeface="Nunito SemiBold"/>
              <a:ea typeface="Nunito SemiBold"/>
              <a:cs typeface="Nunito SemiBold"/>
              <a:sym typeface="Nunito SemiBold"/>
            </a:endParaRPr>
          </a:p>
          <a:p>
            <a:pPr indent="0" lvl="0" marL="0" rtl="0" algn="ctr">
              <a:spcBef>
                <a:spcPts val="1200"/>
              </a:spcBef>
              <a:spcAft>
                <a:spcPts val="0"/>
              </a:spcAft>
              <a:buClr>
                <a:schemeClr val="accent6"/>
              </a:buClr>
              <a:buSzPts val="1100"/>
              <a:buFont typeface="Arial"/>
              <a:buNone/>
            </a:pPr>
            <a:r>
              <a:rPr lang="en" sz="1300">
                <a:solidFill>
                  <a:srgbClr val="FBFFD5"/>
                </a:solidFill>
              </a:rPr>
              <a:t>We define variables by writing the variable’s name, followed by an equals sign, and then what we want to store inside. </a:t>
            </a:r>
            <a:endParaRPr sz="1700">
              <a:solidFill>
                <a:srgbClr val="FBFFD5"/>
              </a:solidFill>
              <a:latin typeface="Nunito SemiBold"/>
              <a:ea typeface="Nunito SemiBold"/>
              <a:cs typeface="Nunito SemiBold"/>
              <a:sym typeface="Nunito SemiBold"/>
            </a:endParaRPr>
          </a:p>
          <a:p>
            <a:pPr indent="0" lvl="0" marL="0" rtl="0" algn="ctr">
              <a:spcBef>
                <a:spcPts val="1200"/>
              </a:spcBef>
              <a:spcAft>
                <a:spcPts val="1200"/>
              </a:spcAft>
              <a:buNone/>
            </a:pPr>
            <a:r>
              <a:rPr lang="en">
                <a:solidFill>
                  <a:schemeClr val="accent1"/>
                </a:solidFill>
                <a:latin typeface="Consolas"/>
                <a:ea typeface="Consolas"/>
                <a:cs typeface="Consolas"/>
                <a:sym typeface="Consolas"/>
              </a:rPr>
              <a:t>var_name = value</a:t>
            </a:r>
            <a:endParaRPr>
              <a:solidFill>
                <a:schemeClr val="accent1"/>
              </a:solidFill>
              <a:latin typeface="Consolas"/>
              <a:ea typeface="Consolas"/>
              <a:cs typeface="Consolas"/>
              <a:sym typeface="Consolas"/>
            </a:endParaRPr>
          </a:p>
        </p:txBody>
      </p:sp>
      <p:sp>
        <p:nvSpPr>
          <p:cNvPr id="1318" name="Google Shape;1318;p83"/>
          <p:cNvSpPr txBox="1"/>
          <p:nvPr>
            <p:ph idx="2" type="subTitle"/>
          </p:nvPr>
        </p:nvSpPr>
        <p:spPr>
          <a:xfrm>
            <a:off x="4747400" y="1593900"/>
            <a:ext cx="3701400" cy="230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accent6"/>
              </a:buClr>
              <a:buSzPts val="1100"/>
              <a:buFont typeface="Arial"/>
              <a:buNone/>
            </a:pPr>
            <a:r>
              <a:rPr lang="en" sz="1800">
                <a:solidFill>
                  <a:srgbClr val="3FC5F0"/>
                </a:solidFill>
                <a:latin typeface="Nunito SemiBold"/>
                <a:ea typeface="Nunito SemiBold"/>
                <a:cs typeface="Nunito SemiBold"/>
                <a:sym typeface="Nunito SemiBold"/>
              </a:rPr>
              <a:t>Using variables</a:t>
            </a:r>
            <a:endParaRPr sz="1800">
              <a:solidFill>
                <a:srgbClr val="3FC5F0"/>
              </a:solidFill>
              <a:latin typeface="Nunito SemiBold"/>
              <a:ea typeface="Nunito SemiBold"/>
              <a:cs typeface="Nunito SemiBold"/>
              <a:sym typeface="Nunito SemiBold"/>
            </a:endParaRPr>
          </a:p>
          <a:p>
            <a:pPr indent="0" lvl="0" marL="0" rtl="0" algn="ctr">
              <a:spcBef>
                <a:spcPts val="1200"/>
              </a:spcBef>
              <a:spcAft>
                <a:spcPts val="0"/>
              </a:spcAft>
              <a:buNone/>
            </a:pPr>
            <a:r>
              <a:rPr lang="en">
                <a:solidFill>
                  <a:srgbClr val="FBFFD5"/>
                </a:solidFill>
              </a:rPr>
              <a:t>When we use the variable’s name—unless we are changing its value—we essentially open the “suitcase” to use what’s inside.</a:t>
            </a:r>
            <a:endParaRPr>
              <a:solidFill>
                <a:srgbClr val="FBFFD5"/>
              </a:solidFill>
            </a:endParaRPr>
          </a:p>
          <a:p>
            <a:pPr indent="0" lvl="0" marL="0" rtl="0" algn="ctr">
              <a:lnSpc>
                <a:spcPct val="100000"/>
              </a:lnSpc>
              <a:spcBef>
                <a:spcPts val="1200"/>
              </a:spcBef>
              <a:spcAft>
                <a:spcPts val="1200"/>
              </a:spcAft>
              <a:buClr>
                <a:schemeClr val="accent6"/>
              </a:buClr>
              <a:buSzPts val="1100"/>
              <a:buFont typeface="Arial"/>
              <a:buNone/>
            </a:pPr>
            <a:r>
              <a:rPr lang="en">
                <a:solidFill>
                  <a:schemeClr val="accent1"/>
                </a:solidFill>
                <a:latin typeface="Consolas"/>
                <a:ea typeface="Consolas"/>
                <a:cs typeface="Consolas"/>
                <a:sym typeface="Consolas"/>
              </a:rPr>
              <a:t>print(var_name)</a:t>
            </a:r>
            <a:br>
              <a:rPr lang="en">
                <a:solidFill>
                  <a:schemeClr val="accent1"/>
                </a:solidFill>
                <a:latin typeface="Consolas"/>
                <a:ea typeface="Consolas"/>
                <a:cs typeface="Consolas"/>
                <a:sym typeface="Consolas"/>
              </a:rPr>
            </a:br>
            <a:r>
              <a:rPr lang="en">
                <a:solidFill>
                  <a:schemeClr val="accent1"/>
                </a:solidFill>
                <a:latin typeface="Consolas"/>
                <a:ea typeface="Consolas"/>
                <a:cs typeface="Consolas"/>
                <a:sym typeface="Consolas"/>
              </a:rPr>
              <a:t>sum = num1 + num2</a:t>
            </a:r>
            <a:endParaRPr>
              <a:solidFill>
                <a:schemeClr val="accent1"/>
              </a:solidFill>
              <a:latin typeface="Consolas"/>
              <a:ea typeface="Consolas"/>
              <a:cs typeface="Consolas"/>
              <a:sym typeface="Consolas"/>
            </a:endParaRPr>
          </a:p>
        </p:txBody>
      </p:sp>
      <p:grpSp>
        <p:nvGrpSpPr>
          <p:cNvPr id="1319" name="Google Shape;1319;p83"/>
          <p:cNvGrpSpPr/>
          <p:nvPr/>
        </p:nvGrpSpPr>
        <p:grpSpPr>
          <a:xfrm>
            <a:off x="-357926" y="4078562"/>
            <a:ext cx="1644882" cy="1352211"/>
            <a:chOff x="4724165" y="2760191"/>
            <a:chExt cx="570486" cy="486687"/>
          </a:xfrm>
        </p:grpSpPr>
        <p:sp>
          <p:nvSpPr>
            <p:cNvPr id="1320" name="Google Shape;1320;p83"/>
            <p:cNvSpPr/>
            <p:nvPr/>
          </p:nvSpPr>
          <p:spPr>
            <a:xfrm>
              <a:off x="4724165" y="2760489"/>
              <a:ext cx="553239" cy="486389"/>
            </a:xfrm>
            <a:custGeom>
              <a:rect b="b" l="l" r="r" t="t"/>
              <a:pathLst>
                <a:path extrusionOk="0" h="9786" w="11131">
                  <a:moveTo>
                    <a:pt x="5569" y="1"/>
                  </a:moveTo>
                  <a:cubicBezTo>
                    <a:pt x="4002" y="1"/>
                    <a:pt x="2463" y="753"/>
                    <a:pt x="1517" y="2147"/>
                  </a:cubicBezTo>
                  <a:cubicBezTo>
                    <a:pt x="0" y="4381"/>
                    <a:pt x="579" y="7425"/>
                    <a:pt x="2819" y="8942"/>
                  </a:cubicBezTo>
                  <a:cubicBezTo>
                    <a:pt x="3659" y="9512"/>
                    <a:pt x="4614" y="9785"/>
                    <a:pt x="5559" y="9785"/>
                  </a:cubicBezTo>
                  <a:cubicBezTo>
                    <a:pt x="7127" y="9785"/>
                    <a:pt x="8668" y="9033"/>
                    <a:pt x="9614" y="7639"/>
                  </a:cubicBezTo>
                  <a:cubicBezTo>
                    <a:pt x="11130" y="5405"/>
                    <a:pt x="10546" y="2361"/>
                    <a:pt x="8312" y="844"/>
                  </a:cubicBezTo>
                  <a:cubicBezTo>
                    <a:pt x="7469" y="274"/>
                    <a:pt x="6514" y="1"/>
                    <a:pt x="5569"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83"/>
            <p:cNvSpPr/>
            <p:nvPr/>
          </p:nvSpPr>
          <p:spPr>
            <a:xfrm>
              <a:off x="4755230" y="2923216"/>
              <a:ext cx="296078" cy="114862"/>
            </a:xfrm>
            <a:custGeom>
              <a:rect b="b" l="l" r="r" t="t"/>
              <a:pathLst>
                <a:path extrusionOk="0" h="2311" w="5957">
                  <a:moveTo>
                    <a:pt x="4130" y="1"/>
                  </a:moveTo>
                  <a:cubicBezTo>
                    <a:pt x="2934" y="1"/>
                    <a:pt x="1626" y="444"/>
                    <a:pt x="377" y="444"/>
                  </a:cubicBezTo>
                  <a:cubicBezTo>
                    <a:pt x="319" y="444"/>
                    <a:pt x="261" y="443"/>
                    <a:pt x="203" y="441"/>
                  </a:cubicBezTo>
                  <a:lnTo>
                    <a:pt x="186" y="441"/>
                  </a:lnTo>
                  <a:cubicBezTo>
                    <a:pt x="35" y="1055"/>
                    <a:pt x="0" y="1686"/>
                    <a:pt x="93" y="2311"/>
                  </a:cubicBezTo>
                  <a:cubicBezTo>
                    <a:pt x="1048" y="2241"/>
                    <a:pt x="1997" y="2178"/>
                    <a:pt x="2964" y="2056"/>
                  </a:cubicBezTo>
                  <a:cubicBezTo>
                    <a:pt x="3913" y="1934"/>
                    <a:pt x="4990" y="1419"/>
                    <a:pt x="5476" y="1037"/>
                  </a:cubicBezTo>
                  <a:cubicBezTo>
                    <a:pt x="5956" y="650"/>
                    <a:pt x="5545" y="158"/>
                    <a:pt x="4677" y="36"/>
                  </a:cubicBezTo>
                  <a:cubicBezTo>
                    <a:pt x="4498" y="11"/>
                    <a:pt x="4315" y="1"/>
                    <a:pt x="41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83"/>
            <p:cNvSpPr/>
            <p:nvPr/>
          </p:nvSpPr>
          <p:spPr>
            <a:xfrm>
              <a:off x="4769047" y="3056370"/>
              <a:ext cx="152487" cy="66601"/>
            </a:xfrm>
            <a:custGeom>
              <a:rect b="b" l="l" r="r" t="t"/>
              <a:pathLst>
                <a:path extrusionOk="0" h="1340" w="3068">
                  <a:moveTo>
                    <a:pt x="2560" y="1"/>
                  </a:moveTo>
                  <a:cubicBezTo>
                    <a:pt x="2372" y="1"/>
                    <a:pt x="2193" y="76"/>
                    <a:pt x="2020" y="135"/>
                  </a:cubicBezTo>
                  <a:cubicBezTo>
                    <a:pt x="1457" y="331"/>
                    <a:pt x="863" y="431"/>
                    <a:pt x="268" y="431"/>
                  </a:cubicBezTo>
                  <a:cubicBezTo>
                    <a:pt x="179" y="431"/>
                    <a:pt x="90" y="429"/>
                    <a:pt x="0" y="425"/>
                  </a:cubicBezTo>
                  <a:lnTo>
                    <a:pt x="0" y="425"/>
                  </a:lnTo>
                  <a:cubicBezTo>
                    <a:pt x="99" y="743"/>
                    <a:pt x="232" y="1044"/>
                    <a:pt x="400" y="1339"/>
                  </a:cubicBezTo>
                  <a:lnTo>
                    <a:pt x="515" y="1328"/>
                  </a:lnTo>
                  <a:cubicBezTo>
                    <a:pt x="1175" y="1264"/>
                    <a:pt x="1823" y="1131"/>
                    <a:pt x="2454" y="934"/>
                  </a:cubicBezTo>
                  <a:cubicBezTo>
                    <a:pt x="2611" y="893"/>
                    <a:pt x="2749" y="824"/>
                    <a:pt x="2877" y="731"/>
                  </a:cubicBezTo>
                  <a:cubicBezTo>
                    <a:pt x="3004" y="633"/>
                    <a:pt x="3068" y="477"/>
                    <a:pt x="3050" y="320"/>
                  </a:cubicBezTo>
                  <a:cubicBezTo>
                    <a:pt x="3004" y="124"/>
                    <a:pt x="2796" y="8"/>
                    <a:pt x="2599" y="2"/>
                  </a:cubicBezTo>
                  <a:cubicBezTo>
                    <a:pt x="2586" y="1"/>
                    <a:pt x="2573" y="1"/>
                    <a:pt x="256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83"/>
            <p:cNvSpPr/>
            <p:nvPr/>
          </p:nvSpPr>
          <p:spPr>
            <a:xfrm>
              <a:off x="4777944" y="2760191"/>
              <a:ext cx="353882" cy="156314"/>
            </a:xfrm>
            <a:custGeom>
              <a:rect b="b" l="l" r="r" t="t"/>
              <a:pathLst>
                <a:path extrusionOk="0" h="3145" w="712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83"/>
            <p:cNvSpPr/>
            <p:nvPr/>
          </p:nvSpPr>
          <p:spPr>
            <a:xfrm>
              <a:off x="5041170" y="3081172"/>
              <a:ext cx="189913" cy="148511"/>
            </a:xfrm>
            <a:custGeom>
              <a:rect b="b" l="l" r="r" t="t"/>
              <a:pathLst>
                <a:path extrusionOk="0" h="2988" w="3821">
                  <a:moveTo>
                    <a:pt x="3821" y="1"/>
                  </a:moveTo>
                  <a:lnTo>
                    <a:pt x="1604" y="626"/>
                  </a:lnTo>
                  <a:cubicBezTo>
                    <a:pt x="1245" y="730"/>
                    <a:pt x="880" y="834"/>
                    <a:pt x="568" y="1043"/>
                  </a:cubicBezTo>
                  <a:cubicBezTo>
                    <a:pt x="261" y="1251"/>
                    <a:pt x="12" y="1587"/>
                    <a:pt x="6" y="1957"/>
                  </a:cubicBezTo>
                  <a:cubicBezTo>
                    <a:pt x="1" y="2472"/>
                    <a:pt x="469" y="2883"/>
                    <a:pt x="979" y="2987"/>
                  </a:cubicBezTo>
                  <a:cubicBezTo>
                    <a:pt x="2316" y="2455"/>
                    <a:pt x="3358" y="1367"/>
                    <a:pt x="3821"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83"/>
            <p:cNvSpPr/>
            <p:nvPr/>
          </p:nvSpPr>
          <p:spPr>
            <a:xfrm>
              <a:off x="4928394" y="3000057"/>
              <a:ext cx="315362" cy="133650"/>
            </a:xfrm>
            <a:custGeom>
              <a:rect b="b" l="l" r="r" t="t"/>
              <a:pathLst>
                <a:path extrusionOk="0" h="2689" w="6345">
                  <a:moveTo>
                    <a:pt x="6344" y="1"/>
                  </a:moveTo>
                  <a:lnTo>
                    <a:pt x="6310" y="18"/>
                  </a:lnTo>
                  <a:cubicBezTo>
                    <a:pt x="5632" y="400"/>
                    <a:pt x="4891" y="556"/>
                    <a:pt x="4122" y="684"/>
                  </a:cubicBezTo>
                  <a:cubicBezTo>
                    <a:pt x="3444" y="799"/>
                    <a:pt x="2802" y="1066"/>
                    <a:pt x="2165" y="1320"/>
                  </a:cubicBezTo>
                  <a:cubicBezTo>
                    <a:pt x="1864" y="1442"/>
                    <a:pt x="1" y="1899"/>
                    <a:pt x="307" y="2478"/>
                  </a:cubicBezTo>
                  <a:cubicBezTo>
                    <a:pt x="360" y="2570"/>
                    <a:pt x="469" y="2611"/>
                    <a:pt x="568" y="2640"/>
                  </a:cubicBezTo>
                  <a:cubicBezTo>
                    <a:pt x="713" y="2674"/>
                    <a:pt x="860" y="2689"/>
                    <a:pt x="1007" y="2689"/>
                  </a:cubicBezTo>
                  <a:cubicBezTo>
                    <a:pt x="1538" y="2689"/>
                    <a:pt x="2073" y="2495"/>
                    <a:pt x="2576" y="2304"/>
                  </a:cubicBezTo>
                  <a:lnTo>
                    <a:pt x="5025" y="1372"/>
                  </a:lnTo>
                  <a:cubicBezTo>
                    <a:pt x="5430" y="1222"/>
                    <a:pt x="5852" y="1031"/>
                    <a:pt x="6275" y="875"/>
                  </a:cubicBezTo>
                  <a:cubicBezTo>
                    <a:pt x="6321" y="585"/>
                    <a:pt x="6344" y="296"/>
                    <a:pt x="6344"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83"/>
            <p:cNvSpPr/>
            <p:nvPr/>
          </p:nvSpPr>
          <p:spPr>
            <a:xfrm>
              <a:off x="5097582" y="2910592"/>
              <a:ext cx="139813" cy="75846"/>
            </a:xfrm>
            <a:custGeom>
              <a:rect b="b" l="l" r="r" t="t"/>
              <a:pathLst>
                <a:path extrusionOk="0" h="1526" w="2813">
                  <a:moveTo>
                    <a:pt x="2570" y="1"/>
                  </a:moveTo>
                  <a:cubicBezTo>
                    <a:pt x="2217" y="174"/>
                    <a:pt x="1852" y="313"/>
                    <a:pt x="1476" y="423"/>
                  </a:cubicBezTo>
                  <a:cubicBezTo>
                    <a:pt x="1175" y="510"/>
                    <a:pt x="886" y="637"/>
                    <a:pt x="619" y="805"/>
                  </a:cubicBezTo>
                  <a:cubicBezTo>
                    <a:pt x="486" y="892"/>
                    <a:pt x="116" y="1048"/>
                    <a:pt x="69" y="1216"/>
                  </a:cubicBezTo>
                  <a:cubicBezTo>
                    <a:pt x="0" y="1456"/>
                    <a:pt x="241" y="1526"/>
                    <a:pt x="502" y="1526"/>
                  </a:cubicBezTo>
                  <a:cubicBezTo>
                    <a:pt x="701" y="1526"/>
                    <a:pt x="912" y="1485"/>
                    <a:pt x="1007" y="1448"/>
                  </a:cubicBezTo>
                  <a:cubicBezTo>
                    <a:pt x="1470" y="1280"/>
                    <a:pt x="1852" y="1054"/>
                    <a:pt x="2327" y="927"/>
                  </a:cubicBezTo>
                  <a:cubicBezTo>
                    <a:pt x="2495" y="880"/>
                    <a:pt x="2657" y="828"/>
                    <a:pt x="2813" y="759"/>
                  </a:cubicBezTo>
                  <a:cubicBezTo>
                    <a:pt x="2755" y="504"/>
                    <a:pt x="2674" y="249"/>
                    <a:pt x="257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83"/>
            <p:cNvSpPr/>
            <p:nvPr/>
          </p:nvSpPr>
          <p:spPr>
            <a:xfrm>
              <a:off x="5061001" y="2872470"/>
              <a:ext cx="106811" cy="58003"/>
            </a:xfrm>
            <a:custGeom>
              <a:rect b="b" l="l" r="r" t="t"/>
              <a:pathLst>
                <a:path extrusionOk="0" h="1167" w="2149">
                  <a:moveTo>
                    <a:pt x="1589" y="0"/>
                  </a:moveTo>
                  <a:cubicBezTo>
                    <a:pt x="1475" y="0"/>
                    <a:pt x="1357" y="44"/>
                    <a:pt x="1263" y="108"/>
                  </a:cubicBezTo>
                  <a:cubicBezTo>
                    <a:pt x="1130" y="195"/>
                    <a:pt x="991" y="264"/>
                    <a:pt x="840" y="316"/>
                  </a:cubicBezTo>
                  <a:cubicBezTo>
                    <a:pt x="713" y="368"/>
                    <a:pt x="580" y="409"/>
                    <a:pt x="441" y="472"/>
                  </a:cubicBezTo>
                  <a:cubicBezTo>
                    <a:pt x="227" y="571"/>
                    <a:pt x="1" y="739"/>
                    <a:pt x="140" y="999"/>
                  </a:cubicBezTo>
                  <a:cubicBezTo>
                    <a:pt x="204" y="1120"/>
                    <a:pt x="305" y="1166"/>
                    <a:pt x="423" y="1166"/>
                  </a:cubicBezTo>
                  <a:cubicBezTo>
                    <a:pt x="738" y="1166"/>
                    <a:pt x="1171" y="839"/>
                    <a:pt x="1344" y="750"/>
                  </a:cubicBezTo>
                  <a:cubicBezTo>
                    <a:pt x="1587" y="629"/>
                    <a:pt x="2148" y="426"/>
                    <a:pt x="1865" y="119"/>
                  </a:cubicBezTo>
                  <a:cubicBezTo>
                    <a:pt x="1788" y="35"/>
                    <a:pt x="1690" y="0"/>
                    <a:pt x="1589"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83"/>
            <p:cNvSpPr/>
            <p:nvPr/>
          </p:nvSpPr>
          <p:spPr>
            <a:xfrm>
              <a:off x="4929537" y="3168053"/>
              <a:ext cx="93540" cy="39613"/>
            </a:xfrm>
            <a:custGeom>
              <a:rect b="b" l="l" r="r" t="t"/>
              <a:pathLst>
                <a:path extrusionOk="0" h="797" w="1882">
                  <a:moveTo>
                    <a:pt x="1529" y="1"/>
                  </a:moveTo>
                  <a:cubicBezTo>
                    <a:pt x="1477" y="1"/>
                    <a:pt x="1425" y="18"/>
                    <a:pt x="1378" y="47"/>
                  </a:cubicBezTo>
                  <a:cubicBezTo>
                    <a:pt x="1338" y="70"/>
                    <a:pt x="1297" y="93"/>
                    <a:pt x="1257" y="111"/>
                  </a:cubicBezTo>
                  <a:cubicBezTo>
                    <a:pt x="1174" y="148"/>
                    <a:pt x="1086" y="167"/>
                    <a:pt x="996" y="167"/>
                  </a:cubicBezTo>
                  <a:cubicBezTo>
                    <a:pt x="948" y="167"/>
                    <a:pt x="900" y="161"/>
                    <a:pt x="852" y="151"/>
                  </a:cubicBezTo>
                  <a:cubicBezTo>
                    <a:pt x="694" y="114"/>
                    <a:pt x="563" y="73"/>
                    <a:pt x="410" y="73"/>
                  </a:cubicBezTo>
                  <a:cubicBezTo>
                    <a:pt x="371" y="73"/>
                    <a:pt x="332" y="76"/>
                    <a:pt x="290" y="82"/>
                  </a:cubicBezTo>
                  <a:cubicBezTo>
                    <a:pt x="122" y="99"/>
                    <a:pt x="1" y="151"/>
                    <a:pt x="53" y="354"/>
                  </a:cubicBezTo>
                  <a:cubicBezTo>
                    <a:pt x="111" y="568"/>
                    <a:pt x="354" y="655"/>
                    <a:pt x="539" y="730"/>
                  </a:cubicBezTo>
                  <a:cubicBezTo>
                    <a:pt x="646" y="776"/>
                    <a:pt x="774" y="797"/>
                    <a:pt x="907" y="797"/>
                  </a:cubicBezTo>
                  <a:cubicBezTo>
                    <a:pt x="1162" y="797"/>
                    <a:pt x="1435" y="719"/>
                    <a:pt x="1610" y="585"/>
                  </a:cubicBezTo>
                  <a:cubicBezTo>
                    <a:pt x="1807" y="435"/>
                    <a:pt x="1882" y="7"/>
                    <a:pt x="1529"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3"/>
            <p:cNvSpPr/>
            <p:nvPr/>
          </p:nvSpPr>
          <p:spPr>
            <a:xfrm>
              <a:off x="4818501" y="2762427"/>
              <a:ext cx="476150" cy="484152"/>
            </a:xfrm>
            <a:custGeom>
              <a:rect b="b" l="l" r="r" t="t"/>
              <a:pathLst>
                <a:path extrusionOk="0" h="9741" w="9580">
                  <a:moveTo>
                    <a:pt x="4313" y="1"/>
                  </a:moveTo>
                  <a:cubicBezTo>
                    <a:pt x="7045" y="910"/>
                    <a:pt x="8301" y="4058"/>
                    <a:pt x="6946" y="6593"/>
                  </a:cubicBezTo>
                  <a:cubicBezTo>
                    <a:pt x="6098" y="8185"/>
                    <a:pt x="4482" y="9061"/>
                    <a:pt x="2832" y="9061"/>
                  </a:cubicBezTo>
                  <a:cubicBezTo>
                    <a:pt x="1848" y="9061"/>
                    <a:pt x="853" y="8750"/>
                    <a:pt x="1" y="8092"/>
                  </a:cubicBezTo>
                  <a:lnTo>
                    <a:pt x="1" y="8092"/>
                  </a:lnTo>
                  <a:cubicBezTo>
                    <a:pt x="988" y="9206"/>
                    <a:pt x="2327" y="9741"/>
                    <a:pt x="3656" y="9741"/>
                  </a:cubicBezTo>
                  <a:cubicBezTo>
                    <a:pt x="5375" y="9741"/>
                    <a:pt x="7078" y="8846"/>
                    <a:pt x="7982" y="7149"/>
                  </a:cubicBezTo>
                  <a:cubicBezTo>
                    <a:pt x="9580" y="4139"/>
                    <a:pt x="7693" y="452"/>
                    <a:pt x="4313"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0" name="Google Shape;1330;p83"/>
          <p:cNvGrpSpPr/>
          <p:nvPr/>
        </p:nvGrpSpPr>
        <p:grpSpPr>
          <a:xfrm>
            <a:off x="2877824" y="3756488"/>
            <a:ext cx="525654" cy="491309"/>
            <a:chOff x="3000374" y="2723013"/>
            <a:chExt cx="525654" cy="491309"/>
          </a:xfrm>
        </p:grpSpPr>
        <p:sp>
          <p:nvSpPr>
            <p:cNvPr id="1331" name="Google Shape;1331;p83"/>
            <p:cNvSpPr/>
            <p:nvPr/>
          </p:nvSpPr>
          <p:spPr>
            <a:xfrm>
              <a:off x="3015633" y="2723013"/>
              <a:ext cx="510395" cy="491110"/>
            </a:xfrm>
            <a:custGeom>
              <a:rect b="b" l="l" r="r" t="t"/>
              <a:pathLst>
                <a:path extrusionOk="0" h="9881" w="10269">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83"/>
            <p:cNvSpPr/>
            <p:nvPr/>
          </p:nvSpPr>
          <p:spPr>
            <a:xfrm>
              <a:off x="3294416" y="2787577"/>
              <a:ext cx="136682" cy="132557"/>
            </a:xfrm>
            <a:custGeom>
              <a:rect b="b" l="l" r="r" t="t"/>
              <a:pathLst>
                <a:path extrusionOk="0" h="2667" w="275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83"/>
            <p:cNvSpPr/>
            <p:nvPr/>
          </p:nvSpPr>
          <p:spPr>
            <a:xfrm>
              <a:off x="3417529" y="2917500"/>
              <a:ext cx="83202" cy="99206"/>
            </a:xfrm>
            <a:custGeom>
              <a:rect b="b" l="l" r="r" t="t"/>
              <a:pathLst>
                <a:path extrusionOk="0" h="1996" w="1674">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83"/>
            <p:cNvSpPr/>
            <p:nvPr/>
          </p:nvSpPr>
          <p:spPr>
            <a:xfrm>
              <a:off x="3271105" y="3090367"/>
              <a:ext cx="133551" cy="94932"/>
            </a:xfrm>
            <a:custGeom>
              <a:rect b="b" l="l" r="r" t="t"/>
              <a:pathLst>
                <a:path extrusionOk="0" h="1910" w="2687">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83"/>
            <p:cNvSpPr/>
            <p:nvPr/>
          </p:nvSpPr>
          <p:spPr>
            <a:xfrm>
              <a:off x="3118070" y="2962929"/>
              <a:ext cx="148760" cy="138869"/>
            </a:xfrm>
            <a:custGeom>
              <a:rect b="b" l="l" r="r" t="t"/>
              <a:pathLst>
                <a:path extrusionOk="0" h="2794" w="2993">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83"/>
            <p:cNvSpPr/>
            <p:nvPr/>
          </p:nvSpPr>
          <p:spPr>
            <a:xfrm>
              <a:off x="3145109" y="2799108"/>
              <a:ext cx="130370" cy="117596"/>
            </a:xfrm>
            <a:custGeom>
              <a:rect b="b" l="l" r="r" t="t"/>
              <a:pathLst>
                <a:path extrusionOk="0" h="2366" w="2623">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83"/>
            <p:cNvSpPr/>
            <p:nvPr/>
          </p:nvSpPr>
          <p:spPr>
            <a:xfrm>
              <a:off x="3263351" y="2931815"/>
              <a:ext cx="95528" cy="82158"/>
            </a:xfrm>
            <a:custGeom>
              <a:rect b="b" l="l" r="r" t="t"/>
              <a:pathLst>
                <a:path extrusionOk="0" h="1653" w="1922">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83"/>
            <p:cNvSpPr/>
            <p:nvPr/>
          </p:nvSpPr>
          <p:spPr>
            <a:xfrm>
              <a:off x="3234574" y="2740111"/>
              <a:ext cx="91651" cy="44086"/>
            </a:xfrm>
            <a:custGeom>
              <a:rect b="b" l="l" r="r" t="t"/>
              <a:pathLst>
                <a:path extrusionOk="0" h="887" w="1844">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3"/>
            <p:cNvSpPr/>
            <p:nvPr/>
          </p:nvSpPr>
          <p:spPr>
            <a:xfrm>
              <a:off x="3379258" y="3025107"/>
              <a:ext cx="74057" cy="68242"/>
            </a:xfrm>
            <a:custGeom>
              <a:rect b="b" l="l" r="r" t="t"/>
              <a:pathLst>
                <a:path extrusionOk="0" h="1373" w="149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3"/>
            <p:cNvSpPr/>
            <p:nvPr/>
          </p:nvSpPr>
          <p:spPr>
            <a:xfrm>
              <a:off x="3156540" y="3119046"/>
              <a:ext cx="79822" cy="58599"/>
            </a:xfrm>
            <a:custGeom>
              <a:rect b="b" l="l" r="r" t="t"/>
              <a:pathLst>
                <a:path extrusionOk="0" h="1179" w="1606">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83"/>
            <p:cNvSpPr/>
            <p:nvPr/>
          </p:nvSpPr>
          <p:spPr>
            <a:xfrm>
              <a:off x="3066578" y="2894488"/>
              <a:ext cx="56363" cy="85936"/>
            </a:xfrm>
            <a:custGeom>
              <a:rect b="b" l="l" r="r" t="t"/>
              <a:pathLst>
                <a:path extrusionOk="0" h="1729" w="1134">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83"/>
            <p:cNvSpPr/>
            <p:nvPr/>
          </p:nvSpPr>
          <p:spPr>
            <a:xfrm>
              <a:off x="3107981" y="3091510"/>
              <a:ext cx="36283" cy="36432"/>
            </a:xfrm>
            <a:custGeom>
              <a:rect b="b" l="l" r="r" t="t"/>
              <a:pathLst>
                <a:path extrusionOk="0" h="733" w="73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83"/>
            <p:cNvSpPr/>
            <p:nvPr/>
          </p:nvSpPr>
          <p:spPr>
            <a:xfrm>
              <a:off x="3226820" y="3107366"/>
              <a:ext cx="40209" cy="30567"/>
            </a:xfrm>
            <a:custGeom>
              <a:rect b="b" l="l" r="r" t="t"/>
              <a:pathLst>
                <a:path extrusionOk="0" h="615" w="809">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83"/>
            <p:cNvSpPr/>
            <p:nvPr/>
          </p:nvSpPr>
          <p:spPr>
            <a:xfrm>
              <a:off x="3293521" y="3031420"/>
              <a:ext cx="63371" cy="46074"/>
            </a:xfrm>
            <a:custGeom>
              <a:rect b="b" l="l" r="r" t="t"/>
              <a:pathLst>
                <a:path extrusionOk="0" h="927" w="1275">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83"/>
            <p:cNvSpPr/>
            <p:nvPr/>
          </p:nvSpPr>
          <p:spPr>
            <a:xfrm>
              <a:off x="3367181" y="2943694"/>
              <a:ext cx="40607" cy="35289"/>
            </a:xfrm>
            <a:custGeom>
              <a:rect b="b" l="l" r="r" t="t"/>
              <a:pathLst>
                <a:path extrusionOk="0" h="710" w="817">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83"/>
            <p:cNvSpPr/>
            <p:nvPr/>
          </p:nvSpPr>
          <p:spPr>
            <a:xfrm>
              <a:off x="3211561" y="2919837"/>
              <a:ext cx="59892" cy="45478"/>
            </a:xfrm>
            <a:custGeom>
              <a:rect b="b" l="l" r="r" t="t"/>
              <a:pathLst>
                <a:path extrusionOk="0" h="915" w="1205">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83"/>
            <p:cNvSpPr/>
            <p:nvPr/>
          </p:nvSpPr>
          <p:spPr>
            <a:xfrm>
              <a:off x="3433931" y="2846873"/>
              <a:ext cx="61880" cy="54275"/>
            </a:xfrm>
            <a:custGeom>
              <a:rect b="b" l="l" r="r" t="t"/>
              <a:pathLst>
                <a:path extrusionOk="0" h="1092" w="1245">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83"/>
            <p:cNvSpPr/>
            <p:nvPr/>
          </p:nvSpPr>
          <p:spPr>
            <a:xfrm>
              <a:off x="3156341" y="2756712"/>
              <a:ext cx="61581" cy="35637"/>
            </a:xfrm>
            <a:custGeom>
              <a:rect b="b" l="l" r="r" t="t"/>
              <a:pathLst>
                <a:path extrusionOk="0" h="717" w="1239">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83"/>
            <p:cNvSpPr/>
            <p:nvPr/>
          </p:nvSpPr>
          <p:spPr>
            <a:xfrm>
              <a:off x="3080644" y="2834099"/>
              <a:ext cx="43788" cy="39315"/>
            </a:xfrm>
            <a:custGeom>
              <a:rect b="b" l="l" r="r" t="t"/>
              <a:pathLst>
                <a:path extrusionOk="0" h="791" w="881">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83"/>
            <p:cNvSpPr/>
            <p:nvPr/>
          </p:nvSpPr>
          <p:spPr>
            <a:xfrm>
              <a:off x="3403165" y="3113976"/>
              <a:ext cx="48211" cy="32555"/>
            </a:xfrm>
            <a:custGeom>
              <a:rect b="b" l="l" r="r" t="t"/>
              <a:pathLst>
                <a:path extrusionOk="0" h="655" w="97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83"/>
            <p:cNvSpPr/>
            <p:nvPr/>
          </p:nvSpPr>
          <p:spPr>
            <a:xfrm>
              <a:off x="3234176" y="3174961"/>
              <a:ext cx="57754" cy="24851"/>
            </a:xfrm>
            <a:custGeom>
              <a:rect b="b" l="l" r="r" t="t"/>
              <a:pathLst>
                <a:path extrusionOk="0" h="500" w="1162">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83"/>
            <p:cNvSpPr/>
            <p:nvPr/>
          </p:nvSpPr>
          <p:spPr>
            <a:xfrm>
              <a:off x="3000374" y="2726194"/>
              <a:ext cx="390165" cy="488128"/>
            </a:xfrm>
            <a:custGeom>
              <a:rect b="b" l="l" r="r" t="t"/>
              <a:pathLst>
                <a:path extrusionOk="0" h="9821" w="785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84"/>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Variable Types</a:t>
            </a:r>
            <a:endParaRPr/>
          </a:p>
        </p:txBody>
      </p:sp>
      <p:sp>
        <p:nvSpPr>
          <p:cNvPr id="1358" name="Google Shape;1358;p84"/>
          <p:cNvSpPr txBox="1"/>
          <p:nvPr>
            <p:ph idx="1" type="subTitle"/>
          </p:nvPr>
        </p:nvSpPr>
        <p:spPr>
          <a:xfrm>
            <a:off x="713438" y="1954275"/>
            <a:ext cx="2283600" cy="143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BFFD5"/>
                </a:solidFill>
              </a:rPr>
              <a:t>Variables have </a:t>
            </a:r>
            <a:r>
              <a:rPr b="1" i="1" lang="en">
                <a:solidFill>
                  <a:srgbClr val="3FC5F0"/>
                </a:solidFill>
              </a:rPr>
              <a:t>types</a:t>
            </a:r>
            <a:r>
              <a:rPr lang="en">
                <a:solidFill>
                  <a:srgbClr val="FBFFD5"/>
                </a:solidFill>
              </a:rPr>
              <a:t>. These types are what differentiates letters and numbers to our computers. </a:t>
            </a:r>
            <a:endParaRPr>
              <a:solidFill>
                <a:srgbClr val="FBFFD5"/>
              </a:solidFill>
            </a:endParaRPr>
          </a:p>
        </p:txBody>
      </p:sp>
      <p:sp>
        <p:nvSpPr>
          <p:cNvPr id="1359" name="Google Shape;1359;p84"/>
          <p:cNvSpPr txBox="1"/>
          <p:nvPr>
            <p:ph idx="2" type="title"/>
          </p:nvPr>
        </p:nvSpPr>
        <p:spPr>
          <a:xfrm>
            <a:off x="713438" y="1386525"/>
            <a:ext cx="2283600" cy="53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Types</a:t>
            </a:r>
            <a:endParaRPr/>
          </a:p>
        </p:txBody>
      </p:sp>
      <p:sp>
        <p:nvSpPr>
          <p:cNvPr id="1360" name="Google Shape;1360;p84"/>
          <p:cNvSpPr txBox="1"/>
          <p:nvPr>
            <p:ph idx="3" type="subTitle"/>
          </p:nvPr>
        </p:nvSpPr>
        <p:spPr>
          <a:xfrm>
            <a:off x="3431500" y="1954275"/>
            <a:ext cx="2283600" cy="29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accent6"/>
              </a:buClr>
              <a:buSzPts val="1100"/>
              <a:buFont typeface="Arial"/>
              <a:buNone/>
            </a:pPr>
            <a:r>
              <a:rPr lang="en">
                <a:solidFill>
                  <a:srgbClr val="FFCB64"/>
                </a:solidFill>
                <a:latin typeface="Consolas"/>
                <a:ea typeface="Consolas"/>
                <a:cs typeface="Consolas"/>
                <a:sym typeface="Consolas"/>
              </a:rPr>
              <a:t>Strings</a:t>
            </a:r>
            <a:r>
              <a:rPr lang="en"/>
              <a:t>: </a:t>
            </a:r>
            <a:r>
              <a:rPr lang="en">
                <a:solidFill>
                  <a:srgbClr val="FBFFD5"/>
                </a:solidFill>
              </a:rPr>
              <a:t>Words/Sentences</a:t>
            </a:r>
            <a:br>
              <a:rPr lang="en"/>
            </a:br>
            <a:endParaRPr/>
          </a:p>
          <a:p>
            <a:pPr indent="0" lvl="0" marL="0" rtl="0" algn="ctr">
              <a:spcBef>
                <a:spcPts val="0"/>
              </a:spcBef>
              <a:spcAft>
                <a:spcPts val="0"/>
              </a:spcAft>
              <a:buClr>
                <a:schemeClr val="accent6"/>
              </a:buClr>
              <a:buSzPts val="1100"/>
              <a:buFont typeface="Arial"/>
              <a:buNone/>
            </a:pPr>
            <a:r>
              <a:rPr lang="en">
                <a:solidFill>
                  <a:srgbClr val="FFCB64"/>
                </a:solidFill>
                <a:latin typeface="Consolas"/>
                <a:ea typeface="Consolas"/>
                <a:cs typeface="Consolas"/>
                <a:sym typeface="Consolas"/>
              </a:rPr>
              <a:t>Ints</a:t>
            </a:r>
            <a:r>
              <a:rPr lang="en"/>
              <a:t>: </a:t>
            </a:r>
            <a:br>
              <a:rPr lang="en"/>
            </a:br>
            <a:r>
              <a:rPr lang="en">
                <a:solidFill>
                  <a:srgbClr val="FBFFD5"/>
                </a:solidFill>
              </a:rPr>
              <a:t>Integers; numbers without decimals</a:t>
            </a:r>
            <a:br>
              <a:rPr lang="en"/>
            </a:br>
            <a:endParaRPr/>
          </a:p>
          <a:p>
            <a:pPr indent="0" lvl="0" marL="0" rtl="0" algn="ctr">
              <a:spcBef>
                <a:spcPts val="0"/>
              </a:spcBef>
              <a:spcAft>
                <a:spcPts val="0"/>
              </a:spcAft>
              <a:buClr>
                <a:schemeClr val="accent6"/>
              </a:buClr>
              <a:buSzPts val="1100"/>
              <a:buFont typeface="Arial"/>
              <a:buNone/>
            </a:pPr>
            <a:r>
              <a:rPr lang="en">
                <a:solidFill>
                  <a:srgbClr val="FFCB64"/>
                </a:solidFill>
                <a:latin typeface="Consolas"/>
                <a:ea typeface="Consolas"/>
                <a:cs typeface="Consolas"/>
                <a:sym typeface="Consolas"/>
              </a:rPr>
              <a:t>Floats</a:t>
            </a:r>
            <a:r>
              <a:rPr lang="en"/>
              <a:t>: </a:t>
            </a:r>
            <a:br>
              <a:rPr lang="en"/>
            </a:br>
            <a:r>
              <a:rPr lang="en">
                <a:solidFill>
                  <a:srgbClr val="FBFFD5"/>
                </a:solidFill>
              </a:rPr>
              <a:t>Any other number that isn’t an integer</a:t>
            </a:r>
            <a:endParaRPr>
              <a:solidFill>
                <a:srgbClr val="FBFFD5"/>
              </a:solidFill>
            </a:endParaRPr>
          </a:p>
          <a:p>
            <a:pPr indent="0" lvl="0" marL="0" rtl="0" algn="ctr">
              <a:spcBef>
                <a:spcPts val="0"/>
              </a:spcBef>
              <a:spcAft>
                <a:spcPts val="0"/>
              </a:spcAft>
              <a:buClr>
                <a:schemeClr val="accent6"/>
              </a:buClr>
              <a:buSzPts val="1100"/>
              <a:buFont typeface="Arial"/>
              <a:buNone/>
            </a:pPr>
            <a:r>
              <a:t/>
            </a:r>
            <a:endParaRPr/>
          </a:p>
          <a:p>
            <a:pPr indent="0" lvl="0" marL="0" rtl="0" algn="ctr">
              <a:spcBef>
                <a:spcPts val="0"/>
              </a:spcBef>
              <a:spcAft>
                <a:spcPts val="0"/>
              </a:spcAft>
              <a:buNone/>
            </a:pPr>
            <a:r>
              <a:t/>
            </a:r>
            <a:endParaRPr/>
          </a:p>
        </p:txBody>
      </p:sp>
      <p:sp>
        <p:nvSpPr>
          <p:cNvPr id="1361" name="Google Shape;1361;p84"/>
          <p:cNvSpPr txBox="1"/>
          <p:nvPr>
            <p:ph idx="4" type="title"/>
          </p:nvPr>
        </p:nvSpPr>
        <p:spPr>
          <a:xfrm>
            <a:off x="3431498" y="1386525"/>
            <a:ext cx="2283600" cy="53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Types</a:t>
            </a:r>
            <a:endParaRPr/>
          </a:p>
        </p:txBody>
      </p:sp>
      <p:sp>
        <p:nvSpPr>
          <p:cNvPr id="1362" name="Google Shape;1362;p84"/>
          <p:cNvSpPr txBox="1"/>
          <p:nvPr>
            <p:ph idx="5" type="subTitle"/>
          </p:nvPr>
        </p:nvSpPr>
        <p:spPr>
          <a:xfrm>
            <a:off x="6149550" y="1954275"/>
            <a:ext cx="2283600" cy="255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BFFD5"/>
                </a:solidFill>
              </a:rPr>
              <a:t>Sometimes, w</a:t>
            </a:r>
            <a:r>
              <a:rPr lang="en">
                <a:solidFill>
                  <a:srgbClr val="FBFFD5"/>
                </a:solidFill>
              </a:rPr>
              <a:t>e can </a:t>
            </a:r>
            <a:r>
              <a:rPr b="1" lang="en">
                <a:solidFill>
                  <a:srgbClr val="FBFFD5"/>
                </a:solidFill>
              </a:rPr>
              <a:t>change from one variable type to another</a:t>
            </a:r>
            <a:r>
              <a:rPr lang="en">
                <a:solidFill>
                  <a:srgbClr val="FBFFD5"/>
                </a:solidFill>
              </a:rPr>
              <a:t> via </a:t>
            </a:r>
            <a:r>
              <a:rPr b="1" i="1" lang="en">
                <a:solidFill>
                  <a:schemeClr val="accent2"/>
                </a:solidFill>
              </a:rPr>
              <a:t>typecasting</a:t>
            </a:r>
            <a:r>
              <a:rPr lang="en">
                <a:solidFill>
                  <a:srgbClr val="FBFFD5"/>
                </a:solidFill>
              </a:rPr>
              <a:t>. For example, we may have a </a:t>
            </a:r>
            <a:r>
              <a:rPr lang="en">
                <a:solidFill>
                  <a:srgbClr val="EC75C9"/>
                </a:solidFill>
              </a:rPr>
              <a:t>number</a:t>
            </a:r>
            <a:r>
              <a:rPr lang="en">
                <a:solidFill>
                  <a:srgbClr val="FBFFD5"/>
                </a:solidFill>
              </a:rPr>
              <a:t> represented as a </a:t>
            </a:r>
            <a:r>
              <a:rPr lang="en">
                <a:solidFill>
                  <a:srgbClr val="EEF5B2"/>
                </a:solidFill>
              </a:rPr>
              <a:t>string</a:t>
            </a:r>
            <a:r>
              <a:rPr lang="en">
                <a:solidFill>
                  <a:srgbClr val="FBFFD5"/>
                </a:solidFill>
              </a:rPr>
              <a:t>, and we need to cast it to be a </a:t>
            </a:r>
            <a:r>
              <a:rPr lang="en">
                <a:solidFill>
                  <a:srgbClr val="EC75C9"/>
                </a:solidFill>
              </a:rPr>
              <a:t>number</a:t>
            </a:r>
            <a:r>
              <a:rPr lang="en">
                <a:solidFill>
                  <a:srgbClr val="FBFFD5"/>
                </a:solidFill>
              </a:rPr>
              <a:t> so we can do math with it!</a:t>
            </a:r>
            <a:endParaRPr>
              <a:solidFill>
                <a:srgbClr val="FBFFD5"/>
              </a:solidFill>
            </a:endParaRPr>
          </a:p>
        </p:txBody>
      </p:sp>
      <p:sp>
        <p:nvSpPr>
          <p:cNvPr id="1363" name="Google Shape;1363;p84"/>
          <p:cNvSpPr txBox="1"/>
          <p:nvPr>
            <p:ph idx="6" type="title"/>
          </p:nvPr>
        </p:nvSpPr>
        <p:spPr>
          <a:xfrm>
            <a:off x="6149559" y="1386525"/>
            <a:ext cx="2283600" cy="53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Casting</a:t>
            </a:r>
            <a:endParaRPr/>
          </a:p>
        </p:txBody>
      </p:sp>
      <p:sp>
        <p:nvSpPr>
          <p:cNvPr id="1364" name="Google Shape;1364;p84"/>
          <p:cNvSpPr/>
          <p:nvPr/>
        </p:nvSpPr>
        <p:spPr>
          <a:xfrm rot="-34">
            <a:off x="248887" y="144964"/>
            <a:ext cx="828501" cy="790808"/>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5" name="Google Shape;1365;p84"/>
          <p:cNvGrpSpPr/>
          <p:nvPr/>
        </p:nvGrpSpPr>
        <p:grpSpPr>
          <a:xfrm>
            <a:off x="1937449" y="4017763"/>
            <a:ext cx="525654" cy="491309"/>
            <a:chOff x="3000374" y="2723013"/>
            <a:chExt cx="525654" cy="491309"/>
          </a:xfrm>
        </p:grpSpPr>
        <p:sp>
          <p:nvSpPr>
            <p:cNvPr id="1366" name="Google Shape;1366;p84"/>
            <p:cNvSpPr/>
            <p:nvPr/>
          </p:nvSpPr>
          <p:spPr>
            <a:xfrm>
              <a:off x="3015633" y="2723013"/>
              <a:ext cx="510395" cy="491110"/>
            </a:xfrm>
            <a:custGeom>
              <a:rect b="b" l="l" r="r" t="t"/>
              <a:pathLst>
                <a:path extrusionOk="0" h="9881" w="10269">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84"/>
            <p:cNvSpPr/>
            <p:nvPr/>
          </p:nvSpPr>
          <p:spPr>
            <a:xfrm>
              <a:off x="3294416" y="2787577"/>
              <a:ext cx="136682" cy="132557"/>
            </a:xfrm>
            <a:custGeom>
              <a:rect b="b" l="l" r="r" t="t"/>
              <a:pathLst>
                <a:path extrusionOk="0" h="2667" w="275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84"/>
            <p:cNvSpPr/>
            <p:nvPr/>
          </p:nvSpPr>
          <p:spPr>
            <a:xfrm>
              <a:off x="3417529" y="2917500"/>
              <a:ext cx="83202" cy="99206"/>
            </a:xfrm>
            <a:custGeom>
              <a:rect b="b" l="l" r="r" t="t"/>
              <a:pathLst>
                <a:path extrusionOk="0" h="1996" w="1674">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84"/>
            <p:cNvSpPr/>
            <p:nvPr/>
          </p:nvSpPr>
          <p:spPr>
            <a:xfrm>
              <a:off x="3271105" y="3090367"/>
              <a:ext cx="133551" cy="94932"/>
            </a:xfrm>
            <a:custGeom>
              <a:rect b="b" l="l" r="r" t="t"/>
              <a:pathLst>
                <a:path extrusionOk="0" h="1910" w="2687">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84"/>
            <p:cNvSpPr/>
            <p:nvPr/>
          </p:nvSpPr>
          <p:spPr>
            <a:xfrm>
              <a:off x="3118070" y="2962929"/>
              <a:ext cx="148760" cy="138869"/>
            </a:xfrm>
            <a:custGeom>
              <a:rect b="b" l="l" r="r" t="t"/>
              <a:pathLst>
                <a:path extrusionOk="0" h="2794" w="2993">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84"/>
            <p:cNvSpPr/>
            <p:nvPr/>
          </p:nvSpPr>
          <p:spPr>
            <a:xfrm>
              <a:off x="3145109" y="2799108"/>
              <a:ext cx="130370" cy="117596"/>
            </a:xfrm>
            <a:custGeom>
              <a:rect b="b" l="l" r="r" t="t"/>
              <a:pathLst>
                <a:path extrusionOk="0" h="2366" w="2623">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84"/>
            <p:cNvSpPr/>
            <p:nvPr/>
          </p:nvSpPr>
          <p:spPr>
            <a:xfrm>
              <a:off x="3263351" y="2931815"/>
              <a:ext cx="95528" cy="82158"/>
            </a:xfrm>
            <a:custGeom>
              <a:rect b="b" l="l" r="r" t="t"/>
              <a:pathLst>
                <a:path extrusionOk="0" h="1653" w="1922">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84"/>
            <p:cNvSpPr/>
            <p:nvPr/>
          </p:nvSpPr>
          <p:spPr>
            <a:xfrm>
              <a:off x="3234574" y="2740111"/>
              <a:ext cx="91651" cy="44086"/>
            </a:xfrm>
            <a:custGeom>
              <a:rect b="b" l="l" r="r" t="t"/>
              <a:pathLst>
                <a:path extrusionOk="0" h="887" w="1844">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84"/>
            <p:cNvSpPr/>
            <p:nvPr/>
          </p:nvSpPr>
          <p:spPr>
            <a:xfrm>
              <a:off x="3379258" y="3025107"/>
              <a:ext cx="74057" cy="68242"/>
            </a:xfrm>
            <a:custGeom>
              <a:rect b="b" l="l" r="r" t="t"/>
              <a:pathLst>
                <a:path extrusionOk="0" h="1373" w="149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84"/>
            <p:cNvSpPr/>
            <p:nvPr/>
          </p:nvSpPr>
          <p:spPr>
            <a:xfrm>
              <a:off x="3156540" y="3119046"/>
              <a:ext cx="79822" cy="58599"/>
            </a:xfrm>
            <a:custGeom>
              <a:rect b="b" l="l" r="r" t="t"/>
              <a:pathLst>
                <a:path extrusionOk="0" h="1179" w="1606">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84"/>
            <p:cNvSpPr/>
            <p:nvPr/>
          </p:nvSpPr>
          <p:spPr>
            <a:xfrm>
              <a:off x="3066578" y="2894488"/>
              <a:ext cx="56363" cy="85936"/>
            </a:xfrm>
            <a:custGeom>
              <a:rect b="b" l="l" r="r" t="t"/>
              <a:pathLst>
                <a:path extrusionOk="0" h="1729" w="1134">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84"/>
            <p:cNvSpPr/>
            <p:nvPr/>
          </p:nvSpPr>
          <p:spPr>
            <a:xfrm>
              <a:off x="3107981" y="3091510"/>
              <a:ext cx="36283" cy="36432"/>
            </a:xfrm>
            <a:custGeom>
              <a:rect b="b" l="l" r="r" t="t"/>
              <a:pathLst>
                <a:path extrusionOk="0" h="733" w="73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84"/>
            <p:cNvSpPr/>
            <p:nvPr/>
          </p:nvSpPr>
          <p:spPr>
            <a:xfrm>
              <a:off x="3226820" y="3107366"/>
              <a:ext cx="40209" cy="30567"/>
            </a:xfrm>
            <a:custGeom>
              <a:rect b="b" l="l" r="r" t="t"/>
              <a:pathLst>
                <a:path extrusionOk="0" h="615" w="809">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84"/>
            <p:cNvSpPr/>
            <p:nvPr/>
          </p:nvSpPr>
          <p:spPr>
            <a:xfrm>
              <a:off x="3293521" y="3031420"/>
              <a:ext cx="63371" cy="46074"/>
            </a:xfrm>
            <a:custGeom>
              <a:rect b="b" l="l" r="r" t="t"/>
              <a:pathLst>
                <a:path extrusionOk="0" h="927" w="1275">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84"/>
            <p:cNvSpPr/>
            <p:nvPr/>
          </p:nvSpPr>
          <p:spPr>
            <a:xfrm>
              <a:off x="3367181" y="2943694"/>
              <a:ext cx="40607" cy="35289"/>
            </a:xfrm>
            <a:custGeom>
              <a:rect b="b" l="l" r="r" t="t"/>
              <a:pathLst>
                <a:path extrusionOk="0" h="710" w="817">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84"/>
            <p:cNvSpPr/>
            <p:nvPr/>
          </p:nvSpPr>
          <p:spPr>
            <a:xfrm>
              <a:off x="3211561" y="2919837"/>
              <a:ext cx="59892" cy="45478"/>
            </a:xfrm>
            <a:custGeom>
              <a:rect b="b" l="l" r="r" t="t"/>
              <a:pathLst>
                <a:path extrusionOk="0" h="915" w="1205">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84"/>
            <p:cNvSpPr/>
            <p:nvPr/>
          </p:nvSpPr>
          <p:spPr>
            <a:xfrm>
              <a:off x="3433931" y="2846873"/>
              <a:ext cx="61880" cy="54275"/>
            </a:xfrm>
            <a:custGeom>
              <a:rect b="b" l="l" r="r" t="t"/>
              <a:pathLst>
                <a:path extrusionOk="0" h="1092" w="1245">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84"/>
            <p:cNvSpPr/>
            <p:nvPr/>
          </p:nvSpPr>
          <p:spPr>
            <a:xfrm>
              <a:off x="3156341" y="2756712"/>
              <a:ext cx="61581" cy="35637"/>
            </a:xfrm>
            <a:custGeom>
              <a:rect b="b" l="l" r="r" t="t"/>
              <a:pathLst>
                <a:path extrusionOk="0" h="717" w="1239">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84"/>
            <p:cNvSpPr/>
            <p:nvPr/>
          </p:nvSpPr>
          <p:spPr>
            <a:xfrm>
              <a:off x="3080644" y="2834099"/>
              <a:ext cx="43788" cy="39315"/>
            </a:xfrm>
            <a:custGeom>
              <a:rect b="b" l="l" r="r" t="t"/>
              <a:pathLst>
                <a:path extrusionOk="0" h="791" w="881">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84"/>
            <p:cNvSpPr/>
            <p:nvPr/>
          </p:nvSpPr>
          <p:spPr>
            <a:xfrm>
              <a:off x="3403165" y="3113976"/>
              <a:ext cx="48211" cy="32555"/>
            </a:xfrm>
            <a:custGeom>
              <a:rect b="b" l="l" r="r" t="t"/>
              <a:pathLst>
                <a:path extrusionOk="0" h="655" w="97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84"/>
            <p:cNvSpPr/>
            <p:nvPr/>
          </p:nvSpPr>
          <p:spPr>
            <a:xfrm>
              <a:off x="3234176" y="3174961"/>
              <a:ext cx="57754" cy="24851"/>
            </a:xfrm>
            <a:custGeom>
              <a:rect b="b" l="l" r="r" t="t"/>
              <a:pathLst>
                <a:path extrusionOk="0" h="500" w="1162">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84"/>
            <p:cNvSpPr/>
            <p:nvPr/>
          </p:nvSpPr>
          <p:spPr>
            <a:xfrm>
              <a:off x="3000374" y="2726194"/>
              <a:ext cx="390165" cy="488128"/>
            </a:xfrm>
            <a:custGeom>
              <a:rect b="b" l="l" r="r" t="t"/>
              <a:pathLst>
                <a:path extrusionOk="0" h="9821" w="785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84"/>
          <p:cNvGrpSpPr/>
          <p:nvPr/>
        </p:nvGrpSpPr>
        <p:grpSpPr>
          <a:xfrm>
            <a:off x="6786766" y="697976"/>
            <a:ext cx="256256" cy="237806"/>
            <a:chOff x="1105208" y="2882758"/>
            <a:chExt cx="298911" cy="277390"/>
          </a:xfrm>
        </p:grpSpPr>
        <p:sp>
          <p:nvSpPr>
            <p:cNvPr id="1389" name="Google Shape;1389;p84"/>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84"/>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84"/>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84"/>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84"/>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84"/>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84"/>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84"/>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84"/>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84"/>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85"/>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Numbers</a:t>
            </a:r>
            <a:endParaRPr/>
          </a:p>
        </p:txBody>
      </p:sp>
      <p:sp>
        <p:nvSpPr>
          <p:cNvPr id="1404" name="Google Shape;1404;p85"/>
          <p:cNvSpPr txBox="1"/>
          <p:nvPr>
            <p:ph idx="1" type="subTitle"/>
          </p:nvPr>
        </p:nvSpPr>
        <p:spPr>
          <a:xfrm>
            <a:off x="2643850" y="2109225"/>
            <a:ext cx="3858900" cy="211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BFFD5"/>
                </a:solidFill>
              </a:rPr>
              <a:t>While we didn’t cover this in lecture yet, it may be relevant in the future! There is a </a:t>
            </a:r>
            <a:r>
              <a:rPr lang="en">
                <a:solidFill>
                  <a:schemeClr val="accent1"/>
                </a:solidFill>
                <a:latin typeface="Consolas"/>
                <a:ea typeface="Consolas"/>
                <a:cs typeface="Consolas"/>
                <a:sym typeface="Consolas"/>
              </a:rPr>
              <a:t>round(</a:t>
            </a:r>
            <a:r>
              <a:rPr lang="en">
                <a:solidFill>
                  <a:srgbClr val="D01D81"/>
                </a:solidFill>
                <a:latin typeface="Consolas"/>
                <a:ea typeface="Consolas"/>
                <a:cs typeface="Consolas"/>
                <a:sym typeface="Consolas"/>
              </a:rPr>
              <a:t>float</a:t>
            </a:r>
            <a:r>
              <a:rPr lang="en">
                <a:solidFill>
                  <a:schemeClr val="lt2"/>
                </a:solidFill>
                <a:latin typeface="Consolas"/>
                <a:ea typeface="Consolas"/>
                <a:cs typeface="Consolas"/>
                <a:sym typeface="Consolas"/>
              </a:rPr>
              <a:t>, </a:t>
            </a:r>
            <a:r>
              <a:rPr lang="en">
                <a:solidFill>
                  <a:srgbClr val="EC75C9"/>
                </a:solidFill>
                <a:latin typeface="Consolas"/>
                <a:ea typeface="Consolas"/>
                <a:cs typeface="Consolas"/>
                <a:sym typeface="Consolas"/>
              </a:rPr>
              <a:t>num_decimals</a:t>
            </a:r>
            <a:r>
              <a:rPr lang="en">
                <a:solidFill>
                  <a:schemeClr val="accent1"/>
                </a:solidFill>
                <a:latin typeface="Consolas"/>
                <a:ea typeface="Consolas"/>
                <a:cs typeface="Consolas"/>
                <a:sym typeface="Consolas"/>
              </a:rPr>
              <a:t>)</a:t>
            </a:r>
            <a:r>
              <a:rPr lang="en">
                <a:solidFill>
                  <a:schemeClr val="lt2"/>
                </a:solidFill>
              </a:rPr>
              <a:t> </a:t>
            </a:r>
            <a:r>
              <a:rPr lang="en">
                <a:solidFill>
                  <a:srgbClr val="FBFFD5"/>
                </a:solidFill>
              </a:rPr>
              <a:t>function which lets us round a floating point number to a certain amount of decimals! For example: </a:t>
            </a:r>
            <a:r>
              <a:rPr lang="en">
                <a:solidFill>
                  <a:schemeClr val="accent4"/>
                </a:solidFill>
                <a:latin typeface="Consolas"/>
                <a:ea typeface="Consolas"/>
                <a:cs typeface="Consolas"/>
                <a:sym typeface="Consolas"/>
              </a:rPr>
              <a:t>19.724555555</a:t>
            </a:r>
            <a:r>
              <a:rPr lang="en">
                <a:solidFill>
                  <a:srgbClr val="FBFFD5"/>
                </a:solidFill>
                <a:latin typeface="Consolas"/>
                <a:ea typeface="Consolas"/>
                <a:cs typeface="Consolas"/>
                <a:sym typeface="Consolas"/>
              </a:rPr>
              <a:t> </a:t>
            </a:r>
            <a:r>
              <a:rPr lang="en">
                <a:solidFill>
                  <a:schemeClr val="accent1"/>
                </a:solidFill>
                <a:latin typeface="Consolas"/>
                <a:ea typeface="Consolas"/>
                <a:cs typeface="Consolas"/>
                <a:sym typeface="Consolas"/>
              </a:rPr>
              <a:t>-&gt;</a:t>
            </a:r>
            <a:r>
              <a:rPr lang="en">
                <a:solidFill>
                  <a:srgbClr val="FBFFD5"/>
                </a:solidFill>
                <a:latin typeface="Consolas"/>
                <a:ea typeface="Consolas"/>
                <a:cs typeface="Consolas"/>
                <a:sym typeface="Consolas"/>
              </a:rPr>
              <a:t> </a:t>
            </a:r>
            <a:r>
              <a:rPr lang="en">
                <a:solidFill>
                  <a:schemeClr val="accent5"/>
                </a:solidFill>
                <a:latin typeface="Consolas"/>
                <a:ea typeface="Consolas"/>
                <a:cs typeface="Consolas"/>
                <a:sym typeface="Consolas"/>
              </a:rPr>
              <a:t>19.725</a:t>
            </a:r>
            <a:r>
              <a:rPr lang="en">
                <a:solidFill>
                  <a:srgbClr val="FBFFD5"/>
                </a:solidFill>
              </a:rPr>
              <a:t> by using </a:t>
            </a:r>
            <a:r>
              <a:rPr lang="en">
                <a:solidFill>
                  <a:schemeClr val="accent1"/>
                </a:solidFill>
                <a:latin typeface="Consolas"/>
                <a:ea typeface="Consolas"/>
                <a:cs typeface="Consolas"/>
                <a:sym typeface="Consolas"/>
              </a:rPr>
              <a:t>round(</a:t>
            </a:r>
            <a:r>
              <a:rPr lang="en">
                <a:solidFill>
                  <a:schemeClr val="accent4"/>
                </a:solidFill>
                <a:latin typeface="Consolas"/>
                <a:ea typeface="Consolas"/>
                <a:cs typeface="Consolas"/>
                <a:sym typeface="Consolas"/>
              </a:rPr>
              <a:t>19.724555555</a:t>
            </a:r>
            <a:r>
              <a:rPr lang="en">
                <a:solidFill>
                  <a:schemeClr val="lt2"/>
                </a:solidFill>
                <a:latin typeface="Consolas"/>
                <a:ea typeface="Consolas"/>
                <a:cs typeface="Consolas"/>
                <a:sym typeface="Consolas"/>
              </a:rPr>
              <a:t>, </a:t>
            </a:r>
            <a:r>
              <a:rPr lang="en">
                <a:solidFill>
                  <a:srgbClr val="EC75C9"/>
                </a:solidFill>
                <a:latin typeface="Consolas"/>
                <a:ea typeface="Consolas"/>
                <a:cs typeface="Consolas"/>
                <a:sym typeface="Consolas"/>
              </a:rPr>
              <a:t>3</a:t>
            </a:r>
            <a:r>
              <a:rPr lang="en">
                <a:solidFill>
                  <a:schemeClr val="accent1"/>
                </a:solidFill>
                <a:latin typeface="Consolas"/>
                <a:ea typeface="Consolas"/>
                <a:cs typeface="Consolas"/>
                <a:sym typeface="Consolas"/>
              </a:rPr>
              <a:t>)</a:t>
            </a:r>
            <a:r>
              <a:rPr lang="en">
                <a:solidFill>
                  <a:srgbClr val="FBFFD5"/>
                </a:solidFill>
              </a:rPr>
              <a:t>.</a:t>
            </a:r>
            <a:endParaRPr>
              <a:solidFill>
                <a:schemeClr val="lt2"/>
              </a:solidFill>
            </a:endParaRPr>
          </a:p>
        </p:txBody>
      </p:sp>
      <p:sp>
        <p:nvSpPr>
          <p:cNvPr id="1405" name="Google Shape;1405;p85"/>
          <p:cNvSpPr txBox="1"/>
          <p:nvPr>
            <p:ph idx="2" type="title"/>
          </p:nvPr>
        </p:nvSpPr>
        <p:spPr>
          <a:xfrm>
            <a:off x="3430188" y="1571925"/>
            <a:ext cx="2283600" cy="53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Rounding</a:t>
            </a:r>
            <a:endParaRPr/>
          </a:p>
        </p:txBody>
      </p:sp>
      <p:grpSp>
        <p:nvGrpSpPr>
          <p:cNvPr id="1406" name="Google Shape;1406;p85"/>
          <p:cNvGrpSpPr/>
          <p:nvPr/>
        </p:nvGrpSpPr>
        <p:grpSpPr>
          <a:xfrm>
            <a:off x="5713791" y="4689251"/>
            <a:ext cx="256256" cy="237806"/>
            <a:chOff x="1105208" y="2882758"/>
            <a:chExt cx="298911" cy="277390"/>
          </a:xfrm>
        </p:grpSpPr>
        <p:sp>
          <p:nvSpPr>
            <p:cNvPr id="1407" name="Google Shape;1407;p85"/>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85"/>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5"/>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85"/>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85"/>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85"/>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85"/>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85"/>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85"/>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5"/>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7" name="Google Shape;1417;p85"/>
          <p:cNvGrpSpPr/>
          <p:nvPr/>
        </p:nvGrpSpPr>
        <p:grpSpPr>
          <a:xfrm>
            <a:off x="6950257" y="3505454"/>
            <a:ext cx="3130327" cy="3033495"/>
            <a:chOff x="6331824" y="431549"/>
            <a:chExt cx="2101173" cy="1993360"/>
          </a:xfrm>
        </p:grpSpPr>
        <p:sp>
          <p:nvSpPr>
            <p:cNvPr id="1418" name="Google Shape;1418;p85"/>
            <p:cNvSpPr/>
            <p:nvPr/>
          </p:nvSpPr>
          <p:spPr>
            <a:xfrm>
              <a:off x="6338983" y="431549"/>
              <a:ext cx="2094014" cy="1993360"/>
            </a:xfrm>
            <a:custGeom>
              <a:rect b="b" l="l" r="r" t="t"/>
              <a:pathLst>
                <a:path extrusionOk="0" h="23859" w="25063">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85"/>
            <p:cNvSpPr/>
            <p:nvPr/>
          </p:nvSpPr>
          <p:spPr>
            <a:xfrm>
              <a:off x="7382124" y="563640"/>
              <a:ext cx="272289" cy="143702"/>
            </a:xfrm>
            <a:custGeom>
              <a:rect b="b" l="l" r="r" t="t"/>
              <a:pathLst>
                <a:path extrusionOk="0" h="1720" w="3259">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85"/>
            <p:cNvSpPr/>
            <p:nvPr/>
          </p:nvSpPr>
          <p:spPr>
            <a:xfrm>
              <a:off x="7008732" y="1116731"/>
              <a:ext cx="137440" cy="129248"/>
            </a:xfrm>
            <a:custGeom>
              <a:rect b="b" l="l" r="r" t="t"/>
              <a:pathLst>
                <a:path extrusionOk="0" h="1547" w="1645">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85"/>
            <p:cNvSpPr/>
            <p:nvPr/>
          </p:nvSpPr>
          <p:spPr>
            <a:xfrm>
              <a:off x="7596851" y="1050060"/>
              <a:ext cx="116135" cy="88560"/>
            </a:xfrm>
            <a:custGeom>
              <a:rect b="b" l="l" r="r" t="t"/>
              <a:pathLst>
                <a:path extrusionOk="0" h="1060" w="139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85"/>
            <p:cNvSpPr/>
            <p:nvPr/>
          </p:nvSpPr>
          <p:spPr>
            <a:xfrm>
              <a:off x="7928551" y="801502"/>
              <a:ext cx="83717" cy="71851"/>
            </a:xfrm>
            <a:custGeom>
              <a:rect b="b" l="l" r="r" t="t"/>
              <a:pathLst>
                <a:path extrusionOk="0" h="860" w="1002">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85"/>
            <p:cNvSpPr/>
            <p:nvPr/>
          </p:nvSpPr>
          <p:spPr>
            <a:xfrm>
              <a:off x="6905295" y="677266"/>
              <a:ext cx="83216" cy="71600"/>
            </a:xfrm>
            <a:custGeom>
              <a:rect b="b" l="l" r="r" t="t"/>
              <a:pathLst>
                <a:path extrusionOk="0" h="857" w="996">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85"/>
            <p:cNvSpPr/>
            <p:nvPr/>
          </p:nvSpPr>
          <p:spPr>
            <a:xfrm>
              <a:off x="7389309" y="622541"/>
              <a:ext cx="200353" cy="84801"/>
            </a:xfrm>
            <a:custGeom>
              <a:rect b="b" l="l" r="r" t="t"/>
              <a:pathLst>
                <a:path extrusionOk="0" h="1015" w="2398">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85"/>
            <p:cNvSpPr/>
            <p:nvPr/>
          </p:nvSpPr>
          <p:spPr>
            <a:xfrm>
              <a:off x="6499068" y="972610"/>
              <a:ext cx="204614" cy="349646"/>
            </a:xfrm>
            <a:custGeom>
              <a:rect b="b" l="l" r="r" t="t"/>
              <a:pathLst>
                <a:path extrusionOk="0" h="4185" w="2449">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85"/>
            <p:cNvSpPr/>
            <p:nvPr/>
          </p:nvSpPr>
          <p:spPr>
            <a:xfrm>
              <a:off x="6602087" y="1012797"/>
              <a:ext cx="122401" cy="290745"/>
            </a:xfrm>
            <a:custGeom>
              <a:rect b="b" l="l" r="r" t="t"/>
              <a:pathLst>
                <a:path extrusionOk="0" h="3480" w="1465">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85"/>
            <p:cNvSpPr/>
            <p:nvPr/>
          </p:nvSpPr>
          <p:spPr>
            <a:xfrm>
              <a:off x="7963392" y="1193011"/>
              <a:ext cx="221073" cy="228670"/>
            </a:xfrm>
            <a:custGeom>
              <a:rect b="b" l="l" r="r" t="t"/>
              <a:pathLst>
                <a:path extrusionOk="0" h="2737" w="2646">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85"/>
            <p:cNvSpPr/>
            <p:nvPr/>
          </p:nvSpPr>
          <p:spPr>
            <a:xfrm>
              <a:off x="7945929" y="1193680"/>
              <a:ext cx="151476" cy="163920"/>
            </a:xfrm>
            <a:custGeom>
              <a:rect b="b" l="l" r="r" t="t"/>
              <a:pathLst>
                <a:path extrusionOk="0" h="1962" w="1813">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85"/>
            <p:cNvSpPr/>
            <p:nvPr/>
          </p:nvSpPr>
          <p:spPr>
            <a:xfrm>
              <a:off x="7472025" y="2004185"/>
              <a:ext cx="253992" cy="169518"/>
            </a:xfrm>
            <a:custGeom>
              <a:rect b="b" l="l" r="r" t="t"/>
              <a:pathLst>
                <a:path extrusionOk="0" h="2029" w="304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85"/>
            <p:cNvSpPr/>
            <p:nvPr/>
          </p:nvSpPr>
          <p:spPr>
            <a:xfrm>
              <a:off x="7497174" y="1961241"/>
              <a:ext cx="201272" cy="107943"/>
            </a:xfrm>
            <a:custGeom>
              <a:rect b="b" l="l" r="r" t="t"/>
              <a:pathLst>
                <a:path extrusionOk="0" h="1292" w="2409">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85"/>
            <p:cNvSpPr/>
            <p:nvPr/>
          </p:nvSpPr>
          <p:spPr>
            <a:xfrm>
              <a:off x="6331824" y="431549"/>
              <a:ext cx="1100186" cy="1993360"/>
            </a:xfrm>
            <a:custGeom>
              <a:rect b="b" l="l" r="r" t="t"/>
              <a:pathLst>
                <a:path extrusionOk="0" h="23859" w="13168">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85"/>
            <p:cNvSpPr/>
            <p:nvPr/>
          </p:nvSpPr>
          <p:spPr>
            <a:xfrm>
              <a:off x="7941585" y="1843020"/>
              <a:ext cx="102182" cy="95913"/>
            </a:xfrm>
            <a:custGeom>
              <a:rect b="b" l="l" r="r" t="t"/>
              <a:pathLst>
                <a:path extrusionOk="0" h="1148" w="1223">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85"/>
            <p:cNvSpPr/>
            <p:nvPr/>
          </p:nvSpPr>
          <p:spPr>
            <a:xfrm>
              <a:off x="7011155" y="1798655"/>
              <a:ext cx="116135" cy="88560"/>
            </a:xfrm>
            <a:custGeom>
              <a:rect b="b" l="l" r="r" t="t"/>
              <a:pathLst>
                <a:path extrusionOk="0" h="1060" w="139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85"/>
            <p:cNvSpPr/>
            <p:nvPr/>
          </p:nvSpPr>
          <p:spPr>
            <a:xfrm>
              <a:off x="7347784" y="1428201"/>
              <a:ext cx="84218" cy="72185"/>
            </a:xfrm>
            <a:custGeom>
              <a:rect b="b" l="l" r="r" t="t"/>
              <a:pathLst>
                <a:path extrusionOk="0" h="864" w="1008">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5" name="Google Shape;1435;p85"/>
          <p:cNvGrpSpPr/>
          <p:nvPr/>
        </p:nvGrpSpPr>
        <p:grpSpPr>
          <a:xfrm>
            <a:off x="439423" y="178916"/>
            <a:ext cx="2146747" cy="2112199"/>
            <a:chOff x="1534175" y="2282171"/>
            <a:chExt cx="2450624" cy="2467522"/>
          </a:xfrm>
        </p:grpSpPr>
        <p:sp>
          <p:nvSpPr>
            <p:cNvPr id="1436" name="Google Shape;1436;p85"/>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85"/>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85"/>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5"/>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85"/>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86"/>
          <p:cNvSpPr txBox="1"/>
          <p:nvPr>
            <p:ph type="title"/>
          </p:nvPr>
        </p:nvSpPr>
        <p:spPr>
          <a:xfrm>
            <a:off x="2250775" y="1275725"/>
            <a:ext cx="3249300" cy="124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Before We Start...</a:t>
            </a:r>
            <a:endParaRPr/>
          </a:p>
        </p:txBody>
      </p:sp>
      <p:sp>
        <p:nvSpPr>
          <p:cNvPr id="1446" name="Google Shape;1446;p86"/>
          <p:cNvSpPr txBox="1"/>
          <p:nvPr>
            <p:ph idx="1" type="subTitle"/>
          </p:nvPr>
        </p:nvSpPr>
        <p:spPr>
          <a:xfrm>
            <a:off x="2250775" y="2599350"/>
            <a:ext cx="2561700" cy="1126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600"/>
              <a:t>Are there any questions?</a:t>
            </a:r>
            <a:endParaRPr sz="1600"/>
          </a:p>
        </p:txBody>
      </p:sp>
      <p:grpSp>
        <p:nvGrpSpPr>
          <p:cNvPr id="1447" name="Google Shape;1447;p86"/>
          <p:cNvGrpSpPr/>
          <p:nvPr/>
        </p:nvGrpSpPr>
        <p:grpSpPr>
          <a:xfrm flipH="1" rot="5400000">
            <a:off x="-103628" y="-537164"/>
            <a:ext cx="2039548" cy="2734427"/>
            <a:chOff x="713497" y="276045"/>
            <a:chExt cx="2309533" cy="3096396"/>
          </a:xfrm>
        </p:grpSpPr>
        <p:sp>
          <p:nvSpPr>
            <p:cNvPr id="1448" name="Google Shape;1448;p86"/>
            <p:cNvSpPr/>
            <p:nvPr/>
          </p:nvSpPr>
          <p:spPr>
            <a:xfrm>
              <a:off x="713497" y="706816"/>
              <a:ext cx="2309533" cy="2665624"/>
            </a:xfrm>
            <a:custGeom>
              <a:rect b="b" l="l" r="r" t="t"/>
              <a:pathLst>
                <a:path extrusionOk="0" h="30804" w="26689">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86"/>
            <p:cNvSpPr/>
            <p:nvPr/>
          </p:nvSpPr>
          <p:spPr>
            <a:xfrm>
              <a:off x="1262998" y="276045"/>
              <a:ext cx="946693" cy="834024"/>
            </a:xfrm>
            <a:custGeom>
              <a:rect b="b" l="l" r="r" t="t"/>
              <a:pathLst>
                <a:path extrusionOk="0" h="9638" w="1094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86"/>
            <p:cNvSpPr/>
            <p:nvPr/>
          </p:nvSpPr>
          <p:spPr>
            <a:xfrm>
              <a:off x="1942649" y="276045"/>
              <a:ext cx="267047" cy="255019"/>
            </a:xfrm>
            <a:custGeom>
              <a:rect b="b" l="l" r="r" t="t"/>
              <a:pathLst>
                <a:path extrusionOk="0" h="2947" w="3086">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86"/>
            <p:cNvSpPr/>
            <p:nvPr/>
          </p:nvSpPr>
          <p:spPr>
            <a:xfrm>
              <a:off x="1680187" y="451711"/>
              <a:ext cx="342159" cy="258653"/>
            </a:xfrm>
            <a:custGeom>
              <a:rect b="b" l="l" r="r" t="t"/>
              <a:pathLst>
                <a:path extrusionOk="0" h="2989" w="3954">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86"/>
            <p:cNvSpPr/>
            <p:nvPr/>
          </p:nvSpPr>
          <p:spPr>
            <a:xfrm>
              <a:off x="1732800" y="491344"/>
              <a:ext cx="237279" cy="179301"/>
            </a:xfrm>
            <a:custGeom>
              <a:rect b="b" l="l" r="r" t="t"/>
              <a:pathLst>
                <a:path extrusionOk="0" h="2072" w="2742">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6"/>
            <p:cNvSpPr/>
            <p:nvPr/>
          </p:nvSpPr>
          <p:spPr>
            <a:xfrm>
              <a:off x="1469299" y="671424"/>
              <a:ext cx="292488" cy="220664"/>
            </a:xfrm>
            <a:custGeom>
              <a:rect b="b" l="l" r="r" t="t"/>
              <a:pathLst>
                <a:path extrusionOk="0" h="2550" w="338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6"/>
            <p:cNvSpPr/>
            <p:nvPr/>
          </p:nvSpPr>
          <p:spPr>
            <a:xfrm>
              <a:off x="1514384" y="705086"/>
              <a:ext cx="202492" cy="153340"/>
            </a:xfrm>
            <a:custGeom>
              <a:rect b="b" l="l" r="r" t="t"/>
              <a:pathLst>
                <a:path extrusionOk="0" h="1772" w="234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6"/>
            <p:cNvSpPr/>
            <p:nvPr/>
          </p:nvSpPr>
          <p:spPr>
            <a:xfrm>
              <a:off x="1297526" y="1021891"/>
              <a:ext cx="330650" cy="337833"/>
            </a:xfrm>
            <a:custGeom>
              <a:rect b="b" l="l" r="r" t="t"/>
              <a:pathLst>
                <a:path extrusionOk="0" h="3904" w="3821">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6"/>
            <p:cNvSpPr/>
            <p:nvPr/>
          </p:nvSpPr>
          <p:spPr>
            <a:xfrm>
              <a:off x="996036" y="730354"/>
              <a:ext cx="381187" cy="273537"/>
            </a:xfrm>
            <a:custGeom>
              <a:rect b="b" l="l" r="r" t="t"/>
              <a:pathLst>
                <a:path extrusionOk="0" h="3161" w="4405">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86"/>
            <p:cNvSpPr/>
            <p:nvPr/>
          </p:nvSpPr>
          <p:spPr>
            <a:xfrm>
              <a:off x="1146781" y="883089"/>
              <a:ext cx="350207" cy="298113"/>
            </a:xfrm>
            <a:custGeom>
              <a:rect b="b" l="l" r="r" t="t"/>
              <a:pathLst>
                <a:path extrusionOk="0" h="3445" w="4047">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8" name="Google Shape;1458;p86"/>
          <p:cNvSpPr/>
          <p:nvPr/>
        </p:nvSpPr>
        <p:spPr>
          <a:xfrm rot="-34">
            <a:off x="7587912" y="3327289"/>
            <a:ext cx="828501" cy="790808"/>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9" name="Google Shape;1459;p86"/>
          <p:cNvGrpSpPr/>
          <p:nvPr/>
        </p:nvGrpSpPr>
        <p:grpSpPr>
          <a:xfrm>
            <a:off x="7154949" y="835463"/>
            <a:ext cx="525654" cy="491309"/>
            <a:chOff x="3000374" y="2723013"/>
            <a:chExt cx="525654" cy="491309"/>
          </a:xfrm>
        </p:grpSpPr>
        <p:sp>
          <p:nvSpPr>
            <p:cNvPr id="1460" name="Google Shape;1460;p86"/>
            <p:cNvSpPr/>
            <p:nvPr/>
          </p:nvSpPr>
          <p:spPr>
            <a:xfrm>
              <a:off x="3015633" y="2723013"/>
              <a:ext cx="510395" cy="491110"/>
            </a:xfrm>
            <a:custGeom>
              <a:rect b="b" l="l" r="r" t="t"/>
              <a:pathLst>
                <a:path extrusionOk="0" h="9881" w="10269">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6"/>
            <p:cNvSpPr/>
            <p:nvPr/>
          </p:nvSpPr>
          <p:spPr>
            <a:xfrm>
              <a:off x="3294416" y="2787577"/>
              <a:ext cx="136682" cy="132557"/>
            </a:xfrm>
            <a:custGeom>
              <a:rect b="b" l="l" r="r" t="t"/>
              <a:pathLst>
                <a:path extrusionOk="0" h="2667" w="275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6"/>
            <p:cNvSpPr/>
            <p:nvPr/>
          </p:nvSpPr>
          <p:spPr>
            <a:xfrm>
              <a:off x="3417529" y="2917500"/>
              <a:ext cx="83202" cy="99206"/>
            </a:xfrm>
            <a:custGeom>
              <a:rect b="b" l="l" r="r" t="t"/>
              <a:pathLst>
                <a:path extrusionOk="0" h="1996" w="1674">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6"/>
            <p:cNvSpPr/>
            <p:nvPr/>
          </p:nvSpPr>
          <p:spPr>
            <a:xfrm>
              <a:off x="3271105" y="3090367"/>
              <a:ext cx="133551" cy="94932"/>
            </a:xfrm>
            <a:custGeom>
              <a:rect b="b" l="l" r="r" t="t"/>
              <a:pathLst>
                <a:path extrusionOk="0" h="1910" w="2687">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86"/>
            <p:cNvSpPr/>
            <p:nvPr/>
          </p:nvSpPr>
          <p:spPr>
            <a:xfrm>
              <a:off x="3118070" y="2962929"/>
              <a:ext cx="148760" cy="138869"/>
            </a:xfrm>
            <a:custGeom>
              <a:rect b="b" l="l" r="r" t="t"/>
              <a:pathLst>
                <a:path extrusionOk="0" h="2794" w="2993">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86"/>
            <p:cNvSpPr/>
            <p:nvPr/>
          </p:nvSpPr>
          <p:spPr>
            <a:xfrm>
              <a:off x="3145109" y="2799108"/>
              <a:ext cx="130370" cy="117596"/>
            </a:xfrm>
            <a:custGeom>
              <a:rect b="b" l="l" r="r" t="t"/>
              <a:pathLst>
                <a:path extrusionOk="0" h="2366" w="2623">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86"/>
            <p:cNvSpPr/>
            <p:nvPr/>
          </p:nvSpPr>
          <p:spPr>
            <a:xfrm>
              <a:off x="3263351" y="2931815"/>
              <a:ext cx="95528" cy="82158"/>
            </a:xfrm>
            <a:custGeom>
              <a:rect b="b" l="l" r="r" t="t"/>
              <a:pathLst>
                <a:path extrusionOk="0" h="1653" w="1922">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6"/>
            <p:cNvSpPr/>
            <p:nvPr/>
          </p:nvSpPr>
          <p:spPr>
            <a:xfrm>
              <a:off x="3234574" y="2740111"/>
              <a:ext cx="91651" cy="44086"/>
            </a:xfrm>
            <a:custGeom>
              <a:rect b="b" l="l" r="r" t="t"/>
              <a:pathLst>
                <a:path extrusionOk="0" h="887" w="1844">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6"/>
            <p:cNvSpPr/>
            <p:nvPr/>
          </p:nvSpPr>
          <p:spPr>
            <a:xfrm>
              <a:off x="3379258" y="3025107"/>
              <a:ext cx="74057" cy="68242"/>
            </a:xfrm>
            <a:custGeom>
              <a:rect b="b" l="l" r="r" t="t"/>
              <a:pathLst>
                <a:path extrusionOk="0" h="1373" w="149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86"/>
            <p:cNvSpPr/>
            <p:nvPr/>
          </p:nvSpPr>
          <p:spPr>
            <a:xfrm>
              <a:off x="3156540" y="3119046"/>
              <a:ext cx="79822" cy="58599"/>
            </a:xfrm>
            <a:custGeom>
              <a:rect b="b" l="l" r="r" t="t"/>
              <a:pathLst>
                <a:path extrusionOk="0" h="1179" w="1606">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86"/>
            <p:cNvSpPr/>
            <p:nvPr/>
          </p:nvSpPr>
          <p:spPr>
            <a:xfrm>
              <a:off x="3066578" y="2894488"/>
              <a:ext cx="56363" cy="85936"/>
            </a:xfrm>
            <a:custGeom>
              <a:rect b="b" l="l" r="r" t="t"/>
              <a:pathLst>
                <a:path extrusionOk="0" h="1729" w="1134">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86"/>
            <p:cNvSpPr/>
            <p:nvPr/>
          </p:nvSpPr>
          <p:spPr>
            <a:xfrm>
              <a:off x="3107981" y="3091510"/>
              <a:ext cx="36283" cy="36432"/>
            </a:xfrm>
            <a:custGeom>
              <a:rect b="b" l="l" r="r" t="t"/>
              <a:pathLst>
                <a:path extrusionOk="0" h="733" w="73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6"/>
            <p:cNvSpPr/>
            <p:nvPr/>
          </p:nvSpPr>
          <p:spPr>
            <a:xfrm>
              <a:off x="3226820" y="3107366"/>
              <a:ext cx="40209" cy="30567"/>
            </a:xfrm>
            <a:custGeom>
              <a:rect b="b" l="l" r="r" t="t"/>
              <a:pathLst>
                <a:path extrusionOk="0" h="615" w="809">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86"/>
            <p:cNvSpPr/>
            <p:nvPr/>
          </p:nvSpPr>
          <p:spPr>
            <a:xfrm>
              <a:off x="3293521" y="3031420"/>
              <a:ext cx="63371" cy="46074"/>
            </a:xfrm>
            <a:custGeom>
              <a:rect b="b" l="l" r="r" t="t"/>
              <a:pathLst>
                <a:path extrusionOk="0" h="927" w="1275">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86"/>
            <p:cNvSpPr/>
            <p:nvPr/>
          </p:nvSpPr>
          <p:spPr>
            <a:xfrm>
              <a:off x="3367181" y="2943694"/>
              <a:ext cx="40607" cy="35289"/>
            </a:xfrm>
            <a:custGeom>
              <a:rect b="b" l="l" r="r" t="t"/>
              <a:pathLst>
                <a:path extrusionOk="0" h="710" w="817">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6"/>
            <p:cNvSpPr/>
            <p:nvPr/>
          </p:nvSpPr>
          <p:spPr>
            <a:xfrm>
              <a:off x="3211561" y="2919837"/>
              <a:ext cx="59892" cy="45478"/>
            </a:xfrm>
            <a:custGeom>
              <a:rect b="b" l="l" r="r" t="t"/>
              <a:pathLst>
                <a:path extrusionOk="0" h="915" w="1205">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6"/>
            <p:cNvSpPr/>
            <p:nvPr/>
          </p:nvSpPr>
          <p:spPr>
            <a:xfrm>
              <a:off x="3433931" y="2846873"/>
              <a:ext cx="61880" cy="54275"/>
            </a:xfrm>
            <a:custGeom>
              <a:rect b="b" l="l" r="r" t="t"/>
              <a:pathLst>
                <a:path extrusionOk="0" h="1092" w="1245">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6"/>
            <p:cNvSpPr/>
            <p:nvPr/>
          </p:nvSpPr>
          <p:spPr>
            <a:xfrm>
              <a:off x="3156341" y="2756712"/>
              <a:ext cx="61581" cy="35637"/>
            </a:xfrm>
            <a:custGeom>
              <a:rect b="b" l="l" r="r" t="t"/>
              <a:pathLst>
                <a:path extrusionOk="0" h="717" w="1239">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86"/>
            <p:cNvSpPr/>
            <p:nvPr/>
          </p:nvSpPr>
          <p:spPr>
            <a:xfrm>
              <a:off x="3080644" y="2834099"/>
              <a:ext cx="43788" cy="39315"/>
            </a:xfrm>
            <a:custGeom>
              <a:rect b="b" l="l" r="r" t="t"/>
              <a:pathLst>
                <a:path extrusionOk="0" h="791" w="881">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6"/>
            <p:cNvSpPr/>
            <p:nvPr/>
          </p:nvSpPr>
          <p:spPr>
            <a:xfrm>
              <a:off x="3403165" y="3113976"/>
              <a:ext cx="48211" cy="32555"/>
            </a:xfrm>
            <a:custGeom>
              <a:rect b="b" l="l" r="r" t="t"/>
              <a:pathLst>
                <a:path extrusionOk="0" h="655" w="97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86"/>
            <p:cNvSpPr/>
            <p:nvPr/>
          </p:nvSpPr>
          <p:spPr>
            <a:xfrm>
              <a:off x="3234176" y="3174961"/>
              <a:ext cx="57754" cy="24851"/>
            </a:xfrm>
            <a:custGeom>
              <a:rect b="b" l="l" r="r" t="t"/>
              <a:pathLst>
                <a:path extrusionOk="0" h="500" w="1162">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86"/>
            <p:cNvSpPr/>
            <p:nvPr/>
          </p:nvSpPr>
          <p:spPr>
            <a:xfrm>
              <a:off x="3000374" y="2726194"/>
              <a:ext cx="390165" cy="488128"/>
            </a:xfrm>
            <a:custGeom>
              <a:rect b="b" l="l" r="r" t="t"/>
              <a:pathLst>
                <a:path extrusionOk="0" h="9821" w="785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2" name="Google Shape;1482;p86"/>
          <p:cNvGrpSpPr/>
          <p:nvPr/>
        </p:nvGrpSpPr>
        <p:grpSpPr>
          <a:xfrm>
            <a:off x="2899582" y="3327279"/>
            <a:ext cx="3130327" cy="3033495"/>
            <a:chOff x="6331824" y="431549"/>
            <a:chExt cx="2101173" cy="1993360"/>
          </a:xfrm>
        </p:grpSpPr>
        <p:sp>
          <p:nvSpPr>
            <p:cNvPr id="1483" name="Google Shape;1483;p86"/>
            <p:cNvSpPr/>
            <p:nvPr/>
          </p:nvSpPr>
          <p:spPr>
            <a:xfrm>
              <a:off x="6338983" y="431549"/>
              <a:ext cx="2094014" cy="1993360"/>
            </a:xfrm>
            <a:custGeom>
              <a:rect b="b" l="l" r="r" t="t"/>
              <a:pathLst>
                <a:path extrusionOk="0" h="23859" w="25063">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86"/>
            <p:cNvSpPr/>
            <p:nvPr/>
          </p:nvSpPr>
          <p:spPr>
            <a:xfrm>
              <a:off x="7382124" y="563640"/>
              <a:ext cx="272289" cy="143702"/>
            </a:xfrm>
            <a:custGeom>
              <a:rect b="b" l="l" r="r" t="t"/>
              <a:pathLst>
                <a:path extrusionOk="0" h="1720" w="3259">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86"/>
            <p:cNvSpPr/>
            <p:nvPr/>
          </p:nvSpPr>
          <p:spPr>
            <a:xfrm>
              <a:off x="7008732" y="1116731"/>
              <a:ext cx="137440" cy="129248"/>
            </a:xfrm>
            <a:custGeom>
              <a:rect b="b" l="l" r="r" t="t"/>
              <a:pathLst>
                <a:path extrusionOk="0" h="1547" w="1645">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86"/>
            <p:cNvSpPr/>
            <p:nvPr/>
          </p:nvSpPr>
          <p:spPr>
            <a:xfrm>
              <a:off x="7596851" y="1050060"/>
              <a:ext cx="116135" cy="88560"/>
            </a:xfrm>
            <a:custGeom>
              <a:rect b="b" l="l" r="r" t="t"/>
              <a:pathLst>
                <a:path extrusionOk="0" h="1060" w="139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86"/>
            <p:cNvSpPr/>
            <p:nvPr/>
          </p:nvSpPr>
          <p:spPr>
            <a:xfrm>
              <a:off x="7928551" y="801502"/>
              <a:ext cx="83717" cy="71851"/>
            </a:xfrm>
            <a:custGeom>
              <a:rect b="b" l="l" r="r" t="t"/>
              <a:pathLst>
                <a:path extrusionOk="0" h="860" w="1002">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86"/>
            <p:cNvSpPr/>
            <p:nvPr/>
          </p:nvSpPr>
          <p:spPr>
            <a:xfrm>
              <a:off x="6905295" y="677266"/>
              <a:ext cx="83216" cy="71600"/>
            </a:xfrm>
            <a:custGeom>
              <a:rect b="b" l="l" r="r" t="t"/>
              <a:pathLst>
                <a:path extrusionOk="0" h="857" w="996">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86"/>
            <p:cNvSpPr/>
            <p:nvPr/>
          </p:nvSpPr>
          <p:spPr>
            <a:xfrm>
              <a:off x="7389309" y="622541"/>
              <a:ext cx="200353" cy="84801"/>
            </a:xfrm>
            <a:custGeom>
              <a:rect b="b" l="l" r="r" t="t"/>
              <a:pathLst>
                <a:path extrusionOk="0" h="1015" w="2398">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86"/>
            <p:cNvSpPr/>
            <p:nvPr/>
          </p:nvSpPr>
          <p:spPr>
            <a:xfrm>
              <a:off x="6499068" y="972610"/>
              <a:ext cx="204614" cy="349646"/>
            </a:xfrm>
            <a:custGeom>
              <a:rect b="b" l="l" r="r" t="t"/>
              <a:pathLst>
                <a:path extrusionOk="0" h="4185" w="2449">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86"/>
            <p:cNvSpPr/>
            <p:nvPr/>
          </p:nvSpPr>
          <p:spPr>
            <a:xfrm>
              <a:off x="6602087" y="1012797"/>
              <a:ext cx="122401" cy="290745"/>
            </a:xfrm>
            <a:custGeom>
              <a:rect b="b" l="l" r="r" t="t"/>
              <a:pathLst>
                <a:path extrusionOk="0" h="3480" w="1465">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86"/>
            <p:cNvSpPr/>
            <p:nvPr/>
          </p:nvSpPr>
          <p:spPr>
            <a:xfrm>
              <a:off x="7963392" y="1193011"/>
              <a:ext cx="221073" cy="228670"/>
            </a:xfrm>
            <a:custGeom>
              <a:rect b="b" l="l" r="r" t="t"/>
              <a:pathLst>
                <a:path extrusionOk="0" h="2737" w="2646">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86"/>
            <p:cNvSpPr/>
            <p:nvPr/>
          </p:nvSpPr>
          <p:spPr>
            <a:xfrm>
              <a:off x="7945929" y="1193680"/>
              <a:ext cx="151476" cy="163920"/>
            </a:xfrm>
            <a:custGeom>
              <a:rect b="b" l="l" r="r" t="t"/>
              <a:pathLst>
                <a:path extrusionOk="0" h="1962" w="1813">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86"/>
            <p:cNvSpPr/>
            <p:nvPr/>
          </p:nvSpPr>
          <p:spPr>
            <a:xfrm>
              <a:off x="7472025" y="2004185"/>
              <a:ext cx="253992" cy="169518"/>
            </a:xfrm>
            <a:custGeom>
              <a:rect b="b" l="l" r="r" t="t"/>
              <a:pathLst>
                <a:path extrusionOk="0" h="2029" w="304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86"/>
            <p:cNvSpPr/>
            <p:nvPr/>
          </p:nvSpPr>
          <p:spPr>
            <a:xfrm>
              <a:off x="7497174" y="1961241"/>
              <a:ext cx="201272" cy="107943"/>
            </a:xfrm>
            <a:custGeom>
              <a:rect b="b" l="l" r="r" t="t"/>
              <a:pathLst>
                <a:path extrusionOk="0" h="1292" w="2409">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86"/>
            <p:cNvSpPr/>
            <p:nvPr/>
          </p:nvSpPr>
          <p:spPr>
            <a:xfrm>
              <a:off x="6331824" y="431549"/>
              <a:ext cx="1100186" cy="1993360"/>
            </a:xfrm>
            <a:custGeom>
              <a:rect b="b" l="l" r="r" t="t"/>
              <a:pathLst>
                <a:path extrusionOk="0" h="23859" w="13168">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86"/>
            <p:cNvSpPr/>
            <p:nvPr/>
          </p:nvSpPr>
          <p:spPr>
            <a:xfrm>
              <a:off x="7941585" y="1843020"/>
              <a:ext cx="102182" cy="95913"/>
            </a:xfrm>
            <a:custGeom>
              <a:rect b="b" l="l" r="r" t="t"/>
              <a:pathLst>
                <a:path extrusionOk="0" h="1148" w="1223">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86"/>
            <p:cNvSpPr/>
            <p:nvPr/>
          </p:nvSpPr>
          <p:spPr>
            <a:xfrm>
              <a:off x="7011155" y="1798655"/>
              <a:ext cx="116135" cy="88560"/>
            </a:xfrm>
            <a:custGeom>
              <a:rect b="b" l="l" r="r" t="t"/>
              <a:pathLst>
                <a:path extrusionOk="0" h="1060" w="139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86"/>
            <p:cNvSpPr/>
            <p:nvPr/>
          </p:nvSpPr>
          <p:spPr>
            <a:xfrm>
              <a:off x="7347784" y="1428201"/>
              <a:ext cx="84218" cy="72185"/>
            </a:xfrm>
            <a:custGeom>
              <a:rect b="b" l="l" r="r" t="t"/>
              <a:pathLst>
                <a:path extrusionOk="0" h="864" w="1008">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87"/>
          <p:cNvSpPr txBox="1"/>
          <p:nvPr>
            <p:ph type="title"/>
          </p:nvPr>
        </p:nvSpPr>
        <p:spPr>
          <a:xfrm>
            <a:off x="2037100" y="1058150"/>
            <a:ext cx="5072400" cy="321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Section </a:t>
            </a:r>
            <a:r>
              <a:rPr lang="en" sz="4800"/>
              <a:t>Problem #1: </a:t>
            </a:r>
            <a:r>
              <a:rPr lang="en" sz="4800">
                <a:solidFill>
                  <a:srgbClr val="FBFFD5"/>
                </a:solidFill>
              </a:rPr>
              <a:t>To Mars</a:t>
            </a:r>
            <a:endParaRPr sz="4800">
              <a:solidFill>
                <a:srgbClr val="FBFFD5"/>
              </a:solidFill>
            </a:endParaRPr>
          </a:p>
        </p:txBody>
      </p:sp>
      <p:sp>
        <p:nvSpPr>
          <p:cNvPr id="1505" name="Google Shape;1505;p87"/>
          <p:cNvSpPr/>
          <p:nvPr/>
        </p:nvSpPr>
        <p:spPr>
          <a:xfrm rot="-34">
            <a:off x="853262" y="3584439"/>
            <a:ext cx="828501" cy="790808"/>
          </a:xfrm>
          <a:custGeom>
            <a:rect b="b" l="l" r="r" t="t"/>
            <a:pathLst>
              <a:path extrusionOk="0" h="1581" w="1656">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6" name="Google Shape;1506;p87"/>
          <p:cNvGrpSpPr/>
          <p:nvPr/>
        </p:nvGrpSpPr>
        <p:grpSpPr>
          <a:xfrm>
            <a:off x="-564434" y="1076921"/>
            <a:ext cx="2416377" cy="2449642"/>
            <a:chOff x="3325316" y="962998"/>
            <a:chExt cx="3595799" cy="3645301"/>
          </a:xfrm>
        </p:grpSpPr>
        <p:sp>
          <p:nvSpPr>
            <p:cNvPr id="1507" name="Google Shape;1507;p87"/>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87"/>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87"/>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87"/>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87"/>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87"/>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87"/>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87"/>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87"/>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87"/>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87"/>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7"/>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9" name="Google Shape;1519;p87"/>
          <p:cNvGrpSpPr/>
          <p:nvPr/>
        </p:nvGrpSpPr>
        <p:grpSpPr>
          <a:xfrm>
            <a:off x="7034742" y="-823485"/>
            <a:ext cx="2947746" cy="2903326"/>
            <a:chOff x="3771662" y="1694611"/>
            <a:chExt cx="603885" cy="581072"/>
          </a:xfrm>
        </p:grpSpPr>
        <p:sp>
          <p:nvSpPr>
            <p:cNvPr id="1520" name="Google Shape;1520;p87"/>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87"/>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87"/>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7"/>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87"/>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87"/>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87"/>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87"/>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88"/>
          <p:cNvSpPr txBox="1"/>
          <p:nvPr>
            <p:ph type="title"/>
          </p:nvPr>
        </p:nvSpPr>
        <p:spPr>
          <a:xfrm>
            <a:off x="2037100" y="1058150"/>
            <a:ext cx="5072400" cy="321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Storytime</a:t>
            </a:r>
            <a:endParaRPr/>
          </a:p>
        </p:txBody>
      </p:sp>
      <p:grpSp>
        <p:nvGrpSpPr>
          <p:cNvPr id="1533" name="Google Shape;1533;p88"/>
          <p:cNvGrpSpPr/>
          <p:nvPr/>
        </p:nvGrpSpPr>
        <p:grpSpPr>
          <a:xfrm flipH="1" rot="5400000">
            <a:off x="-666903" y="2605211"/>
            <a:ext cx="2039548" cy="2734427"/>
            <a:chOff x="713497" y="276045"/>
            <a:chExt cx="2309533" cy="3096396"/>
          </a:xfrm>
        </p:grpSpPr>
        <p:sp>
          <p:nvSpPr>
            <p:cNvPr id="1534" name="Google Shape;1534;p88"/>
            <p:cNvSpPr/>
            <p:nvPr/>
          </p:nvSpPr>
          <p:spPr>
            <a:xfrm>
              <a:off x="713497" y="706816"/>
              <a:ext cx="2309533" cy="2665624"/>
            </a:xfrm>
            <a:custGeom>
              <a:rect b="b" l="l" r="r" t="t"/>
              <a:pathLst>
                <a:path extrusionOk="0" h="30804" w="26689">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88"/>
            <p:cNvSpPr/>
            <p:nvPr/>
          </p:nvSpPr>
          <p:spPr>
            <a:xfrm>
              <a:off x="1262998" y="276045"/>
              <a:ext cx="946693" cy="834024"/>
            </a:xfrm>
            <a:custGeom>
              <a:rect b="b" l="l" r="r" t="t"/>
              <a:pathLst>
                <a:path extrusionOk="0" h="9638" w="1094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88"/>
            <p:cNvSpPr/>
            <p:nvPr/>
          </p:nvSpPr>
          <p:spPr>
            <a:xfrm>
              <a:off x="1942649" y="276045"/>
              <a:ext cx="267047" cy="255019"/>
            </a:xfrm>
            <a:custGeom>
              <a:rect b="b" l="l" r="r" t="t"/>
              <a:pathLst>
                <a:path extrusionOk="0" h="2947" w="3086">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88"/>
            <p:cNvSpPr/>
            <p:nvPr/>
          </p:nvSpPr>
          <p:spPr>
            <a:xfrm>
              <a:off x="1680187" y="451711"/>
              <a:ext cx="342159" cy="258653"/>
            </a:xfrm>
            <a:custGeom>
              <a:rect b="b" l="l" r="r" t="t"/>
              <a:pathLst>
                <a:path extrusionOk="0" h="2989" w="3954">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88"/>
            <p:cNvSpPr/>
            <p:nvPr/>
          </p:nvSpPr>
          <p:spPr>
            <a:xfrm>
              <a:off x="1732800" y="491344"/>
              <a:ext cx="237279" cy="179301"/>
            </a:xfrm>
            <a:custGeom>
              <a:rect b="b" l="l" r="r" t="t"/>
              <a:pathLst>
                <a:path extrusionOk="0" h="2072" w="2742">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88"/>
            <p:cNvSpPr/>
            <p:nvPr/>
          </p:nvSpPr>
          <p:spPr>
            <a:xfrm>
              <a:off x="1469299" y="671424"/>
              <a:ext cx="292488" cy="220664"/>
            </a:xfrm>
            <a:custGeom>
              <a:rect b="b" l="l" r="r" t="t"/>
              <a:pathLst>
                <a:path extrusionOk="0" h="2550" w="338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88"/>
            <p:cNvSpPr/>
            <p:nvPr/>
          </p:nvSpPr>
          <p:spPr>
            <a:xfrm>
              <a:off x="1514384" y="705086"/>
              <a:ext cx="202492" cy="153340"/>
            </a:xfrm>
            <a:custGeom>
              <a:rect b="b" l="l" r="r" t="t"/>
              <a:pathLst>
                <a:path extrusionOk="0" h="1772" w="234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8"/>
            <p:cNvSpPr/>
            <p:nvPr/>
          </p:nvSpPr>
          <p:spPr>
            <a:xfrm>
              <a:off x="1297526" y="1021891"/>
              <a:ext cx="330650" cy="337833"/>
            </a:xfrm>
            <a:custGeom>
              <a:rect b="b" l="l" r="r" t="t"/>
              <a:pathLst>
                <a:path extrusionOk="0" h="3904" w="3821">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8"/>
            <p:cNvSpPr/>
            <p:nvPr/>
          </p:nvSpPr>
          <p:spPr>
            <a:xfrm>
              <a:off x="996036" y="730354"/>
              <a:ext cx="381187" cy="273537"/>
            </a:xfrm>
            <a:custGeom>
              <a:rect b="b" l="l" r="r" t="t"/>
              <a:pathLst>
                <a:path extrusionOk="0" h="3161" w="4405">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8"/>
            <p:cNvSpPr/>
            <p:nvPr/>
          </p:nvSpPr>
          <p:spPr>
            <a:xfrm>
              <a:off x="1146781" y="883089"/>
              <a:ext cx="350207" cy="298113"/>
            </a:xfrm>
            <a:custGeom>
              <a:rect b="b" l="l" r="r" t="t"/>
              <a:pathLst>
                <a:path extrusionOk="0" h="3445" w="4047">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8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Problem #1: </a:t>
            </a:r>
            <a:r>
              <a:rPr lang="en">
                <a:solidFill>
                  <a:srgbClr val="FBFFD5"/>
                </a:solidFill>
              </a:rPr>
              <a:t>To Mars!!!</a:t>
            </a:r>
            <a:endParaRPr>
              <a:solidFill>
                <a:srgbClr val="FBFFD5"/>
              </a:solidFill>
            </a:endParaRPr>
          </a:p>
        </p:txBody>
      </p:sp>
      <p:sp>
        <p:nvSpPr>
          <p:cNvPr id="1549" name="Google Shape;1549;p89"/>
          <p:cNvSpPr txBox="1"/>
          <p:nvPr>
            <p:ph idx="1" type="subTitle"/>
          </p:nvPr>
        </p:nvSpPr>
        <p:spPr>
          <a:xfrm>
            <a:off x="713500" y="1137775"/>
            <a:ext cx="5567100" cy="36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O</a:t>
            </a:r>
            <a:r>
              <a:rPr lang="en" sz="2000"/>
              <a:t>ne of the things that NASA engineers need to account for is the fact that due to the weaker gravity on </a:t>
            </a:r>
            <a:r>
              <a:rPr lang="en" sz="2000">
                <a:solidFill>
                  <a:srgbClr val="F6B26B"/>
                </a:solidFill>
              </a:rPr>
              <a:t>Mars</a:t>
            </a:r>
            <a:r>
              <a:rPr lang="en" sz="2000"/>
              <a:t>, an Earthling's weight on </a:t>
            </a:r>
            <a:r>
              <a:rPr lang="en" sz="2000">
                <a:solidFill>
                  <a:srgbClr val="F6B26B"/>
                </a:solidFill>
              </a:rPr>
              <a:t>Mars</a:t>
            </a:r>
            <a:r>
              <a:rPr lang="en" sz="2000">
                <a:solidFill>
                  <a:srgbClr val="FBFFD5"/>
                </a:solidFill>
              </a:rPr>
              <a:t> </a:t>
            </a:r>
            <a:r>
              <a:rPr lang="en" sz="2000"/>
              <a:t>is </a:t>
            </a:r>
            <a:r>
              <a:rPr b="1" lang="en" sz="2000">
                <a:solidFill>
                  <a:srgbClr val="EC75C9"/>
                </a:solidFill>
              </a:rPr>
              <a:t>37.8%</a:t>
            </a:r>
            <a:r>
              <a:rPr lang="en" sz="2000"/>
              <a:t> of their weight on</a:t>
            </a:r>
            <a:r>
              <a:rPr lang="en" sz="2000">
                <a:solidFill>
                  <a:srgbClr val="FBFFD5"/>
                </a:solidFill>
              </a:rPr>
              <a:t> </a:t>
            </a:r>
            <a:r>
              <a:rPr lang="en" sz="2000">
                <a:solidFill>
                  <a:srgbClr val="B6D7A8"/>
                </a:solidFill>
              </a:rPr>
              <a:t>Earth</a:t>
            </a:r>
            <a:r>
              <a:rPr lang="en" sz="2000"/>
              <a:t>. </a:t>
            </a:r>
            <a:endParaRPr sz="2000"/>
          </a:p>
          <a:p>
            <a:pPr indent="0" lvl="0" marL="0" rtl="0" algn="l">
              <a:spcBef>
                <a:spcPts val="0"/>
              </a:spcBef>
              <a:spcAft>
                <a:spcPts val="0"/>
              </a:spcAft>
              <a:buNone/>
            </a:pPr>
            <a:r>
              <a:t/>
            </a:r>
            <a:endParaRPr sz="2000"/>
          </a:p>
          <a:p>
            <a:pPr indent="0" lvl="0" marL="0" rtl="0" algn="l">
              <a:spcBef>
                <a:spcPts val="0"/>
              </a:spcBef>
              <a:spcAft>
                <a:spcPts val="0"/>
              </a:spcAft>
              <a:buClr>
                <a:schemeClr val="accent6"/>
              </a:buClr>
              <a:buSzPts val="1100"/>
              <a:buFont typeface="Arial"/>
              <a:buNone/>
            </a:pPr>
            <a:r>
              <a:rPr lang="en" sz="2000"/>
              <a:t>Write a Python program that prompts an Earthling to enter their weight on </a:t>
            </a:r>
            <a:r>
              <a:rPr lang="en" sz="2000">
                <a:solidFill>
                  <a:srgbClr val="B6D7A8"/>
                </a:solidFill>
              </a:rPr>
              <a:t>Earth</a:t>
            </a:r>
            <a:r>
              <a:rPr lang="en" sz="2000"/>
              <a:t> and prints their calculated weight on </a:t>
            </a:r>
            <a:r>
              <a:rPr lang="en" sz="2000">
                <a:solidFill>
                  <a:srgbClr val="F6B26B"/>
                </a:solidFill>
              </a:rPr>
              <a:t>Mars</a:t>
            </a:r>
            <a:r>
              <a:rPr lang="en" sz="2000"/>
              <a:t>.</a:t>
            </a:r>
            <a:endParaRPr sz="2000"/>
          </a:p>
          <a:p>
            <a:pPr indent="0" lvl="0" marL="0" rtl="0" algn="l">
              <a:spcBef>
                <a:spcPts val="0"/>
              </a:spcBef>
              <a:spcAft>
                <a:spcPts val="0"/>
              </a:spcAft>
              <a:buClr>
                <a:schemeClr val="accent6"/>
              </a:buClr>
              <a:buSzPts val="1100"/>
              <a:buFont typeface="Arial"/>
              <a:buNone/>
            </a:pPr>
            <a:r>
              <a:t/>
            </a:r>
            <a:endParaRPr/>
          </a:p>
          <a:p>
            <a:pPr indent="0" lvl="0" marL="0" rtl="0" algn="l">
              <a:spcBef>
                <a:spcPts val="0"/>
              </a:spcBef>
              <a:spcAft>
                <a:spcPts val="0"/>
              </a:spcAft>
              <a:buNone/>
            </a:pPr>
            <a:r>
              <a:t/>
            </a:r>
            <a:endParaRPr/>
          </a:p>
        </p:txBody>
      </p:sp>
      <p:pic>
        <p:nvPicPr>
          <p:cNvPr id="1550" name="Google Shape;1550;p89"/>
          <p:cNvPicPr preferRelativeResize="0"/>
          <p:nvPr/>
        </p:nvPicPr>
        <p:blipFill>
          <a:blip r:embed="rId3">
            <a:alphaModFix/>
          </a:blip>
          <a:stretch>
            <a:fillRect/>
          </a:stretch>
        </p:blipFill>
        <p:spPr>
          <a:xfrm>
            <a:off x="6339788" y="588738"/>
            <a:ext cx="2686899" cy="1511376"/>
          </a:xfrm>
          <a:prstGeom prst="rect">
            <a:avLst/>
          </a:prstGeom>
          <a:noFill/>
          <a:ln>
            <a:noFill/>
          </a:ln>
        </p:spPr>
      </p:pic>
      <p:grpSp>
        <p:nvGrpSpPr>
          <p:cNvPr id="1551" name="Google Shape;1551;p89"/>
          <p:cNvGrpSpPr/>
          <p:nvPr/>
        </p:nvGrpSpPr>
        <p:grpSpPr>
          <a:xfrm>
            <a:off x="6135355" y="2166165"/>
            <a:ext cx="2947746" cy="2903326"/>
            <a:chOff x="3771662" y="1694611"/>
            <a:chExt cx="603885" cy="581072"/>
          </a:xfrm>
        </p:grpSpPr>
        <p:sp>
          <p:nvSpPr>
            <p:cNvPr id="1552" name="Google Shape;1552;p89"/>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9"/>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9"/>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89"/>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89"/>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89"/>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9"/>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9"/>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grpSp>
        <p:nvGrpSpPr>
          <p:cNvPr id="1564" name="Google Shape;1564;p90"/>
          <p:cNvGrpSpPr/>
          <p:nvPr/>
        </p:nvGrpSpPr>
        <p:grpSpPr>
          <a:xfrm>
            <a:off x="-314527" y="-363959"/>
            <a:ext cx="2146747" cy="2112199"/>
            <a:chOff x="1534175" y="2282171"/>
            <a:chExt cx="2450624" cy="2467522"/>
          </a:xfrm>
        </p:grpSpPr>
        <p:sp>
          <p:nvSpPr>
            <p:cNvPr id="1565" name="Google Shape;1565;p90"/>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90"/>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90"/>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90"/>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90"/>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0" name="Google Shape;1570;p90"/>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#1: </a:t>
            </a:r>
            <a:r>
              <a:rPr lang="en">
                <a:solidFill>
                  <a:srgbClr val="FBFFD5"/>
                </a:solidFill>
              </a:rPr>
              <a:t>End Goal</a:t>
            </a:r>
            <a:endParaRPr>
              <a:solidFill>
                <a:srgbClr val="FBFFD5"/>
              </a:solidFill>
            </a:endParaRPr>
          </a:p>
        </p:txBody>
      </p:sp>
      <p:sp>
        <p:nvSpPr>
          <p:cNvPr id="1571" name="Google Shape;1571;p90"/>
          <p:cNvSpPr txBox="1"/>
          <p:nvPr>
            <p:ph idx="1" type="subTitle"/>
          </p:nvPr>
        </p:nvSpPr>
        <p:spPr>
          <a:xfrm>
            <a:off x="713500" y="1593900"/>
            <a:ext cx="3701400" cy="295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Input</a:t>
            </a:r>
            <a:endParaRPr sz="1700">
              <a:solidFill>
                <a:srgbClr val="FBFFD5"/>
              </a:solidFill>
              <a:latin typeface="Nunito SemiBold"/>
              <a:ea typeface="Nunito SemiBold"/>
              <a:cs typeface="Nunito SemiBold"/>
              <a:sym typeface="Nunito SemiBold"/>
            </a:endParaRPr>
          </a:p>
          <a:p>
            <a:pPr indent="0" lvl="0" marL="0" rtl="0" algn="ctr">
              <a:lnSpc>
                <a:spcPct val="100000"/>
              </a:lnSpc>
              <a:spcBef>
                <a:spcPts val="1200"/>
              </a:spcBef>
              <a:spcAft>
                <a:spcPts val="0"/>
              </a:spcAft>
              <a:buNone/>
            </a:pPr>
            <a:r>
              <a:rPr lang="en">
                <a:solidFill>
                  <a:srgbClr val="FFCB64"/>
                </a:solidFill>
                <a:latin typeface="Consolas"/>
                <a:ea typeface="Consolas"/>
                <a:cs typeface="Consolas"/>
                <a:sym typeface="Consolas"/>
              </a:rPr>
              <a:t>Enter a weight on Earth:</a:t>
            </a:r>
            <a:br>
              <a:rPr lang="en">
                <a:solidFill>
                  <a:srgbClr val="FFCB64"/>
                </a:solidFill>
                <a:latin typeface="Consolas"/>
                <a:ea typeface="Consolas"/>
                <a:cs typeface="Consolas"/>
                <a:sym typeface="Consolas"/>
              </a:rPr>
            </a:br>
            <a:r>
              <a:rPr lang="en">
                <a:latin typeface="Consolas"/>
                <a:ea typeface="Consolas"/>
                <a:cs typeface="Consolas"/>
                <a:sym typeface="Consolas"/>
              </a:rPr>
              <a:t>↓</a:t>
            </a:r>
            <a:br>
              <a:rPr lang="en">
                <a:latin typeface="Consolas"/>
                <a:ea typeface="Consolas"/>
                <a:cs typeface="Consolas"/>
                <a:sym typeface="Consolas"/>
              </a:rPr>
            </a:br>
            <a:r>
              <a:rPr lang="en">
                <a:solidFill>
                  <a:srgbClr val="FFCB64"/>
                </a:solidFill>
                <a:latin typeface="Consolas"/>
                <a:ea typeface="Consolas"/>
                <a:cs typeface="Consolas"/>
                <a:sym typeface="Consolas"/>
              </a:rPr>
              <a:t>Enter a weight on Earth: </a:t>
            </a:r>
            <a:r>
              <a:rPr b="1" i="1" lang="en">
                <a:solidFill>
                  <a:schemeClr val="lt2"/>
                </a:solidFill>
                <a:latin typeface="Consolas"/>
                <a:ea typeface="Consolas"/>
                <a:cs typeface="Consolas"/>
                <a:sym typeface="Consolas"/>
              </a:rPr>
              <a:t>100</a:t>
            </a:r>
            <a:endParaRPr b="1" i="1">
              <a:solidFill>
                <a:schemeClr val="lt2"/>
              </a:solidFill>
              <a:latin typeface="Consolas"/>
              <a:ea typeface="Consolas"/>
              <a:cs typeface="Consolas"/>
              <a:sym typeface="Consolas"/>
            </a:endParaRPr>
          </a:p>
          <a:p>
            <a:pPr indent="0" lvl="0" marL="0" rtl="0" algn="ctr">
              <a:lnSpc>
                <a:spcPct val="100000"/>
              </a:lnSpc>
              <a:spcBef>
                <a:spcPts val="1200"/>
              </a:spcBef>
              <a:spcAft>
                <a:spcPts val="0"/>
              </a:spcAft>
              <a:buNone/>
            </a:pPr>
            <a:r>
              <a:t/>
            </a:r>
            <a:endParaRPr b="1" i="1">
              <a:solidFill>
                <a:schemeClr val="lt2"/>
              </a:solidFill>
            </a:endParaRPr>
          </a:p>
          <a:p>
            <a:pPr indent="0" lvl="0" marL="0" rtl="0" algn="ctr">
              <a:lnSpc>
                <a:spcPct val="100000"/>
              </a:lnSpc>
              <a:spcBef>
                <a:spcPts val="1200"/>
              </a:spcBef>
              <a:spcAft>
                <a:spcPts val="0"/>
              </a:spcAft>
              <a:buNone/>
            </a:pPr>
            <a:r>
              <a:t/>
            </a:r>
            <a:endParaRPr b="1" i="1">
              <a:solidFill>
                <a:schemeClr val="lt2"/>
              </a:solidFill>
            </a:endParaRPr>
          </a:p>
          <a:p>
            <a:pPr indent="0" lvl="0" marL="0" rtl="0" algn="ctr">
              <a:spcBef>
                <a:spcPts val="1200"/>
              </a:spcBef>
              <a:spcAft>
                <a:spcPts val="1200"/>
              </a:spcAft>
              <a:buNone/>
            </a:pPr>
            <a:r>
              <a:rPr lang="en">
                <a:solidFill>
                  <a:srgbClr val="E5904F"/>
                </a:solidFill>
              </a:rPr>
              <a:t>* </a:t>
            </a:r>
            <a:r>
              <a:rPr b="1" i="1" lang="en">
                <a:solidFill>
                  <a:srgbClr val="E5904F"/>
                </a:solidFill>
              </a:rPr>
              <a:t>User input</a:t>
            </a:r>
            <a:r>
              <a:rPr lang="en">
                <a:solidFill>
                  <a:srgbClr val="E5904F"/>
                </a:solidFill>
              </a:rPr>
              <a:t> is italicized and bolded for visual clarity *</a:t>
            </a:r>
            <a:endParaRPr>
              <a:solidFill>
                <a:srgbClr val="E5904F"/>
              </a:solidFill>
            </a:endParaRPr>
          </a:p>
        </p:txBody>
      </p:sp>
      <p:sp>
        <p:nvSpPr>
          <p:cNvPr id="1572" name="Google Shape;1572;p90"/>
          <p:cNvSpPr txBox="1"/>
          <p:nvPr>
            <p:ph idx="2" type="subTitle"/>
          </p:nvPr>
        </p:nvSpPr>
        <p:spPr>
          <a:xfrm>
            <a:off x="4747400" y="1593900"/>
            <a:ext cx="3701400" cy="18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Output</a:t>
            </a:r>
            <a:endParaRPr>
              <a:solidFill>
                <a:srgbClr val="FBFFD5"/>
              </a:solidFill>
            </a:endParaRPr>
          </a:p>
          <a:p>
            <a:pPr indent="0" lvl="0" marL="0" rtl="0" algn="ctr">
              <a:spcBef>
                <a:spcPts val="1200"/>
              </a:spcBef>
              <a:spcAft>
                <a:spcPts val="1200"/>
              </a:spcAft>
              <a:buNone/>
            </a:pPr>
            <a:r>
              <a:rPr lang="en">
                <a:solidFill>
                  <a:srgbClr val="FFCB64"/>
                </a:solidFill>
                <a:latin typeface="Consolas"/>
                <a:ea typeface="Consolas"/>
                <a:cs typeface="Consolas"/>
                <a:sym typeface="Consolas"/>
              </a:rPr>
              <a:t>The equivalent weight on Mars: 37.8</a:t>
            </a:r>
            <a:endParaRPr>
              <a:solidFill>
                <a:srgbClr val="FFCB64"/>
              </a:solidFill>
              <a:latin typeface="Consolas"/>
              <a:ea typeface="Consolas"/>
              <a:cs typeface="Consolas"/>
              <a:sym typeface="Consolas"/>
            </a:endParaRPr>
          </a:p>
        </p:txBody>
      </p:sp>
      <p:sp>
        <p:nvSpPr>
          <p:cNvPr id="1573" name="Google Shape;1573;p90"/>
          <p:cNvSpPr txBox="1"/>
          <p:nvPr/>
        </p:nvSpPr>
        <p:spPr>
          <a:xfrm>
            <a:off x="642025" y="53530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100</a:t>
            </a:r>
            <a:endParaRPr b="1" sz="2300">
              <a:latin typeface="DM Sans"/>
              <a:ea typeface="DM Sans"/>
              <a:cs typeface="DM Sans"/>
              <a:sym typeface="DM Sans"/>
            </a:endParaRPr>
          </a:p>
        </p:txBody>
      </p:sp>
      <p:grpSp>
        <p:nvGrpSpPr>
          <p:cNvPr id="1574" name="Google Shape;1574;p90"/>
          <p:cNvGrpSpPr/>
          <p:nvPr/>
        </p:nvGrpSpPr>
        <p:grpSpPr>
          <a:xfrm>
            <a:off x="7066823" y="3235760"/>
            <a:ext cx="2775095" cy="2690770"/>
            <a:chOff x="3771662" y="1694611"/>
            <a:chExt cx="603885" cy="581072"/>
          </a:xfrm>
        </p:grpSpPr>
        <p:sp>
          <p:nvSpPr>
            <p:cNvPr id="1575" name="Google Shape;1575;p90"/>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90"/>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90"/>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90"/>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90"/>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90"/>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90"/>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90"/>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3" name="Google Shape;1583;p90"/>
          <p:cNvSpPr txBox="1"/>
          <p:nvPr/>
        </p:nvSpPr>
        <p:spPr>
          <a:xfrm>
            <a:off x="8170950" y="425170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37.8</a:t>
            </a:r>
            <a:endParaRPr b="1" sz="2300">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7" name="Shape 1587"/>
        <p:cNvGrpSpPr/>
        <p:nvPr/>
      </p:nvGrpSpPr>
      <p:grpSpPr>
        <a:xfrm>
          <a:off x="0" y="0"/>
          <a:ext cx="0" cy="0"/>
          <a:chOff x="0" y="0"/>
          <a:chExt cx="0" cy="0"/>
        </a:xfrm>
      </p:grpSpPr>
      <p:sp>
        <p:nvSpPr>
          <p:cNvPr id="1588" name="Google Shape;1588;p91"/>
          <p:cNvSpPr txBox="1"/>
          <p:nvPr>
            <p:ph type="title"/>
          </p:nvPr>
        </p:nvSpPr>
        <p:spPr>
          <a:xfrm>
            <a:off x="713500" y="565050"/>
            <a:ext cx="5276700" cy="66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Pre-Code Discussion</a:t>
            </a:r>
            <a:endParaRPr/>
          </a:p>
        </p:txBody>
      </p:sp>
      <p:sp>
        <p:nvSpPr>
          <p:cNvPr id="1589" name="Google Shape;1589;p91"/>
          <p:cNvSpPr txBox="1"/>
          <p:nvPr>
            <p:ph idx="1" type="body"/>
          </p:nvPr>
        </p:nvSpPr>
        <p:spPr>
          <a:xfrm>
            <a:off x="713500" y="1227150"/>
            <a:ext cx="4910400" cy="308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800"/>
              <a:t>Inputs, Constants, &amp; Types</a:t>
            </a:r>
            <a:br>
              <a:rPr lang="en" sz="1800"/>
            </a:br>
            <a:br>
              <a:rPr lang="en" sz="1800"/>
            </a:br>
            <a:br>
              <a:rPr lang="en" sz="1800"/>
            </a:br>
            <a:br>
              <a:rPr lang="en" sz="1800"/>
            </a:br>
            <a:br>
              <a:rPr lang="en" sz="1800"/>
            </a:br>
            <a:br>
              <a:rPr lang="en" sz="1800"/>
            </a:br>
            <a:br>
              <a:rPr lang="en" sz="1800"/>
            </a:br>
            <a:br>
              <a:rPr lang="en" sz="1800"/>
            </a:br>
            <a:r>
              <a:rPr lang="en">
                <a:solidFill>
                  <a:srgbClr val="FFCB64"/>
                </a:solidFill>
              </a:rPr>
              <a:t>(Also, questions if you have them!!!)</a:t>
            </a:r>
            <a:endParaRPr>
              <a:solidFill>
                <a:srgbClr val="FFCB64"/>
              </a:solidFill>
            </a:endParaRPr>
          </a:p>
        </p:txBody>
      </p:sp>
      <p:grpSp>
        <p:nvGrpSpPr>
          <p:cNvPr id="1590" name="Google Shape;1590;p91"/>
          <p:cNvGrpSpPr/>
          <p:nvPr/>
        </p:nvGrpSpPr>
        <p:grpSpPr>
          <a:xfrm>
            <a:off x="7712173" y="365766"/>
            <a:ext cx="2146747" cy="2112199"/>
            <a:chOff x="1534175" y="2282171"/>
            <a:chExt cx="2450624" cy="2467522"/>
          </a:xfrm>
        </p:grpSpPr>
        <p:sp>
          <p:nvSpPr>
            <p:cNvPr id="1591" name="Google Shape;1591;p91"/>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91"/>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91"/>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91"/>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91"/>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6" name="Google Shape;1596;p91"/>
          <p:cNvGrpSpPr/>
          <p:nvPr/>
        </p:nvGrpSpPr>
        <p:grpSpPr>
          <a:xfrm rot="10800000">
            <a:off x="6911266" y="881171"/>
            <a:ext cx="2416377" cy="2449642"/>
            <a:chOff x="3325316" y="962998"/>
            <a:chExt cx="3595799" cy="3645301"/>
          </a:xfrm>
        </p:grpSpPr>
        <p:sp>
          <p:nvSpPr>
            <p:cNvPr id="1597" name="Google Shape;1597;p91"/>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91"/>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91"/>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91"/>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91"/>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91"/>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91"/>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91"/>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91"/>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91"/>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91"/>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91"/>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grpSp>
        <p:nvGrpSpPr>
          <p:cNvPr id="1613" name="Google Shape;1613;p92"/>
          <p:cNvGrpSpPr/>
          <p:nvPr/>
        </p:nvGrpSpPr>
        <p:grpSpPr>
          <a:xfrm>
            <a:off x="4826892" y="2309490"/>
            <a:ext cx="2947746" cy="2903326"/>
            <a:chOff x="3771662" y="1694611"/>
            <a:chExt cx="603885" cy="581072"/>
          </a:xfrm>
        </p:grpSpPr>
        <p:sp>
          <p:nvSpPr>
            <p:cNvPr id="1614" name="Google Shape;1614;p92"/>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92"/>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92"/>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92"/>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92"/>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92"/>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92"/>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92"/>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2" name="Google Shape;1622;p92"/>
          <p:cNvSpPr txBox="1"/>
          <p:nvPr>
            <p:ph type="title"/>
          </p:nvPr>
        </p:nvSpPr>
        <p:spPr>
          <a:xfrm>
            <a:off x="1317600" y="372750"/>
            <a:ext cx="6508800" cy="1736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Let’s Code!</a:t>
            </a:r>
            <a:endParaRPr/>
          </a:p>
        </p:txBody>
      </p:sp>
      <p:sp>
        <p:nvSpPr>
          <p:cNvPr id="1623" name="Google Shape;1623;p92"/>
          <p:cNvSpPr txBox="1"/>
          <p:nvPr>
            <p:ph idx="1" type="subTitle"/>
          </p:nvPr>
        </p:nvSpPr>
        <p:spPr>
          <a:xfrm>
            <a:off x="1317600" y="1846900"/>
            <a:ext cx="6508800" cy="46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For this activity, you’ll be working in breakout rooms with each other</a:t>
            </a:r>
            <a:endParaRPr sz="1500"/>
          </a:p>
        </p:txBody>
      </p:sp>
      <p:grpSp>
        <p:nvGrpSpPr>
          <p:cNvPr id="1624" name="Google Shape;1624;p92"/>
          <p:cNvGrpSpPr/>
          <p:nvPr/>
        </p:nvGrpSpPr>
        <p:grpSpPr>
          <a:xfrm>
            <a:off x="1317598" y="2705041"/>
            <a:ext cx="2146747" cy="2112199"/>
            <a:chOff x="1534175" y="2282171"/>
            <a:chExt cx="2450624" cy="2467522"/>
          </a:xfrm>
        </p:grpSpPr>
        <p:sp>
          <p:nvSpPr>
            <p:cNvPr id="1625" name="Google Shape;1625;p92"/>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92"/>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92"/>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92"/>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92"/>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30" name="Google Shape;1630;p92"/>
          <p:cNvCxnSpPr/>
          <p:nvPr/>
        </p:nvCxnSpPr>
        <p:spPr>
          <a:xfrm>
            <a:off x="3511013" y="3761150"/>
            <a:ext cx="1932600" cy="9000"/>
          </a:xfrm>
          <a:prstGeom prst="straightConnector1">
            <a:avLst/>
          </a:prstGeom>
          <a:noFill/>
          <a:ln cap="flat" cmpd="sng" w="19050">
            <a:solidFill>
              <a:srgbClr val="FBFFD5"/>
            </a:solidFill>
            <a:prstDash val="solid"/>
            <a:round/>
            <a:headEnd len="med" w="med" type="none"/>
            <a:tailEnd len="med" w="med" type="triangle"/>
          </a:ln>
        </p:spPr>
      </p:cxnSp>
      <p:sp>
        <p:nvSpPr>
          <p:cNvPr id="1631" name="Google Shape;1631;p92"/>
          <p:cNvSpPr txBox="1"/>
          <p:nvPr/>
        </p:nvSpPr>
        <p:spPr>
          <a:xfrm>
            <a:off x="1996700" y="34917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100</a:t>
            </a:r>
            <a:endParaRPr b="1" sz="2300">
              <a:latin typeface="DM Sans"/>
              <a:ea typeface="DM Sans"/>
              <a:cs typeface="DM Sans"/>
              <a:sym typeface="DM Sans"/>
            </a:endParaRPr>
          </a:p>
        </p:txBody>
      </p:sp>
      <p:sp>
        <p:nvSpPr>
          <p:cNvPr id="1632" name="Google Shape;1632;p92"/>
          <p:cNvSpPr txBox="1"/>
          <p:nvPr/>
        </p:nvSpPr>
        <p:spPr>
          <a:xfrm>
            <a:off x="5970775" y="3541125"/>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37.8</a:t>
            </a:r>
            <a:endParaRPr b="1" sz="2300">
              <a:latin typeface="DM Sans"/>
              <a:ea typeface="DM Sans"/>
              <a:cs typeface="DM Sans"/>
              <a:sym typeface="DM Sans"/>
            </a:endParaRPr>
          </a:p>
        </p:txBody>
      </p:sp>
      <p:grpSp>
        <p:nvGrpSpPr>
          <p:cNvPr id="1633" name="Google Shape;1633;p92"/>
          <p:cNvGrpSpPr/>
          <p:nvPr/>
        </p:nvGrpSpPr>
        <p:grpSpPr>
          <a:xfrm flipH="1" rot="1961226">
            <a:off x="3441501" y="3349051"/>
            <a:ext cx="1243926" cy="922963"/>
            <a:chOff x="3552028" y="798440"/>
            <a:chExt cx="4968811" cy="3124684"/>
          </a:xfrm>
        </p:grpSpPr>
        <p:sp>
          <p:nvSpPr>
            <p:cNvPr id="1634" name="Google Shape;1634;p92"/>
            <p:cNvSpPr/>
            <p:nvPr/>
          </p:nvSpPr>
          <p:spPr>
            <a:xfrm>
              <a:off x="4497010" y="1643756"/>
              <a:ext cx="4023829" cy="2279368"/>
            </a:xfrm>
            <a:custGeom>
              <a:rect b="b" l="l" r="r" t="t"/>
              <a:pathLst>
                <a:path extrusionOk="0" h="18204" w="32136">
                  <a:moveTo>
                    <a:pt x="12146" y="0"/>
                  </a:moveTo>
                  <a:cubicBezTo>
                    <a:pt x="10332" y="0"/>
                    <a:pt x="8946" y="871"/>
                    <a:pt x="7554" y="1991"/>
                  </a:cubicBezTo>
                  <a:cubicBezTo>
                    <a:pt x="6838" y="2567"/>
                    <a:pt x="6182" y="3040"/>
                    <a:pt x="5267" y="3040"/>
                  </a:cubicBezTo>
                  <a:cubicBezTo>
                    <a:pt x="5235" y="3040"/>
                    <a:pt x="5202" y="3039"/>
                    <a:pt x="5170" y="3038"/>
                  </a:cubicBezTo>
                  <a:cubicBezTo>
                    <a:pt x="4099" y="2998"/>
                    <a:pt x="3370" y="2164"/>
                    <a:pt x="2409" y="1805"/>
                  </a:cubicBezTo>
                  <a:lnTo>
                    <a:pt x="2154" y="1869"/>
                  </a:lnTo>
                  <a:lnTo>
                    <a:pt x="1905" y="1927"/>
                  </a:lnTo>
                  <a:lnTo>
                    <a:pt x="892" y="2176"/>
                  </a:lnTo>
                  <a:cubicBezTo>
                    <a:pt x="1" y="4248"/>
                    <a:pt x="2496" y="5730"/>
                    <a:pt x="4197" y="5955"/>
                  </a:cubicBezTo>
                  <a:cubicBezTo>
                    <a:pt x="4429" y="5986"/>
                    <a:pt x="4661" y="6000"/>
                    <a:pt x="4892" y="6000"/>
                  </a:cubicBezTo>
                  <a:cubicBezTo>
                    <a:pt x="6863" y="6000"/>
                    <a:pt x="8796" y="4966"/>
                    <a:pt x="10645" y="4479"/>
                  </a:cubicBezTo>
                  <a:cubicBezTo>
                    <a:pt x="11635" y="4219"/>
                    <a:pt x="12610" y="4067"/>
                    <a:pt x="13577" y="4067"/>
                  </a:cubicBezTo>
                  <a:cubicBezTo>
                    <a:pt x="14606" y="4067"/>
                    <a:pt x="15627" y="4239"/>
                    <a:pt x="16647" y="4636"/>
                  </a:cubicBezTo>
                  <a:cubicBezTo>
                    <a:pt x="17920" y="5128"/>
                    <a:pt x="19240" y="5984"/>
                    <a:pt x="19836" y="7252"/>
                  </a:cubicBezTo>
                  <a:cubicBezTo>
                    <a:pt x="20635" y="8936"/>
                    <a:pt x="21098" y="10748"/>
                    <a:pt x="21793" y="12478"/>
                  </a:cubicBezTo>
                  <a:cubicBezTo>
                    <a:pt x="22684" y="14689"/>
                    <a:pt x="24339" y="16715"/>
                    <a:pt x="26643" y="17554"/>
                  </a:cubicBezTo>
                  <a:cubicBezTo>
                    <a:pt x="27995" y="18047"/>
                    <a:pt x="29445" y="18203"/>
                    <a:pt x="30882" y="18203"/>
                  </a:cubicBezTo>
                  <a:cubicBezTo>
                    <a:pt x="31302" y="18203"/>
                    <a:pt x="31721" y="18190"/>
                    <a:pt x="32136" y="18168"/>
                  </a:cubicBezTo>
                  <a:cubicBezTo>
                    <a:pt x="31620" y="17821"/>
                    <a:pt x="31169" y="17392"/>
                    <a:pt x="30810" y="16889"/>
                  </a:cubicBezTo>
                  <a:cubicBezTo>
                    <a:pt x="30660" y="16669"/>
                    <a:pt x="30532" y="16431"/>
                    <a:pt x="30434" y="16183"/>
                  </a:cubicBezTo>
                  <a:cubicBezTo>
                    <a:pt x="29699" y="14400"/>
                    <a:pt x="30231" y="12027"/>
                    <a:pt x="30463" y="10238"/>
                  </a:cubicBezTo>
                  <a:cubicBezTo>
                    <a:pt x="30642" y="8786"/>
                    <a:pt x="30909" y="7067"/>
                    <a:pt x="30445" y="5683"/>
                  </a:cubicBezTo>
                  <a:cubicBezTo>
                    <a:pt x="30162" y="4832"/>
                    <a:pt x="29600" y="4115"/>
                    <a:pt x="28576" y="3663"/>
                  </a:cubicBezTo>
                  <a:cubicBezTo>
                    <a:pt x="27539" y="3207"/>
                    <a:pt x="26368" y="3089"/>
                    <a:pt x="25207" y="3089"/>
                  </a:cubicBezTo>
                  <a:cubicBezTo>
                    <a:pt x="24528" y="3089"/>
                    <a:pt x="23853" y="3129"/>
                    <a:pt x="23211" y="3166"/>
                  </a:cubicBezTo>
                  <a:cubicBezTo>
                    <a:pt x="22909" y="3183"/>
                    <a:pt x="22607" y="3192"/>
                    <a:pt x="22307" y="3192"/>
                  </a:cubicBezTo>
                  <a:cubicBezTo>
                    <a:pt x="20775" y="3192"/>
                    <a:pt x="19271" y="2946"/>
                    <a:pt x="17891" y="2211"/>
                  </a:cubicBezTo>
                  <a:cubicBezTo>
                    <a:pt x="16132" y="1267"/>
                    <a:pt x="14453" y="98"/>
                    <a:pt x="12387" y="5"/>
                  </a:cubicBezTo>
                  <a:cubicBezTo>
                    <a:pt x="12306" y="2"/>
                    <a:pt x="12225" y="0"/>
                    <a:pt x="12146"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92"/>
            <p:cNvSpPr/>
            <p:nvPr/>
          </p:nvSpPr>
          <p:spPr>
            <a:xfrm>
              <a:off x="4320209" y="1631986"/>
              <a:ext cx="642215" cy="602397"/>
            </a:xfrm>
            <a:custGeom>
              <a:rect b="b" l="l" r="r" t="t"/>
              <a:pathLst>
                <a:path extrusionOk="0" h="4811" w="5129">
                  <a:moveTo>
                    <a:pt x="1927" y="1"/>
                  </a:moveTo>
                  <a:cubicBezTo>
                    <a:pt x="1917" y="1"/>
                    <a:pt x="1908" y="1"/>
                    <a:pt x="1899" y="1"/>
                  </a:cubicBezTo>
                  <a:lnTo>
                    <a:pt x="261" y="1668"/>
                  </a:lnTo>
                  <a:cubicBezTo>
                    <a:pt x="1" y="1841"/>
                    <a:pt x="371" y="2669"/>
                    <a:pt x="452" y="2878"/>
                  </a:cubicBezTo>
                  <a:cubicBezTo>
                    <a:pt x="701" y="3497"/>
                    <a:pt x="990" y="4018"/>
                    <a:pt x="1558" y="4365"/>
                  </a:cubicBezTo>
                  <a:cubicBezTo>
                    <a:pt x="1581" y="4284"/>
                    <a:pt x="1592" y="4186"/>
                    <a:pt x="1621" y="4105"/>
                  </a:cubicBezTo>
                  <a:cubicBezTo>
                    <a:pt x="2009" y="4353"/>
                    <a:pt x="2443" y="4498"/>
                    <a:pt x="2883" y="4631"/>
                  </a:cubicBezTo>
                  <a:cubicBezTo>
                    <a:pt x="3381" y="4782"/>
                    <a:pt x="3960" y="4631"/>
                    <a:pt x="4428" y="4811"/>
                  </a:cubicBezTo>
                  <a:cubicBezTo>
                    <a:pt x="4984" y="3451"/>
                    <a:pt x="5129" y="1917"/>
                    <a:pt x="3850" y="944"/>
                  </a:cubicBezTo>
                  <a:cubicBezTo>
                    <a:pt x="4016" y="944"/>
                    <a:pt x="4198" y="959"/>
                    <a:pt x="4368" y="959"/>
                  </a:cubicBezTo>
                  <a:cubicBezTo>
                    <a:pt x="4410" y="959"/>
                    <a:pt x="4452" y="958"/>
                    <a:pt x="4492" y="956"/>
                  </a:cubicBezTo>
                  <a:cubicBezTo>
                    <a:pt x="4237" y="557"/>
                    <a:pt x="3780" y="366"/>
                    <a:pt x="3352" y="250"/>
                  </a:cubicBezTo>
                  <a:cubicBezTo>
                    <a:pt x="2932" y="136"/>
                    <a:pt x="2374" y="1"/>
                    <a:pt x="192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92"/>
            <p:cNvSpPr/>
            <p:nvPr/>
          </p:nvSpPr>
          <p:spPr>
            <a:xfrm>
              <a:off x="4393208" y="1671178"/>
              <a:ext cx="382274" cy="411323"/>
            </a:xfrm>
            <a:custGeom>
              <a:rect b="b" l="l" r="r" t="t"/>
              <a:pathLst>
                <a:path extrusionOk="0" h="3285" w="3053">
                  <a:moveTo>
                    <a:pt x="1015" y="0"/>
                  </a:moveTo>
                  <a:lnTo>
                    <a:pt x="49" y="759"/>
                  </a:lnTo>
                  <a:cubicBezTo>
                    <a:pt x="44" y="755"/>
                    <a:pt x="39" y="753"/>
                    <a:pt x="35" y="753"/>
                  </a:cubicBezTo>
                  <a:cubicBezTo>
                    <a:pt x="1" y="753"/>
                    <a:pt x="20" y="910"/>
                    <a:pt x="25" y="967"/>
                  </a:cubicBezTo>
                  <a:cubicBezTo>
                    <a:pt x="66" y="1262"/>
                    <a:pt x="118" y="1552"/>
                    <a:pt x="182" y="1841"/>
                  </a:cubicBezTo>
                  <a:cubicBezTo>
                    <a:pt x="269" y="2269"/>
                    <a:pt x="512" y="2721"/>
                    <a:pt x="870" y="2993"/>
                  </a:cubicBezTo>
                  <a:cubicBezTo>
                    <a:pt x="1138" y="3199"/>
                    <a:pt x="1455" y="3284"/>
                    <a:pt x="1784" y="3284"/>
                  </a:cubicBezTo>
                  <a:cubicBezTo>
                    <a:pt x="1861" y="3284"/>
                    <a:pt x="1939" y="3279"/>
                    <a:pt x="2016" y="3271"/>
                  </a:cubicBezTo>
                  <a:cubicBezTo>
                    <a:pt x="2364" y="3230"/>
                    <a:pt x="2694" y="3062"/>
                    <a:pt x="3047" y="3062"/>
                  </a:cubicBezTo>
                  <a:cubicBezTo>
                    <a:pt x="3053" y="2761"/>
                    <a:pt x="3012" y="2437"/>
                    <a:pt x="3006" y="2130"/>
                  </a:cubicBezTo>
                  <a:cubicBezTo>
                    <a:pt x="2995" y="1801"/>
                    <a:pt x="3024" y="1500"/>
                    <a:pt x="2890" y="1187"/>
                  </a:cubicBezTo>
                  <a:cubicBezTo>
                    <a:pt x="2578" y="475"/>
                    <a:pt x="1716" y="151"/>
                    <a:pt x="101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92"/>
            <p:cNvSpPr/>
            <p:nvPr/>
          </p:nvSpPr>
          <p:spPr>
            <a:xfrm>
              <a:off x="4436156" y="1705987"/>
              <a:ext cx="256686" cy="268456"/>
            </a:xfrm>
            <a:custGeom>
              <a:rect b="b" l="l" r="r" t="t"/>
              <a:pathLst>
                <a:path extrusionOk="0" h="2144" w="2050">
                  <a:moveTo>
                    <a:pt x="481" y="0"/>
                  </a:moveTo>
                  <a:lnTo>
                    <a:pt x="18" y="203"/>
                  </a:lnTo>
                  <a:cubicBezTo>
                    <a:pt x="1" y="683"/>
                    <a:pt x="145" y="1279"/>
                    <a:pt x="539" y="1598"/>
                  </a:cubicBezTo>
                  <a:cubicBezTo>
                    <a:pt x="715" y="1737"/>
                    <a:pt x="1383" y="2144"/>
                    <a:pt x="1698" y="2144"/>
                  </a:cubicBezTo>
                  <a:cubicBezTo>
                    <a:pt x="1736" y="2144"/>
                    <a:pt x="1769" y="2138"/>
                    <a:pt x="1795" y="2124"/>
                  </a:cubicBezTo>
                  <a:cubicBezTo>
                    <a:pt x="1963" y="2043"/>
                    <a:pt x="2050" y="1193"/>
                    <a:pt x="1992" y="1007"/>
                  </a:cubicBezTo>
                  <a:cubicBezTo>
                    <a:pt x="1801" y="440"/>
                    <a:pt x="979" y="168"/>
                    <a:pt x="4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92"/>
            <p:cNvSpPr/>
            <p:nvPr/>
          </p:nvSpPr>
          <p:spPr>
            <a:xfrm>
              <a:off x="4253596" y="1532066"/>
              <a:ext cx="382775" cy="379895"/>
            </a:xfrm>
            <a:custGeom>
              <a:rect b="b" l="l" r="r" t="t"/>
              <a:pathLst>
                <a:path extrusionOk="0" h="3034" w="3057">
                  <a:moveTo>
                    <a:pt x="1916" y="0"/>
                  </a:moveTo>
                  <a:lnTo>
                    <a:pt x="0" y="1847"/>
                  </a:lnTo>
                  <a:lnTo>
                    <a:pt x="637" y="3033"/>
                  </a:lnTo>
                  <a:lnTo>
                    <a:pt x="3056" y="695"/>
                  </a:lnTo>
                  <a:lnTo>
                    <a:pt x="1916" y="0"/>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92"/>
            <p:cNvSpPr/>
            <p:nvPr/>
          </p:nvSpPr>
          <p:spPr>
            <a:xfrm>
              <a:off x="3594851" y="1303676"/>
              <a:ext cx="568966" cy="616922"/>
            </a:xfrm>
            <a:custGeom>
              <a:rect b="b" l="l" r="r" t="t"/>
              <a:pathLst>
                <a:path extrusionOk="0" h="4927" w="4544">
                  <a:moveTo>
                    <a:pt x="1754" y="1"/>
                  </a:moveTo>
                  <a:cubicBezTo>
                    <a:pt x="1754" y="1"/>
                    <a:pt x="0" y="2704"/>
                    <a:pt x="3183" y="4927"/>
                  </a:cubicBezTo>
                  <a:lnTo>
                    <a:pt x="3560" y="3254"/>
                  </a:lnTo>
                  <a:lnTo>
                    <a:pt x="4544" y="2305"/>
                  </a:lnTo>
                  <a:lnTo>
                    <a:pt x="3316" y="1292"/>
                  </a:lnTo>
                  <a:lnTo>
                    <a:pt x="2292" y="447"/>
                  </a:lnTo>
                  <a:lnTo>
                    <a:pt x="1754" y="1"/>
                  </a:ln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92"/>
            <p:cNvSpPr/>
            <p:nvPr/>
          </p:nvSpPr>
          <p:spPr>
            <a:xfrm>
              <a:off x="4052128" y="1021696"/>
              <a:ext cx="610286" cy="412575"/>
            </a:xfrm>
            <a:custGeom>
              <a:rect b="b" l="l" r="r" t="t"/>
              <a:pathLst>
                <a:path extrusionOk="0" h="3295" w="4874">
                  <a:moveTo>
                    <a:pt x="1665" y="1"/>
                  </a:moveTo>
                  <a:cubicBezTo>
                    <a:pt x="700" y="1"/>
                    <a:pt x="0" y="418"/>
                    <a:pt x="0" y="418"/>
                  </a:cubicBezTo>
                  <a:lnTo>
                    <a:pt x="428" y="980"/>
                  </a:lnTo>
                  <a:lnTo>
                    <a:pt x="1297" y="2108"/>
                  </a:lnTo>
                  <a:lnTo>
                    <a:pt x="2200" y="3295"/>
                  </a:lnTo>
                  <a:lnTo>
                    <a:pt x="3184" y="2346"/>
                  </a:lnTo>
                  <a:lnTo>
                    <a:pt x="4874" y="2027"/>
                  </a:lnTo>
                  <a:cubicBezTo>
                    <a:pt x="3827" y="408"/>
                    <a:pt x="2617" y="1"/>
                    <a:pt x="166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92"/>
            <p:cNvSpPr/>
            <p:nvPr/>
          </p:nvSpPr>
          <p:spPr>
            <a:xfrm>
              <a:off x="3934679" y="1465327"/>
              <a:ext cx="229139" cy="245792"/>
            </a:xfrm>
            <a:custGeom>
              <a:rect b="b" l="l" r="r" t="t"/>
              <a:pathLst>
                <a:path extrusionOk="0" h="1963" w="1830">
                  <a:moveTo>
                    <a:pt x="602" y="1"/>
                  </a:moveTo>
                  <a:lnTo>
                    <a:pt x="602" y="1"/>
                  </a:lnTo>
                  <a:cubicBezTo>
                    <a:pt x="1" y="1124"/>
                    <a:pt x="846" y="1963"/>
                    <a:pt x="846" y="1963"/>
                  </a:cubicBezTo>
                  <a:lnTo>
                    <a:pt x="1830" y="1014"/>
                  </a:lnTo>
                  <a:lnTo>
                    <a:pt x="602" y="1"/>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92"/>
            <p:cNvSpPr/>
            <p:nvPr/>
          </p:nvSpPr>
          <p:spPr>
            <a:xfrm>
              <a:off x="4214404" y="1265236"/>
              <a:ext cx="236401" cy="169037"/>
            </a:xfrm>
            <a:custGeom>
              <a:rect b="b" l="l" r="r" t="t"/>
              <a:pathLst>
                <a:path extrusionOk="0" h="1350" w="1888">
                  <a:moveTo>
                    <a:pt x="784" y="0"/>
                  </a:moveTo>
                  <a:cubicBezTo>
                    <a:pt x="553" y="0"/>
                    <a:pt x="290" y="45"/>
                    <a:pt x="1" y="163"/>
                  </a:cubicBezTo>
                  <a:lnTo>
                    <a:pt x="904" y="1350"/>
                  </a:lnTo>
                  <a:lnTo>
                    <a:pt x="1888" y="401"/>
                  </a:lnTo>
                  <a:cubicBezTo>
                    <a:pt x="1888" y="401"/>
                    <a:pt x="1477" y="0"/>
                    <a:pt x="784"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92"/>
            <p:cNvSpPr/>
            <p:nvPr/>
          </p:nvSpPr>
          <p:spPr>
            <a:xfrm>
              <a:off x="4052128" y="1021696"/>
              <a:ext cx="610286" cy="253931"/>
            </a:xfrm>
            <a:custGeom>
              <a:rect b="b" l="l" r="r" t="t"/>
              <a:pathLst>
                <a:path extrusionOk="0" h="2028" w="4874">
                  <a:moveTo>
                    <a:pt x="1665" y="1"/>
                  </a:moveTo>
                  <a:cubicBezTo>
                    <a:pt x="700" y="1"/>
                    <a:pt x="0" y="418"/>
                    <a:pt x="0" y="418"/>
                  </a:cubicBezTo>
                  <a:lnTo>
                    <a:pt x="428" y="980"/>
                  </a:lnTo>
                  <a:cubicBezTo>
                    <a:pt x="900" y="751"/>
                    <a:pt x="1365" y="659"/>
                    <a:pt x="1806" y="659"/>
                  </a:cubicBezTo>
                  <a:cubicBezTo>
                    <a:pt x="3517" y="659"/>
                    <a:pt x="4874" y="2027"/>
                    <a:pt x="4874" y="2027"/>
                  </a:cubicBezTo>
                  <a:cubicBezTo>
                    <a:pt x="3827" y="408"/>
                    <a:pt x="2617" y="1"/>
                    <a:pt x="16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92"/>
            <p:cNvSpPr/>
            <p:nvPr/>
          </p:nvSpPr>
          <p:spPr>
            <a:xfrm>
              <a:off x="3594851" y="1303676"/>
              <a:ext cx="398677" cy="616922"/>
            </a:xfrm>
            <a:custGeom>
              <a:rect b="b" l="l" r="r" t="t"/>
              <a:pathLst>
                <a:path extrusionOk="0" h="4927" w="3184">
                  <a:moveTo>
                    <a:pt x="1754" y="1"/>
                  </a:moveTo>
                  <a:cubicBezTo>
                    <a:pt x="1754" y="1"/>
                    <a:pt x="0" y="2704"/>
                    <a:pt x="3183" y="4927"/>
                  </a:cubicBezTo>
                  <a:cubicBezTo>
                    <a:pt x="3183" y="4927"/>
                    <a:pt x="1071" y="2704"/>
                    <a:pt x="2292" y="447"/>
                  </a:cubicBezTo>
                  <a:lnTo>
                    <a:pt x="175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92"/>
            <p:cNvSpPr/>
            <p:nvPr/>
          </p:nvSpPr>
          <p:spPr>
            <a:xfrm>
              <a:off x="3552028" y="798440"/>
              <a:ext cx="892264" cy="917808"/>
            </a:xfrm>
            <a:custGeom>
              <a:rect b="b" l="l" r="r" t="t"/>
              <a:pathLst>
                <a:path extrusionOk="0" h="7330" w="7126">
                  <a:moveTo>
                    <a:pt x="305" y="0"/>
                  </a:moveTo>
                  <a:cubicBezTo>
                    <a:pt x="213" y="0"/>
                    <a:pt x="121" y="3"/>
                    <a:pt x="29" y="8"/>
                  </a:cubicBezTo>
                  <a:cubicBezTo>
                    <a:pt x="1" y="748"/>
                    <a:pt x="116" y="1484"/>
                    <a:pt x="371" y="2178"/>
                  </a:cubicBezTo>
                  <a:cubicBezTo>
                    <a:pt x="1557" y="5477"/>
                    <a:pt x="5412" y="7329"/>
                    <a:pt x="5412" y="7329"/>
                  </a:cubicBezTo>
                  <a:lnTo>
                    <a:pt x="7125" y="5680"/>
                  </a:lnTo>
                  <a:cubicBezTo>
                    <a:pt x="7125" y="5680"/>
                    <a:pt x="5406" y="1651"/>
                    <a:pt x="2240" y="378"/>
                  </a:cubicBezTo>
                  <a:cubicBezTo>
                    <a:pt x="1625" y="129"/>
                    <a:pt x="969" y="0"/>
                    <a:pt x="30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92"/>
            <p:cNvSpPr/>
            <p:nvPr/>
          </p:nvSpPr>
          <p:spPr>
            <a:xfrm>
              <a:off x="4162942" y="1437780"/>
              <a:ext cx="329935" cy="324801"/>
            </a:xfrm>
            <a:custGeom>
              <a:rect b="b" l="l" r="r" t="t"/>
              <a:pathLst>
                <a:path extrusionOk="0" h="2594" w="2635">
                  <a:moveTo>
                    <a:pt x="1922" y="1"/>
                  </a:moveTo>
                  <a:lnTo>
                    <a:pt x="1" y="1853"/>
                  </a:lnTo>
                  <a:lnTo>
                    <a:pt x="718" y="2594"/>
                  </a:lnTo>
                  <a:lnTo>
                    <a:pt x="2634" y="742"/>
                  </a:lnTo>
                  <a:lnTo>
                    <a:pt x="1922"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92"/>
            <p:cNvSpPr/>
            <p:nvPr/>
          </p:nvSpPr>
          <p:spPr>
            <a:xfrm>
              <a:off x="4217284" y="1494376"/>
              <a:ext cx="275593" cy="268205"/>
            </a:xfrm>
            <a:custGeom>
              <a:rect b="b" l="l" r="r" t="t"/>
              <a:pathLst>
                <a:path extrusionOk="0" h="2142" w="2201">
                  <a:moveTo>
                    <a:pt x="1917" y="0"/>
                  </a:moveTo>
                  <a:lnTo>
                    <a:pt x="1" y="1847"/>
                  </a:lnTo>
                  <a:lnTo>
                    <a:pt x="284" y="2142"/>
                  </a:lnTo>
                  <a:lnTo>
                    <a:pt x="2200" y="290"/>
                  </a:lnTo>
                  <a:lnTo>
                    <a:pt x="1917" y="0"/>
                  </a:ln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92"/>
            <p:cNvSpPr/>
            <p:nvPr/>
          </p:nvSpPr>
          <p:spPr>
            <a:xfrm>
              <a:off x="4123875" y="1407854"/>
              <a:ext cx="314659" cy="299133"/>
            </a:xfrm>
            <a:custGeom>
              <a:rect b="b" l="l" r="r" t="t"/>
              <a:pathLst>
                <a:path extrusionOk="0" h="2389" w="2513">
                  <a:moveTo>
                    <a:pt x="2234" y="1"/>
                  </a:moveTo>
                  <a:cubicBezTo>
                    <a:pt x="2171" y="1"/>
                    <a:pt x="2108" y="24"/>
                    <a:pt x="2061" y="72"/>
                  </a:cubicBezTo>
                  <a:lnTo>
                    <a:pt x="104" y="1953"/>
                  </a:lnTo>
                  <a:cubicBezTo>
                    <a:pt x="6" y="2051"/>
                    <a:pt x="0" y="2208"/>
                    <a:pt x="99" y="2312"/>
                  </a:cubicBezTo>
                  <a:cubicBezTo>
                    <a:pt x="149" y="2362"/>
                    <a:pt x="217" y="2389"/>
                    <a:pt x="284" y="2389"/>
                  </a:cubicBezTo>
                  <a:cubicBezTo>
                    <a:pt x="347" y="2389"/>
                    <a:pt x="410" y="2365"/>
                    <a:pt x="457" y="2318"/>
                  </a:cubicBezTo>
                  <a:lnTo>
                    <a:pt x="2408" y="437"/>
                  </a:lnTo>
                  <a:cubicBezTo>
                    <a:pt x="2512" y="338"/>
                    <a:pt x="2512" y="176"/>
                    <a:pt x="2414" y="78"/>
                  </a:cubicBezTo>
                  <a:cubicBezTo>
                    <a:pt x="2366" y="27"/>
                    <a:pt x="2300" y="1"/>
                    <a:pt x="2234" y="1"/>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92"/>
            <p:cNvSpPr/>
            <p:nvPr/>
          </p:nvSpPr>
          <p:spPr>
            <a:xfrm>
              <a:off x="4439787" y="1596425"/>
              <a:ext cx="86897" cy="81639"/>
            </a:xfrm>
            <a:custGeom>
              <a:rect b="b" l="l" r="r" t="t"/>
              <a:pathLst>
                <a:path extrusionOk="0" h="652" w="694">
                  <a:moveTo>
                    <a:pt x="364" y="1"/>
                  </a:moveTo>
                  <a:cubicBezTo>
                    <a:pt x="286" y="1"/>
                    <a:pt x="206" y="30"/>
                    <a:pt x="140" y="94"/>
                  </a:cubicBezTo>
                  <a:cubicBezTo>
                    <a:pt x="7" y="215"/>
                    <a:pt x="1" y="424"/>
                    <a:pt x="128" y="551"/>
                  </a:cubicBezTo>
                  <a:cubicBezTo>
                    <a:pt x="195" y="620"/>
                    <a:pt x="279" y="651"/>
                    <a:pt x="361" y="651"/>
                  </a:cubicBezTo>
                  <a:cubicBezTo>
                    <a:pt x="526" y="651"/>
                    <a:pt x="686" y="525"/>
                    <a:pt x="689" y="331"/>
                  </a:cubicBezTo>
                  <a:cubicBezTo>
                    <a:pt x="693" y="134"/>
                    <a:pt x="533" y="1"/>
                    <a:pt x="3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92"/>
            <p:cNvSpPr/>
            <p:nvPr/>
          </p:nvSpPr>
          <p:spPr>
            <a:xfrm>
              <a:off x="3552028" y="798440"/>
              <a:ext cx="280601" cy="272838"/>
            </a:xfrm>
            <a:custGeom>
              <a:rect b="b" l="l" r="r" t="t"/>
              <a:pathLst>
                <a:path extrusionOk="0" h="2179" w="2241">
                  <a:moveTo>
                    <a:pt x="305" y="0"/>
                  </a:moveTo>
                  <a:cubicBezTo>
                    <a:pt x="213" y="0"/>
                    <a:pt x="121" y="3"/>
                    <a:pt x="29" y="8"/>
                  </a:cubicBezTo>
                  <a:cubicBezTo>
                    <a:pt x="1" y="748"/>
                    <a:pt x="116" y="1484"/>
                    <a:pt x="371" y="2178"/>
                  </a:cubicBezTo>
                  <a:lnTo>
                    <a:pt x="2240" y="378"/>
                  </a:lnTo>
                  <a:cubicBezTo>
                    <a:pt x="1625" y="129"/>
                    <a:pt x="969" y="0"/>
                    <a:pt x="3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92"/>
            <p:cNvSpPr/>
            <p:nvPr/>
          </p:nvSpPr>
          <p:spPr>
            <a:xfrm>
              <a:off x="3570810" y="823483"/>
              <a:ext cx="288615" cy="276594"/>
            </a:xfrm>
            <a:custGeom>
              <a:rect b="b" l="l" r="r" t="t"/>
              <a:pathLst>
                <a:path extrusionOk="0" h="2209" w="2305">
                  <a:moveTo>
                    <a:pt x="2124" y="0"/>
                  </a:moveTo>
                  <a:cubicBezTo>
                    <a:pt x="2092" y="0"/>
                    <a:pt x="2059" y="13"/>
                    <a:pt x="2033" y="39"/>
                  </a:cubicBezTo>
                  <a:lnTo>
                    <a:pt x="53" y="1949"/>
                  </a:lnTo>
                  <a:cubicBezTo>
                    <a:pt x="1" y="1995"/>
                    <a:pt x="1" y="2076"/>
                    <a:pt x="47" y="2129"/>
                  </a:cubicBezTo>
                  <a:lnTo>
                    <a:pt x="88" y="2169"/>
                  </a:lnTo>
                  <a:cubicBezTo>
                    <a:pt x="112" y="2196"/>
                    <a:pt x="145" y="2209"/>
                    <a:pt x="178" y="2209"/>
                  </a:cubicBezTo>
                  <a:cubicBezTo>
                    <a:pt x="210" y="2209"/>
                    <a:pt x="242" y="2197"/>
                    <a:pt x="267" y="2175"/>
                  </a:cubicBezTo>
                  <a:lnTo>
                    <a:pt x="2253" y="259"/>
                  </a:lnTo>
                  <a:cubicBezTo>
                    <a:pt x="2299" y="213"/>
                    <a:pt x="2305" y="132"/>
                    <a:pt x="2253" y="80"/>
                  </a:cubicBezTo>
                  <a:lnTo>
                    <a:pt x="2212" y="39"/>
                  </a:lnTo>
                  <a:cubicBezTo>
                    <a:pt x="2189" y="13"/>
                    <a:pt x="2157" y="0"/>
                    <a:pt x="21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92"/>
            <p:cNvSpPr/>
            <p:nvPr/>
          </p:nvSpPr>
          <p:spPr>
            <a:xfrm>
              <a:off x="3751367" y="977245"/>
              <a:ext cx="255183" cy="241660"/>
            </a:xfrm>
            <a:custGeom>
              <a:rect b="b" l="l" r="r" t="t"/>
              <a:pathLst>
                <a:path extrusionOk="0" h="1930" w="2038">
                  <a:moveTo>
                    <a:pt x="1055" y="1"/>
                  </a:moveTo>
                  <a:cubicBezTo>
                    <a:pt x="824" y="1"/>
                    <a:pt x="589" y="84"/>
                    <a:pt x="394" y="270"/>
                  </a:cubicBezTo>
                  <a:cubicBezTo>
                    <a:pt x="12" y="640"/>
                    <a:pt x="0" y="1254"/>
                    <a:pt x="371" y="1636"/>
                  </a:cubicBezTo>
                  <a:cubicBezTo>
                    <a:pt x="567" y="1838"/>
                    <a:pt x="813" y="1929"/>
                    <a:pt x="1054" y="1929"/>
                  </a:cubicBezTo>
                  <a:cubicBezTo>
                    <a:pt x="1543" y="1929"/>
                    <a:pt x="2014" y="1555"/>
                    <a:pt x="2026" y="982"/>
                  </a:cubicBezTo>
                  <a:cubicBezTo>
                    <a:pt x="2038" y="395"/>
                    <a:pt x="1558"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92"/>
            <p:cNvSpPr/>
            <p:nvPr/>
          </p:nvSpPr>
          <p:spPr>
            <a:xfrm>
              <a:off x="3787553" y="1001912"/>
              <a:ext cx="195832" cy="192577"/>
            </a:xfrm>
            <a:custGeom>
              <a:rect b="b" l="l" r="r" t="t"/>
              <a:pathLst>
                <a:path extrusionOk="0" h="1538" w="1564">
                  <a:moveTo>
                    <a:pt x="776" y="0"/>
                  </a:moveTo>
                  <a:cubicBezTo>
                    <a:pt x="583" y="0"/>
                    <a:pt x="391" y="73"/>
                    <a:pt x="244" y="217"/>
                  </a:cubicBezTo>
                  <a:cubicBezTo>
                    <a:pt x="197" y="258"/>
                    <a:pt x="157" y="310"/>
                    <a:pt x="122" y="362"/>
                  </a:cubicBezTo>
                  <a:cubicBezTo>
                    <a:pt x="64" y="455"/>
                    <a:pt x="24" y="565"/>
                    <a:pt x="12" y="675"/>
                  </a:cubicBezTo>
                  <a:cubicBezTo>
                    <a:pt x="1" y="779"/>
                    <a:pt x="6" y="883"/>
                    <a:pt x="35" y="981"/>
                  </a:cubicBezTo>
                  <a:cubicBezTo>
                    <a:pt x="64" y="1091"/>
                    <a:pt x="116" y="1190"/>
                    <a:pt x="192" y="1271"/>
                  </a:cubicBezTo>
                  <a:cubicBezTo>
                    <a:pt x="203" y="1282"/>
                    <a:pt x="209" y="1294"/>
                    <a:pt x="221" y="1306"/>
                  </a:cubicBezTo>
                  <a:cubicBezTo>
                    <a:pt x="372" y="1460"/>
                    <a:pt x="573" y="1538"/>
                    <a:pt x="775" y="1538"/>
                  </a:cubicBezTo>
                  <a:cubicBezTo>
                    <a:pt x="967" y="1538"/>
                    <a:pt x="1159" y="1467"/>
                    <a:pt x="1309" y="1323"/>
                  </a:cubicBezTo>
                  <a:cubicBezTo>
                    <a:pt x="1320" y="1311"/>
                    <a:pt x="1332" y="1300"/>
                    <a:pt x="1338" y="1288"/>
                  </a:cubicBezTo>
                  <a:cubicBezTo>
                    <a:pt x="1401" y="1219"/>
                    <a:pt x="1448" y="1143"/>
                    <a:pt x="1482" y="1062"/>
                  </a:cubicBezTo>
                  <a:cubicBezTo>
                    <a:pt x="1563" y="866"/>
                    <a:pt x="1558" y="651"/>
                    <a:pt x="1477" y="460"/>
                  </a:cubicBezTo>
                  <a:cubicBezTo>
                    <a:pt x="1442" y="379"/>
                    <a:pt x="1390" y="298"/>
                    <a:pt x="1326" y="235"/>
                  </a:cubicBezTo>
                  <a:cubicBezTo>
                    <a:pt x="1176" y="78"/>
                    <a:pt x="976" y="0"/>
                    <a:pt x="776" y="0"/>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92"/>
            <p:cNvSpPr/>
            <p:nvPr/>
          </p:nvSpPr>
          <p:spPr>
            <a:xfrm>
              <a:off x="3914394" y="1304428"/>
              <a:ext cx="54092" cy="44951"/>
            </a:xfrm>
            <a:custGeom>
              <a:rect b="b" l="l" r="r" t="t"/>
              <a:pathLst>
                <a:path extrusionOk="0" h="359" w="432">
                  <a:moveTo>
                    <a:pt x="220" y="1"/>
                  </a:moveTo>
                  <a:cubicBezTo>
                    <a:pt x="199" y="1"/>
                    <a:pt x="178" y="5"/>
                    <a:pt x="157" y="12"/>
                  </a:cubicBezTo>
                  <a:cubicBezTo>
                    <a:pt x="6" y="70"/>
                    <a:pt x="0" y="279"/>
                    <a:pt x="145" y="342"/>
                  </a:cubicBezTo>
                  <a:cubicBezTo>
                    <a:pt x="170" y="353"/>
                    <a:pt x="195" y="358"/>
                    <a:pt x="219" y="358"/>
                  </a:cubicBezTo>
                  <a:cubicBezTo>
                    <a:pt x="335" y="358"/>
                    <a:pt x="431" y="241"/>
                    <a:pt x="388" y="117"/>
                  </a:cubicBezTo>
                  <a:cubicBezTo>
                    <a:pt x="361" y="45"/>
                    <a:pt x="293" y="1"/>
                    <a:pt x="220" y="1"/>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92"/>
            <p:cNvSpPr/>
            <p:nvPr/>
          </p:nvSpPr>
          <p:spPr>
            <a:xfrm>
              <a:off x="4017319" y="1397211"/>
              <a:ext cx="53967" cy="44826"/>
            </a:xfrm>
            <a:custGeom>
              <a:rect b="b" l="l" r="r" t="t"/>
              <a:pathLst>
                <a:path extrusionOk="0" h="358" w="431">
                  <a:moveTo>
                    <a:pt x="217" y="1"/>
                  </a:moveTo>
                  <a:cubicBezTo>
                    <a:pt x="197" y="1"/>
                    <a:pt x="176" y="4"/>
                    <a:pt x="157" y="12"/>
                  </a:cubicBezTo>
                  <a:cubicBezTo>
                    <a:pt x="6" y="70"/>
                    <a:pt x="0" y="278"/>
                    <a:pt x="145" y="342"/>
                  </a:cubicBezTo>
                  <a:cubicBezTo>
                    <a:pt x="169" y="353"/>
                    <a:pt x="193" y="358"/>
                    <a:pt x="217" y="358"/>
                  </a:cubicBezTo>
                  <a:cubicBezTo>
                    <a:pt x="334" y="358"/>
                    <a:pt x="431" y="237"/>
                    <a:pt x="382" y="116"/>
                  </a:cubicBezTo>
                  <a:cubicBezTo>
                    <a:pt x="355" y="45"/>
                    <a:pt x="287" y="1"/>
                    <a:pt x="217" y="1"/>
                  </a:cubicBezTo>
                  <a:close/>
                </a:path>
              </a:pathLst>
            </a:custGeom>
            <a:solidFill>
              <a:srgbClr val="1B2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grpSp>
        <p:nvGrpSpPr>
          <p:cNvPr id="1660" name="Google Shape;1660;p93"/>
          <p:cNvGrpSpPr/>
          <p:nvPr/>
        </p:nvGrpSpPr>
        <p:grpSpPr>
          <a:xfrm>
            <a:off x="-517312" y="4149756"/>
            <a:ext cx="1446245" cy="1369877"/>
            <a:chOff x="3771662" y="1694611"/>
            <a:chExt cx="603885" cy="581072"/>
          </a:xfrm>
        </p:grpSpPr>
        <p:sp>
          <p:nvSpPr>
            <p:cNvPr id="1661" name="Google Shape;1661;p93"/>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93"/>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93"/>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93"/>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93"/>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93"/>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93"/>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93"/>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9" name="Google Shape;1669;p93"/>
          <p:cNvSpPr txBox="1"/>
          <p:nvPr>
            <p:ph type="title"/>
          </p:nvPr>
        </p:nvSpPr>
        <p:spPr>
          <a:xfrm>
            <a:off x="2037100" y="1058150"/>
            <a:ext cx="5072400" cy="321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Section Problem #2: </a:t>
            </a:r>
            <a:r>
              <a:rPr lang="en" sz="4800">
                <a:solidFill>
                  <a:srgbClr val="FBFFD5"/>
                </a:solidFill>
              </a:rPr>
              <a:t>Planetary Weights</a:t>
            </a:r>
            <a:endParaRPr sz="4800">
              <a:solidFill>
                <a:srgbClr val="FBFFD5"/>
              </a:solidFill>
            </a:endParaRPr>
          </a:p>
        </p:txBody>
      </p:sp>
      <p:grpSp>
        <p:nvGrpSpPr>
          <p:cNvPr id="1670" name="Google Shape;1670;p93"/>
          <p:cNvGrpSpPr/>
          <p:nvPr/>
        </p:nvGrpSpPr>
        <p:grpSpPr>
          <a:xfrm>
            <a:off x="5283989" y="-476712"/>
            <a:ext cx="2368153" cy="2289509"/>
            <a:chOff x="5988212" y="2161102"/>
            <a:chExt cx="1140124" cy="1140307"/>
          </a:xfrm>
        </p:grpSpPr>
        <p:sp>
          <p:nvSpPr>
            <p:cNvPr id="1671" name="Google Shape;1671;p93"/>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93"/>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93"/>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93"/>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93"/>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93"/>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93"/>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93"/>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93"/>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0" name="Google Shape;1680;p93"/>
          <p:cNvGrpSpPr/>
          <p:nvPr/>
        </p:nvGrpSpPr>
        <p:grpSpPr>
          <a:xfrm>
            <a:off x="-77677" y="4081338"/>
            <a:ext cx="1225448" cy="1369904"/>
            <a:chOff x="3325316" y="962998"/>
            <a:chExt cx="3595799" cy="3645301"/>
          </a:xfrm>
        </p:grpSpPr>
        <p:sp>
          <p:nvSpPr>
            <p:cNvPr id="1681" name="Google Shape;1681;p93"/>
            <p:cNvSpPr/>
            <p:nvPr/>
          </p:nvSpPr>
          <p:spPr>
            <a:xfrm>
              <a:off x="3372855" y="1725764"/>
              <a:ext cx="2457366" cy="2882535"/>
            </a:xfrm>
            <a:custGeom>
              <a:rect b="b" l="l" r="r" t="t"/>
              <a:pathLst>
                <a:path extrusionOk="0" h="16129" w="1375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93"/>
            <p:cNvSpPr/>
            <p:nvPr/>
          </p:nvSpPr>
          <p:spPr>
            <a:xfrm>
              <a:off x="3433977" y="1783311"/>
              <a:ext cx="2317609" cy="2406252"/>
            </a:xfrm>
            <a:custGeom>
              <a:rect b="b" l="l" r="r" t="t"/>
              <a:pathLst>
                <a:path extrusionOk="0" h="13464" w="12968">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93"/>
            <p:cNvSpPr/>
            <p:nvPr/>
          </p:nvSpPr>
          <p:spPr>
            <a:xfrm>
              <a:off x="3325316" y="1832458"/>
              <a:ext cx="2275967" cy="2226105"/>
            </a:xfrm>
            <a:custGeom>
              <a:rect b="b" l="l" r="r" t="t"/>
              <a:pathLst>
                <a:path extrusionOk="0" h="12456" w="12735">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93"/>
            <p:cNvSpPr/>
            <p:nvPr/>
          </p:nvSpPr>
          <p:spPr>
            <a:xfrm>
              <a:off x="5643464" y="1664464"/>
              <a:ext cx="204989" cy="245379"/>
            </a:xfrm>
            <a:custGeom>
              <a:rect b="b" l="l" r="r" t="t"/>
              <a:pathLst>
                <a:path extrusionOk="0" h="1373" w="1147">
                  <a:moveTo>
                    <a:pt x="626" y="1"/>
                  </a:moveTo>
                  <a:lnTo>
                    <a:pt x="0" y="198"/>
                  </a:lnTo>
                  <a:lnTo>
                    <a:pt x="759" y="1373"/>
                  </a:lnTo>
                  <a:lnTo>
                    <a:pt x="1146" y="846"/>
                  </a:lnTo>
                  <a:lnTo>
                    <a:pt x="626" y="1"/>
                  </a:ln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93"/>
            <p:cNvSpPr/>
            <p:nvPr/>
          </p:nvSpPr>
          <p:spPr>
            <a:xfrm>
              <a:off x="5700296" y="1625146"/>
              <a:ext cx="204989" cy="246451"/>
            </a:xfrm>
            <a:custGeom>
              <a:rect b="b" l="l" r="r" t="t"/>
              <a:pathLst>
                <a:path extrusionOk="0" h="1379" w="1147">
                  <a:moveTo>
                    <a:pt x="626" y="1"/>
                  </a:moveTo>
                  <a:lnTo>
                    <a:pt x="1" y="198"/>
                  </a:lnTo>
                  <a:lnTo>
                    <a:pt x="759" y="1378"/>
                  </a:lnTo>
                  <a:lnTo>
                    <a:pt x="1147" y="846"/>
                  </a:lnTo>
                  <a:lnTo>
                    <a:pt x="626"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93"/>
            <p:cNvSpPr/>
            <p:nvPr/>
          </p:nvSpPr>
          <p:spPr>
            <a:xfrm>
              <a:off x="5385931" y="1237687"/>
              <a:ext cx="533829" cy="462878"/>
            </a:xfrm>
            <a:custGeom>
              <a:rect b="b" l="l" r="r" t="t"/>
              <a:pathLst>
                <a:path extrusionOk="0" h="2590" w="2987">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93"/>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93"/>
            <p:cNvSpPr/>
            <p:nvPr/>
          </p:nvSpPr>
          <p:spPr>
            <a:xfrm>
              <a:off x="5769638" y="962998"/>
              <a:ext cx="1151477" cy="877503"/>
            </a:xfrm>
            <a:custGeom>
              <a:rect b="b" l="l" r="r" t="t"/>
              <a:pathLst>
                <a:path extrusionOk="0" h="4910" w="6443">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93"/>
            <p:cNvSpPr/>
            <p:nvPr/>
          </p:nvSpPr>
          <p:spPr>
            <a:xfrm>
              <a:off x="5968975" y="1143875"/>
              <a:ext cx="587150" cy="515749"/>
            </a:xfrm>
            <a:custGeom>
              <a:rect b="b" l="l" r="r" t="t"/>
              <a:pathLst>
                <a:path extrusionOk="0" h="2731" w="3109">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93"/>
            <p:cNvSpPr/>
            <p:nvPr/>
          </p:nvSpPr>
          <p:spPr>
            <a:xfrm>
              <a:off x="5691002" y="1783490"/>
              <a:ext cx="677697" cy="345818"/>
            </a:xfrm>
            <a:custGeom>
              <a:rect b="b" l="l" r="r" t="t"/>
              <a:pathLst>
                <a:path extrusionOk="0" h="1935" w="3792">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93"/>
            <p:cNvSpPr/>
            <p:nvPr/>
          </p:nvSpPr>
          <p:spPr>
            <a:xfrm>
              <a:off x="6542414" y="963177"/>
              <a:ext cx="346712" cy="414982"/>
            </a:xfrm>
            <a:custGeom>
              <a:rect b="b" l="l" r="r" t="t"/>
              <a:pathLst>
                <a:path extrusionOk="0" h="2322" w="194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93"/>
            <p:cNvSpPr/>
            <p:nvPr/>
          </p:nvSpPr>
          <p:spPr>
            <a:xfrm>
              <a:off x="5989997" y="1184429"/>
              <a:ext cx="490401" cy="438930"/>
            </a:xfrm>
            <a:custGeom>
              <a:rect b="b" l="l" r="r" t="t"/>
              <a:pathLst>
                <a:path extrusionOk="0" h="2456" w="2744">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3" name="Google Shape;1693;p93"/>
          <p:cNvGrpSpPr/>
          <p:nvPr/>
        </p:nvGrpSpPr>
        <p:grpSpPr>
          <a:xfrm flipH="1">
            <a:off x="6866579" y="3304259"/>
            <a:ext cx="2277429" cy="1776305"/>
            <a:chOff x="1884363" y="1951934"/>
            <a:chExt cx="1562237" cy="1207385"/>
          </a:xfrm>
        </p:grpSpPr>
        <p:sp>
          <p:nvSpPr>
            <p:cNvPr id="1694" name="Google Shape;1694;p93"/>
            <p:cNvSpPr/>
            <p:nvPr/>
          </p:nvSpPr>
          <p:spPr>
            <a:xfrm>
              <a:off x="2134860" y="1951934"/>
              <a:ext cx="1207829" cy="1207385"/>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93"/>
            <p:cNvSpPr/>
            <p:nvPr/>
          </p:nvSpPr>
          <p:spPr>
            <a:xfrm>
              <a:off x="2223825" y="2131411"/>
              <a:ext cx="1118864" cy="54509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93"/>
            <p:cNvSpPr/>
            <p:nvPr/>
          </p:nvSpPr>
          <p:spPr>
            <a:xfrm>
              <a:off x="2142645" y="2652296"/>
              <a:ext cx="1093119" cy="346198"/>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93"/>
            <p:cNvSpPr/>
            <p:nvPr/>
          </p:nvSpPr>
          <p:spPr>
            <a:xfrm>
              <a:off x="2365008" y="3010106"/>
              <a:ext cx="531819" cy="148964"/>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93"/>
            <p:cNvSpPr/>
            <p:nvPr/>
          </p:nvSpPr>
          <p:spPr>
            <a:xfrm>
              <a:off x="2134860" y="2356768"/>
              <a:ext cx="499430" cy="344122"/>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93"/>
            <p:cNvSpPr/>
            <p:nvPr/>
          </p:nvSpPr>
          <p:spPr>
            <a:xfrm>
              <a:off x="2566920" y="1952246"/>
              <a:ext cx="712656" cy="34443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93"/>
            <p:cNvSpPr/>
            <p:nvPr/>
          </p:nvSpPr>
          <p:spPr>
            <a:xfrm>
              <a:off x="2242408" y="2450502"/>
              <a:ext cx="226306" cy="178964"/>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93"/>
            <p:cNvSpPr/>
            <p:nvPr/>
          </p:nvSpPr>
          <p:spPr>
            <a:xfrm>
              <a:off x="1884363" y="2150557"/>
              <a:ext cx="1562237" cy="966033"/>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2" name="Google Shape;1702;p93"/>
          <p:cNvGrpSpPr/>
          <p:nvPr/>
        </p:nvGrpSpPr>
        <p:grpSpPr>
          <a:xfrm>
            <a:off x="-806759" y="-623269"/>
            <a:ext cx="2484173" cy="1920023"/>
            <a:chOff x="4124667" y="2395462"/>
            <a:chExt cx="1073633" cy="829814"/>
          </a:xfrm>
        </p:grpSpPr>
        <p:sp>
          <p:nvSpPr>
            <p:cNvPr id="1703" name="Google Shape;1703;p93"/>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93"/>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93"/>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93"/>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93"/>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93"/>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93"/>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93"/>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93"/>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2" name="Google Shape;1712;p93"/>
          <p:cNvGrpSpPr/>
          <p:nvPr/>
        </p:nvGrpSpPr>
        <p:grpSpPr>
          <a:xfrm>
            <a:off x="3002902" y="442403"/>
            <a:ext cx="1262334" cy="1150153"/>
            <a:chOff x="7666764" y="2175228"/>
            <a:chExt cx="1262334" cy="1150153"/>
          </a:xfrm>
        </p:grpSpPr>
        <p:sp>
          <p:nvSpPr>
            <p:cNvPr id="1713" name="Google Shape;1713;p93"/>
            <p:cNvSpPr/>
            <p:nvPr/>
          </p:nvSpPr>
          <p:spPr>
            <a:xfrm>
              <a:off x="7666764" y="2175228"/>
              <a:ext cx="1262334" cy="1150153"/>
            </a:xfrm>
            <a:custGeom>
              <a:rect b="b" l="l" r="r" t="t"/>
              <a:pathLst>
                <a:path extrusionOk="0" h="16121" w="17694">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93"/>
            <p:cNvSpPr/>
            <p:nvPr/>
          </p:nvSpPr>
          <p:spPr>
            <a:xfrm>
              <a:off x="7853397" y="2302003"/>
              <a:ext cx="892780" cy="892883"/>
            </a:xfrm>
            <a:custGeom>
              <a:rect b="b" l="l" r="r" t="t"/>
              <a:pathLst>
                <a:path extrusionOk="0" h="12515" w="12514">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93"/>
            <p:cNvSpPr/>
            <p:nvPr/>
          </p:nvSpPr>
          <p:spPr>
            <a:xfrm>
              <a:off x="8111444" y="2301932"/>
              <a:ext cx="443536" cy="80763"/>
            </a:xfrm>
            <a:custGeom>
              <a:rect b="b" l="l" r="r" t="t"/>
              <a:pathLst>
                <a:path extrusionOk="0" h="1132" w="6217">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93"/>
            <p:cNvSpPr/>
            <p:nvPr/>
          </p:nvSpPr>
          <p:spPr>
            <a:xfrm>
              <a:off x="7956202" y="2402382"/>
              <a:ext cx="728906" cy="150966"/>
            </a:xfrm>
            <a:custGeom>
              <a:rect b="b" l="l" r="r" t="t"/>
              <a:pathLst>
                <a:path extrusionOk="0" h="2116" w="10217">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93"/>
            <p:cNvSpPr/>
            <p:nvPr/>
          </p:nvSpPr>
          <p:spPr>
            <a:xfrm>
              <a:off x="7869449" y="2558052"/>
              <a:ext cx="875515" cy="191918"/>
            </a:xfrm>
            <a:custGeom>
              <a:rect b="b" l="l" r="r" t="t"/>
              <a:pathLst>
                <a:path extrusionOk="0" h="2690" w="12272">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93"/>
            <p:cNvSpPr/>
            <p:nvPr/>
          </p:nvSpPr>
          <p:spPr>
            <a:xfrm>
              <a:off x="7940078" y="2981113"/>
              <a:ext cx="730119" cy="161668"/>
            </a:xfrm>
            <a:custGeom>
              <a:rect b="b" l="l" r="r" t="t"/>
              <a:pathLst>
                <a:path extrusionOk="0" h="2266" w="10234">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93"/>
            <p:cNvSpPr/>
            <p:nvPr/>
          </p:nvSpPr>
          <p:spPr>
            <a:xfrm>
              <a:off x="7856679" y="2760950"/>
              <a:ext cx="880010" cy="205973"/>
            </a:xfrm>
            <a:custGeom>
              <a:rect b="b" l="l" r="r" t="t"/>
              <a:pathLst>
                <a:path extrusionOk="0" h="2887" w="12335">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93"/>
            <p:cNvSpPr/>
            <p:nvPr/>
          </p:nvSpPr>
          <p:spPr>
            <a:xfrm>
              <a:off x="8005714" y="2446115"/>
              <a:ext cx="783412" cy="748837"/>
            </a:xfrm>
            <a:custGeom>
              <a:rect b="b" l="l" r="r" t="t"/>
              <a:pathLst>
                <a:path extrusionOk="0" h="10496" w="10981">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1" name="Google Shape;1721;p93"/>
          <p:cNvGrpSpPr/>
          <p:nvPr/>
        </p:nvGrpSpPr>
        <p:grpSpPr>
          <a:xfrm>
            <a:off x="8316241" y="277501"/>
            <a:ext cx="256256" cy="237806"/>
            <a:chOff x="1105208" y="2882758"/>
            <a:chExt cx="298911" cy="277390"/>
          </a:xfrm>
        </p:grpSpPr>
        <p:sp>
          <p:nvSpPr>
            <p:cNvPr id="1722" name="Google Shape;1722;p93"/>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93"/>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93"/>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93"/>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93"/>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93"/>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93"/>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93"/>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93"/>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93"/>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32" name="Google Shape;1732;p93"/>
          <p:cNvCxnSpPr/>
          <p:nvPr/>
        </p:nvCxnSpPr>
        <p:spPr>
          <a:xfrm flipH="1" rot="5400000">
            <a:off x="-566265" y="2367295"/>
            <a:ext cx="2716200" cy="711900"/>
          </a:xfrm>
          <a:prstGeom prst="curvedConnector3">
            <a:avLst>
              <a:gd fmla="val 56561" name="adj1"/>
            </a:avLst>
          </a:prstGeom>
          <a:noFill/>
          <a:ln cap="flat" cmpd="sng" w="19050">
            <a:solidFill>
              <a:srgbClr val="49D0E2"/>
            </a:solidFill>
            <a:prstDash val="dash"/>
            <a:round/>
            <a:headEnd len="med" w="med" type="none"/>
            <a:tailEnd len="med" w="med" type="triangle"/>
          </a:ln>
        </p:spPr>
      </p:cxnSp>
      <p:cxnSp>
        <p:nvCxnSpPr>
          <p:cNvPr id="1733" name="Google Shape;1733;p93"/>
          <p:cNvCxnSpPr/>
          <p:nvPr/>
        </p:nvCxnSpPr>
        <p:spPr>
          <a:xfrm>
            <a:off x="1521250" y="489275"/>
            <a:ext cx="1603500" cy="542700"/>
          </a:xfrm>
          <a:prstGeom prst="curvedConnector3">
            <a:avLst>
              <a:gd fmla="val 50000" name="adj1"/>
            </a:avLst>
          </a:prstGeom>
          <a:noFill/>
          <a:ln cap="flat" cmpd="sng" w="19050">
            <a:solidFill>
              <a:srgbClr val="49D0E2"/>
            </a:solidFill>
            <a:prstDash val="dash"/>
            <a:round/>
            <a:headEnd len="med" w="med" type="none"/>
            <a:tailEnd len="med" w="med" type="triangle"/>
          </a:ln>
        </p:spPr>
      </p:cxnSp>
      <p:cxnSp>
        <p:nvCxnSpPr>
          <p:cNvPr id="1734" name="Google Shape;1734;p93"/>
          <p:cNvCxnSpPr/>
          <p:nvPr/>
        </p:nvCxnSpPr>
        <p:spPr>
          <a:xfrm flipH="1" rot="10800000">
            <a:off x="4160850" y="736025"/>
            <a:ext cx="1467900" cy="345300"/>
          </a:xfrm>
          <a:prstGeom prst="curvedConnector3">
            <a:avLst>
              <a:gd fmla="val 50000" name="adj1"/>
            </a:avLst>
          </a:prstGeom>
          <a:noFill/>
          <a:ln cap="flat" cmpd="sng" w="19050">
            <a:solidFill>
              <a:srgbClr val="49D0E2"/>
            </a:solidFill>
            <a:prstDash val="dash"/>
            <a:round/>
            <a:headEnd len="med" w="med" type="none"/>
            <a:tailEnd len="med" w="med" type="triangle"/>
          </a:ln>
        </p:spPr>
      </p:cxnSp>
      <p:cxnSp>
        <p:nvCxnSpPr>
          <p:cNvPr id="1735" name="Google Shape;1735;p93"/>
          <p:cNvCxnSpPr/>
          <p:nvPr/>
        </p:nvCxnSpPr>
        <p:spPr>
          <a:xfrm flipH="1" rot="10800000">
            <a:off x="7367825" y="390500"/>
            <a:ext cx="949800" cy="394800"/>
          </a:xfrm>
          <a:prstGeom prst="curvedConnector3">
            <a:avLst>
              <a:gd fmla="val 50000" name="adj1"/>
            </a:avLst>
          </a:prstGeom>
          <a:noFill/>
          <a:ln cap="flat" cmpd="sng" w="19050">
            <a:solidFill>
              <a:srgbClr val="49D0E2"/>
            </a:solidFill>
            <a:prstDash val="dash"/>
            <a:round/>
            <a:headEnd len="med" w="med" type="none"/>
            <a:tailEnd len="med" w="med" type="triangle"/>
          </a:ln>
        </p:spPr>
      </p:cxnSp>
      <p:cxnSp>
        <p:nvCxnSpPr>
          <p:cNvPr id="1736" name="Google Shape;1736;p93"/>
          <p:cNvCxnSpPr/>
          <p:nvPr/>
        </p:nvCxnSpPr>
        <p:spPr>
          <a:xfrm rot="5400000">
            <a:off x="6775725" y="1525300"/>
            <a:ext cx="2688900" cy="715500"/>
          </a:xfrm>
          <a:prstGeom prst="curvedConnector3">
            <a:avLst>
              <a:gd fmla="val 50000" name="adj1"/>
            </a:avLst>
          </a:prstGeom>
          <a:noFill/>
          <a:ln cap="flat" cmpd="sng" w="19050">
            <a:solidFill>
              <a:srgbClr val="49D0E2"/>
            </a:solidFill>
            <a:prstDash val="dash"/>
            <a:round/>
            <a:headEnd len="med" w="med" type="none"/>
            <a:tailEnd len="med" w="med" type="triangle"/>
          </a:ln>
        </p:spPr>
      </p:cxnSp>
      <p:grpSp>
        <p:nvGrpSpPr>
          <p:cNvPr id="1737" name="Google Shape;1737;p93"/>
          <p:cNvGrpSpPr/>
          <p:nvPr/>
        </p:nvGrpSpPr>
        <p:grpSpPr>
          <a:xfrm>
            <a:off x="2327621" y="3577570"/>
            <a:ext cx="2380461" cy="1413658"/>
            <a:chOff x="2344952" y="2400955"/>
            <a:chExt cx="1377980" cy="818326"/>
          </a:xfrm>
        </p:grpSpPr>
        <p:sp>
          <p:nvSpPr>
            <p:cNvPr id="1738" name="Google Shape;1738;p93"/>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93"/>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93"/>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93"/>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93"/>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93"/>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93"/>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93"/>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93"/>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93"/>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48" name="Google Shape;1748;p93"/>
          <p:cNvCxnSpPr/>
          <p:nvPr/>
        </p:nvCxnSpPr>
        <p:spPr>
          <a:xfrm flipH="1">
            <a:off x="4641925" y="4090950"/>
            <a:ext cx="2368200" cy="592200"/>
          </a:xfrm>
          <a:prstGeom prst="curvedConnector3">
            <a:avLst>
              <a:gd fmla="val 50000" name="adj1"/>
            </a:avLst>
          </a:prstGeom>
          <a:noFill/>
          <a:ln cap="flat" cmpd="sng" w="19050">
            <a:solidFill>
              <a:srgbClr val="49D0E2"/>
            </a:solidFill>
            <a:prstDash val="dash"/>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94"/>
          <p:cNvSpPr txBox="1"/>
          <p:nvPr>
            <p:ph type="title"/>
          </p:nvPr>
        </p:nvSpPr>
        <p:spPr>
          <a:xfrm>
            <a:off x="712200" y="952750"/>
            <a:ext cx="77196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754" name="Google Shape;1754;p94"/>
          <p:cNvSpPr txBox="1"/>
          <p:nvPr>
            <p:ph idx="1" type="subTitle"/>
          </p:nvPr>
        </p:nvSpPr>
        <p:spPr>
          <a:xfrm>
            <a:off x="713500" y="1555225"/>
            <a:ext cx="5567100" cy="1920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Mars is not the only planet in our solar system with its own unique gravity. In fact, </a:t>
            </a:r>
            <a:r>
              <a:rPr b="1" lang="en" sz="2000">
                <a:solidFill>
                  <a:srgbClr val="FFCB64"/>
                </a:solidFill>
              </a:rPr>
              <a:t>each planet</a:t>
            </a:r>
            <a:r>
              <a:rPr lang="en" sz="2000">
                <a:solidFill>
                  <a:srgbClr val="FBFFD5"/>
                </a:solidFill>
              </a:rPr>
              <a:t> </a:t>
            </a:r>
            <a:r>
              <a:rPr lang="en" sz="2000"/>
              <a:t>has a</a:t>
            </a:r>
            <a:r>
              <a:rPr lang="en" sz="2000">
                <a:solidFill>
                  <a:srgbClr val="FBFFD5"/>
                </a:solidFill>
              </a:rPr>
              <a:t> </a:t>
            </a:r>
            <a:r>
              <a:rPr b="1" lang="en" sz="2000">
                <a:solidFill>
                  <a:srgbClr val="EA9999"/>
                </a:solidFill>
              </a:rPr>
              <a:t>different</a:t>
            </a:r>
            <a:r>
              <a:rPr lang="en" sz="2000">
                <a:solidFill>
                  <a:srgbClr val="FBFFD5"/>
                </a:solidFill>
              </a:rPr>
              <a:t> </a:t>
            </a:r>
            <a:r>
              <a:rPr lang="en" sz="2000"/>
              <a:t>gravitational constant, which affects how much an object would weigh on that planet.</a:t>
            </a:r>
            <a:endParaRPr sz="1900"/>
          </a:p>
        </p:txBody>
      </p:sp>
      <p:grpSp>
        <p:nvGrpSpPr>
          <p:cNvPr id="1755" name="Google Shape;1755;p94"/>
          <p:cNvGrpSpPr/>
          <p:nvPr/>
        </p:nvGrpSpPr>
        <p:grpSpPr>
          <a:xfrm>
            <a:off x="6004019" y="3448346"/>
            <a:ext cx="2593669" cy="2594085"/>
            <a:chOff x="5988212" y="2161102"/>
            <a:chExt cx="1140124" cy="1140307"/>
          </a:xfrm>
        </p:grpSpPr>
        <p:sp>
          <p:nvSpPr>
            <p:cNvPr id="1756" name="Google Shape;1756;p94"/>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94"/>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94"/>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94"/>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94"/>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94"/>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94"/>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94"/>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94"/>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5" name="Google Shape;1765;p94"/>
          <p:cNvGrpSpPr/>
          <p:nvPr/>
        </p:nvGrpSpPr>
        <p:grpSpPr>
          <a:xfrm flipH="1">
            <a:off x="-941171" y="-823566"/>
            <a:ext cx="2277429" cy="1776305"/>
            <a:chOff x="1884363" y="1951934"/>
            <a:chExt cx="1562237" cy="1207385"/>
          </a:xfrm>
        </p:grpSpPr>
        <p:sp>
          <p:nvSpPr>
            <p:cNvPr id="1766" name="Google Shape;1766;p94"/>
            <p:cNvSpPr/>
            <p:nvPr/>
          </p:nvSpPr>
          <p:spPr>
            <a:xfrm>
              <a:off x="2134860" y="1951934"/>
              <a:ext cx="1207829" cy="1207385"/>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94"/>
            <p:cNvSpPr/>
            <p:nvPr/>
          </p:nvSpPr>
          <p:spPr>
            <a:xfrm>
              <a:off x="2223825" y="2131411"/>
              <a:ext cx="1118864" cy="54509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94"/>
            <p:cNvSpPr/>
            <p:nvPr/>
          </p:nvSpPr>
          <p:spPr>
            <a:xfrm>
              <a:off x="2142645" y="2652296"/>
              <a:ext cx="1093119" cy="346198"/>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94"/>
            <p:cNvSpPr/>
            <p:nvPr/>
          </p:nvSpPr>
          <p:spPr>
            <a:xfrm>
              <a:off x="2365008" y="3010106"/>
              <a:ext cx="531819" cy="148964"/>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94"/>
            <p:cNvSpPr/>
            <p:nvPr/>
          </p:nvSpPr>
          <p:spPr>
            <a:xfrm>
              <a:off x="2134860" y="2356768"/>
              <a:ext cx="499430" cy="344122"/>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94"/>
            <p:cNvSpPr/>
            <p:nvPr/>
          </p:nvSpPr>
          <p:spPr>
            <a:xfrm>
              <a:off x="2566920" y="1952246"/>
              <a:ext cx="712656" cy="34443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94"/>
            <p:cNvSpPr/>
            <p:nvPr/>
          </p:nvSpPr>
          <p:spPr>
            <a:xfrm>
              <a:off x="2242408" y="2450502"/>
              <a:ext cx="226306" cy="178964"/>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94"/>
            <p:cNvSpPr/>
            <p:nvPr/>
          </p:nvSpPr>
          <p:spPr>
            <a:xfrm>
              <a:off x="1884363" y="2150557"/>
              <a:ext cx="1562237" cy="966033"/>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4" name="Google Shape;1774;p94"/>
          <p:cNvGrpSpPr/>
          <p:nvPr/>
        </p:nvGrpSpPr>
        <p:grpSpPr>
          <a:xfrm>
            <a:off x="7839741" y="337756"/>
            <a:ext cx="2484173" cy="1920023"/>
            <a:chOff x="4124667" y="2395462"/>
            <a:chExt cx="1073633" cy="829814"/>
          </a:xfrm>
        </p:grpSpPr>
        <p:sp>
          <p:nvSpPr>
            <p:cNvPr id="1775" name="Google Shape;1775;p94"/>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94"/>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94"/>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94"/>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94"/>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94"/>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94"/>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94"/>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94"/>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4" name="Google Shape;1784;p94"/>
          <p:cNvGrpSpPr/>
          <p:nvPr/>
        </p:nvGrpSpPr>
        <p:grpSpPr>
          <a:xfrm>
            <a:off x="3309677" y="-510485"/>
            <a:ext cx="1262334" cy="1150153"/>
            <a:chOff x="7666764" y="2175228"/>
            <a:chExt cx="1262334" cy="1150153"/>
          </a:xfrm>
        </p:grpSpPr>
        <p:sp>
          <p:nvSpPr>
            <p:cNvPr id="1785" name="Google Shape;1785;p94"/>
            <p:cNvSpPr/>
            <p:nvPr/>
          </p:nvSpPr>
          <p:spPr>
            <a:xfrm>
              <a:off x="7666764" y="2175228"/>
              <a:ext cx="1262334" cy="1150153"/>
            </a:xfrm>
            <a:custGeom>
              <a:rect b="b" l="l" r="r" t="t"/>
              <a:pathLst>
                <a:path extrusionOk="0" h="16121" w="17694">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94"/>
            <p:cNvSpPr/>
            <p:nvPr/>
          </p:nvSpPr>
          <p:spPr>
            <a:xfrm>
              <a:off x="7853397" y="2302003"/>
              <a:ext cx="892780" cy="892883"/>
            </a:xfrm>
            <a:custGeom>
              <a:rect b="b" l="l" r="r" t="t"/>
              <a:pathLst>
                <a:path extrusionOk="0" h="12515" w="12514">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94"/>
            <p:cNvSpPr/>
            <p:nvPr/>
          </p:nvSpPr>
          <p:spPr>
            <a:xfrm>
              <a:off x="8111444" y="2301932"/>
              <a:ext cx="443536" cy="80763"/>
            </a:xfrm>
            <a:custGeom>
              <a:rect b="b" l="l" r="r" t="t"/>
              <a:pathLst>
                <a:path extrusionOk="0" h="1132" w="6217">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94"/>
            <p:cNvSpPr/>
            <p:nvPr/>
          </p:nvSpPr>
          <p:spPr>
            <a:xfrm>
              <a:off x="7956202" y="2402382"/>
              <a:ext cx="728906" cy="150966"/>
            </a:xfrm>
            <a:custGeom>
              <a:rect b="b" l="l" r="r" t="t"/>
              <a:pathLst>
                <a:path extrusionOk="0" h="2116" w="10217">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94"/>
            <p:cNvSpPr/>
            <p:nvPr/>
          </p:nvSpPr>
          <p:spPr>
            <a:xfrm>
              <a:off x="7869449" y="2558052"/>
              <a:ext cx="875515" cy="191918"/>
            </a:xfrm>
            <a:custGeom>
              <a:rect b="b" l="l" r="r" t="t"/>
              <a:pathLst>
                <a:path extrusionOk="0" h="2690" w="12272">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94"/>
            <p:cNvSpPr/>
            <p:nvPr/>
          </p:nvSpPr>
          <p:spPr>
            <a:xfrm>
              <a:off x="7940078" y="2981113"/>
              <a:ext cx="730119" cy="161668"/>
            </a:xfrm>
            <a:custGeom>
              <a:rect b="b" l="l" r="r" t="t"/>
              <a:pathLst>
                <a:path extrusionOk="0" h="2266" w="10234">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94"/>
            <p:cNvSpPr/>
            <p:nvPr/>
          </p:nvSpPr>
          <p:spPr>
            <a:xfrm>
              <a:off x="7856679" y="2760950"/>
              <a:ext cx="880010" cy="205973"/>
            </a:xfrm>
            <a:custGeom>
              <a:rect b="b" l="l" r="r" t="t"/>
              <a:pathLst>
                <a:path extrusionOk="0" h="2887" w="12335">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94"/>
            <p:cNvSpPr/>
            <p:nvPr/>
          </p:nvSpPr>
          <p:spPr>
            <a:xfrm>
              <a:off x="8005714" y="2446115"/>
              <a:ext cx="783412" cy="748837"/>
            </a:xfrm>
            <a:custGeom>
              <a:rect b="b" l="l" r="r" t="t"/>
              <a:pathLst>
                <a:path extrusionOk="0" h="10496" w="10981">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3" name="Google Shape;1793;p94"/>
          <p:cNvGrpSpPr/>
          <p:nvPr/>
        </p:nvGrpSpPr>
        <p:grpSpPr>
          <a:xfrm>
            <a:off x="150791" y="4737476"/>
            <a:ext cx="256256" cy="237806"/>
            <a:chOff x="1105208" y="2882758"/>
            <a:chExt cx="298911" cy="277390"/>
          </a:xfrm>
        </p:grpSpPr>
        <p:sp>
          <p:nvSpPr>
            <p:cNvPr id="1794" name="Google Shape;1794;p94"/>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94"/>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94"/>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94"/>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94"/>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94"/>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94"/>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94"/>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94"/>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94"/>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94"/>
          <p:cNvGrpSpPr/>
          <p:nvPr/>
        </p:nvGrpSpPr>
        <p:grpSpPr>
          <a:xfrm>
            <a:off x="2306821" y="4088895"/>
            <a:ext cx="2380461" cy="1413658"/>
            <a:chOff x="2344952" y="2400955"/>
            <a:chExt cx="1377980" cy="818326"/>
          </a:xfrm>
        </p:grpSpPr>
        <p:sp>
          <p:nvSpPr>
            <p:cNvPr id="1805" name="Google Shape;1805;p94"/>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94"/>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94"/>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94"/>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94"/>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94"/>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94"/>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94"/>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94"/>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94"/>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95"/>
          <p:cNvSpPr/>
          <p:nvPr/>
        </p:nvSpPr>
        <p:spPr>
          <a:xfrm>
            <a:off x="3133950" y="4586300"/>
            <a:ext cx="213000" cy="23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1820" name="Google Shape;1820;p95"/>
          <p:cNvGrpSpPr/>
          <p:nvPr/>
        </p:nvGrpSpPr>
        <p:grpSpPr>
          <a:xfrm>
            <a:off x="2683852" y="4812028"/>
            <a:ext cx="1262334" cy="1150153"/>
            <a:chOff x="7666764" y="2175228"/>
            <a:chExt cx="1262334" cy="1150153"/>
          </a:xfrm>
        </p:grpSpPr>
        <p:sp>
          <p:nvSpPr>
            <p:cNvPr id="1821" name="Google Shape;1821;p95"/>
            <p:cNvSpPr/>
            <p:nvPr/>
          </p:nvSpPr>
          <p:spPr>
            <a:xfrm>
              <a:off x="7666764" y="2175228"/>
              <a:ext cx="1262334" cy="1150153"/>
            </a:xfrm>
            <a:custGeom>
              <a:rect b="b" l="l" r="r" t="t"/>
              <a:pathLst>
                <a:path extrusionOk="0" h="16121" w="17694">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95"/>
            <p:cNvSpPr/>
            <p:nvPr/>
          </p:nvSpPr>
          <p:spPr>
            <a:xfrm>
              <a:off x="7853397" y="2302003"/>
              <a:ext cx="892780" cy="892883"/>
            </a:xfrm>
            <a:custGeom>
              <a:rect b="b" l="l" r="r" t="t"/>
              <a:pathLst>
                <a:path extrusionOk="0" h="12515" w="12514">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95"/>
            <p:cNvSpPr/>
            <p:nvPr/>
          </p:nvSpPr>
          <p:spPr>
            <a:xfrm>
              <a:off x="8111444" y="2301932"/>
              <a:ext cx="443536" cy="80763"/>
            </a:xfrm>
            <a:custGeom>
              <a:rect b="b" l="l" r="r" t="t"/>
              <a:pathLst>
                <a:path extrusionOk="0" h="1132" w="6217">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95"/>
            <p:cNvSpPr/>
            <p:nvPr/>
          </p:nvSpPr>
          <p:spPr>
            <a:xfrm>
              <a:off x="7956202" y="2402382"/>
              <a:ext cx="728906" cy="150966"/>
            </a:xfrm>
            <a:custGeom>
              <a:rect b="b" l="l" r="r" t="t"/>
              <a:pathLst>
                <a:path extrusionOk="0" h="2116" w="10217">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95"/>
            <p:cNvSpPr/>
            <p:nvPr/>
          </p:nvSpPr>
          <p:spPr>
            <a:xfrm>
              <a:off x="7869449" y="2558052"/>
              <a:ext cx="875515" cy="191918"/>
            </a:xfrm>
            <a:custGeom>
              <a:rect b="b" l="l" r="r" t="t"/>
              <a:pathLst>
                <a:path extrusionOk="0" h="2690" w="12272">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95"/>
            <p:cNvSpPr/>
            <p:nvPr/>
          </p:nvSpPr>
          <p:spPr>
            <a:xfrm>
              <a:off x="7940078" y="2981113"/>
              <a:ext cx="730119" cy="161668"/>
            </a:xfrm>
            <a:custGeom>
              <a:rect b="b" l="l" r="r" t="t"/>
              <a:pathLst>
                <a:path extrusionOk="0" h="2266" w="10234">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95"/>
            <p:cNvSpPr/>
            <p:nvPr/>
          </p:nvSpPr>
          <p:spPr>
            <a:xfrm>
              <a:off x="7856679" y="2760950"/>
              <a:ext cx="880010" cy="205973"/>
            </a:xfrm>
            <a:custGeom>
              <a:rect b="b" l="l" r="r" t="t"/>
              <a:pathLst>
                <a:path extrusionOk="0" h="2887" w="12335">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95"/>
            <p:cNvSpPr/>
            <p:nvPr/>
          </p:nvSpPr>
          <p:spPr>
            <a:xfrm>
              <a:off x="8005714" y="2446115"/>
              <a:ext cx="783412" cy="748837"/>
            </a:xfrm>
            <a:custGeom>
              <a:rect b="b" l="l" r="r" t="t"/>
              <a:pathLst>
                <a:path extrusionOk="0" h="10496" w="10981">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9" name="Google Shape;1829;p95"/>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830" name="Google Shape;1830;p95"/>
          <p:cNvSpPr txBox="1"/>
          <p:nvPr>
            <p:ph idx="1" type="subTitle"/>
          </p:nvPr>
        </p:nvSpPr>
        <p:spPr>
          <a:xfrm>
            <a:off x="713500" y="1137775"/>
            <a:ext cx="5567100" cy="375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t>Write a </a:t>
            </a:r>
            <a:r>
              <a:rPr lang="en" sz="1900">
                <a:solidFill>
                  <a:srgbClr val="FFE599"/>
                </a:solidFill>
              </a:rPr>
              <a:t>Python</a:t>
            </a:r>
            <a:r>
              <a:rPr lang="en" sz="1900">
                <a:solidFill>
                  <a:srgbClr val="6D9EEB"/>
                </a:solidFill>
              </a:rPr>
              <a:t> </a:t>
            </a:r>
            <a:r>
              <a:rPr lang="en" sz="1900"/>
              <a:t>program that prompts an Earthling to enter their weight on Earth and then to enter the name of a planet in our solar system. The program should print the equivalent weight on that planet. </a:t>
            </a:r>
            <a:br>
              <a:rPr lang="en" sz="1900"/>
            </a:br>
            <a:br>
              <a:rPr lang="en" sz="1900"/>
            </a:br>
            <a:r>
              <a:rPr lang="en" sz="1900"/>
              <a:t>* You can assume that </a:t>
            </a:r>
            <a:r>
              <a:rPr lang="en" sz="1900" u="sng"/>
              <a:t>the user will always type in a planet with the first letter capitalized</a:t>
            </a:r>
            <a:r>
              <a:rPr lang="en" sz="1900"/>
              <a:t> and you do </a:t>
            </a:r>
            <a:r>
              <a:rPr i="1" lang="en" sz="1900">
                <a:solidFill>
                  <a:srgbClr val="EA9999"/>
                </a:solidFill>
              </a:rPr>
              <a:t>not</a:t>
            </a:r>
            <a:r>
              <a:rPr lang="en" sz="1900"/>
              <a:t> need to worry about the case where they type in something other than one of the above planets. *</a:t>
            </a:r>
            <a:endParaRPr sz="1900"/>
          </a:p>
          <a:p>
            <a:pPr indent="0" lvl="0" marL="0" rtl="0" algn="l">
              <a:lnSpc>
                <a:spcPct val="100000"/>
              </a:lnSpc>
              <a:spcBef>
                <a:spcPts val="0"/>
              </a:spcBef>
              <a:spcAft>
                <a:spcPts val="0"/>
              </a:spcAft>
              <a:buClr>
                <a:schemeClr val="accent6"/>
              </a:buClr>
              <a:buSzPts val="1100"/>
              <a:buFont typeface="Arial"/>
              <a:buNone/>
            </a:pPr>
            <a:r>
              <a:t/>
            </a:r>
            <a:endParaRPr sz="1900"/>
          </a:p>
          <a:p>
            <a:pPr indent="0" lvl="0" marL="0" rtl="0" algn="l">
              <a:lnSpc>
                <a:spcPct val="100000"/>
              </a:lnSpc>
              <a:spcBef>
                <a:spcPts val="0"/>
              </a:spcBef>
              <a:spcAft>
                <a:spcPts val="0"/>
              </a:spcAft>
              <a:buNone/>
            </a:pPr>
            <a:r>
              <a:t/>
            </a:r>
            <a:endParaRPr sz="1900"/>
          </a:p>
        </p:txBody>
      </p:sp>
      <p:grpSp>
        <p:nvGrpSpPr>
          <p:cNvPr id="1831" name="Google Shape;1831;p95"/>
          <p:cNvGrpSpPr/>
          <p:nvPr/>
        </p:nvGrpSpPr>
        <p:grpSpPr>
          <a:xfrm>
            <a:off x="7360819" y="3559346"/>
            <a:ext cx="2593669" cy="2594085"/>
            <a:chOff x="5988212" y="2161102"/>
            <a:chExt cx="1140124" cy="1140307"/>
          </a:xfrm>
        </p:grpSpPr>
        <p:sp>
          <p:nvSpPr>
            <p:cNvPr id="1832" name="Google Shape;1832;p95"/>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95"/>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95"/>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95"/>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95"/>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95"/>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95"/>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95"/>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95"/>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1" name="Google Shape;1841;p95"/>
          <p:cNvGrpSpPr/>
          <p:nvPr/>
        </p:nvGrpSpPr>
        <p:grpSpPr>
          <a:xfrm>
            <a:off x="7839741" y="337756"/>
            <a:ext cx="2484173" cy="1920023"/>
            <a:chOff x="4124667" y="2395462"/>
            <a:chExt cx="1073633" cy="829814"/>
          </a:xfrm>
        </p:grpSpPr>
        <p:sp>
          <p:nvSpPr>
            <p:cNvPr id="1842" name="Google Shape;1842;p95"/>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95"/>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95"/>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95"/>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95"/>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95"/>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95"/>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95"/>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95"/>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1" name="Google Shape;1851;p95"/>
          <p:cNvGrpSpPr/>
          <p:nvPr/>
        </p:nvGrpSpPr>
        <p:grpSpPr>
          <a:xfrm flipH="1">
            <a:off x="-941171" y="-823566"/>
            <a:ext cx="2277429" cy="1776305"/>
            <a:chOff x="1884363" y="1951934"/>
            <a:chExt cx="1562237" cy="1207385"/>
          </a:xfrm>
        </p:grpSpPr>
        <p:sp>
          <p:nvSpPr>
            <p:cNvPr id="1852" name="Google Shape;1852;p95"/>
            <p:cNvSpPr/>
            <p:nvPr/>
          </p:nvSpPr>
          <p:spPr>
            <a:xfrm>
              <a:off x="2134860" y="1951934"/>
              <a:ext cx="1207829" cy="1207385"/>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95"/>
            <p:cNvSpPr/>
            <p:nvPr/>
          </p:nvSpPr>
          <p:spPr>
            <a:xfrm>
              <a:off x="2223825" y="2131411"/>
              <a:ext cx="1118864" cy="54509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95"/>
            <p:cNvSpPr/>
            <p:nvPr/>
          </p:nvSpPr>
          <p:spPr>
            <a:xfrm>
              <a:off x="2142645" y="2652296"/>
              <a:ext cx="1093119" cy="346198"/>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95"/>
            <p:cNvSpPr/>
            <p:nvPr/>
          </p:nvSpPr>
          <p:spPr>
            <a:xfrm>
              <a:off x="2365008" y="3010106"/>
              <a:ext cx="531819" cy="148964"/>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95"/>
            <p:cNvSpPr/>
            <p:nvPr/>
          </p:nvSpPr>
          <p:spPr>
            <a:xfrm>
              <a:off x="2134860" y="2356768"/>
              <a:ext cx="499430" cy="344122"/>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95"/>
            <p:cNvSpPr/>
            <p:nvPr/>
          </p:nvSpPr>
          <p:spPr>
            <a:xfrm>
              <a:off x="2566920" y="1952246"/>
              <a:ext cx="712656" cy="34443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95"/>
            <p:cNvSpPr/>
            <p:nvPr/>
          </p:nvSpPr>
          <p:spPr>
            <a:xfrm>
              <a:off x="2242408" y="2450502"/>
              <a:ext cx="226306" cy="178964"/>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95"/>
            <p:cNvSpPr/>
            <p:nvPr/>
          </p:nvSpPr>
          <p:spPr>
            <a:xfrm>
              <a:off x="1884363" y="2150557"/>
              <a:ext cx="1562237" cy="966033"/>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0" name="Google Shape;1860;p95"/>
          <p:cNvGrpSpPr/>
          <p:nvPr/>
        </p:nvGrpSpPr>
        <p:grpSpPr>
          <a:xfrm>
            <a:off x="212466" y="4737489"/>
            <a:ext cx="256256" cy="237806"/>
            <a:chOff x="1105208" y="2882758"/>
            <a:chExt cx="298911" cy="277390"/>
          </a:xfrm>
        </p:grpSpPr>
        <p:sp>
          <p:nvSpPr>
            <p:cNvPr id="1861" name="Google Shape;1861;p95"/>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95"/>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95"/>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95"/>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95"/>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95"/>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95"/>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95"/>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95"/>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95"/>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1" name="Google Shape;1871;p95"/>
          <p:cNvGrpSpPr/>
          <p:nvPr/>
        </p:nvGrpSpPr>
        <p:grpSpPr>
          <a:xfrm>
            <a:off x="6052646" y="1864920"/>
            <a:ext cx="2380461" cy="1413658"/>
            <a:chOff x="2344952" y="2400955"/>
            <a:chExt cx="1377980" cy="818326"/>
          </a:xfrm>
        </p:grpSpPr>
        <p:sp>
          <p:nvSpPr>
            <p:cNvPr id="1872" name="Google Shape;1872;p95"/>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95"/>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95"/>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95"/>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95"/>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95"/>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95"/>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95"/>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95"/>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95"/>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2" name="Google Shape;1882;p95"/>
          <p:cNvSpPr txBox="1"/>
          <p:nvPr/>
        </p:nvSpPr>
        <p:spPr>
          <a:xfrm>
            <a:off x="2899675" y="5257200"/>
            <a:ext cx="613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MAGGIE</a:t>
            </a:r>
            <a:endParaRPr>
              <a:solidFill>
                <a:schemeClr val="dk1"/>
              </a:solidFill>
              <a:latin typeface="DM Sans"/>
              <a:ea typeface="DM Sans"/>
              <a:cs typeface="DM Sans"/>
              <a:sym typeface="DM Sans"/>
            </a:endParaRPr>
          </a:p>
        </p:txBody>
      </p:sp>
      <p:sp>
        <p:nvSpPr>
          <p:cNvPr id="1883" name="Google Shape;1883;p95"/>
          <p:cNvSpPr txBox="1"/>
          <p:nvPr/>
        </p:nvSpPr>
        <p:spPr>
          <a:xfrm>
            <a:off x="9144000" y="1097675"/>
            <a:ext cx="107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CAMERON</a:t>
            </a:r>
            <a:endParaRPr>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96"/>
          <p:cNvSpPr/>
          <p:nvPr/>
        </p:nvSpPr>
        <p:spPr>
          <a:xfrm>
            <a:off x="3133950" y="4586300"/>
            <a:ext cx="213000" cy="23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1889" name="Google Shape;1889;p96"/>
          <p:cNvGrpSpPr/>
          <p:nvPr/>
        </p:nvGrpSpPr>
        <p:grpSpPr>
          <a:xfrm flipH="1" rot="10800000">
            <a:off x="2683852" y="4812028"/>
            <a:ext cx="1262334" cy="1150153"/>
            <a:chOff x="7666764" y="2175228"/>
            <a:chExt cx="1262334" cy="1150153"/>
          </a:xfrm>
        </p:grpSpPr>
        <p:sp>
          <p:nvSpPr>
            <p:cNvPr id="1890" name="Google Shape;1890;p96"/>
            <p:cNvSpPr/>
            <p:nvPr/>
          </p:nvSpPr>
          <p:spPr>
            <a:xfrm>
              <a:off x="7666764" y="2175228"/>
              <a:ext cx="1262334" cy="1150153"/>
            </a:xfrm>
            <a:custGeom>
              <a:rect b="b" l="l" r="r" t="t"/>
              <a:pathLst>
                <a:path extrusionOk="0" h="16121" w="17694">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96"/>
            <p:cNvSpPr/>
            <p:nvPr/>
          </p:nvSpPr>
          <p:spPr>
            <a:xfrm>
              <a:off x="7853397" y="2302003"/>
              <a:ext cx="892780" cy="892883"/>
            </a:xfrm>
            <a:custGeom>
              <a:rect b="b" l="l" r="r" t="t"/>
              <a:pathLst>
                <a:path extrusionOk="0" h="12515" w="12514">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96"/>
            <p:cNvSpPr/>
            <p:nvPr/>
          </p:nvSpPr>
          <p:spPr>
            <a:xfrm>
              <a:off x="8111444" y="2301932"/>
              <a:ext cx="443536" cy="80763"/>
            </a:xfrm>
            <a:custGeom>
              <a:rect b="b" l="l" r="r" t="t"/>
              <a:pathLst>
                <a:path extrusionOk="0" h="1132" w="6217">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96"/>
            <p:cNvSpPr/>
            <p:nvPr/>
          </p:nvSpPr>
          <p:spPr>
            <a:xfrm>
              <a:off x="7956202" y="2402382"/>
              <a:ext cx="728906" cy="150966"/>
            </a:xfrm>
            <a:custGeom>
              <a:rect b="b" l="l" r="r" t="t"/>
              <a:pathLst>
                <a:path extrusionOk="0" h="2116" w="10217">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96"/>
            <p:cNvSpPr/>
            <p:nvPr/>
          </p:nvSpPr>
          <p:spPr>
            <a:xfrm>
              <a:off x="7869449" y="2558052"/>
              <a:ext cx="875515" cy="191918"/>
            </a:xfrm>
            <a:custGeom>
              <a:rect b="b" l="l" r="r" t="t"/>
              <a:pathLst>
                <a:path extrusionOk="0" h="2690" w="12272">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96"/>
            <p:cNvSpPr/>
            <p:nvPr/>
          </p:nvSpPr>
          <p:spPr>
            <a:xfrm>
              <a:off x="7940078" y="2981113"/>
              <a:ext cx="730119" cy="161668"/>
            </a:xfrm>
            <a:custGeom>
              <a:rect b="b" l="l" r="r" t="t"/>
              <a:pathLst>
                <a:path extrusionOk="0" h="2266" w="10234">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96"/>
            <p:cNvSpPr/>
            <p:nvPr/>
          </p:nvSpPr>
          <p:spPr>
            <a:xfrm>
              <a:off x="7856679" y="2760950"/>
              <a:ext cx="880010" cy="205973"/>
            </a:xfrm>
            <a:custGeom>
              <a:rect b="b" l="l" r="r" t="t"/>
              <a:pathLst>
                <a:path extrusionOk="0" h="2887" w="12335">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96"/>
            <p:cNvSpPr/>
            <p:nvPr/>
          </p:nvSpPr>
          <p:spPr>
            <a:xfrm>
              <a:off x="8005714" y="2446115"/>
              <a:ext cx="783412" cy="748837"/>
            </a:xfrm>
            <a:custGeom>
              <a:rect b="b" l="l" r="r" t="t"/>
              <a:pathLst>
                <a:path extrusionOk="0" h="10496" w="10981">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8" name="Google Shape;1898;p96"/>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899" name="Google Shape;1899;p96"/>
          <p:cNvSpPr txBox="1"/>
          <p:nvPr>
            <p:ph idx="1" type="subTitle"/>
          </p:nvPr>
        </p:nvSpPr>
        <p:spPr>
          <a:xfrm>
            <a:off x="713500" y="1137775"/>
            <a:ext cx="5567100" cy="375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accent6"/>
              </a:buClr>
              <a:buSzPts val="1100"/>
              <a:buFont typeface="Arial"/>
              <a:buNone/>
            </a:pPr>
            <a:r>
              <a:rPr lang="en" sz="2000"/>
              <a:t>Here’s a list of constants for each planet’s gravity compared to Earth's:</a:t>
            </a:r>
            <a:endParaRPr sz="2000"/>
          </a:p>
          <a:p>
            <a:pPr indent="0" lvl="0" marL="0" rtl="0" algn="l">
              <a:lnSpc>
                <a:spcPct val="100000"/>
              </a:lnSpc>
              <a:spcBef>
                <a:spcPts val="0"/>
              </a:spcBef>
              <a:spcAft>
                <a:spcPts val="0"/>
              </a:spcAft>
              <a:buClr>
                <a:schemeClr val="accent6"/>
              </a:buClr>
              <a:buSzPts val="1100"/>
              <a:buFont typeface="Arial"/>
              <a:buNone/>
            </a:pPr>
            <a:r>
              <a:t/>
            </a:r>
            <a:endParaRPr sz="2100"/>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Mercury: </a:t>
            </a:r>
            <a:r>
              <a:rPr lang="en" sz="2100">
                <a:solidFill>
                  <a:schemeClr val="lt2"/>
                </a:solidFill>
              </a:rPr>
              <a:t>37.6%</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Venus: </a:t>
            </a:r>
            <a:r>
              <a:rPr lang="en" sz="2100">
                <a:solidFill>
                  <a:schemeClr val="lt2"/>
                </a:solidFill>
              </a:rPr>
              <a:t>88.9%</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Mars: </a:t>
            </a:r>
            <a:r>
              <a:rPr lang="en" sz="2100">
                <a:solidFill>
                  <a:schemeClr val="lt2"/>
                </a:solidFill>
              </a:rPr>
              <a:t>37.8%</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Jupiter: </a:t>
            </a:r>
            <a:r>
              <a:rPr lang="en" sz="2100">
                <a:solidFill>
                  <a:schemeClr val="lt2"/>
                </a:solidFill>
              </a:rPr>
              <a:t>236.0%</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Saturn: </a:t>
            </a:r>
            <a:r>
              <a:rPr lang="en" sz="2100">
                <a:solidFill>
                  <a:schemeClr val="lt2"/>
                </a:solidFill>
              </a:rPr>
              <a:t>108.1%</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Uranus: </a:t>
            </a:r>
            <a:r>
              <a:rPr lang="en" sz="2100">
                <a:solidFill>
                  <a:schemeClr val="lt2"/>
                </a:solidFill>
              </a:rPr>
              <a:t>81.5%</a:t>
            </a:r>
            <a:endParaRPr sz="2100">
              <a:solidFill>
                <a:schemeClr val="lt2"/>
              </a:solidFill>
            </a:endParaRPr>
          </a:p>
          <a:p>
            <a:pPr indent="-361950" lvl="0" marL="457200" rtl="0" algn="l">
              <a:lnSpc>
                <a:spcPct val="100000"/>
              </a:lnSpc>
              <a:spcBef>
                <a:spcPts val="0"/>
              </a:spcBef>
              <a:spcAft>
                <a:spcPts val="0"/>
              </a:spcAft>
              <a:buClr>
                <a:schemeClr val="accent1"/>
              </a:buClr>
              <a:buSzPts val="2100"/>
              <a:buChar char="★"/>
            </a:pPr>
            <a:r>
              <a:rPr lang="en" sz="2100">
                <a:solidFill>
                  <a:schemeClr val="accent1"/>
                </a:solidFill>
              </a:rPr>
              <a:t>Neptune: </a:t>
            </a:r>
            <a:r>
              <a:rPr lang="en" sz="2100">
                <a:solidFill>
                  <a:schemeClr val="lt2"/>
                </a:solidFill>
              </a:rPr>
              <a:t>114.0%</a:t>
            </a:r>
            <a:endParaRPr sz="2600"/>
          </a:p>
          <a:p>
            <a:pPr indent="0" lvl="0" marL="0" rtl="0" algn="l">
              <a:lnSpc>
                <a:spcPct val="100000"/>
              </a:lnSpc>
              <a:spcBef>
                <a:spcPts val="0"/>
              </a:spcBef>
              <a:spcAft>
                <a:spcPts val="0"/>
              </a:spcAft>
              <a:buClr>
                <a:schemeClr val="accent6"/>
              </a:buClr>
              <a:buSzPts val="1100"/>
              <a:buFont typeface="Arial"/>
              <a:buNone/>
            </a:pPr>
            <a:r>
              <a:t/>
            </a:r>
            <a:endParaRPr sz="1900"/>
          </a:p>
          <a:p>
            <a:pPr indent="0" lvl="0" marL="0" rtl="0" algn="l">
              <a:lnSpc>
                <a:spcPct val="100000"/>
              </a:lnSpc>
              <a:spcBef>
                <a:spcPts val="0"/>
              </a:spcBef>
              <a:spcAft>
                <a:spcPts val="0"/>
              </a:spcAft>
              <a:buNone/>
            </a:pPr>
            <a:r>
              <a:t/>
            </a:r>
            <a:endParaRPr sz="1900"/>
          </a:p>
        </p:txBody>
      </p:sp>
      <p:grpSp>
        <p:nvGrpSpPr>
          <p:cNvPr id="1900" name="Google Shape;1900;p96"/>
          <p:cNvGrpSpPr/>
          <p:nvPr/>
        </p:nvGrpSpPr>
        <p:grpSpPr>
          <a:xfrm>
            <a:off x="7360819" y="3559346"/>
            <a:ext cx="2593669" cy="2594085"/>
            <a:chOff x="5988212" y="2161102"/>
            <a:chExt cx="1140124" cy="1140307"/>
          </a:xfrm>
        </p:grpSpPr>
        <p:sp>
          <p:nvSpPr>
            <p:cNvPr id="1901" name="Google Shape;1901;p96"/>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96"/>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96"/>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96"/>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96"/>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96"/>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96"/>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96"/>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96"/>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0" name="Google Shape;1910;p96"/>
          <p:cNvGrpSpPr/>
          <p:nvPr/>
        </p:nvGrpSpPr>
        <p:grpSpPr>
          <a:xfrm flipH="1" rot="10800000">
            <a:off x="7839741" y="337756"/>
            <a:ext cx="2484173" cy="1920023"/>
            <a:chOff x="4124667" y="2395462"/>
            <a:chExt cx="1073633" cy="829814"/>
          </a:xfrm>
        </p:grpSpPr>
        <p:sp>
          <p:nvSpPr>
            <p:cNvPr id="1911" name="Google Shape;1911;p96"/>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96"/>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96"/>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96"/>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96"/>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96"/>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96"/>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96"/>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96"/>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0" name="Google Shape;1920;p96"/>
          <p:cNvGrpSpPr/>
          <p:nvPr/>
        </p:nvGrpSpPr>
        <p:grpSpPr>
          <a:xfrm flipH="1">
            <a:off x="-941171" y="-823566"/>
            <a:ext cx="2277429" cy="1776305"/>
            <a:chOff x="1884363" y="1951934"/>
            <a:chExt cx="1562237" cy="1207385"/>
          </a:xfrm>
        </p:grpSpPr>
        <p:sp>
          <p:nvSpPr>
            <p:cNvPr id="1921" name="Google Shape;1921;p96"/>
            <p:cNvSpPr/>
            <p:nvPr/>
          </p:nvSpPr>
          <p:spPr>
            <a:xfrm>
              <a:off x="2134860" y="1951934"/>
              <a:ext cx="1207829" cy="1207385"/>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96"/>
            <p:cNvSpPr/>
            <p:nvPr/>
          </p:nvSpPr>
          <p:spPr>
            <a:xfrm>
              <a:off x="2223825" y="2131411"/>
              <a:ext cx="1118864" cy="54509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96"/>
            <p:cNvSpPr/>
            <p:nvPr/>
          </p:nvSpPr>
          <p:spPr>
            <a:xfrm>
              <a:off x="2142645" y="2652296"/>
              <a:ext cx="1093119" cy="346198"/>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96"/>
            <p:cNvSpPr/>
            <p:nvPr/>
          </p:nvSpPr>
          <p:spPr>
            <a:xfrm>
              <a:off x="2365008" y="3010106"/>
              <a:ext cx="531819" cy="148964"/>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96"/>
            <p:cNvSpPr/>
            <p:nvPr/>
          </p:nvSpPr>
          <p:spPr>
            <a:xfrm>
              <a:off x="2134860" y="2356768"/>
              <a:ext cx="499430" cy="344122"/>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96"/>
            <p:cNvSpPr/>
            <p:nvPr/>
          </p:nvSpPr>
          <p:spPr>
            <a:xfrm>
              <a:off x="2566920" y="1952246"/>
              <a:ext cx="712656" cy="34443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96"/>
            <p:cNvSpPr/>
            <p:nvPr/>
          </p:nvSpPr>
          <p:spPr>
            <a:xfrm>
              <a:off x="2242408" y="2450502"/>
              <a:ext cx="226306" cy="178964"/>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96"/>
            <p:cNvSpPr/>
            <p:nvPr/>
          </p:nvSpPr>
          <p:spPr>
            <a:xfrm>
              <a:off x="1884363" y="2150557"/>
              <a:ext cx="1562237" cy="966033"/>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9" name="Google Shape;1929;p96"/>
          <p:cNvGrpSpPr/>
          <p:nvPr/>
        </p:nvGrpSpPr>
        <p:grpSpPr>
          <a:xfrm>
            <a:off x="212466" y="4737489"/>
            <a:ext cx="256256" cy="237806"/>
            <a:chOff x="1105208" y="2882758"/>
            <a:chExt cx="298911" cy="277390"/>
          </a:xfrm>
        </p:grpSpPr>
        <p:sp>
          <p:nvSpPr>
            <p:cNvPr id="1930" name="Google Shape;1930;p96"/>
            <p:cNvSpPr/>
            <p:nvPr/>
          </p:nvSpPr>
          <p:spPr>
            <a:xfrm>
              <a:off x="1105208" y="2882758"/>
              <a:ext cx="298911" cy="277390"/>
            </a:xfrm>
            <a:custGeom>
              <a:rect b="b" l="l" r="r" t="t"/>
              <a:pathLst>
                <a:path extrusionOk="0" h="5581" w="6014">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96"/>
            <p:cNvSpPr/>
            <p:nvPr/>
          </p:nvSpPr>
          <p:spPr>
            <a:xfrm>
              <a:off x="1203868" y="2896973"/>
              <a:ext cx="67049" cy="42297"/>
            </a:xfrm>
            <a:custGeom>
              <a:rect b="b" l="l" r="r" t="t"/>
              <a:pathLst>
                <a:path extrusionOk="0" h="851" w="1349">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96"/>
            <p:cNvSpPr/>
            <p:nvPr/>
          </p:nvSpPr>
          <p:spPr>
            <a:xfrm>
              <a:off x="1149791" y="2939916"/>
              <a:ext cx="57854" cy="57058"/>
            </a:xfrm>
            <a:custGeom>
              <a:rect b="b" l="l" r="r" t="t"/>
              <a:pathLst>
                <a:path extrusionOk="0" h="1148" w="1164">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96"/>
            <p:cNvSpPr/>
            <p:nvPr/>
          </p:nvSpPr>
          <p:spPr>
            <a:xfrm>
              <a:off x="1137117" y="3014769"/>
              <a:ext cx="76592" cy="74504"/>
            </a:xfrm>
            <a:custGeom>
              <a:rect b="b" l="l" r="r" t="t"/>
              <a:pathLst>
                <a:path extrusionOk="0" h="1499" w="1541">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96"/>
            <p:cNvSpPr/>
            <p:nvPr/>
          </p:nvSpPr>
          <p:spPr>
            <a:xfrm>
              <a:off x="1252179" y="3089920"/>
              <a:ext cx="69981" cy="58202"/>
            </a:xfrm>
            <a:custGeom>
              <a:rect b="b" l="l" r="r" t="t"/>
              <a:pathLst>
                <a:path extrusionOk="0" h="1171" w="1408">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96"/>
            <p:cNvSpPr/>
            <p:nvPr/>
          </p:nvSpPr>
          <p:spPr>
            <a:xfrm>
              <a:off x="1237517" y="2971975"/>
              <a:ext cx="102487" cy="80071"/>
            </a:xfrm>
            <a:custGeom>
              <a:rect b="b" l="l" r="r" t="t"/>
              <a:pathLst>
                <a:path extrusionOk="0" h="1611" w="2062">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96"/>
            <p:cNvSpPr/>
            <p:nvPr/>
          </p:nvSpPr>
          <p:spPr>
            <a:xfrm>
              <a:off x="1299645" y="2919638"/>
              <a:ext cx="51840" cy="43738"/>
            </a:xfrm>
            <a:custGeom>
              <a:rect b="b" l="l" r="r" t="t"/>
              <a:pathLst>
                <a:path extrusionOk="0" h="880" w="1043">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96"/>
            <p:cNvSpPr/>
            <p:nvPr/>
          </p:nvSpPr>
          <p:spPr>
            <a:xfrm>
              <a:off x="1337618" y="3020236"/>
              <a:ext cx="46223" cy="36134"/>
            </a:xfrm>
            <a:custGeom>
              <a:rect b="b" l="l" r="r" t="t"/>
              <a:pathLst>
                <a:path extrusionOk="0" h="727" w="93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96"/>
            <p:cNvSpPr/>
            <p:nvPr/>
          </p:nvSpPr>
          <p:spPr>
            <a:xfrm>
              <a:off x="1252477" y="2940563"/>
              <a:ext cx="27485" cy="21621"/>
            </a:xfrm>
            <a:custGeom>
              <a:rect b="b" l="l" r="r" t="t"/>
              <a:pathLst>
                <a:path extrusionOk="0" h="435" w="553">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96"/>
            <p:cNvSpPr/>
            <p:nvPr/>
          </p:nvSpPr>
          <p:spPr>
            <a:xfrm>
              <a:off x="1188609" y="3105029"/>
              <a:ext cx="42347" cy="25696"/>
            </a:xfrm>
            <a:custGeom>
              <a:rect b="b" l="l" r="r" t="t"/>
              <a:pathLst>
                <a:path extrusionOk="0" h="517" w="852">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0" name="Google Shape;1940;p96"/>
          <p:cNvGrpSpPr/>
          <p:nvPr/>
        </p:nvGrpSpPr>
        <p:grpSpPr>
          <a:xfrm>
            <a:off x="3592912" y="1949063"/>
            <a:ext cx="3833266" cy="2331737"/>
            <a:chOff x="2344952" y="2400955"/>
            <a:chExt cx="1377980" cy="818326"/>
          </a:xfrm>
        </p:grpSpPr>
        <p:sp>
          <p:nvSpPr>
            <p:cNvPr id="1941" name="Google Shape;1941;p96"/>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96"/>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96"/>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96"/>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96"/>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96"/>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96"/>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96"/>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96"/>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96"/>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1" name="Google Shape;1951;p96"/>
          <p:cNvSpPr txBox="1"/>
          <p:nvPr/>
        </p:nvSpPr>
        <p:spPr>
          <a:xfrm>
            <a:off x="2899675" y="5257200"/>
            <a:ext cx="613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MAGGIE</a:t>
            </a:r>
            <a:endParaRPr>
              <a:solidFill>
                <a:schemeClr val="dk1"/>
              </a:solidFill>
              <a:latin typeface="DM Sans"/>
              <a:ea typeface="DM Sans"/>
              <a:cs typeface="DM Sans"/>
              <a:sym typeface="DM Sans"/>
            </a:endParaRPr>
          </a:p>
        </p:txBody>
      </p:sp>
      <p:sp>
        <p:nvSpPr>
          <p:cNvPr id="1952" name="Google Shape;1952;p96"/>
          <p:cNvSpPr txBox="1"/>
          <p:nvPr/>
        </p:nvSpPr>
        <p:spPr>
          <a:xfrm>
            <a:off x="9144000" y="1097675"/>
            <a:ext cx="107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CAMERON</a:t>
            </a:r>
            <a:endParaRPr>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grpSp>
        <p:nvGrpSpPr>
          <p:cNvPr id="1957" name="Google Shape;1957;p97"/>
          <p:cNvGrpSpPr/>
          <p:nvPr/>
        </p:nvGrpSpPr>
        <p:grpSpPr>
          <a:xfrm>
            <a:off x="-314527" y="-363959"/>
            <a:ext cx="2146747" cy="2112199"/>
            <a:chOff x="1534175" y="2282171"/>
            <a:chExt cx="2450624" cy="2467522"/>
          </a:xfrm>
        </p:grpSpPr>
        <p:sp>
          <p:nvSpPr>
            <p:cNvPr id="1958" name="Google Shape;1958;p97"/>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97"/>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97"/>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97"/>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97"/>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3" name="Google Shape;1963;p97"/>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#2: </a:t>
            </a:r>
            <a:r>
              <a:rPr lang="en">
                <a:solidFill>
                  <a:srgbClr val="FBFFD5"/>
                </a:solidFill>
              </a:rPr>
              <a:t>End Goals</a:t>
            </a:r>
            <a:endParaRPr>
              <a:solidFill>
                <a:srgbClr val="FBFFD5"/>
              </a:solidFill>
            </a:endParaRPr>
          </a:p>
        </p:txBody>
      </p:sp>
      <p:sp>
        <p:nvSpPr>
          <p:cNvPr id="1964" name="Google Shape;1964;p97"/>
          <p:cNvSpPr txBox="1"/>
          <p:nvPr>
            <p:ph idx="1" type="subTitle"/>
          </p:nvPr>
        </p:nvSpPr>
        <p:spPr>
          <a:xfrm>
            <a:off x="713500" y="1593900"/>
            <a:ext cx="3701400" cy="295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Input</a:t>
            </a:r>
            <a:endParaRPr sz="1700">
              <a:solidFill>
                <a:srgbClr val="FBFFD5"/>
              </a:solidFill>
              <a:latin typeface="Nunito SemiBold"/>
              <a:ea typeface="Nunito SemiBold"/>
              <a:cs typeface="Nunito SemiBold"/>
              <a:sym typeface="Nunito SemiBold"/>
            </a:endParaRPr>
          </a:p>
          <a:p>
            <a:pPr indent="0" lvl="0" marL="0" rtl="0" algn="ctr">
              <a:lnSpc>
                <a:spcPct val="100000"/>
              </a:lnSpc>
              <a:spcBef>
                <a:spcPts val="1200"/>
              </a:spcBef>
              <a:spcAft>
                <a:spcPts val="0"/>
              </a:spcAft>
              <a:buNone/>
            </a:pPr>
            <a:r>
              <a:rPr lang="en">
                <a:solidFill>
                  <a:srgbClr val="FFCB64"/>
                </a:solidFill>
                <a:latin typeface="Consolas"/>
                <a:ea typeface="Consolas"/>
                <a:cs typeface="Consolas"/>
                <a:sym typeface="Consolas"/>
              </a:rPr>
              <a:t>Enter a weight on Earth:</a:t>
            </a:r>
            <a:br>
              <a:rPr lang="en">
                <a:latin typeface="Consolas"/>
                <a:ea typeface="Consolas"/>
                <a:cs typeface="Consolas"/>
                <a:sym typeface="Consolas"/>
              </a:rPr>
            </a:br>
            <a:r>
              <a:rPr lang="en">
                <a:latin typeface="Consolas"/>
                <a:ea typeface="Consolas"/>
                <a:cs typeface="Consolas"/>
                <a:sym typeface="Consolas"/>
              </a:rPr>
              <a:t>↓</a:t>
            </a:r>
            <a:br>
              <a:rPr lang="en" sz="1000">
                <a:latin typeface="Consolas"/>
                <a:ea typeface="Consolas"/>
                <a:cs typeface="Consolas"/>
                <a:sym typeface="Consolas"/>
              </a:rPr>
            </a:br>
            <a:r>
              <a:rPr lang="en" sz="1000">
                <a:latin typeface="Consolas"/>
                <a:ea typeface="Consolas"/>
                <a:cs typeface="Consolas"/>
                <a:sym typeface="Consolas"/>
              </a:rPr>
              <a:t>(Input 1)</a:t>
            </a:r>
            <a:r>
              <a:rPr lang="en">
                <a:solidFill>
                  <a:srgbClr val="FFCB64"/>
                </a:solidFill>
                <a:latin typeface="Consolas"/>
                <a:ea typeface="Consolas"/>
                <a:cs typeface="Consolas"/>
                <a:sym typeface="Consolas"/>
              </a:rPr>
              <a:t> Enter a weight on Earth: </a:t>
            </a:r>
            <a:r>
              <a:rPr b="1" i="1" lang="en">
                <a:solidFill>
                  <a:schemeClr val="lt2"/>
                </a:solidFill>
                <a:latin typeface="Consolas"/>
                <a:ea typeface="Consolas"/>
                <a:cs typeface="Consolas"/>
                <a:sym typeface="Consolas"/>
              </a:rPr>
              <a:t>120</a:t>
            </a:r>
            <a:br>
              <a:rPr b="1" i="1" lang="en">
                <a:solidFill>
                  <a:schemeClr val="lt2"/>
                </a:solidFill>
                <a:latin typeface="Consolas"/>
                <a:ea typeface="Consolas"/>
                <a:cs typeface="Consolas"/>
                <a:sym typeface="Consolas"/>
              </a:rPr>
            </a:br>
            <a:r>
              <a:rPr lang="en">
                <a:latin typeface="Consolas"/>
                <a:ea typeface="Consolas"/>
                <a:cs typeface="Consolas"/>
                <a:sym typeface="Consolas"/>
              </a:rPr>
              <a:t>↓</a:t>
            </a:r>
            <a:br>
              <a:rPr lang="en">
                <a:latin typeface="Consolas"/>
                <a:ea typeface="Consolas"/>
                <a:cs typeface="Consolas"/>
                <a:sym typeface="Consolas"/>
              </a:rPr>
            </a:br>
            <a:r>
              <a:rPr lang="en">
                <a:solidFill>
                  <a:schemeClr val="accent1"/>
                </a:solidFill>
                <a:latin typeface="Consolas"/>
                <a:ea typeface="Consolas"/>
                <a:cs typeface="Consolas"/>
                <a:sym typeface="Consolas"/>
              </a:rPr>
              <a:t>Enter a planet:</a:t>
            </a:r>
            <a:br>
              <a:rPr lang="en">
                <a:latin typeface="Consolas"/>
                <a:ea typeface="Consolas"/>
                <a:cs typeface="Consolas"/>
                <a:sym typeface="Consolas"/>
              </a:rPr>
            </a:br>
            <a:r>
              <a:rPr lang="en">
                <a:latin typeface="Consolas"/>
                <a:ea typeface="Consolas"/>
                <a:cs typeface="Consolas"/>
                <a:sym typeface="Consolas"/>
              </a:rPr>
              <a:t>↓</a:t>
            </a:r>
            <a:br>
              <a:rPr b="1" i="1" lang="en">
                <a:solidFill>
                  <a:schemeClr val="lt2"/>
                </a:solidFill>
                <a:latin typeface="Consolas"/>
                <a:ea typeface="Consolas"/>
                <a:cs typeface="Consolas"/>
                <a:sym typeface="Consolas"/>
              </a:rPr>
            </a:br>
            <a:r>
              <a:rPr lang="en" sz="1000">
                <a:latin typeface="Consolas"/>
                <a:ea typeface="Consolas"/>
                <a:cs typeface="Consolas"/>
                <a:sym typeface="Consolas"/>
              </a:rPr>
              <a:t>(Input 2)</a:t>
            </a:r>
            <a:r>
              <a:rPr lang="en">
                <a:solidFill>
                  <a:schemeClr val="accent1"/>
                </a:solidFill>
                <a:latin typeface="Consolas"/>
                <a:ea typeface="Consolas"/>
                <a:cs typeface="Consolas"/>
                <a:sym typeface="Consolas"/>
              </a:rPr>
              <a:t> Enter a planet:</a:t>
            </a:r>
            <a:r>
              <a:rPr b="1" i="1" lang="en">
                <a:solidFill>
                  <a:schemeClr val="lt2"/>
                </a:solidFill>
                <a:latin typeface="Consolas"/>
                <a:ea typeface="Consolas"/>
                <a:cs typeface="Consolas"/>
                <a:sym typeface="Consolas"/>
              </a:rPr>
              <a:t> Mars</a:t>
            </a:r>
            <a:endParaRPr b="1" i="1">
              <a:solidFill>
                <a:schemeClr val="lt2"/>
              </a:solidFill>
              <a:latin typeface="Consolas"/>
              <a:ea typeface="Consolas"/>
              <a:cs typeface="Consolas"/>
              <a:sym typeface="Consolas"/>
            </a:endParaRPr>
          </a:p>
          <a:p>
            <a:pPr indent="0" lvl="0" marL="0" rtl="0" algn="l">
              <a:lnSpc>
                <a:spcPct val="100000"/>
              </a:lnSpc>
              <a:spcBef>
                <a:spcPts val="1200"/>
              </a:spcBef>
              <a:spcAft>
                <a:spcPts val="0"/>
              </a:spcAft>
              <a:buNone/>
            </a:pPr>
            <a:r>
              <a:t/>
            </a:r>
            <a:endParaRPr b="1" i="1">
              <a:solidFill>
                <a:schemeClr val="lt2"/>
              </a:solidFill>
            </a:endParaRPr>
          </a:p>
          <a:p>
            <a:pPr indent="0" lvl="0" marL="0" rtl="0" algn="ctr">
              <a:spcBef>
                <a:spcPts val="1200"/>
              </a:spcBef>
              <a:spcAft>
                <a:spcPts val="1200"/>
              </a:spcAft>
              <a:buNone/>
            </a:pPr>
            <a:r>
              <a:rPr lang="en">
                <a:solidFill>
                  <a:srgbClr val="E5904F"/>
                </a:solidFill>
              </a:rPr>
              <a:t>* </a:t>
            </a:r>
            <a:r>
              <a:rPr b="1" i="1" lang="en">
                <a:solidFill>
                  <a:srgbClr val="E5904F"/>
                </a:solidFill>
              </a:rPr>
              <a:t>User input</a:t>
            </a:r>
            <a:r>
              <a:rPr lang="en">
                <a:solidFill>
                  <a:srgbClr val="E5904F"/>
                </a:solidFill>
              </a:rPr>
              <a:t> is italicized and bolded </a:t>
            </a:r>
            <a:r>
              <a:rPr lang="en">
                <a:solidFill>
                  <a:schemeClr val="lt2"/>
                </a:solidFill>
              </a:rPr>
              <a:t>for visual clarity </a:t>
            </a:r>
            <a:r>
              <a:rPr lang="en">
                <a:solidFill>
                  <a:srgbClr val="E5904F"/>
                </a:solidFill>
              </a:rPr>
              <a:t>*</a:t>
            </a:r>
            <a:endParaRPr>
              <a:solidFill>
                <a:srgbClr val="E5904F"/>
              </a:solidFill>
            </a:endParaRPr>
          </a:p>
        </p:txBody>
      </p:sp>
      <p:sp>
        <p:nvSpPr>
          <p:cNvPr id="1965" name="Google Shape;1965;p97"/>
          <p:cNvSpPr txBox="1"/>
          <p:nvPr>
            <p:ph idx="2" type="subTitle"/>
          </p:nvPr>
        </p:nvSpPr>
        <p:spPr>
          <a:xfrm>
            <a:off x="4747400" y="1593900"/>
            <a:ext cx="3701400" cy="18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Output</a:t>
            </a:r>
            <a:endParaRPr>
              <a:solidFill>
                <a:srgbClr val="FBFFD5"/>
              </a:solidFill>
            </a:endParaRPr>
          </a:p>
          <a:p>
            <a:pPr indent="0" lvl="0" marL="0" rtl="0" algn="ctr">
              <a:spcBef>
                <a:spcPts val="1200"/>
              </a:spcBef>
              <a:spcAft>
                <a:spcPts val="1200"/>
              </a:spcAft>
              <a:buNone/>
            </a:pPr>
            <a:r>
              <a:rPr lang="en">
                <a:solidFill>
                  <a:srgbClr val="FFCB64"/>
                </a:solidFill>
                <a:latin typeface="Consolas"/>
                <a:ea typeface="Consolas"/>
                <a:cs typeface="Consolas"/>
                <a:sym typeface="Consolas"/>
              </a:rPr>
              <a:t>The equivalent weight on Mars: 45.36</a:t>
            </a:r>
            <a:endParaRPr>
              <a:solidFill>
                <a:srgbClr val="FFCB64"/>
              </a:solidFill>
              <a:latin typeface="Consolas"/>
              <a:ea typeface="Consolas"/>
              <a:cs typeface="Consolas"/>
              <a:sym typeface="Consolas"/>
            </a:endParaRPr>
          </a:p>
        </p:txBody>
      </p:sp>
      <p:sp>
        <p:nvSpPr>
          <p:cNvPr id="1966" name="Google Shape;1966;p97"/>
          <p:cNvSpPr txBox="1"/>
          <p:nvPr/>
        </p:nvSpPr>
        <p:spPr>
          <a:xfrm>
            <a:off x="592700" y="4227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120</a:t>
            </a:r>
            <a:endParaRPr b="1" sz="2300">
              <a:latin typeface="DM Sans"/>
              <a:ea typeface="DM Sans"/>
              <a:cs typeface="DM Sans"/>
              <a:sym typeface="DM Sans"/>
            </a:endParaRPr>
          </a:p>
        </p:txBody>
      </p:sp>
      <p:grpSp>
        <p:nvGrpSpPr>
          <p:cNvPr id="1967" name="Google Shape;1967;p97"/>
          <p:cNvGrpSpPr/>
          <p:nvPr/>
        </p:nvGrpSpPr>
        <p:grpSpPr>
          <a:xfrm>
            <a:off x="7066823" y="3235760"/>
            <a:ext cx="2775095" cy="2690770"/>
            <a:chOff x="3771662" y="1694611"/>
            <a:chExt cx="603885" cy="581072"/>
          </a:xfrm>
        </p:grpSpPr>
        <p:sp>
          <p:nvSpPr>
            <p:cNvPr id="1968" name="Google Shape;1968;p97"/>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97"/>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97"/>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97"/>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97"/>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97"/>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97"/>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97"/>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6" name="Google Shape;1976;p97"/>
          <p:cNvSpPr txBox="1"/>
          <p:nvPr/>
        </p:nvSpPr>
        <p:spPr>
          <a:xfrm>
            <a:off x="8183275" y="4237725"/>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45.36</a:t>
            </a:r>
            <a:endParaRPr b="1" sz="2300">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grpSp>
        <p:nvGrpSpPr>
          <p:cNvPr id="1981" name="Google Shape;1981;p98"/>
          <p:cNvGrpSpPr/>
          <p:nvPr/>
        </p:nvGrpSpPr>
        <p:grpSpPr>
          <a:xfrm>
            <a:off x="-314527" y="-363959"/>
            <a:ext cx="2146747" cy="2112199"/>
            <a:chOff x="1534175" y="2282171"/>
            <a:chExt cx="2450624" cy="2467522"/>
          </a:xfrm>
        </p:grpSpPr>
        <p:sp>
          <p:nvSpPr>
            <p:cNvPr id="1982" name="Google Shape;1982;p98"/>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98"/>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98"/>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98"/>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98"/>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7" name="Google Shape;1987;p98"/>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#2: </a:t>
            </a:r>
            <a:r>
              <a:rPr lang="en">
                <a:solidFill>
                  <a:srgbClr val="FBFFD5"/>
                </a:solidFill>
              </a:rPr>
              <a:t>End Goals</a:t>
            </a:r>
            <a:endParaRPr>
              <a:solidFill>
                <a:srgbClr val="FBFFD5"/>
              </a:solidFill>
            </a:endParaRPr>
          </a:p>
        </p:txBody>
      </p:sp>
      <p:sp>
        <p:nvSpPr>
          <p:cNvPr id="1988" name="Google Shape;1988;p98"/>
          <p:cNvSpPr txBox="1"/>
          <p:nvPr>
            <p:ph idx="1" type="subTitle"/>
          </p:nvPr>
        </p:nvSpPr>
        <p:spPr>
          <a:xfrm>
            <a:off x="2721300" y="1369350"/>
            <a:ext cx="3701400" cy="295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Full Run</a:t>
            </a:r>
            <a:endParaRPr sz="1700">
              <a:solidFill>
                <a:srgbClr val="FBFFD5"/>
              </a:solidFill>
              <a:latin typeface="Nunito SemiBold"/>
              <a:ea typeface="Nunito SemiBold"/>
              <a:cs typeface="Nunito SemiBold"/>
              <a:sym typeface="Nunito SemiBold"/>
            </a:endParaRPr>
          </a:p>
          <a:p>
            <a:pPr indent="0" lvl="0" marL="0" rtl="0" algn="ctr">
              <a:lnSpc>
                <a:spcPct val="100000"/>
              </a:lnSpc>
              <a:spcBef>
                <a:spcPts val="1200"/>
              </a:spcBef>
              <a:spcAft>
                <a:spcPts val="0"/>
              </a:spcAft>
              <a:buNone/>
            </a:pPr>
            <a:br>
              <a:rPr lang="en" sz="1000">
                <a:latin typeface="Consolas"/>
                <a:ea typeface="Consolas"/>
                <a:cs typeface="Consolas"/>
                <a:sym typeface="Consolas"/>
              </a:rPr>
            </a:br>
            <a:r>
              <a:rPr lang="en">
                <a:solidFill>
                  <a:srgbClr val="FFCB64"/>
                </a:solidFill>
                <a:latin typeface="Consolas"/>
                <a:ea typeface="Consolas"/>
                <a:cs typeface="Consolas"/>
                <a:sym typeface="Consolas"/>
              </a:rPr>
              <a:t>Enter a weight on Earth: </a:t>
            </a:r>
            <a:r>
              <a:rPr b="1" i="1" lang="en">
                <a:solidFill>
                  <a:schemeClr val="lt2"/>
                </a:solidFill>
                <a:latin typeface="Consolas"/>
                <a:ea typeface="Consolas"/>
                <a:cs typeface="Consolas"/>
                <a:sym typeface="Consolas"/>
              </a:rPr>
              <a:t>120</a:t>
            </a:r>
            <a:br>
              <a:rPr b="1" i="1" lang="en">
                <a:solidFill>
                  <a:schemeClr val="lt2"/>
                </a:solidFill>
                <a:latin typeface="Consolas"/>
                <a:ea typeface="Consolas"/>
                <a:cs typeface="Consolas"/>
                <a:sym typeface="Consolas"/>
              </a:rPr>
            </a:br>
            <a:r>
              <a:rPr lang="en">
                <a:solidFill>
                  <a:schemeClr val="accent1"/>
                </a:solidFill>
                <a:latin typeface="Consolas"/>
                <a:ea typeface="Consolas"/>
                <a:cs typeface="Consolas"/>
                <a:sym typeface="Consolas"/>
              </a:rPr>
              <a:t>Enter a planet:</a:t>
            </a:r>
            <a:r>
              <a:rPr b="1" i="1" lang="en">
                <a:solidFill>
                  <a:schemeClr val="lt2"/>
                </a:solidFill>
                <a:latin typeface="Consolas"/>
                <a:ea typeface="Consolas"/>
                <a:cs typeface="Consolas"/>
                <a:sym typeface="Consolas"/>
              </a:rPr>
              <a:t> Mars</a:t>
            </a:r>
            <a:br>
              <a:rPr b="1" i="1" lang="en">
                <a:solidFill>
                  <a:schemeClr val="lt2"/>
                </a:solidFill>
                <a:latin typeface="Consolas"/>
                <a:ea typeface="Consolas"/>
                <a:cs typeface="Consolas"/>
                <a:sym typeface="Consolas"/>
              </a:rPr>
            </a:br>
            <a:r>
              <a:rPr lang="en">
                <a:solidFill>
                  <a:schemeClr val="accent1"/>
                </a:solidFill>
                <a:latin typeface="Consolas"/>
                <a:ea typeface="Consolas"/>
                <a:cs typeface="Consolas"/>
                <a:sym typeface="Consolas"/>
              </a:rPr>
              <a:t>The equivalent weight on Mars: 45.36</a:t>
            </a:r>
            <a:endParaRPr b="1" i="1">
              <a:solidFill>
                <a:schemeClr val="lt2"/>
              </a:solidFill>
              <a:latin typeface="Consolas"/>
              <a:ea typeface="Consolas"/>
              <a:cs typeface="Consolas"/>
              <a:sym typeface="Consolas"/>
            </a:endParaRPr>
          </a:p>
          <a:p>
            <a:pPr indent="0" lvl="0" marL="0" rtl="0" algn="l">
              <a:lnSpc>
                <a:spcPct val="100000"/>
              </a:lnSpc>
              <a:spcBef>
                <a:spcPts val="1200"/>
              </a:spcBef>
              <a:spcAft>
                <a:spcPts val="0"/>
              </a:spcAft>
              <a:buNone/>
            </a:pPr>
            <a:r>
              <a:t/>
            </a:r>
            <a:endParaRPr b="1" i="1">
              <a:solidFill>
                <a:schemeClr val="lt2"/>
              </a:solidFill>
            </a:endParaRPr>
          </a:p>
          <a:p>
            <a:pPr indent="0" lvl="0" marL="0" rtl="0" algn="ctr">
              <a:spcBef>
                <a:spcPts val="1200"/>
              </a:spcBef>
              <a:spcAft>
                <a:spcPts val="1200"/>
              </a:spcAft>
              <a:buNone/>
            </a:pPr>
            <a:r>
              <a:rPr lang="en">
                <a:solidFill>
                  <a:srgbClr val="E5904F"/>
                </a:solidFill>
              </a:rPr>
              <a:t>* </a:t>
            </a:r>
            <a:r>
              <a:rPr b="1" i="1" lang="en">
                <a:solidFill>
                  <a:srgbClr val="E5904F"/>
                </a:solidFill>
              </a:rPr>
              <a:t>User input</a:t>
            </a:r>
            <a:r>
              <a:rPr lang="en">
                <a:solidFill>
                  <a:srgbClr val="E5904F"/>
                </a:solidFill>
              </a:rPr>
              <a:t> is italicized and bolded </a:t>
            </a:r>
            <a:r>
              <a:rPr lang="en">
                <a:solidFill>
                  <a:schemeClr val="lt2"/>
                </a:solidFill>
              </a:rPr>
              <a:t>for visual clarity </a:t>
            </a:r>
            <a:r>
              <a:rPr lang="en">
                <a:solidFill>
                  <a:srgbClr val="E5904F"/>
                </a:solidFill>
              </a:rPr>
              <a:t>*</a:t>
            </a:r>
            <a:endParaRPr>
              <a:solidFill>
                <a:srgbClr val="E5904F"/>
              </a:solidFill>
            </a:endParaRPr>
          </a:p>
        </p:txBody>
      </p:sp>
      <p:sp>
        <p:nvSpPr>
          <p:cNvPr id="1989" name="Google Shape;1989;p98"/>
          <p:cNvSpPr txBox="1"/>
          <p:nvPr/>
        </p:nvSpPr>
        <p:spPr>
          <a:xfrm>
            <a:off x="592700" y="4227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120</a:t>
            </a:r>
            <a:endParaRPr b="1" sz="2300">
              <a:latin typeface="DM Sans"/>
              <a:ea typeface="DM Sans"/>
              <a:cs typeface="DM Sans"/>
              <a:sym typeface="DM Sans"/>
            </a:endParaRPr>
          </a:p>
        </p:txBody>
      </p:sp>
      <p:grpSp>
        <p:nvGrpSpPr>
          <p:cNvPr id="1990" name="Google Shape;1990;p98"/>
          <p:cNvGrpSpPr/>
          <p:nvPr/>
        </p:nvGrpSpPr>
        <p:grpSpPr>
          <a:xfrm>
            <a:off x="7066823" y="3235760"/>
            <a:ext cx="2775095" cy="2690770"/>
            <a:chOff x="3771662" y="1694611"/>
            <a:chExt cx="603885" cy="581072"/>
          </a:xfrm>
        </p:grpSpPr>
        <p:sp>
          <p:nvSpPr>
            <p:cNvPr id="1991" name="Google Shape;1991;p98"/>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98"/>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98"/>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98"/>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98"/>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98"/>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98"/>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98"/>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9" name="Google Shape;1999;p98"/>
          <p:cNvSpPr txBox="1"/>
          <p:nvPr/>
        </p:nvSpPr>
        <p:spPr>
          <a:xfrm>
            <a:off x="8183275" y="4237725"/>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45.36</a:t>
            </a:r>
            <a:endParaRPr b="1" sz="2300">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3" name="Shape 2003"/>
        <p:cNvGrpSpPr/>
        <p:nvPr/>
      </p:nvGrpSpPr>
      <p:grpSpPr>
        <a:xfrm>
          <a:off x="0" y="0"/>
          <a:ext cx="0" cy="0"/>
          <a:chOff x="0" y="0"/>
          <a:chExt cx="0" cy="0"/>
        </a:xfrm>
      </p:grpSpPr>
      <p:grpSp>
        <p:nvGrpSpPr>
          <p:cNvPr id="2004" name="Google Shape;2004;p99"/>
          <p:cNvGrpSpPr/>
          <p:nvPr/>
        </p:nvGrpSpPr>
        <p:grpSpPr>
          <a:xfrm>
            <a:off x="-314527" y="-363959"/>
            <a:ext cx="2146747" cy="2112199"/>
            <a:chOff x="1534175" y="2282171"/>
            <a:chExt cx="2450624" cy="2467522"/>
          </a:xfrm>
        </p:grpSpPr>
        <p:sp>
          <p:nvSpPr>
            <p:cNvPr id="2005" name="Google Shape;2005;p99"/>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99"/>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99"/>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99"/>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99"/>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0" name="Google Shape;2010;p99"/>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#2: </a:t>
            </a:r>
            <a:r>
              <a:rPr lang="en">
                <a:solidFill>
                  <a:srgbClr val="FBFFD5"/>
                </a:solidFill>
              </a:rPr>
              <a:t>End Goals</a:t>
            </a:r>
            <a:endParaRPr>
              <a:solidFill>
                <a:srgbClr val="FBFFD5"/>
              </a:solidFill>
            </a:endParaRPr>
          </a:p>
        </p:txBody>
      </p:sp>
      <p:sp>
        <p:nvSpPr>
          <p:cNvPr id="2011" name="Google Shape;2011;p99"/>
          <p:cNvSpPr txBox="1"/>
          <p:nvPr>
            <p:ph idx="1" type="subTitle"/>
          </p:nvPr>
        </p:nvSpPr>
        <p:spPr>
          <a:xfrm>
            <a:off x="713500" y="1593900"/>
            <a:ext cx="3701400" cy="295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Input</a:t>
            </a:r>
            <a:endParaRPr sz="1700">
              <a:solidFill>
                <a:srgbClr val="FBFFD5"/>
              </a:solidFill>
              <a:latin typeface="Nunito SemiBold"/>
              <a:ea typeface="Nunito SemiBold"/>
              <a:cs typeface="Nunito SemiBold"/>
              <a:sym typeface="Nunito SemiBold"/>
            </a:endParaRPr>
          </a:p>
          <a:p>
            <a:pPr indent="0" lvl="0" marL="0" rtl="0" algn="ctr">
              <a:lnSpc>
                <a:spcPct val="100000"/>
              </a:lnSpc>
              <a:spcBef>
                <a:spcPts val="1200"/>
              </a:spcBef>
              <a:spcAft>
                <a:spcPts val="0"/>
              </a:spcAft>
              <a:buNone/>
            </a:pPr>
            <a:r>
              <a:rPr lang="en">
                <a:solidFill>
                  <a:srgbClr val="FFCB64"/>
                </a:solidFill>
                <a:latin typeface="Consolas"/>
                <a:ea typeface="Consolas"/>
                <a:cs typeface="Consolas"/>
                <a:sym typeface="Consolas"/>
              </a:rPr>
              <a:t>Enter a weight on Earth:</a:t>
            </a:r>
            <a:br>
              <a:rPr lang="en">
                <a:latin typeface="Consolas"/>
                <a:ea typeface="Consolas"/>
                <a:cs typeface="Consolas"/>
                <a:sym typeface="Consolas"/>
              </a:rPr>
            </a:br>
            <a:r>
              <a:rPr lang="en">
                <a:latin typeface="Consolas"/>
                <a:ea typeface="Consolas"/>
                <a:cs typeface="Consolas"/>
                <a:sym typeface="Consolas"/>
              </a:rPr>
              <a:t>↓</a:t>
            </a:r>
            <a:br>
              <a:rPr lang="en" sz="1000">
                <a:latin typeface="Consolas"/>
                <a:ea typeface="Consolas"/>
                <a:cs typeface="Consolas"/>
                <a:sym typeface="Consolas"/>
              </a:rPr>
            </a:br>
            <a:r>
              <a:rPr lang="en" sz="1000">
                <a:latin typeface="Consolas"/>
                <a:ea typeface="Consolas"/>
                <a:cs typeface="Consolas"/>
                <a:sym typeface="Consolas"/>
              </a:rPr>
              <a:t>(Input 1) </a:t>
            </a:r>
            <a:r>
              <a:rPr lang="en">
                <a:solidFill>
                  <a:srgbClr val="FFCB64"/>
                </a:solidFill>
                <a:latin typeface="Consolas"/>
                <a:ea typeface="Consolas"/>
                <a:cs typeface="Consolas"/>
                <a:sym typeface="Consolas"/>
              </a:rPr>
              <a:t>Enter a weight on Earth: </a:t>
            </a:r>
            <a:r>
              <a:rPr b="1" i="1" lang="en">
                <a:solidFill>
                  <a:schemeClr val="lt2"/>
                </a:solidFill>
                <a:latin typeface="Consolas"/>
                <a:ea typeface="Consolas"/>
                <a:cs typeface="Consolas"/>
                <a:sym typeface="Consolas"/>
              </a:rPr>
              <a:t>150</a:t>
            </a:r>
            <a:br>
              <a:rPr b="1" i="1" lang="en">
                <a:solidFill>
                  <a:schemeClr val="lt2"/>
                </a:solidFill>
                <a:latin typeface="Consolas"/>
                <a:ea typeface="Consolas"/>
                <a:cs typeface="Consolas"/>
                <a:sym typeface="Consolas"/>
              </a:rPr>
            </a:br>
            <a:r>
              <a:rPr lang="en">
                <a:latin typeface="Consolas"/>
                <a:ea typeface="Consolas"/>
                <a:cs typeface="Consolas"/>
                <a:sym typeface="Consolas"/>
              </a:rPr>
              <a:t>↓</a:t>
            </a:r>
            <a:br>
              <a:rPr lang="en">
                <a:latin typeface="Consolas"/>
                <a:ea typeface="Consolas"/>
                <a:cs typeface="Consolas"/>
                <a:sym typeface="Consolas"/>
              </a:rPr>
            </a:br>
            <a:r>
              <a:rPr lang="en">
                <a:solidFill>
                  <a:schemeClr val="accent1"/>
                </a:solidFill>
                <a:latin typeface="Consolas"/>
                <a:ea typeface="Consolas"/>
                <a:cs typeface="Consolas"/>
                <a:sym typeface="Consolas"/>
              </a:rPr>
              <a:t>Enter a planet:</a:t>
            </a:r>
            <a:br>
              <a:rPr lang="en">
                <a:latin typeface="Consolas"/>
                <a:ea typeface="Consolas"/>
                <a:cs typeface="Consolas"/>
                <a:sym typeface="Consolas"/>
              </a:rPr>
            </a:br>
            <a:r>
              <a:rPr lang="en">
                <a:latin typeface="Consolas"/>
                <a:ea typeface="Consolas"/>
                <a:cs typeface="Consolas"/>
                <a:sym typeface="Consolas"/>
              </a:rPr>
              <a:t>↓</a:t>
            </a:r>
            <a:br>
              <a:rPr b="1" i="1" lang="en">
                <a:solidFill>
                  <a:schemeClr val="lt2"/>
                </a:solidFill>
                <a:latin typeface="Consolas"/>
                <a:ea typeface="Consolas"/>
                <a:cs typeface="Consolas"/>
                <a:sym typeface="Consolas"/>
              </a:rPr>
            </a:br>
            <a:r>
              <a:rPr lang="en" sz="1000">
                <a:latin typeface="Consolas"/>
                <a:ea typeface="Consolas"/>
                <a:cs typeface="Consolas"/>
                <a:sym typeface="Consolas"/>
              </a:rPr>
              <a:t>(Input 2) </a:t>
            </a:r>
            <a:r>
              <a:rPr lang="en">
                <a:solidFill>
                  <a:schemeClr val="accent1"/>
                </a:solidFill>
                <a:latin typeface="Consolas"/>
                <a:ea typeface="Consolas"/>
                <a:cs typeface="Consolas"/>
                <a:sym typeface="Consolas"/>
              </a:rPr>
              <a:t>Enter a planet:</a:t>
            </a:r>
            <a:r>
              <a:rPr b="1" i="1" lang="en">
                <a:solidFill>
                  <a:schemeClr val="lt2"/>
                </a:solidFill>
                <a:latin typeface="Consolas"/>
                <a:ea typeface="Consolas"/>
                <a:cs typeface="Consolas"/>
                <a:sym typeface="Consolas"/>
              </a:rPr>
              <a:t> Jupiter</a:t>
            </a:r>
            <a:endParaRPr b="1" i="1">
              <a:solidFill>
                <a:schemeClr val="lt2"/>
              </a:solidFill>
            </a:endParaRPr>
          </a:p>
          <a:p>
            <a:pPr indent="0" lvl="0" marL="0" rtl="0" algn="ctr">
              <a:lnSpc>
                <a:spcPct val="100000"/>
              </a:lnSpc>
              <a:spcBef>
                <a:spcPts val="1200"/>
              </a:spcBef>
              <a:spcAft>
                <a:spcPts val="0"/>
              </a:spcAft>
              <a:buNone/>
            </a:pPr>
            <a:r>
              <a:t/>
            </a:r>
            <a:endParaRPr b="1" i="1">
              <a:solidFill>
                <a:schemeClr val="lt2"/>
              </a:solidFill>
            </a:endParaRPr>
          </a:p>
          <a:p>
            <a:pPr indent="0" lvl="0" marL="0" rtl="0" algn="ctr">
              <a:spcBef>
                <a:spcPts val="1200"/>
              </a:spcBef>
              <a:spcAft>
                <a:spcPts val="1200"/>
              </a:spcAft>
              <a:buNone/>
            </a:pPr>
            <a:r>
              <a:rPr lang="en">
                <a:solidFill>
                  <a:srgbClr val="E5904F"/>
                </a:solidFill>
              </a:rPr>
              <a:t>* </a:t>
            </a:r>
            <a:r>
              <a:rPr b="1" i="1" lang="en">
                <a:solidFill>
                  <a:srgbClr val="E5904F"/>
                </a:solidFill>
              </a:rPr>
              <a:t>User input</a:t>
            </a:r>
            <a:r>
              <a:rPr lang="en">
                <a:solidFill>
                  <a:srgbClr val="E5904F"/>
                </a:solidFill>
              </a:rPr>
              <a:t> is italicized and bolded </a:t>
            </a:r>
            <a:r>
              <a:rPr lang="en">
                <a:solidFill>
                  <a:schemeClr val="lt2"/>
                </a:solidFill>
              </a:rPr>
              <a:t>for visual clarity </a:t>
            </a:r>
            <a:r>
              <a:rPr lang="en">
                <a:solidFill>
                  <a:srgbClr val="E5904F"/>
                </a:solidFill>
              </a:rPr>
              <a:t>*</a:t>
            </a:r>
            <a:endParaRPr>
              <a:solidFill>
                <a:srgbClr val="E5904F"/>
              </a:solidFill>
            </a:endParaRPr>
          </a:p>
        </p:txBody>
      </p:sp>
      <p:sp>
        <p:nvSpPr>
          <p:cNvPr id="2012" name="Google Shape;2012;p99"/>
          <p:cNvSpPr txBox="1"/>
          <p:nvPr>
            <p:ph idx="2" type="subTitle"/>
          </p:nvPr>
        </p:nvSpPr>
        <p:spPr>
          <a:xfrm>
            <a:off x="4747400" y="1593900"/>
            <a:ext cx="3872700" cy="18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Sample Output</a:t>
            </a:r>
            <a:endParaRPr>
              <a:solidFill>
                <a:srgbClr val="FBFFD5"/>
              </a:solidFill>
            </a:endParaRPr>
          </a:p>
          <a:p>
            <a:pPr indent="0" lvl="0" marL="0" rtl="0" algn="ctr">
              <a:spcBef>
                <a:spcPts val="1200"/>
              </a:spcBef>
              <a:spcAft>
                <a:spcPts val="1200"/>
              </a:spcAft>
              <a:buNone/>
            </a:pPr>
            <a:r>
              <a:rPr lang="en">
                <a:solidFill>
                  <a:srgbClr val="FFCB64"/>
                </a:solidFill>
                <a:latin typeface="Consolas"/>
                <a:ea typeface="Consolas"/>
                <a:cs typeface="Consolas"/>
                <a:sym typeface="Consolas"/>
              </a:rPr>
              <a:t>The equivalent weight on Jupiter: 354.0</a:t>
            </a:r>
            <a:endParaRPr>
              <a:solidFill>
                <a:srgbClr val="FFCB64"/>
              </a:solidFill>
              <a:latin typeface="Consolas"/>
              <a:ea typeface="Consolas"/>
              <a:cs typeface="Consolas"/>
              <a:sym typeface="Consolas"/>
            </a:endParaRPr>
          </a:p>
        </p:txBody>
      </p:sp>
      <p:sp>
        <p:nvSpPr>
          <p:cNvPr id="2013" name="Google Shape;2013;p99"/>
          <p:cNvSpPr txBox="1"/>
          <p:nvPr/>
        </p:nvSpPr>
        <p:spPr>
          <a:xfrm>
            <a:off x="713500" y="4227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150</a:t>
            </a:r>
            <a:endParaRPr b="1" sz="2300">
              <a:latin typeface="DM Sans"/>
              <a:ea typeface="DM Sans"/>
              <a:cs typeface="DM Sans"/>
              <a:sym typeface="DM Sans"/>
            </a:endParaRPr>
          </a:p>
        </p:txBody>
      </p:sp>
      <p:grpSp>
        <p:nvGrpSpPr>
          <p:cNvPr id="2014" name="Google Shape;2014;p99"/>
          <p:cNvGrpSpPr/>
          <p:nvPr/>
        </p:nvGrpSpPr>
        <p:grpSpPr>
          <a:xfrm>
            <a:off x="7177719" y="3282596"/>
            <a:ext cx="2593669" cy="2594085"/>
            <a:chOff x="5988212" y="2161102"/>
            <a:chExt cx="1140124" cy="1140307"/>
          </a:xfrm>
        </p:grpSpPr>
        <p:sp>
          <p:nvSpPr>
            <p:cNvPr id="2015" name="Google Shape;2015;p99"/>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99"/>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99"/>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99"/>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99"/>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99"/>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99"/>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99"/>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99"/>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4" name="Google Shape;2024;p99"/>
          <p:cNvSpPr txBox="1"/>
          <p:nvPr/>
        </p:nvSpPr>
        <p:spPr>
          <a:xfrm>
            <a:off x="7963363" y="41734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354.0</a:t>
            </a:r>
            <a:endParaRPr b="1" sz="2300">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8" name="Shape 2028"/>
        <p:cNvGrpSpPr/>
        <p:nvPr/>
      </p:nvGrpSpPr>
      <p:grpSpPr>
        <a:xfrm>
          <a:off x="0" y="0"/>
          <a:ext cx="0" cy="0"/>
          <a:chOff x="0" y="0"/>
          <a:chExt cx="0" cy="0"/>
        </a:xfrm>
      </p:grpSpPr>
      <p:grpSp>
        <p:nvGrpSpPr>
          <p:cNvPr id="2029" name="Google Shape;2029;p100"/>
          <p:cNvGrpSpPr/>
          <p:nvPr/>
        </p:nvGrpSpPr>
        <p:grpSpPr>
          <a:xfrm>
            <a:off x="-314527" y="-363959"/>
            <a:ext cx="2146747" cy="2112199"/>
            <a:chOff x="1534175" y="2282171"/>
            <a:chExt cx="2450624" cy="2467522"/>
          </a:xfrm>
        </p:grpSpPr>
        <p:sp>
          <p:nvSpPr>
            <p:cNvPr id="2030" name="Google Shape;2030;p100"/>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00"/>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00"/>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00"/>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00"/>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5" name="Google Shape;2035;p100"/>
          <p:cNvSpPr txBox="1"/>
          <p:nvPr>
            <p:ph type="title"/>
          </p:nvPr>
        </p:nvSpPr>
        <p:spPr>
          <a:xfrm>
            <a:off x="713500" y="535300"/>
            <a:ext cx="7719600" cy="69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Section Problem #2: </a:t>
            </a:r>
            <a:r>
              <a:rPr lang="en">
                <a:solidFill>
                  <a:srgbClr val="FBFFD5"/>
                </a:solidFill>
              </a:rPr>
              <a:t>End Goals</a:t>
            </a:r>
            <a:endParaRPr>
              <a:solidFill>
                <a:srgbClr val="FBFFD5"/>
              </a:solidFill>
            </a:endParaRPr>
          </a:p>
        </p:txBody>
      </p:sp>
      <p:sp>
        <p:nvSpPr>
          <p:cNvPr id="2036" name="Google Shape;2036;p100"/>
          <p:cNvSpPr txBox="1"/>
          <p:nvPr>
            <p:ph idx="1" type="subTitle"/>
          </p:nvPr>
        </p:nvSpPr>
        <p:spPr>
          <a:xfrm>
            <a:off x="2496300" y="1358075"/>
            <a:ext cx="4151400" cy="295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FC5F0"/>
                </a:solidFill>
                <a:latin typeface="Nunito SemiBold"/>
                <a:ea typeface="Nunito SemiBold"/>
                <a:cs typeface="Nunito SemiBold"/>
                <a:sym typeface="Nunito SemiBold"/>
              </a:rPr>
              <a:t>Full Run</a:t>
            </a:r>
            <a:endParaRPr sz="1700">
              <a:solidFill>
                <a:srgbClr val="FBFFD5"/>
              </a:solidFill>
              <a:latin typeface="Nunito SemiBold"/>
              <a:ea typeface="Nunito SemiBold"/>
              <a:cs typeface="Nunito SemiBold"/>
              <a:sym typeface="Nunito SemiBold"/>
            </a:endParaRPr>
          </a:p>
          <a:p>
            <a:pPr indent="0" lvl="0" marL="0" rtl="0" algn="ctr">
              <a:lnSpc>
                <a:spcPct val="100000"/>
              </a:lnSpc>
              <a:spcBef>
                <a:spcPts val="1200"/>
              </a:spcBef>
              <a:spcAft>
                <a:spcPts val="0"/>
              </a:spcAft>
              <a:buNone/>
            </a:pPr>
            <a:br>
              <a:rPr lang="en" sz="1000">
                <a:latin typeface="Consolas"/>
                <a:ea typeface="Consolas"/>
                <a:cs typeface="Consolas"/>
                <a:sym typeface="Consolas"/>
              </a:rPr>
            </a:br>
            <a:r>
              <a:rPr lang="en">
                <a:solidFill>
                  <a:schemeClr val="accent1"/>
                </a:solidFill>
                <a:latin typeface="Consolas"/>
                <a:ea typeface="Consolas"/>
                <a:cs typeface="Consolas"/>
                <a:sym typeface="Consolas"/>
              </a:rPr>
              <a:t>Enter a weight on Earth: </a:t>
            </a:r>
            <a:r>
              <a:rPr b="1" i="1" lang="en">
                <a:solidFill>
                  <a:schemeClr val="lt2"/>
                </a:solidFill>
                <a:latin typeface="Consolas"/>
                <a:ea typeface="Consolas"/>
                <a:cs typeface="Consolas"/>
                <a:sym typeface="Consolas"/>
              </a:rPr>
              <a:t>150</a:t>
            </a:r>
            <a:br>
              <a:rPr b="1" i="1" lang="en">
                <a:solidFill>
                  <a:schemeClr val="lt2"/>
                </a:solidFill>
                <a:latin typeface="Consolas"/>
                <a:ea typeface="Consolas"/>
                <a:cs typeface="Consolas"/>
                <a:sym typeface="Consolas"/>
              </a:rPr>
            </a:br>
            <a:r>
              <a:rPr lang="en">
                <a:solidFill>
                  <a:schemeClr val="accent1"/>
                </a:solidFill>
                <a:latin typeface="Consolas"/>
                <a:ea typeface="Consolas"/>
                <a:cs typeface="Consolas"/>
                <a:sym typeface="Consolas"/>
              </a:rPr>
              <a:t>Enter a planet:</a:t>
            </a:r>
            <a:r>
              <a:rPr b="1" i="1" lang="en">
                <a:solidFill>
                  <a:schemeClr val="lt2"/>
                </a:solidFill>
                <a:latin typeface="Consolas"/>
                <a:ea typeface="Consolas"/>
                <a:cs typeface="Consolas"/>
                <a:sym typeface="Consolas"/>
              </a:rPr>
              <a:t> Jupiter</a:t>
            </a:r>
            <a:br>
              <a:rPr b="1" i="1" lang="en">
                <a:solidFill>
                  <a:schemeClr val="lt2"/>
                </a:solidFill>
                <a:latin typeface="Consolas"/>
                <a:ea typeface="Consolas"/>
                <a:cs typeface="Consolas"/>
                <a:sym typeface="Consolas"/>
              </a:rPr>
            </a:br>
            <a:r>
              <a:rPr lang="en">
                <a:solidFill>
                  <a:schemeClr val="accent1"/>
                </a:solidFill>
                <a:latin typeface="Consolas"/>
                <a:ea typeface="Consolas"/>
                <a:cs typeface="Consolas"/>
                <a:sym typeface="Consolas"/>
              </a:rPr>
              <a:t>The equivalent weight on Jupiter: 354.0</a:t>
            </a:r>
            <a:endParaRPr b="1" i="1">
              <a:solidFill>
                <a:schemeClr val="lt2"/>
              </a:solidFill>
              <a:latin typeface="Consolas"/>
              <a:ea typeface="Consolas"/>
              <a:cs typeface="Consolas"/>
              <a:sym typeface="Consolas"/>
            </a:endParaRPr>
          </a:p>
          <a:p>
            <a:pPr indent="0" lvl="0" marL="0" rtl="0" algn="l">
              <a:lnSpc>
                <a:spcPct val="100000"/>
              </a:lnSpc>
              <a:spcBef>
                <a:spcPts val="1200"/>
              </a:spcBef>
              <a:spcAft>
                <a:spcPts val="0"/>
              </a:spcAft>
              <a:buNone/>
            </a:pPr>
            <a:r>
              <a:t/>
            </a:r>
            <a:endParaRPr b="1" i="1">
              <a:solidFill>
                <a:schemeClr val="lt2"/>
              </a:solidFill>
            </a:endParaRPr>
          </a:p>
          <a:p>
            <a:pPr indent="0" lvl="0" marL="0" rtl="0" algn="ctr">
              <a:spcBef>
                <a:spcPts val="1200"/>
              </a:spcBef>
              <a:spcAft>
                <a:spcPts val="1200"/>
              </a:spcAft>
              <a:buNone/>
            </a:pPr>
            <a:r>
              <a:rPr lang="en">
                <a:solidFill>
                  <a:srgbClr val="E5904F"/>
                </a:solidFill>
              </a:rPr>
              <a:t>* </a:t>
            </a:r>
            <a:r>
              <a:rPr b="1" i="1" lang="en">
                <a:solidFill>
                  <a:srgbClr val="E5904F"/>
                </a:solidFill>
              </a:rPr>
              <a:t>User input</a:t>
            </a:r>
            <a:r>
              <a:rPr lang="en">
                <a:solidFill>
                  <a:srgbClr val="E5904F"/>
                </a:solidFill>
              </a:rPr>
              <a:t> is italicized and bolded </a:t>
            </a:r>
            <a:r>
              <a:rPr lang="en">
                <a:solidFill>
                  <a:schemeClr val="lt2"/>
                </a:solidFill>
              </a:rPr>
              <a:t>for visual clarity </a:t>
            </a:r>
            <a:r>
              <a:rPr lang="en">
                <a:solidFill>
                  <a:srgbClr val="E5904F"/>
                </a:solidFill>
              </a:rPr>
              <a:t>*</a:t>
            </a:r>
            <a:endParaRPr>
              <a:solidFill>
                <a:srgbClr val="E5904F"/>
              </a:solidFill>
            </a:endParaRPr>
          </a:p>
        </p:txBody>
      </p:sp>
      <p:sp>
        <p:nvSpPr>
          <p:cNvPr id="2037" name="Google Shape;2037;p100"/>
          <p:cNvSpPr txBox="1"/>
          <p:nvPr/>
        </p:nvSpPr>
        <p:spPr>
          <a:xfrm>
            <a:off x="592700" y="4227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120</a:t>
            </a:r>
            <a:endParaRPr b="1" sz="2300">
              <a:latin typeface="DM Sans"/>
              <a:ea typeface="DM Sans"/>
              <a:cs typeface="DM Sans"/>
              <a:sym typeface="DM Sans"/>
            </a:endParaRPr>
          </a:p>
        </p:txBody>
      </p:sp>
      <p:grpSp>
        <p:nvGrpSpPr>
          <p:cNvPr id="2038" name="Google Shape;2038;p100"/>
          <p:cNvGrpSpPr/>
          <p:nvPr/>
        </p:nvGrpSpPr>
        <p:grpSpPr>
          <a:xfrm>
            <a:off x="7177719" y="3282596"/>
            <a:ext cx="2593669" cy="2594085"/>
            <a:chOff x="5988212" y="2161102"/>
            <a:chExt cx="1140124" cy="1140307"/>
          </a:xfrm>
        </p:grpSpPr>
        <p:sp>
          <p:nvSpPr>
            <p:cNvPr id="2039" name="Google Shape;2039;p100"/>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00"/>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00"/>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00"/>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00"/>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00"/>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00"/>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00"/>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00"/>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8" name="Google Shape;2048;p100"/>
          <p:cNvSpPr txBox="1"/>
          <p:nvPr/>
        </p:nvSpPr>
        <p:spPr>
          <a:xfrm>
            <a:off x="7963363" y="4173450"/>
            <a:ext cx="1022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DM Sans"/>
                <a:ea typeface="DM Sans"/>
                <a:cs typeface="DM Sans"/>
                <a:sym typeface="DM Sans"/>
              </a:rPr>
              <a:t>354.0</a:t>
            </a:r>
            <a:endParaRPr b="1" sz="2300">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101"/>
          <p:cNvSpPr txBox="1"/>
          <p:nvPr>
            <p:ph type="title"/>
          </p:nvPr>
        </p:nvSpPr>
        <p:spPr>
          <a:xfrm>
            <a:off x="713500" y="565050"/>
            <a:ext cx="5276700" cy="66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Pre-Code Discussion</a:t>
            </a:r>
            <a:endParaRPr/>
          </a:p>
        </p:txBody>
      </p:sp>
      <p:sp>
        <p:nvSpPr>
          <p:cNvPr id="2054" name="Google Shape;2054;p101"/>
          <p:cNvSpPr txBox="1"/>
          <p:nvPr>
            <p:ph idx="1" type="body"/>
          </p:nvPr>
        </p:nvSpPr>
        <p:spPr>
          <a:xfrm>
            <a:off x="713500" y="1227150"/>
            <a:ext cx="4910400" cy="308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800"/>
              <a:t>What’s different?</a:t>
            </a:r>
            <a:br>
              <a:rPr lang="en" sz="1800"/>
            </a:br>
            <a:br>
              <a:rPr lang="en" sz="1800"/>
            </a:br>
            <a:br>
              <a:rPr lang="en" sz="1800"/>
            </a:br>
            <a:br>
              <a:rPr lang="en" sz="1800"/>
            </a:br>
            <a:br>
              <a:rPr lang="en" sz="1800"/>
            </a:br>
            <a:br>
              <a:rPr lang="en" sz="1800"/>
            </a:br>
            <a:br>
              <a:rPr lang="en" sz="1800"/>
            </a:br>
            <a:r>
              <a:rPr lang="en">
                <a:solidFill>
                  <a:srgbClr val="FFCB64"/>
                </a:solidFill>
              </a:rPr>
              <a:t>(Also, questions if you have them!!!)</a:t>
            </a:r>
            <a:endParaRPr>
              <a:solidFill>
                <a:srgbClr val="FFCB64"/>
              </a:solidFill>
            </a:endParaRPr>
          </a:p>
        </p:txBody>
      </p:sp>
      <p:grpSp>
        <p:nvGrpSpPr>
          <p:cNvPr id="2055" name="Google Shape;2055;p101"/>
          <p:cNvGrpSpPr/>
          <p:nvPr/>
        </p:nvGrpSpPr>
        <p:grpSpPr>
          <a:xfrm>
            <a:off x="6004019" y="3448346"/>
            <a:ext cx="2593669" cy="2594085"/>
            <a:chOff x="5988212" y="2161102"/>
            <a:chExt cx="1140124" cy="1140307"/>
          </a:xfrm>
        </p:grpSpPr>
        <p:sp>
          <p:nvSpPr>
            <p:cNvPr id="2056" name="Google Shape;2056;p101"/>
            <p:cNvSpPr/>
            <p:nvPr/>
          </p:nvSpPr>
          <p:spPr>
            <a:xfrm>
              <a:off x="5988212" y="2161102"/>
              <a:ext cx="1140124" cy="1140307"/>
            </a:xfrm>
            <a:custGeom>
              <a:rect b="b" l="l" r="r" t="t"/>
              <a:pathLst>
                <a:path extrusionOk="0" h="15983" w="15981">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01"/>
            <p:cNvSpPr/>
            <p:nvPr/>
          </p:nvSpPr>
          <p:spPr>
            <a:xfrm>
              <a:off x="6075322" y="2247783"/>
              <a:ext cx="965906" cy="966297"/>
            </a:xfrm>
            <a:custGeom>
              <a:rect b="b" l="l" r="r" t="t"/>
              <a:pathLst>
                <a:path extrusionOk="0" h="13544" w="13539">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01"/>
            <p:cNvSpPr/>
            <p:nvPr/>
          </p:nvSpPr>
          <p:spPr>
            <a:xfrm>
              <a:off x="6159934" y="2332110"/>
              <a:ext cx="796539" cy="797066"/>
            </a:xfrm>
            <a:custGeom>
              <a:rect b="b" l="l" r="r" t="t"/>
              <a:pathLst>
                <a:path extrusionOk="0" h="11172" w="11165">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01"/>
            <p:cNvSpPr/>
            <p:nvPr/>
          </p:nvSpPr>
          <p:spPr>
            <a:xfrm>
              <a:off x="6427113" y="2333180"/>
              <a:ext cx="246203" cy="70489"/>
            </a:xfrm>
            <a:custGeom>
              <a:rect b="b" l="l" r="r" t="t"/>
              <a:pathLst>
                <a:path extrusionOk="0" h="988" w="3451">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01"/>
            <p:cNvSpPr/>
            <p:nvPr/>
          </p:nvSpPr>
          <p:spPr>
            <a:xfrm>
              <a:off x="6195891" y="2409802"/>
              <a:ext cx="659918" cy="156602"/>
            </a:xfrm>
            <a:custGeom>
              <a:rect b="b" l="l" r="r" t="t"/>
              <a:pathLst>
                <a:path extrusionOk="0" h="2195" w="925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01"/>
            <p:cNvSpPr/>
            <p:nvPr/>
          </p:nvSpPr>
          <p:spPr>
            <a:xfrm>
              <a:off x="6160362" y="2624757"/>
              <a:ext cx="795754" cy="338889"/>
            </a:xfrm>
            <a:custGeom>
              <a:rect b="b" l="l" r="r" t="t"/>
              <a:pathLst>
                <a:path extrusionOk="0" h="4750" w="11154">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01"/>
            <p:cNvSpPr/>
            <p:nvPr/>
          </p:nvSpPr>
          <p:spPr>
            <a:xfrm>
              <a:off x="6161646" y="2719429"/>
              <a:ext cx="407152" cy="182643"/>
            </a:xfrm>
            <a:custGeom>
              <a:rect b="b" l="l" r="r" t="t"/>
              <a:pathLst>
                <a:path extrusionOk="0" h="2560" w="5707">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01"/>
            <p:cNvSpPr/>
            <p:nvPr/>
          </p:nvSpPr>
          <p:spPr>
            <a:xfrm>
              <a:off x="6281788" y="2464950"/>
              <a:ext cx="162304" cy="73628"/>
            </a:xfrm>
            <a:custGeom>
              <a:rect b="b" l="l" r="r" t="t"/>
              <a:pathLst>
                <a:path extrusionOk="0" h="1032" w="2275">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01"/>
            <p:cNvSpPr/>
            <p:nvPr/>
          </p:nvSpPr>
          <p:spPr>
            <a:xfrm>
              <a:off x="6159934" y="2493629"/>
              <a:ext cx="610834" cy="635470"/>
            </a:xfrm>
            <a:custGeom>
              <a:rect b="b" l="l" r="r" t="t"/>
              <a:pathLst>
                <a:path extrusionOk="0" h="8907" w="8562">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5" name="Google Shape;2065;p101"/>
          <p:cNvGrpSpPr/>
          <p:nvPr/>
        </p:nvGrpSpPr>
        <p:grpSpPr>
          <a:xfrm>
            <a:off x="2306821" y="4312945"/>
            <a:ext cx="2380461" cy="1413658"/>
            <a:chOff x="2344952" y="2400955"/>
            <a:chExt cx="1377980" cy="818326"/>
          </a:xfrm>
        </p:grpSpPr>
        <p:sp>
          <p:nvSpPr>
            <p:cNvPr id="2066" name="Google Shape;2066;p101"/>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01"/>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01"/>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01"/>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01"/>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01"/>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01"/>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01"/>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01"/>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01"/>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6" name="Google Shape;2076;p101"/>
          <p:cNvGrpSpPr/>
          <p:nvPr/>
        </p:nvGrpSpPr>
        <p:grpSpPr>
          <a:xfrm>
            <a:off x="7839741" y="337756"/>
            <a:ext cx="2484173" cy="1920023"/>
            <a:chOff x="4124667" y="2395462"/>
            <a:chExt cx="1073633" cy="829814"/>
          </a:xfrm>
        </p:grpSpPr>
        <p:sp>
          <p:nvSpPr>
            <p:cNvPr id="2077" name="Google Shape;2077;p101"/>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01"/>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01"/>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01"/>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01"/>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01"/>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101"/>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01"/>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01"/>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6" name="Google Shape;2086;p101"/>
          <p:cNvGrpSpPr/>
          <p:nvPr/>
        </p:nvGrpSpPr>
        <p:grpSpPr>
          <a:xfrm>
            <a:off x="4837645" y="1583360"/>
            <a:ext cx="1747540" cy="1790927"/>
            <a:chOff x="1534175" y="2282171"/>
            <a:chExt cx="2450624" cy="2467522"/>
          </a:xfrm>
        </p:grpSpPr>
        <p:sp>
          <p:nvSpPr>
            <p:cNvPr id="2087" name="Google Shape;2087;p101"/>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01"/>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01"/>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01"/>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01"/>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grpSp>
        <p:nvGrpSpPr>
          <p:cNvPr id="2096" name="Google Shape;2096;p102"/>
          <p:cNvGrpSpPr/>
          <p:nvPr/>
        </p:nvGrpSpPr>
        <p:grpSpPr>
          <a:xfrm>
            <a:off x="4740558" y="2571753"/>
            <a:ext cx="1122381" cy="1121817"/>
            <a:chOff x="3771662" y="1694611"/>
            <a:chExt cx="603885" cy="581072"/>
          </a:xfrm>
        </p:grpSpPr>
        <p:sp>
          <p:nvSpPr>
            <p:cNvPr id="2097" name="Google Shape;2097;p102"/>
            <p:cNvSpPr/>
            <p:nvPr/>
          </p:nvSpPr>
          <p:spPr>
            <a:xfrm>
              <a:off x="3771662" y="1694611"/>
              <a:ext cx="603885" cy="581072"/>
            </a:xfrm>
            <a:custGeom>
              <a:rect b="b" l="l" r="r" t="t"/>
              <a:pathLst>
                <a:path extrusionOk="0" h="11691" w="1215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02"/>
            <p:cNvSpPr/>
            <p:nvPr/>
          </p:nvSpPr>
          <p:spPr>
            <a:xfrm>
              <a:off x="3841544" y="1759622"/>
              <a:ext cx="468993" cy="450951"/>
            </a:xfrm>
            <a:custGeom>
              <a:rect b="b" l="l" r="r" t="t"/>
              <a:pathLst>
                <a:path extrusionOk="0" h="9073" w="9436">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02"/>
            <p:cNvSpPr/>
            <p:nvPr/>
          </p:nvSpPr>
          <p:spPr>
            <a:xfrm>
              <a:off x="3910879" y="1811114"/>
              <a:ext cx="348166" cy="348116"/>
            </a:xfrm>
            <a:custGeom>
              <a:rect b="b" l="l" r="r" t="t"/>
              <a:pathLst>
                <a:path extrusionOk="0" h="7004" w="7005">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02"/>
            <p:cNvSpPr/>
            <p:nvPr/>
          </p:nvSpPr>
          <p:spPr>
            <a:xfrm>
              <a:off x="3982252" y="1845906"/>
              <a:ext cx="52088" cy="42893"/>
            </a:xfrm>
            <a:custGeom>
              <a:rect b="b" l="l" r="r" t="t"/>
              <a:pathLst>
                <a:path extrusionOk="0" h="863" w="1048">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02"/>
            <p:cNvSpPr/>
            <p:nvPr/>
          </p:nvSpPr>
          <p:spPr>
            <a:xfrm>
              <a:off x="4047810" y="1834922"/>
              <a:ext cx="23957" cy="19732"/>
            </a:xfrm>
            <a:custGeom>
              <a:rect b="b" l="l" r="r" t="t"/>
              <a:pathLst>
                <a:path extrusionOk="0" h="397" w="482">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02"/>
            <p:cNvSpPr/>
            <p:nvPr/>
          </p:nvSpPr>
          <p:spPr>
            <a:xfrm>
              <a:off x="3938216" y="1922896"/>
              <a:ext cx="88967" cy="110091"/>
            </a:xfrm>
            <a:custGeom>
              <a:rect b="b" l="l" r="r" t="t"/>
              <a:pathLst>
                <a:path extrusionOk="0" h="2215" w="179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02"/>
            <p:cNvSpPr/>
            <p:nvPr/>
          </p:nvSpPr>
          <p:spPr>
            <a:xfrm>
              <a:off x="4139860" y="1873988"/>
              <a:ext cx="56760" cy="49106"/>
            </a:xfrm>
            <a:custGeom>
              <a:rect b="b" l="l" r="r" t="t"/>
              <a:pathLst>
                <a:path extrusionOk="0" h="988" w="1142">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02"/>
            <p:cNvSpPr/>
            <p:nvPr/>
          </p:nvSpPr>
          <p:spPr>
            <a:xfrm>
              <a:off x="4053029" y="2022351"/>
              <a:ext cx="80021" cy="53082"/>
            </a:xfrm>
            <a:custGeom>
              <a:rect b="b" l="l" r="r" t="t"/>
              <a:pathLst>
                <a:path extrusionOk="0" h="1068" w="161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5" name="Google Shape;2105;p102"/>
          <p:cNvSpPr txBox="1"/>
          <p:nvPr>
            <p:ph type="title"/>
          </p:nvPr>
        </p:nvSpPr>
        <p:spPr>
          <a:xfrm>
            <a:off x="1317600" y="535300"/>
            <a:ext cx="6508800" cy="1736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Let’s Code!</a:t>
            </a:r>
            <a:endParaRPr/>
          </a:p>
        </p:txBody>
      </p:sp>
      <p:sp>
        <p:nvSpPr>
          <p:cNvPr id="2106" name="Google Shape;2106;p102"/>
          <p:cNvSpPr txBox="1"/>
          <p:nvPr>
            <p:ph idx="1" type="subTitle"/>
          </p:nvPr>
        </p:nvSpPr>
        <p:spPr>
          <a:xfrm>
            <a:off x="1317600" y="2109150"/>
            <a:ext cx="6508800" cy="46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For this activity, we’ll break out again, and then come back together!</a:t>
            </a:r>
            <a:endParaRPr sz="1500"/>
          </a:p>
        </p:txBody>
      </p:sp>
      <p:grpSp>
        <p:nvGrpSpPr>
          <p:cNvPr id="2107" name="Google Shape;2107;p102"/>
          <p:cNvGrpSpPr/>
          <p:nvPr/>
        </p:nvGrpSpPr>
        <p:grpSpPr>
          <a:xfrm>
            <a:off x="1317598" y="2705041"/>
            <a:ext cx="2146747" cy="2112199"/>
            <a:chOff x="1534175" y="2282171"/>
            <a:chExt cx="2450624" cy="2467522"/>
          </a:xfrm>
        </p:grpSpPr>
        <p:sp>
          <p:nvSpPr>
            <p:cNvPr id="2108" name="Google Shape;2108;p102"/>
            <p:cNvSpPr/>
            <p:nvPr/>
          </p:nvSpPr>
          <p:spPr>
            <a:xfrm>
              <a:off x="1534226" y="2289596"/>
              <a:ext cx="2450511" cy="2460098"/>
            </a:xfrm>
            <a:custGeom>
              <a:rect b="b" l="l" r="r" t="t"/>
              <a:pathLst>
                <a:path extrusionOk="0" h="119844" w="119377">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02"/>
            <p:cNvSpPr/>
            <p:nvPr/>
          </p:nvSpPr>
          <p:spPr>
            <a:xfrm>
              <a:off x="1539600" y="2282171"/>
              <a:ext cx="1420936" cy="1070030"/>
            </a:xfrm>
            <a:custGeom>
              <a:rect b="b" l="l" r="r" t="t"/>
              <a:pathLst>
                <a:path extrusionOk="0" h="43453" w="57703">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02"/>
            <p:cNvSpPr/>
            <p:nvPr/>
          </p:nvSpPr>
          <p:spPr>
            <a:xfrm>
              <a:off x="1534175" y="3127805"/>
              <a:ext cx="799648" cy="1334650"/>
            </a:xfrm>
            <a:custGeom>
              <a:rect b="b" l="l" r="r" t="t"/>
              <a:pathLst>
                <a:path extrusionOk="0" h="54199" w="32473">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02"/>
            <p:cNvSpPr/>
            <p:nvPr/>
          </p:nvSpPr>
          <p:spPr>
            <a:xfrm>
              <a:off x="2486075" y="2411625"/>
              <a:ext cx="1498724" cy="2232410"/>
            </a:xfrm>
            <a:custGeom>
              <a:rect b="b" l="l" r="r" t="t"/>
              <a:pathLst>
                <a:path extrusionOk="0" h="83167" w="55834">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02"/>
            <p:cNvSpPr/>
            <p:nvPr/>
          </p:nvSpPr>
          <p:spPr>
            <a:xfrm>
              <a:off x="1534175" y="2500776"/>
              <a:ext cx="852909" cy="2107485"/>
            </a:xfrm>
            <a:custGeom>
              <a:rect b="b" l="l" r="r" t="t"/>
              <a:pathLst>
                <a:path extrusionOk="0" h="79663" w="3224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3" name="Google Shape;2113;p102"/>
          <p:cNvGrpSpPr/>
          <p:nvPr/>
        </p:nvGrpSpPr>
        <p:grpSpPr>
          <a:xfrm>
            <a:off x="6023262" y="3013113"/>
            <a:ext cx="1282777" cy="1028388"/>
            <a:chOff x="4124667" y="2395462"/>
            <a:chExt cx="1073633" cy="829814"/>
          </a:xfrm>
        </p:grpSpPr>
        <p:sp>
          <p:nvSpPr>
            <p:cNvPr id="2114" name="Google Shape;2114;p102"/>
            <p:cNvSpPr/>
            <p:nvPr/>
          </p:nvSpPr>
          <p:spPr>
            <a:xfrm>
              <a:off x="4296818" y="2395462"/>
              <a:ext cx="830070" cy="829814"/>
            </a:xfrm>
            <a:custGeom>
              <a:rect b="b" l="l" r="r" t="t"/>
              <a:pathLst>
                <a:path extrusionOk="0" h="11631" w="11635">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02"/>
            <p:cNvSpPr/>
            <p:nvPr/>
          </p:nvSpPr>
          <p:spPr>
            <a:xfrm>
              <a:off x="4357959" y="2518813"/>
              <a:ext cx="768929" cy="374633"/>
            </a:xfrm>
            <a:custGeom>
              <a:rect b="b" l="l" r="r" t="t"/>
              <a:pathLst>
                <a:path extrusionOk="0" h="5251" w="10778">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02"/>
            <p:cNvSpPr/>
            <p:nvPr/>
          </p:nvSpPr>
          <p:spPr>
            <a:xfrm>
              <a:off x="4302169" y="2876810"/>
              <a:ext cx="751237" cy="237936"/>
            </a:xfrm>
            <a:custGeom>
              <a:rect b="b" l="l" r="r" t="t"/>
              <a:pathLst>
                <a:path extrusionOk="0" h="3335" w="1053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02"/>
            <p:cNvSpPr/>
            <p:nvPr/>
          </p:nvSpPr>
          <p:spPr>
            <a:xfrm>
              <a:off x="4454985" y="3122728"/>
              <a:ext cx="365488" cy="102380"/>
            </a:xfrm>
            <a:custGeom>
              <a:rect b="b" l="l" r="r" t="t"/>
              <a:pathLst>
                <a:path extrusionOk="0" h="1435" w="5123">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02"/>
            <p:cNvSpPr/>
            <p:nvPr/>
          </p:nvSpPr>
          <p:spPr>
            <a:xfrm>
              <a:off x="4296818" y="2673698"/>
              <a:ext cx="343229" cy="236509"/>
            </a:xfrm>
            <a:custGeom>
              <a:rect b="b" l="l" r="r" t="t"/>
              <a:pathLst>
                <a:path extrusionOk="0" h="3315" w="4811">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02"/>
            <p:cNvSpPr/>
            <p:nvPr/>
          </p:nvSpPr>
          <p:spPr>
            <a:xfrm>
              <a:off x="4593747" y="2395676"/>
              <a:ext cx="489766" cy="236723"/>
            </a:xfrm>
            <a:custGeom>
              <a:rect b="b" l="l" r="r" t="t"/>
              <a:pathLst>
                <a:path extrusionOk="0" h="3318" w="6865">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02"/>
            <p:cNvSpPr/>
            <p:nvPr/>
          </p:nvSpPr>
          <p:spPr>
            <a:xfrm>
              <a:off x="4370729" y="2738120"/>
              <a:ext cx="155527" cy="122999"/>
            </a:xfrm>
            <a:custGeom>
              <a:rect b="b" l="l" r="r" t="t"/>
              <a:pathLst>
                <a:path extrusionOk="0" h="1724" w="218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02"/>
            <p:cNvSpPr/>
            <p:nvPr/>
          </p:nvSpPr>
          <p:spPr>
            <a:xfrm>
              <a:off x="4297246" y="2395462"/>
              <a:ext cx="520800" cy="778731"/>
            </a:xfrm>
            <a:custGeom>
              <a:rect b="b" l="l" r="r" t="t"/>
              <a:pathLst>
                <a:path extrusionOk="0" h="10915" w="730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02"/>
            <p:cNvSpPr/>
            <p:nvPr/>
          </p:nvSpPr>
          <p:spPr>
            <a:xfrm>
              <a:off x="4124667" y="2531973"/>
              <a:ext cx="1073633" cy="663937"/>
            </a:xfrm>
            <a:custGeom>
              <a:rect b="b" l="l" r="r" t="t"/>
              <a:pathLst>
                <a:path extrusionOk="0" h="9306" w="15049">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3" name="Google Shape;2123;p102"/>
          <p:cNvGrpSpPr/>
          <p:nvPr/>
        </p:nvGrpSpPr>
        <p:grpSpPr>
          <a:xfrm flipH="1">
            <a:off x="6023273" y="4228015"/>
            <a:ext cx="1282762" cy="739930"/>
            <a:chOff x="2344952" y="2400955"/>
            <a:chExt cx="1377980" cy="818326"/>
          </a:xfrm>
        </p:grpSpPr>
        <p:sp>
          <p:nvSpPr>
            <p:cNvPr id="2124" name="Google Shape;2124;p102"/>
            <p:cNvSpPr/>
            <p:nvPr/>
          </p:nvSpPr>
          <p:spPr>
            <a:xfrm>
              <a:off x="2582808" y="2400955"/>
              <a:ext cx="928737" cy="817542"/>
            </a:xfrm>
            <a:custGeom>
              <a:rect b="b" l="l" r="r" t="t"/>
              <a:pathLst>
                <a:path extrusionOk="0" h="11459" w="13018">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02"/>
            <p:cNvSpPr/>
            <p:nvPr/>
          </p:nvSpPr>
          <p:spPr>
            <a:xfrm>
              <a:off x="2678194" y="2568396"/>
              <a:ext cx="777134" cy="218102"/>
            </a:xfrm>
            <a:custGeom>
              <a:rect b="b" l="l" r="r" t="t"/>
              <a:pathLst>
                <a:path extrusionOk="0" h="3057" w="10893">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02"/>
            <p:cNvSpPr/>
            <p:nvPr/>
          </p:nvSpPr>
          <p:spPr>
            <a:xfrm>
              <a:off x="2638099" y="2793411"/>
              <a:ext cx="797038" cy="201193"/>
            </a:xfrm>
            <a:custGeom>
              <a:rect b="b" l="l" r="r" t="t"/>
              <a:pathLst>
                <a:path extrusionOk="0" h="2820" w="11172">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02"/>
            <p:cNvSpPr/>
            <p:nvPr/>
          </p:nvSpPr>
          <p:spPr>
            <a:xfrm>
              <a:off x="2812389" y="2401455"/>
              <a:ext cx="545485" cy="144046"/>
            </a:xfrm>
            <a:custGeom>
              <a:rect b="b" l="l" r="r" t="t"/>
              <a:pathLst>
                <a:path extrusionOk="0" h="2019" w="7646">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02"/>
            <p:cNvSpPr/>
            <p:nvPr/>
          </p:nvSpPr>
          <p:spPr>
            <a:xfrm>
              <a:off x="2664139" y="2951577"/>
              <a:ext cx="376260" cy="170586"/>
            </a:xfrm>
            <a:custGeom>
              <a:rect b="b" l="l" r="r" t="t"/>
              <a:pathLst>
                <a:path extrusionOk="0" h="2391" w="5274">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02"/>
            <p:cNvSpPr/>
            <p:nvPr/>
          </p:nvSpPr>
          <p:spPr>
            <a:xfrm>
              <a:off x="2712866" y="2723352"/>
              <a:ext cx="159450" cy="82475"/>
            </a:xfrm>
            <a:custGeom>
              <a:rect b="b" l="l" r="r" t="t"/>
              <a:pathLst>
                <a:path extrusionOk="0" h="1156" w="2235">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02"/>
            <p:cNvSpPr/>
            <p:nvPr/>
          </p:nvSpPr>
          <p:spPr>
            <a:xfrm>
              <a:off x="3125798" y="3025702"/>
              <a:ext cx="262255" cy="128278"/>
            </a:xfrm>
            <a:custGeom>
              <a:rect b="b" l="l" r="r" t="t"/>
              <a:pathLst>
                <a:path extrusionOk="0" h="1798" w="3676">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02"/>
            <p:cNvSpPr/>
            <p:nvPr/>
          </p:nvSpPr>
          <p:spPr>
            <a:xfrm>
              <a:off x="3190221" y="2598075"/>
              <a:ext cx="189985" cy="73557"/>
            </a:xfrm>
            <a:custGeom>
              <a:rect b="b" l="l" r="r" t="t"/>
              <a:pathLst>
                <a:path extrusionOk="0" h="1031" w="2663">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02"/>
            <p:cNvSpPr/>
            <p:nvPr/>
          </p:nvSpPr>
          <p:spPr>
            <a:xfrm>
              <a:off x="2639740" y="2441621"/>
              <a:ext cx="826360" cy="777661"/>
            </a:xfrm>
            <a:custGeom>
              <a:rect b="b" l="l" r="r" t="t"/>
              <a:pathLst>
                <a:path extrusionOk="0" h="10900" w="11583">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02"/>
            <p:cNvSpPr/>
            <p:nvPr/>
          </p:nvSpPr>
          <p:spPr>
            <a:xfrm>
              <a:off x="2344952" y="2525876"/>
              <a:ext cx="1377980" cy="673782"/>
            </a:xfrm>
            <a:custGeom>
              <a:rect b="b" l="l" r="r" t="t"/>
              <a:pathLst>
                <a:path extrusionOk="0" h="9444" w="19315">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4" name="Google Shape;2134;p102"/>
          <p:cNvGrpSpPr/>
          <p:nvPr/>
        </p:nvGrpSpPr>
        <p:grpSpPr>
          <a:xfrm>
            <a:off x="4890052" y="4549778"/>
            <a:ext cx="1262334" cy="1150153"/>
            <a:chOff x="7666764" y="2175228"/>
            <a:chExt cx="1262334" cy="1150153"/>
          </a:xfrm>
        </p:grpSpPr>
        <p:sp>
          <p:nvSpPr>
            <p:cNvPr id="2135" name="Google Shape;2135;p102"/>
            <p:cNvSpPr/>
            <p:nvPr/>
          </p:nvSpPr>
          <p:spPr>
            <a:xfrm>
              <a:off x="7666764" y="2175228"/>
              <a:ext cx="1262334" cy="1150153"/>
            </a:xfrm>
            <a:custGeom>
              <a:rect b="b" l="l" r="r" t="t"/>
              <a:pathLst>
                <a:path extrusionOk="0" h="16121" w="17694">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02"/>
            <p:cNvSpPr/>
            <p:nvPr/>
          </p:nvSpPr>
          <p:spPr>
            <a:xfrm>
              <a:off x="7853397" y="2302003"/>
              <a:ext cx="892780" cy="892883"/>
            </a:xfrm>
            <a:custGeom>
              <a:rect b="b" l="l" r="r" t="t"/>
              <a:pathLst>
                <a:path extrusionOk="0" h="12515" w="12514">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02"/>
            <p:cNvSpPr/>
            <p:nvPr/>
          </p:nvSpPr>
          <p:spPr>
            <a:xfrm>
              <a:off x="8111444" y="2301932"/>
              <a:ext cx="443536" cy="80763"/>
            </a:xfrm>
            <a:custGeom>
              <a:rect b="b" l="l" r="r" t="t"/>
              <a:pathLst>
                <a:path extrusionOk="0" h="1132" w="6217">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02"/>
            <p:cNvSpPr/>
            <p:nvPr/>
          </p:nvSpPr>
          <p:spPr>
            <a:xfrm>
              <a:off x="7956202" y="2402382"/>
              <a:ext cx="728906" cy="150966"/>
            </a:xfrm>
            <a:custGeom>
              <a:rect b="b" l="l" r="r" t="t"/>
              <a:pathLst>
                <a:path extrusionOk="0" h="2116" w="10217">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02"/>
            <p:cNvSpPr/>
            <p:nvPr/>
          </p:nvSpPr>
          <p:spPr>
            <a:xfrm>
              <a:off x="7869449" y="2558052"/>
              <a:ext cx="875515" cy="191918"/>
            </a:xfrm>
            <a:custGeom>
              <a:rect b="b" l="l" r="r" t="t"/>
              <a:pathLst>
                <a:path extrusionOk="0" h="2690" w="12272">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02"/>
            <p:cNvSpPr/>
            <p:nvPr/>
          </p:nvSpPr>
          <p:spPr>
            <a:xfrm>
              <a:off x="7940078" y="2981113"/>
              <a:ext cx="730119" cy="161668"/>
            </a:xfrm>
            <a:custGeom>
              <a:rect b="b" l="l" r="r" t="t"/>
              <a:pathLst>
                <a:path extrusionOk="0" h="2266" w="10234">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02"/>
            <p:cNvSpPr/>
            <p:nvPr/>
          </p:nvSpPr>
          <p:spPr>
            <a:xfrm>
              <a:off x="7856679" y="2760950"/>
              <a:ext cx="880010" cy="205973"/>
            </a:xfrm>
            <a:custGeom>
              <a:rect b="b" l="l" r="r" t="t"/>
              <a:pathLst>
                <a:path extrusionOk="0" h="2887" w="12335">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02"/>
            <p:cNvSpPr/>
            <p:nvPr/>
          </p:nvSpPr>
          <p:spPr>
            <a:xfrm>
              <a:off x="8005714" y="2446115"/>
              <a:ext cx="783412" cy="748837"/>
            </a:xfrm>
            <a:custGeom>
              <a:rect b="b" l="l" r="r" t="t"/>
              <a:pathLst>
                <a:path extrusionOk="0" h="10496" w="10981">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43" name="Google Shape;2143;p102"/>
          <p:cNvCxnSpPr/>
          <p:nvPr/>
        </p:nvCxnSpPr>
        <p:spPr>
          <a:xfrm flipH="1" rot="10800000">
            <a:off x="3511013" y="3375650"/>
            <a:ext cx="1303500" cy="385500"/>
          </a:xfrm>
          <a:prstGeom prst="straightConnector1">
            <a:avLst/>
          </a:prstGeom>
          <a:noFill/>
          <a:ln cap="flat" cmpd="sng" w="19050">
            <a:solidFill>
              <a:srgbClr val="FBFFD5"/>
            </a:solidFill>
            <a:prstDash val="solid"/>
            <a:round/>
            <a:headEnd len="med" w="med" type="none"/>
            <a:tailEnd len="med" w="med" type="triangle"/>
          </a:ln>
        </p:spPr>
      </p:cxnSp>
      <p:cxnSp>
        <p:nvCxnSpPr>
          <p:cNvPr id="2144" name="Google Shape;2144;p102"/>
          <p:cNvCxnSpPr/>
          <p:nvPr/>
        </p:nvCxnSpPr>
        <p:spPr>
          <a:xfrm flipH="1" rot="10800000">
            <a:off x="3544125" y="3642800"/>
            <a:ext cx="2676600" cy="111000"/>
          </a:xfrm>
          <a:prstGeom prst="straightConnector1">
            <a:avLst/>
          </a:prstGeom>
          <a:noFill/>
          <a:ln cap="flat" cmpd="sng" w="19050">
            <a:solidFill>
              <a:srgbClr val="FBFFD5"/>
            </a:solidFill>
            <a:prstDash val="solid"/>
            <a:round/>
            <a:headEnd len="med" w="med" type="none"/>
            <a:tailEnd len="med" w="med" type="triangle"/>
          </a:ln>
        </p:spPr>
      </p:cxnSp>
      <p:cxnSp>
        <p:nvCxnSpPr>
          <p:cNvPr id="2145" name="Google Shape;2145;p102"/>
          <p:cNvCxnSpPr/>
          <p:nvPr/>
        </p:nvCxnSpPr>
        <p:spPr>
          <a:xfrm>
            <a:off x="3511013" y="3761150"/>
            <a:ext cx="2759100" cy="687600"/>
          </a:xfrm>
          <a:prstGeom prst="straightConnector1">
            <a:avLst/>
          </a:prstGeom>
          <a:noFill/>
          <a:ln cap="flat" cmpd="sng" w="19050">
            <a:solidFill>
              <a:srgbClr val="FBFFD5"/>
            </a:solidFill>
            <a:prstDash val="solid"/>
            <a:round/>
            <a:headEnd len="med" w="med" type="none"/>
            <a:tailEnd len="med" w="med" type="triangle"/>
          </a:ln>
        </p:spPr>
      </p:cxnSp>
      <p:cxnSp>
        <p:nvCxnSpPr>
          <p:cNvPr id="2146" name="Google Shape;2146;p102"/>
          <p:cNvCxnSpPr/>
          <p:nvPr/>
        </p:nvCxnSpPr>
        <p:spPr>
          <a:xfrm>
            <a:off x="3531800" y="3766150"/>
            <a:ext cx="1541700" cy="990900"/>
          </a:xfrm>
          <a:prstGeom prst="straightConnector1">
            <a:avLst/>
          </a:prstGeom>
          <a:noFill/>
          <a:ln cap="flat" cmpd="sng" w="19050">
            <a:solidFill>
              <a:srgbClr val="FBFFD5"/>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 Space and Galaxy for Pre-K by Slidesgo">
  <a:themeElements>
    <a:clrScheme name="Simple Light">
      <a:dk1>
        <a:srgbClr val="FFFFFF"/>
      </a:dk1>
      <a:lt1>
        <a:srgbClr val="10162D"/>
      </a:lt1>
      <a:dk2>
        <a:srgbClr val="1B2241"/>
      </a:dk2>
      <a:lt2>
        <a:srgbClr val="E5904F"/>
      </a:lt2>
      <a:accent1>
        <a:srgbClr val="FFCB64"/>
      </a:accent1>
      <a:accent2>
        <a:srgbClr val="49D0E2"/>
      </a:accent2>
      <a:accent3>
        <a:srgbClr val="8CFAF9"/>
      </a:accent3>
      <a:accent4>
        <a:srgbClr val="D01D81"/>
      </a:accent4>
      <a:accent5>
        <a:srgbClr val="EC75C9"/>
      </a:accent5>
      <a:accent6>
        <a:srgbClr val="000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e Space and Galaxy for Pre-K by Slidesgo">
  <a:themeElements>
    <a:clrScheme name="Simple Light">
      <a:dk1>
        <a:srgbClr val="FFFFFF"/>
      </a:dk1>
      <a:lt1>
        <a:srgbClr val="10162D"/>
      </a:lt1>
      <a:dk2>
        <a:srgbClr val="1B2241"/>
      </a:dk2>
      <a:lt2>
        <a:srgbClr val="E5904F"/>
      </a:lt2>
      <a:accent1>
        <a:srgbClr val="FFCB64"/>
      </a:accent1>
      <a:accent2>
        <a:srgbClr val="49D0E2"/>
      </a:accent2>
      <a:accent3>
        <a:srgbClr val="8CFAF9"/>
      </a:accent3>
      <a:accent4>
        <a:srgbClr val="D01D81"/>
      </a:accent4>
      <a:accent5>
        <a:srgbClr val="EC75C9"/>
      </a:accent5>
      <a:accent6>
        <a:srgbClr val="000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